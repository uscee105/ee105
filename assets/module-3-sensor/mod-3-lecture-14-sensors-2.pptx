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notesSlides/notesSlide4.xml" ContentType="application/vnd.openxmlformats-officedocument.presentationml.notesSlide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ppt/ink/ink2301.xml" ContentType="application/inkml+xml"/>
  <Override PartName="/ppt/ink/ink2302.xml" ContentType="application/inkml+xml"/>
  <Override PartName="/ppt/ink/ink2303.xml" ContentType="application/inkml+xml"/>
  <Override PartName="/ppt/ink/ink2304.xml" ContentType="application/inkml+xml"/>
  <Override PartName="/ppt/ink/ink2305.xml" ContentType="application/inkml+xml"/>
  <Override PartName="/ppt/ink/ink2306.xml" ContentType="application/inkml+xml"/>
  <Override PartName="/ppt/ink/ink2307.xml" ContentType="application/inkml+xml"/>
  <Override PartName="/ppt/ink/ink2308.xml" ContentType="application/inkml+xml"/>
  <Override PartName="/ppt/ink/ink2309.xml" ContentType="application/inkml+xml"/>
  <Override PartName="/ppt/ink/ink2310.xml" ContentType="application/inkml+xml"/>
  <Override PartName="/ppt/ink/ink2311.xml" ContentType="application/inkml+xml"/>
  <Override PartName="/ppt/ink/ink2312.xml" ContentType="application/inkml+xml"/>
  <Override PartName="/ppt/ink/ink2313.xml" ContentType="application/inkml+xml"/>
  <Override PartName="/ppt/ink/ink2314.xml" ContentType="application/inkml+xml"/>
  <Override PartName="/ppt/ink/ink2315.xml" ContentType="application/inkml+xml"/>
  <Override PartName="/ppt/ink/ink2316.xml" ContentType="application/inkml+xml"/>
  <Override PartName="/ppt/ink/ink2317.xml" ContentType="application/inkml+xml"/>
  <Override PartName="/ppt/ink/ink2318.xml" ContentType="application/inkml+xml"/>
  <Override PartName="/ppt/ink/ink2319.xml" ContentType="application/inkml+xml"/>
  <Override PartName="/ppt/ink/ink2320.xml" ContentType="application/inkml+xml"/>
  <Override PartName="/ppt/ink/ink2321.xml" ContentType="application/inkml+xml"/>
  <Override PartName="/ppt/ink/ink2322.xml" ContentType="application/inkml+xml"/>
  <Override PartName="/ppt/ink/ink2323.xml" ContentType="application/inkml+xml"/>
  <Override PartName="/ppt/ink/ink2324.xml" ContentType="application/inkml+xml"/>
  <Override PartName="/ppt/ink/ink2325.xml" ContentType="application/inkml+xml"/>
  <Override PartName="/ppt/ink/ink2326.xml" ContentType="application/inkml+xml"/>
  <Override PartName="/ppt/ink/ink2327.xml" ContentType="application/inkml+xml"/>
  <Override PartName="/ppt/ink/ink2328.xml" ContentType="application/inkml+xml"/>
  <Override PartName="/ppt/ink/ink2329.xml" ContentType="application/inkml+xml"/>
  <Override PartName="/ppt/ink/ink2330.xml" ContentType="application/inkml+xml"/>
  <Override PartName="/ppt/ink/ink2331.xml" ContentType="application/inkml+xml"/>
  <Override PartName="/ppt/ink/ink2332.xml" ContentType="application/inkml+xml"/>
  <Override PartName="/ppt/ink/ink2333.xml" ContentType="application/inkml+xml"/>
  <Override PartName="/ppt/ink/ink2334.xml" ContentType="application/inkml+xml"/>
  <Override PartName="/ppt/ink/ink2335.xml" ContentType="application/inkml+xml"/>
  <Override PartName="/ppt/ink/ink2336.xml" ContentType="application/inkml+xml"/>
  <Override PartName="/ppt/ink/ink2337.xml" ContentType="application/inkml+xml"/>
  <Override PartName="/ppt/ink/ink2338.xml" ContentType="application/inkml+xml"/>
  <Override PartName="/ppt/ink/ink2339.xml" ContentType="application/inkml+xml"/>
  <Override PartName="/ppt/ink/ink2340.xml" ContentType="application/inkml+xml"/>
  <Override PartName="/ppt/ink/ink2341.xml" ContentType="application/inkml+xml"/>
  <Override PartName="/ppt/ink/ink2342.xml" ContentType="application/inkml+xml"/>
  <Override PartName="/ppt/ink/ink2343.xml" ContentType="application/inkml+xml"/>
  <Override PartName="/ppt/ink/ink2344.xml" ContentType="application/inkml+xml"/>
  <Override PartName="/ppt/ink/ink2345.xml" ContentType="application/inkml+xml"/>
  <Override PartName="/ppt/ink/ink2346.xml" ContentType="application/inkml+xml"/>
  <Override PartName="/ppt/ink/ink2347.xml" ContentType="application/inkml+xml"/>
  <Override PartName="/ppt/ink/ink2348.xml" ContentType="application/inkml+xml"/>
  <Override PartName="/ppt/ink/ink2349.xml" ContentType="application/inkml+xml"/>
  <Override PartName="/ppt/ink/ink2350.xml" ContentType="application/inkml+xml"/>
  <Override PartName="/ppt/ink/ink2351.xml" ContentType="application/inkml+xml"/>
  <Override PartName="/ppt/ink/ink2352.xml" ContentType="application/inkml+xml"/>
  <Override PartName="/ppt/ink/ink2353.xml" ContentType="application/inkml+xml"/>
  <Override PartName="/ppt/ink/ink2354.xml" ContentType="application/inkml+xml"/>
  <Override PartName="/ppt/ink/ink2355.xml" ContentType="application/inkml+xml"/>
  <Override PartName="/ppt/ink/ink2356.xml" ContentType="application/inkml+xml"/>
  <Override PartName="/ppt/ink/ink2357.xml" ContentType="application/inkml+xml"/>
  <Override PartName="/ppt/ink/ink2358.xml" ContentType="application/inkml+xml"/>
  <Override PartName="/ppt/ink/ink2359.xml" ContentType="application/inkml+xml"/>
  <Override PartName="/ppt/ink/ink2360.xml" ContentType="application/inkml+xml"/>
  <Override PartName="/ppt/ink/ink2361.xml" ContentType="application/inkml+xml"/>
  <Override PartName="/ppt/ink/ink2362.xml" ContentType="application/inkml+xml"/>
  <Override PartName="/ppt/ink/ink2363.xml" ContentType="application/inkml+xml"/>
  <Override PartName="/ppt/ink/ink2364.xml" ContentType="application/inkml+xml"/>
  <Override PartName="/ppt/ink/ink2365.xml" ContentType="application/inkml+xml"/>
  <Override PartName="/ppt/ink/ink2366.xml" ContentType="application/inkml+xml"/>
  <Override PartName="/ppt/ink/ink2367.xml" ContentType="application/inkml+xml"/>
  <Override PartName="/ppt/ink/ink2368.xml" ContentType="application/inkml+xml"/>
  <Override PartName="/ppt/ink/ink2369.xml" ContentType="application/inkml+xml"/>
  <Override PartName="/ppt/ink/ink2370.xml" ContentType="application/inkml+xml"/>
  <Override PartName="/ppt/ink/ink2371.xml" ContentType="application/inkml+xml"/>
  <Override PartName="/ppt/ink/ink2372.xml" ContentType="application/inkml+xml"/>
  <Override PartName="/ppt/ink/ink2373.xml" ContentType="application/inkml+xml"/>
  <Override PartName="/ppt/ink/ink2374.xml" ContentType="application/inkml+xml"/>
  <Override PartName="/ppt/ink/ink2375.xml" ContentType="application/inkml+xml"/>
  <Override PartName="/ppt/ink/ink2376.xml" ContentType="application/inkml+xml"/>
  <Override PartName="/ppt/ink/ink2377.xml" ContentType="application/inkml+xml"/>
  <Override PartName="/ppt/ink/ink2378.xml" ContentType="application/inkml+xml"/>
  <Override PartName="/ppt/ink/ink2379.xml" ContentType="application/inkml+xml"/>
  <Override PartName="/ppt/ink/ink2380.xml" ContentType="application/inkml+xml"/>
  <Override PartName="/ppt/ink/ink2381.xml" ContentType="application/inkml+xml"/>
  <Override PartName="/ppt/ink/ink2382.xml" ContentType="application/inkml+xml"/>
  <Override PartName="/ppt/ink/ink2383.xml" ContentType="application/inkml+xml"/>
  <Override PartName="/ppt/ink/ink2384.xml" ContentType="application/inkml+xml"/>
  <Override PartName="/ppt/ink/ink2385.xml" ContentType="application/inkml+xml"/>
  <Override PartName="/ppt/ink/ink2386.xml" ContentType="application/inkml+xml"/>
  <Override PartName="/ppt/ink/ink2387.xml" ContentType="application/inkml+xml"/>
  <Override PartName="/ppt/ink/ink2388.xml" ContentType="application/inkml+xml"/>
  <Override PartName="/ppt/ink/ink2389.xml" ContentType="application/inkml+xml"/>
  <Override PartName="/ppt/ink/ink2390.xml" ContentType="application/inkml+xml"/>
  <Override PartName="/ppt/ink/ink2391.xml" ContentType="application/inkml+xml"/>
  <Override PartName="/ppt/ink/ink2392.xml" ContentType="application/inkml+xml"/>
  <Override PartName="/ppt/ink/ink2393.xml" ContentType="application/inkml+xml"/>
  <Override PartName="/ppt/ink/ink2394.xml" ContentType="application/inkml+xml"/>
  <Override PartName="/ppt/ink/ink2395.xml" ContentType="application/inkml+xml"/>
  <Override PartName="/ppt/ink/ink2396.xml" ContentType="application/inkml+xml"/>
  <Override PartName="/ppt/ink/ink2397.xml" ContentType="application/inkml+xml"/>
  <Override PartName="/ppt/ink/ink2398.xml" ContentType="application/inkml+xml"/>
  <Override PartName="/ppt/ink/ink2399.xml" ContentType="application/inkml+xml"/>
  <Override PartName="/ppt/ink/ink2400.xml" ContentType="application/inkml+xml"/>
  <Override PartName="/ppt/ink/ink2401.xml" ContentType="application/inkml+xml"/>
  <Override PartName="/ppt/ink/ink2402.xml" ContentType="application/inkml+xml"/>
  <Override PartName="/ppt/ink/ink2403.xml" ContentType="application/inkml+xml"/>
  <Override PartName="/ppt/ink/ink2404.xml" ContentType="application/inkml+xml"/>
  <Override PartName="/ppt/ink/ink2405.xml" ContentType="application/inkml+xml"/>
  <Override PartName="/ppt/ink/ink2406.xml" ContentType="application/inkml+xml"/>
  <Override PartName="/ppt/ink/ink2407.xml" ContentType="application/inkml+xml"/>
  <Override PartName="/ppt/ink/ink2408.xml" ContentType="application/inkml+xml"/>
  <Override PartName="/ppt/ink/ink2409.xml" ContentType="application/inkml+xml"/>
  <Override PartName="/ppt/ink/ink2410.xml" ContentType="application/inkml+xml"/>
  <Override PartName="/ppt/ink/ink2411.xml" ContentType="application/inkml+xml"/>
  <Override PartName="/ppt/ink/ink2412.xml" ContentType="application/inkml+xml"/>
  <Override PartName="/ppt/ink/ink2413.xml" ContentType="application/inkml+xml"/>
  <Override PartName="/ppt/ink/ink2414.xml" ContentType="application/inkml+xml"/>
  <Override PartName="/ppt/ink/ink2415.xml" ContentType="application/inkml+xml"/>
  <Override PartName="/ppt/ink/ink2416.xml" ContentType="application/inkml+xml"/>
  <Override PartName="/ppt/ink/ink2417.xml" ContentType="application/inkml+xml"/>
  <Override PartName="/ppt/ink/ink2418.xml" ContentType="application/inkml+xml"/>
  <Override PartName="/ppt/ink/ink2419.xml" ContentType="application/inkml+xml"/>
  <Override PartName="/ppt/ink/ink2420.xml" ContentType="application/inkml+xml"/>
  <Override PartName="/ppt/ink/ink2421.xml" ContentType="application/inkml+xml"/>
  <Override PartName="/ppt/ink/ink2422.xml" ContentType="application/inkml+xml"/>
  <Override PartName="/ppt/ink/ink2423.xml" ContentType="application/inkml+xml"/>
  <Override PartName="/ppt/ink/ink2424.xml" ContentType="application/inkml+xml"/>
  <Override PartName="/ppt/ink/ink2425.xml" ContentType="application/inkml+xml"/>
  <Override PartName="/ppt/ink/ink2426.xml" ContentType="application/inkml+xml"/>
  <Override PartName="/ppt/ink/ink2427.xml" ContentType="application/inkml+xml"/>
  <Override PartName="/ppt/ink/ink2428.xml" ContentType="application/inkml+xml"/>
  <Override PartName="/ppt/ink/ink2429.xml" ContentType="application/inkml+xml"/>
  <Override PartName="/ppt/ink/ink2430.xml" ContentType="application/inkml+xml"/>
  <Override PartName="/ppt/ink/ink2431.xml" ContentType="application/inkml+xml"/>
  <Override PartName="/ppt/ink/ink2432.xml" ContentType="application/inkml+xml"/>
  <Override PartName="/ppt/ink/ink2433.xml" ContentType="application/inkml+xml"/>
  <Override PartName="/ppt/ink/ink2434.xml" ContentType="application/inkml+xml"/>
  <Override PartName="/ppt/ink/ink2435.xml" ContentType="application/inkml+xml"/>
  <Override PartName="/ppt/ink/ink2436.xml" ContentType="application/inkml+xml"/>
  <Override PartName="/ppt/ink/ink2437.xml" ContentType="application/inkml+xml"/>
  <Override PartName="/ppt/ink/ink2438.xml" ContentType="application/inkml+xml"/>
  <Override PartName="/ppt/ink/ink2439.xml" ContentType="application/inkml+xml"/>
  <Override PartName="/ppt/ink/ink2440.xml" ContentType="application/inkml+xml"/>
  <Override PartName="/ppt/ink/ink2441.xml" ContentType="application/inkml+xml"/>
  <Override PartName="/ppt/ink/ink2442.xml" ContentType="application/inkml+xml"/>
  <Override PartName="/ppt/ink/ink2443.xml" ContentType="application/inkml+xml"/>
  <Override PartName="/ppt/ink/ink2444.xml" ContentType="application/inkml+xml"/>
  <Override PartName="/ppt/ink/ink2445.xml" ContentType="application/inkml+xml"/>
  <Override PartName="/ppt/ink/ink2446.xml" ContentType="application/inkml+xml"/>
  <Override PartName="/ppt/ink/ink2447.xml" ContentType="application/inkml+xml"/>
  <Override PartName="/ppt/ink/ink2448.xml" ContentType="application/inkml+xml"/>
  <Override PartName="/ppt/ink/ink2449.xml" ContentType="application/inkml+xml"/>
  <Override PartName="/ppt/ink/ink2450.xml" ContentType="application/inkml+xml"/>
  <Override PartName="/ppt/ink/ink2451.xml" ContentType="application/inkml+xml"/>
  <Override PartName="/ppt/ink/ink2452.xml" ContentType="application/inkml+xml"/>
  <Override PartName="/ppt/ink/ink2453.xml" ContentType="application/inkml+xml"/>
  <Override PartName="/ppt/ink/ink2454.xml" ContentType="application/inkml+xml"/>
  <Override PartName="/ppt/ink/ink2455.xml" ContentType="application/inkml+xml"/>
  <Override PartName="/ppt/ink/ink2456.xml" ContentType="application/inkml+xml"/>
  <Override PartName="/ppt/ink/ink2457.xml" ContentType="application/inkml+xml"/>
  <Override PartName="/ppt/ink/ink2458.xml" ContentType="application/inkml+xml"/>
  <Override PartName="/ppt/ink/ink2459.xml" ContentType="application/inkml+xml"/>
  <Override PartName="/ppt/ink/ink2460.xml" ContentType="application/inkml+xml"/>
  <Override PartName="/ppt/ink/ink2461.xml" ContentType="application/inkml+xml"/>
  <Override PartName="/ppt/ink/ink2462.xml" ContentType="application/inkml+xml"/>
  <Override PartName="/ppt/ink/ink2463.xml" ContentType="application/inkml+xml"/>
  <Override PartName="/ppt/ink/ink2464.xml" ContentType="application/inkml+xml"/>
  <Override PartName="/ppt/ink/ink2465.xml" ContentType="application/inkml+xml"/>
  <Override PartName="/ppt/ink/ink2466.xml" ContentType="application/inkml+xml"/>
  <Override PartName="/ppt/ink/ink2467.xml" ContentType="application/inkml+xml"/>
  <Override PartName="/ppt/ink/ink2468.xml" ContentType="application/inkml+xml"/>
  <Override PartName="/ppt/ink/ink2469.xml" ContentType="application/inkml+xml"/>
  <Override PartName="/ppt/ink/ink2470.xml" ContentType="application/inkml+xml"/>
  <Override PartName="/ppt/ink/ink2471.xml" ContentType="application/inkml+xml"/>
  <Override PartName="/ppt/ink/ink2472.xml" ContentType="application/inkml+xml"/>
  <Override PartName="/ppt/ink/ink2473.xml" ContentType="application/inkml+xml"/>
  <Override PartName="/ppt/ink/ink2474.xml" ContentType="application/inkml+xml"/>
  <Override PartName="/ppt/ink/ink2475.xml" ContentType="application/inkml+xml"/>
  <Override PartName="/ppt/ink/ink2476.xml" ContentType="application/inkml+xml"/>
  <Override PartName="/ppt/ink/ink2477.xml" ContentType="application/inkml+xml"/>
  <Override PartName="/ppt/ink/ink2478.xml" ContentType="application/inkml+xml"/>
  <Override PartName="/ppt/ink/ink2479.xml" ContentType="application/inkml+xml"/>
  <Override PartName="/ppt/ink/ink2480.xml" ContentType="application/inkml+xml"/>
  <Override PartName="/ppt/ink/ink2481.xml" ContentType="application/inkml+xml"/>
  <Override PartName="/ppt/ink/ink2482.xml" ContentType="application/inkml+xml"/>
  <Override PartName="/ppt/ink/ink2483.xml" ContentType="application/inkml+xml"/>
  <Override PartName="/ppt/ink/ink2484.xml" ContentType="application/inkml+xml"/>
  <Override PartName="/ppt/ink/ink2485.xml" ContentType="application/inkml+xml"/>
  <Override PartName="/ppt/ink/ink2486.xml" ContentType="application/inkml+xml"/>
  <Override PartName="/ppt/ink/ink2487.xml" ContentType="application/inkml+xml"/>
  <Override PartName="/ppt/ink/ink2488.xml" ContentType="application/inkml+xml"/>
  <Override PartName="/ppt/ink/ink2489.xml" ContentType="application/inkml+xml"/>
  <Override PartName="/ppt/ink/ink2490.xml" ContentType="application/inkml+xml"/>
  <Override PartName="/ppt/ink/ink2491.xml" ContentType="application/inkml+xml"/>
  <Override PartName="/ppt/ink/ink2492.xml" ContentType="application/inkml+xml"/>
  <Override PartName="/ppt/ink/ink2493.xml" ContentType="application/inkml+xml"/>
  <Override PartName="/ppt/ink/ink2494.xml" ContentType="application/inkml+xml"/>
  <Override PartName="/ppt/ink/ink2495.xml" ContentType="application/inkml+xml"/>
  <Override PartName="/ppt/ink/ink2496.xml" ContentType="application/inkml+xml"/>
  <Override PartName="/ppt/ink/ink2497.xml" ContentType="application/inkml+xml"/>
  <Override PartName="/ppt/ink/ink2498.xml" ContentType="application/inkml+xml"/>
  <Override PartName="/ppt/ink/ink2499.xml" ContentType="application/inkml+xml"/>
  <Override PartName="/ppt/ink/ink2500.xml" ContentType="application/inkml+xml"/>
  <Override PartName="/ppt/ink/ink2501.xml" ContentType="application/inkml+xml"/>
  <Override PartName="/ppt/ink/ink2502.xml" ContentType="application/inkml+xml"/>
  <Override PartName="/ppt/ink/ink2503.xml" ContentType="application/inkml+xml"/>
  <Override PartName="/ppt/ink/ink2504.xml" ContentType="application/inkml+xml"/>
  <Override PartName="/ppt/ink/ink2505.xml" ContentType="application/inkml+xml"/>
  <Override PartName="/ppt/ink/ink2506.xml" ContentType="application/inkml+xml"/>
  <Override PartName="/ppt/ink/ink2507.xml" ContentType="application/inkml+xml"/>
  <Override PartName="/ppt/ink/ink2508.xml" ContentType="application/inkml+xml"/>
  <Override PartName="/ppt/ink/ink2509.xml" ContentType="application/inkml+xml"/>
  <Override PartName="/ppt/ink/ink2510.xml" ContentType="application/inkml+xml"/>
  <Override PartName="/ppt/ink/ink2511.xml" ContentType="application/inkml+xml"/>
  <Override PartName="/ppt/ink/ink2512.xml" ContentType="application/inkml+xml"/>
  <Override PartName="/ppt/ink/ink2513.xml" ContentType="application/inkml+xml"/>
  <Override PartName="/ppt/ink/ink2514.xml" ContentType="application/inkml+xml"/>
  <Override PartName="/ppt/ink/ink2515.xml" ContentType="application/inkml+xml"/>
  <Override PartName="/ppt/ink/ink2516.xml" ContentType="application/inkml+xml"/>
  <Override PartName="/ppt/ink/ink2517.xml" ContentType="application/inkml+xml"/>
  <Override PartName="/ppt/ink/ink2518.xml" ContentType="application/inkml+xml"/>
  <Override PartName="/ppt/ink/ink2519.xml" ContentType="application/inkml+xml"/>
  <Override PartName="/ppt/ink/ink2520.xml" ContentType="application/inkml+xml"/>
  <Override PartName="/ppt/ink/ink2521.xml" ContentType="application/inkml+xml"/>
  <Override PartName="/ppt/ink/ink2522.xml" ContentType="application/inkml+xml"/>
  <Override PartName="/ppt/ink/ink2523.xml" ContentType="application/inkml+xml"/>
  <Override PartName="/ppt/ink/ink2524.xml" ContentType="application/inkml+xml"/>
  <Override PartName="/ppt/ink/ink2525.xml" ContentType="application/inkml+xml"/>
  <Override PartName="/ppt/ink/ink2526.xml" ContentType="application/inkml+xml"/>
  <Override PartName="/ppt/ink/ink2527.xml" ContentType="application/inkml+xml"/>
  <Override PartName="/ppt/ink/ink2528.xml" ContentType="application/inkml+xml"/>
  <Override PartName="/ppt/ink/ink2529.xml" ContentType="application/inkml+xml"/>
  <Override PartName="/ppt/ink/ink2530.xml" ContentType="application/inkml+xml"/>
  <Override PartName="/ppt/ink/ink2531.xml" ContentType="application/inkml+xml"/>
  <Override PartName="/ppt/ink/ink2532.xml" ContentType="application/inkml+xml"/>
  <Override PartName="/ppt/ink/ink2533.xml" ContentType="application/inkml+xml"/>
  <Override PartName="/ppt/ink/ink2534.xml" ContentType="application/inkml+xml"/>
  <Override PartName="/ppt/ink/ink2535.xml" ContentType="application/inkml+xml"/>
  <Override PartName="/ppt/ink/ink2536.xml" ContentType="application/inkml+xml"/>
  <Override PartName="/ppt/ink/ink2537.xml" ContentType="application/inkml+xml"/>
  <Override PartName="/ppt/ink/ink2538.xml" ContentType="application/inkml+xml"/>
  <Override PartName="/ppt/ink/ink2539.xml" ContentType="application/inkml+xml"/>
  <Override PartName="/ppt/ink/ink2540.xml" ContentType="application/inkml+xml"/>
  <Override PartName="/ppt/ink/ink2541.xml" ContentType="application/inkml+xml"/>
  <Override PartName="/ppt/ink/ink2542.xml" ContentType="application/inkml+xml"/>
  <Override PartName="/ppt/ink/ink2543.xml" ContentType="application/inkml+xml"/>
  <Override PartName="/ppt/ink/ink2544.xml" ContentType="application/inkml+xml"/>
  <Override PartName="/ppt/ink/ink2545.xml" ContentType="application/inkml+xml"/>
  <Override PartName="/ppt/ink/ink2546.xml" ContentType="application/inkml+xml"/>
  <Override PartName="/ppt/ink/ink2547.xml" ContentType="application/inkml+xml"/>
  <Override PartName="/ppt/ink/ink2548.xml" ContentType="application/inkml+xml"/>
  <Override PartName="/ppt/ink/ink2549.xml" ContentType="application/inkml+xml"/>
  <Override PartName="/ppt/ink/ink2550.xml" ContentType="application/inkml+xml"/>
  <Override PartName="/ppt/ink/ink2551.xml" ContentType="application/inkml+xml"/>
  <Override PartName="/ppt/ink/ink2552.xml" ContentType="application/inkml+xml"/>
  <Override PartName="/ppt/ink/ink2553.xml" ContentType="application/inkml+xml"/>
  <Override PartName="/ppt/ink/ink2554.xml" ContentType="application/inkml+xml"/>
  <Override PartName="/ppt/ink/ink2555.xml" ContentType="application/inkml+xml"/>
  <Override PartName="/ppt/ink/ink2556.xml" ContentType="application/inkml+xml"/>
  <Override PartName="/ppt/ink/ink2557.xml" ContentType="application/inkml+xml"/>
  <Override PartName="/ppt/ink/ink2558.xml" ContentType="application/inkml+xml"/>
  <Override PartName="/ppt/ink/ink2559.xml" ContentType="application/inkml+xml"/>
  <Override PartName="/ppt/ink/ink2560.xml" ContentType="application/inkml+xml"/>
  <Override PartName="/ppt/ink/ink2561.xml" ContentType="application/inkml+xml"/>
  <Override PartName="/ppt/ink/ink2562.xml" ContentType="application/inkml+xml"/>
  <Override PartName="/ppt/ink/ink2563.xml" ContentType="application/inkml+xml"/>
  <Override PartName="/ppt/ink/ink2564.xml" ContentType="application/inkml+xml"/>
  <Override PartName="/ppt/ink/ink2565.xml" ContentType="application/inkml+xml"/>
  <Override PartName="/ppt/ink/ink2566.xml" ContentType="application/inkml+xml"/>
  <Override PartName="/ppt/ink/ink2567.xml" ContentType="application/inkml+xml"/>
  <Override PartName="/ppt/ink/ink2568.xml" ContentType="application/inkml+xml"/>
  <Override PartName="/ppt/ink/ink2569.xml" ContentType="application/inkml+xml"/>
  <Override PartName="/ppt/ink/ink2570.xml" ContentType="application/inkml+xml"/>
  <Override PartName="/ppt/ink/ink2571.xml" ContentType="application/inkml+xml"/>
  <Override PartName="/ppt/ink/ink2572.xml" ContentType="application/inkml+xml"/>
  <Override PartName="/ppt/ink/ink2573.xml" ContentType="application/inkml+xml"/>
  <Override PartName="/ppt/ink/ink2574.xml" ContentType="application/inkml+xml"/>
  <Override PartName="/ppt/ink/ink2575.xml" ContentType="application/inkml+xml"/>
  <Override PartName="/ppt/ink/ink2576.xml" ContentType="application/inkml+xml"/>
  <Override PartName="/ppt/ink/ink2577.xml" ContentType="application/inkml+xml"/>
  <Override PartName="/ppt/ink/ink2578.xml" ContentType="application/inkml+xml"/>
  <Override PartName="/ppt/ink/ink2579.xml" ContentType="application/inkml+xml"/>
  <Override PartName="/ppt/ink/ink2580.xml" ContentType="application/inkml+xml"/>
  <Override PartName="/ppt/ink/ink2581.xml" ContentType="application/inkml+xml"/>
  <Override PartName="/ppt/ink/ink2582.xml" ContentType="application/inkml+xml"/>
  <Override PartName="/ppt/ink/ink2583.xml" ContentType="application/inkml+xml"/>
  <Override PartName="/ppt/ink/ink2584.xml" ContentType="application/inkml+xml"/>
  <Override PartName="/ppt/ink/ink2585.xml" ContentType="application/inkml+xml"/>
  <Override PartName="/ppt/ink/ink2586.xml" ContentType="application/inkml+xml"/>
  <Override PartName="/ppt/ink/ink2587.xml" ContentType="application/inkml+xml"/>
  <Override PartName="/ppt/ink/ink2588.xml" ContentType="application/inkml+xml"/>
  <Override PartName="/ppt/ink/ink2589.xml" ContentType="application/inkml+xml"/>
  <Override PartName="/ppt/ink/ink2590.xml" ContentType="application/inkml+xml"/>
  <Override PartName="/ppt/ink/ink2591.xml" ContentType="application/inkml+xml"/>
  <Override PartName="/ppt/ink/ink2592.xml" ContentType="application/inkml+xml"/>
  <Override PartName="/ppt/ink/ink2593.xml" ContentType="application/inkml+xml"/>
  <Override PartName="/ppt/ink/ink2594.xml" ContentType="application/inkml+xml"/>
  <Override PartName="/ppt/ink/ink2595.xml" ContentType="application/inkml+xml"/>
  <Override PartName="/ppt/ink/ink2596.xml" ContentType="application/inkml+xml"/>
  <Override PartName="/ppt/ink/ink2597.xml" ContentType="application/inkml+xml"/>
  <Override PartName="/ppt/ink/ink2598.xml" ContentType="application/inkml+xml"/>
  <Override PartName="/ppt/ink/ink2599.xml" ContentType="application/inkml+xml"/>
  <Override PartName="/ppt/ink/ink2600.xml" ContentType="application/inkml+xml"/>
  <Override PartName="/ppt/ink/ink2601.xml" ContentType="application/inkml+xml"/>
  <Override PartName="/ppt/ink/ink2602.xml" ContentType="application/inkml+xml"/>
  <Override PartName="/ppt/ink/ink2603.xml" ContentType="application/inkml+xml"/>
  <Override PartName="/ppt/ink/ink2604.xml" ContentType="application/inkml+xml"/>
  <Override PartName="/ppt/ink/ink2605.xml" ContentType="application/inkml+xml"/>
  <Override PartName="/ppt/ink/ink2606.xml" ContentType="application/inkml+xml"/>
  <Override PartName="/ppt/ink/ink2607.xml" ContentType="application/inkml+xml"/>
  <Override PartName="/ppt/ink/ink2608.xml" ContentType="application/inkml+xml"/>
  <Override PartName="/ppt/ink/ink2609.xml" ContentType="application/inkml+xml"/>
  <Override PartName="/ppt/ink/ink2610.xml" ContentType="application/inkml+xml"/>
  <Override PartName="/ppt/ink/ink2611.xml" ContentType="application/inkml+xml"/>
  <Override PartName="/ppt/ink/ink2612.xml" ContentType="application/inkml+xml"/>
  <Override PartName="/ppt/ink/ink2613.xml" ContentType="application/inkml+xml"/>
  <Override PartName="/ppt/ink/ink2614.xml" ContentType="application/inkml+xml"/>
  <Override PartName="/ppt/ink/ink2615.xml" ContentType="application/inkml+xml"/>
  <Override PartName="/ppt/ink/ink2616.xml" ContentType="application/inkml+xml"/>
  <Override PartName="/ppt/ink/ink2617.xml" ContentType="application/inkml+xml"/>
  <Override PartName="/ppt/ink/ink2618.xml" ContentType="application/inkml+xml"/>
  <Override PartName="/ppt/ink/ink2619.xml" ContentType="application/inkml+xml"/>
  <Override PartName="/ppt/ink/ink2620.xml" ContentType="application/inkml+xml"/>
  <Override PartName="/ppt/ink/ink2621.xml" ContentType="application/inkml+xml"/>
  <Override PartName="/ppt/ink/ink2622.xml" ContentType="application/inkml+xml"/>
  <Override PartName="/ppt/ink/ink2623.xml" ContentType="application/inkml+xml"/>
  <Override PartName="/ppt/ink/ink2624.xml" ContentType="application/inkml+xml"/>
  <Override PartName="/ppt/ink/ink2625.xml" ContentType="application/inkml+xml"/>
  <Override PartName="/ppt/ink/ink2626.xml" ContentType="application/inkml+xml"/>
  <Override PartName="/ppt/ink/ink2627.xml" ContentType="application/inkml+xml"/>
  <Override PartName="/ppt/ink/ink2628.xml" ContentType="application/inkml+xml"/>
  <Override PartName="/ppt/ink/ink2629.xml" ContentType="application/inkml+xml"/>
  <Override PartName="/ppt/ink/ink2630.xml" ContentType="application/inkml+xml"/>
  <Override PartName="/ppt/ink/ink2631.xml" ContentType="application/inkml+xml"/>
  <Override PartName="/ppt/ink/ink2632.xml" ContentType="application/inkml+xml"/>
  <Override PartName="/ppt/ink/ink2633.xml" ContentType="application/inkml+xml"/>
  <Override PartName="/ppt/ink/ink2634.xml" ContentType="application/inkml+xml"/>
  <Override PartName="/ppt/ink/ink2635.xml" ContentType="application/inkml+xml"/>
  <Override PartName="/ppt/ink/ink2636.xml" ContentType="application/inkml+xml"/>
  <Override PartName="/ppt/ink/ink2637.xml" ContentType="application/inkml+xml"/>
  <Override PartName="/ppt/ink/ink2638.xml" ContentType="application/inkml+xml"/>
  <Override PartName="/ppt/ink/ink2639.xml" ContentType="application/inkml+xml"/>
  <Override PartName="/ppt/ink/ink2640.xml" ContentType="application/inkml+xml"/>
  <Override PartName="/ppt/ink/ink2641.xml" ContentType="application/inkml+xml"/>
  <Override PartName="/ppt/ink/ink2642.xml" ContentType="application/inkml+xml"/>
  <Override PartName="/ppt/ink/ink2643.xml" ContentType="application/inkml+xml"/>
  <Override PartName="/ppt/ink/ink2644.xml" ContentType="application/inkml+xml"/>
  <Override PartName="/ppt/ink/ink2645.xml" ContentType="application/inkml+xml"/>
  <Override PartName="/ppt/ink/ink2646.xml" ContentType="application/inkml+xml"/>
  <Override PartName="/ppt/ink/ink2647.xml" ContentType="application/inkml+xml"/>
  <Override PartName="/ppt/ink/ink2648.xml" ContentType="application/inkml+xml"/>
  <Override PartName="/ppt/ink/ink2649.xml" ContentType="application/inkml+xml"/>
  <Override PartName="/ppt/ink/ink2650.xml" ContentType="application/inkml+xml"/>
  <Override PartName="/ppt/ink/ink2651.xml" ContentType="application/inkml+xml"/>
  <Override PartName="/ppt/ink/ink2652.xml" ContentType="application/inkml+xml"/>
  <Override PartName="/ppt/ink/ink2653.xml" ContentType="application/inkml+xml"/>
  <Override PartName="/ppt/ink/ink2654.xml" ContentType="application/inkml+xml"/>
  <Override PartName="/ppt/ink/ink2655.xml" ContentType="application/inkml+xml"/>
  <Override PartName="/ppt/ink/ink2656.xml" ContentType="application/inkml+xml"/>
  <Override PartName="/ppt/ink/ink2657.xml" ContentType="application/inkml+xml"/>
  <Override PartName="/ppt/ink/ink2658.xml" ContentType="application/inkml+xml"/>
  <Override PartName="/ppt/ink/ink2659.xml" ContentType="application/inkml+xml"/>
  <Override PartName="/ppt/ink/ink2660.xml" ContentType="application/inkml+xml"/>
  <Override PartName="/ppt/ink/ink2661.xml" ContentType="application/inkml+xml"/>
  <Override PartName="/ppt/ink/ink2662.xml" ContentType="application/inkml+xml"/>
  <Override PartName="/ppt/ink/ink2663.xml" ContentType="application/inkml+xml"/>
  <Override PartName="/ppt/ink/ink2664.xml" ContentType="application/inkml+xml"/>
  <Override PartName="/ppt/ink/ink2665.xml" ContentType="application/inkml+xml"/>
  <Override PartName="/ppt/ink/ink2666.xml" ContentType="application/inkml+xml"/>
  <Override PartName="/ppt/ink/ink2667.xml" ContentType="application/inkml+xml"/>
  <Override PartName="/ppt/ink/ink2668.xml" ContentType="application/inkml+xml"/>
  <Override PartName="/ppt/ink/ink2669.xml" ContentType="application/inkml+xml"/>
  <Override PartName="/ppt/ink/ink2670.xml" ContentType="application/inkml+xml"/>
  <Override PartName="/ppt/ink/ink2671.xml" ContentType="application/inkml+xml"/>
  <Override PartName="/ppt/ink/ink2672.xml" ContentType="application/inkml+xml"/>
  <Override PartName="/ppt/ink/ink2673.xml" ContentType="application/inkml+xml"/>
  <Override PartName="/ppt/ink/ink2674.xml" ContentType="application/inkml+xml"/>
  <Override PartName="/ppt/ink/ink2675.xml" ContentType="application/inkml+xml"/>
  <Override PartName="/ppt/ink/ink2676.xml" ContentType="application/inkml+xml"/>
  <Override PartName="/ppt/ink/ink2677.xml" ContentType="application/inkml+xml"/>
  <Override PartName="/ppt/ink/ink2678.xml" ContentType="application/inkml+xml"/>
  <Override PartName="/ppt/ink/ink2679.xml" ContentType="application/inkml+xml"/>
  <Override PartName="/ppt/ink/ink2680.xml" ContentType="application/inkml+xml"/>
  <Override PartName="/ppt/ink/ink2681.xml" ContentType="application/inkml+xml"/>
  <Override PartName="/ppt/ink/ink2682.xml" ContentType="application/inkml+xml"/>
  <Override PartName="/ppt/ink/ink2683.xml" ContentType="application/inkml+xml"/>
  <Override PartName="/ppt/ink/ink2684.xml" ContentType="application/inkml+xml"/>
  <Override PartName="/ppt/ink/ink2685.xml" ContentType="application/inkml+xml"/>
  <Override PartName="/ppt/ink/ink2686.xml" ContentType="application/inkml+xml"/>
  <Override PartName="/ppt/ink/ink2687.xml" ContentType="application/inkml+xml"/>
  <Override PartName="/ppt/ink/ink2688.xml" ContentType="application/inkml+xml"/>
  <Override PartName="/ppt/ink/ink2689.xml" ContentType="application/inkml+xml"/>
  <Override PartName="/ppt/ink/ink2690.xml" ContentType="application/inkml+xml"/>
  <Override PartName="/ppt/ink/ink2691.xml" ContentType="application/inkml+xml"/>
  <Override PartName="/ppt/ink/ink2692.xml" ContentType="application/inkml+xml"/>
  <Override PartName="/ppt/ink/ink2693.xml" ContentType="application/inkml+xml"/>
  <Override PartName="/ppt/ink/ink2694.xml" ContentType="application/inkml+xml"/>
  <Override PartName="/ppt/ink/ink2695.xml" ContentType="application/inkml+xml"/>
  <Override PartName="/ppt/ink/ink2696.xml" ContentType="application/inkml+xml"/>
  <Override PartName="/ppt/ink/ink2697.xml" ContentType="application/inkml+xml"/>
  <Override PartName="/ppt/ink/ink2698.xml" ContentType="application/inkml+xml"/>
  <Override PartName="/ppt/ink/ink2699.xml" ContentType="application/inkml+xml"/>
  <Override PartName="/ppt/ink/ink2700.xml" ContentType="application/inkml+xml"/>
  <Override PartName="/ppt/ink/ink2701.xml" ContentType="application/inkml+xml"/>
  <Override PartName="/ppt/ink/ink2702.xml" ContentType="application/inkml+xml"/>
  <Override PartName="/ppt/ink/ink2703.xml" ContentType="application/inkml+xml"/>
  <Override PartName="/ppt/ink/ink2704.xml" ContentType="application/inkml+xml"/>
  <Override PartName="/ppt/ink/ink2705.xml" ContentType="application/inkml+xml"/>
  <Override PartName="/ppt/ink/ink2706.xml" ContentType="application/inkml+xml"/>
  <Override PartName="/ppt/ink/ink2707.xml" ContentType="application/inkml+xml"/>
  <Override PartName="/ppt/ink/ink2708.xml" ContentType="application/inkml+xml"/>
  <Override PartName="/ppt/ink/ink2709.xml" ContentType="application/inkml+xml"/>
  <Override PartName="/ppt/ink/ink2710.xml" ContentType="application/inkml+xml"/>
  <Override PartName="/ppt/ink/ink2711.xml" ContentType="application/inkml+xml"/>
  <Override PartName="/ppt/ink/ink2712.xml" ContentType="application/inkml+xml"/>
  <Override PartName="/ppt/ink/ink2713.xml" ContentType="application/inkml+xml"/>
  <Override PartName="/ppt/ink/ink2714.xml" ContentType="application/inkml+xml"/>
  <Override PartName="/ppt/ink/ink2715.xml" ContentType="application/inkml+xml"/>
  <Override PartName="/ppt/ink/ink2716.xml" ContentType="application/inkml+xml"/>
  <Override PartName="/ppt/ink/ink2717.xml" ContentType="application/inkml+xml"/>
  <Override PartName="/ppt/ink/ink2718.xml" ContentType="application/inkml+xml"/>
  <Override PartName="/ppt/ink/ink2719.xml" ContentType="application/inkml+xml"/>
  <Override PartName="/ppt/ink/ink2720.xml" ContentType="application/inkml+xml"/>
  <Override PartName="/ppt/ink/ink2721.xml" ContentType="application/inkml+xml"/>
  <Override PartName="/ppt/ink/ink2722.xml" ContentType="application/inkml+xml"/>
  <Override PartName="/ppt/ink/ink2723.xml" ContentType="application/inkml+xml"/>
  <Override PartName="/ppt/ink/ink2724.xml" ContentType="application/inkml+xml"/>
  <Override PartName="/ppt/ink/ink2725.xml" ContentType="application/inkml+xml"/>
  <Override PartName="/ppt/ink/ink2726.xml" ContentType="application/inkml+xml"/>
  <Override PartName="/ppt/ink/ink2727.xml" ContentType="application/inkml+xml"/>
  <Override PartName="/ppt/ink/ink2728.xml" ContentType="application/inkml+xml"/>
  <Override PartName="/ppt/ink/ink2729.xml" ContentType="application/inkml+xml"/>
  <Override PartName="/ppt/ink/ink2730.xml" ContentType="application/inkml+xml"/>
  <Override PartName="/ppt/ink/ink2731.xml" ContentType="application/inkml+xml"/>
  <Override PartName="/ppt/ink/ink2732.xml" ContentType="application/inkml+xml"/>
  <Override PartName="/ppt/ink/ink2733.xml" ContentType="application/inkml+xml"/>
  <Override PartName="/ppt/ink/ink2734.xml" ContentType="application/inkml+xml"/>
  <Override PartName="/ppt/ink/ink2735.xml" ContentType="application/inkml+xml"/>
  <Override PartName="/ppt/ink/ink2736.xml" ContentType="application/inkml+xml"/>
  <Override PartName="/ppt/ink/ink2737.xml" ContentType="application/inkml+xml"/>
  <Override PartName="/ppt/ink/ink2738.xml" ContentType="application/inkml+xml"/>
  <Override PartName="/ppt/ink/ink2739.xml" ContentType="application/inkml+xml"/>
  <Override PartName="/ppt/ink/ink2740.xml" ContentType="application/inkml+xml"/>
  <Override PartName="/ppt/ink/ink2741.xml" ContentType="application/inkml+xml"/>
  <Override PartName="/ppt/ink/ink2742.xml" ContentType="application/inkml+xml"/>
  <Override PartName="/ppt/ink/ink2743.xml" ContentType="application/inkml+xml"/>
  <Override PartName="/ppt/ink/ink2744.xml" ContentType="application/inkml+xml"/>
  <Override PartName="/ppt/ink/ink2745.xml" ContentType="application/inkml+xml"/>
  <Override PartName="/ppt/ink/ink2746.xml" ContentType="application/inkml+xml"/>
  <Override PartName="/ppt/ink/ink2747.xml" ContentType="application/inkml+xml"/>
  <Override PartName="/ppt/ink/ink2748.xml" ContentType="application/inkml+xml"/>
  <Override PartName="/ppt/ink/ink2749.xml" ContentType="application/inkml+xml"/>
  <Override PartName="/ppt/ink/ink2750.xml" ContentType="application/inkml+xml"/>
  <Override PartName="/ppt/ink/ink2751.xml" ContentType="application/inkml+xml"/>
  <Override PartName="/ppt/ink/ink2752.xml" ContentType="application/inkml+xml"/>
  <Override PartName="/ppt/ink/ink2753.xml" ContentType="application/inkml+xml"/>
  <Override PartName="/ppt/ink/ink2754.xml" ContentType="application/inkml+xml"/>
  <Override PartName="/ppt/ink/ink2755.xml" ContentType="application/inkml+xml"/>
  <Override PartName="/ppt/ink/ink2756.xml" ContentType="application/inkml+xml"/>
  <Override PartName="/ppt/ink/ink2757.xml" ContentType="application/inkml+xml"/>
  <Override PartName="/ppt/ink/ink2758.xml" ContentType="application/inkml+xml"/>
  <Override PartName="/ppt/ink/ink2759.xml" ContentType="application/inkml+xml"/>
  <Override PartName="/ppt/ink/ink2760.xml" ContentType="application/inkml+xml"/>
  <Override PartName="/ppt/ink/ink2761.xml" ContentType="application/inkml+xml"/>
  <Override PartName="/ppt/ink/ink2762.xml" ContentType="application/inkml+xml"/>
  <Override PartName="/ppt/ink/ink2763.xml" ContentType="application/inkml+xml"/>
  <Override PartName="/ppt/ink/ink2764.xml" ContentType="application/inkml+xml"/>
  <Override PartName="/ppt/ink/ink2765.xml" ContentType="application/inkml+xml"/>
  <Override PartName="/ppt/ink/ink2766.xml" ContentType="application/inkml+xml"/>
  <Override PartName="/ppt/ink/ink2767.xml" ContentType="application/inkml+xml"/>
  <Override PartName="/ppt/ink/ink2768.xml" ContentType="application/inkml+xml"/>
  <Override PartName="/ppt/ink/ink2769.xml" ContentType="application/inkml+xml"/>
  <Override PartName="/ppt/ink/ink2770.xml" ContentType="application/inkml+xml"/>
  <Override PartName="/ppt/ink/ink2771.xml" ContentType="application/inkml+xml"/>
  <Override PartName="/ppt/ink/ink2772.xml" ContentType="application/inkml+xml"/>
  <Override PartName="/ppt/ink/ink2773.xml" ContentType="application/inkml+xml"/>
  <Override PartName="/ppt/ink/ink2774.xml" ContentType="application/inkml+xml"/>
  <Override PartName="/ppt/ink/ink2775.xml" ContentType="application/inkml+xml"/>
  <Override PartName="/ppt/ink/ink2776.xml" ContentType="application/inkml+xml"/>
  <Override PartName="/ppt/ink/ink2777.xml" ContentType="application/inkml+xml"/>
  <Override PartName="/ppt/ink/ink2778.xml" ContentType="application/inkml+xml"/>
  <Override PartName="/ppt/ink/ink2779.xml" ContentType="application/inkml+xml"/>
  <Override PartName="/ppt/ink/ink2780.xml" ContentType="application/inkml+xml"/>
  <Override PartName="/ppt/ink/ink2781.xml" ContentType="application/inkml+xml"/>
  <Override PartName="/ppt/ink/ink2782.xml" ContentType="application/inkml+xml"/>
  <Override PartName="/ppt/ink/ink2783.xml" ContentType="application/inkml+xml"/>
  <Override PartName="/ppt/ink/ink2784.xml" ContentType="application/inkml+xml"/>
  <Override PartName="/ppt/ink/ink2785.xml" ContentType="application/inkml+xml"/>
  <Override PartName="/ppt/ink/ink2786.xml" ContentType="application/inkml+xml"/>
  <Override PartName="/ppt/ink/ink2787.xml" ContentType="application/inkml+xml"/>
  <Override PartName="/ppt/ink/ink2788.xml" ContentType="application/inkml+xml"/>
  <Override PartName="/ppt/ink/ink2789.xml" ContentType="application/inkml+xml"/>
  <Override PartName="/ppt/ink/ink2790.xml" ContentType="application/inkml+xml"/>
  <Override PartName="/ppt/ink/ink2791.xml" ContentType="application/inkml+xml"/>
  <Override PartName="/ppt/ink/ink2792.xml" ContentType="application/inkml+xml"/>
  <Override PartName="/ppt/ink/ink2793.xml" ContentType="application/inkml+xml"/>
  <Override PartName="/ppt/ink/ink2794.xml" ContentType="application/inkml+xml"/>
  <Override PartName="/ppt/ink/ink2795.xml" ContentType="application/inkml+xml"/>
  <Override PartName="/ppt/ink/ink2796.xml" ContentType="application/inkml+xml"/>
  <Override PartName="/ppt/ink/ink2797.xml" ContentType="application/inkml+xml"/>
  <Override PartName="/ppt/ink/ink2798.xml" ContentType="application/inkml+xml"/>
  <Override PartName="/ppt/ink/ink2799.xml" ContentType="application/inkml+xml"/>
  <Override PartName="/ppt/ink/ink2800.xml" ContentType="application/inkml+xml"/>
  <Override PartName="/ppt/ink/ink2801.xml" ContentType="application/inkml+xml"/>
  <Override PartName="/ppt/ink/ink2802.xml" ContentType="application/inkml+xml"/>
  <Override PartName="/ppt/ink/ink2803.xml" ContentType="application/inkml+xml"/>
  <Override PartName="/ppt/ink/ink2804.xml" ContentType="application/inkml+xml"/>
  <Override PartName="/ppt/ink/ink2805.xml" ContentType="application/inkml+xml"/>
  <Override PartName="/ppt/ink/ink2806.xml" ContentType="application/inkml+xml"/>
  <Override PartName="/ppt/ink/ink2807.xml" ContentType="application/inkml+xml"/>
  <Override PartName="/ppt/ink/ink2808.xml" ContentType="application/inkml+xml"/>
  <Override PartName="/ppt/ink/ink2809.xml" ContentType="application/inkml+xml"/>
  <Override PartName="/ppt/ink/ink2810.xml" ContentType="application/inkml+xml"/>
  <Override PartName="/ppt/ink/ink2811.xml" ContentType="application/inkml+xml"/>
  <Override PartName="/ppt/ink/ink2812.xml" ContentType="application/inkml+xml"/>
  <Override PartName="/ppt/ink/ink2813.xml" ContentType="application/inkml+xml"/>
  <Override PartName="/ppt/ink/ink2814.xml" ContentType="application/inkml+xml"/>
  <Override PartName="/ppt/ink/ink2815.xml" ContentType="application/inkml+xml"/>
  <Override PartName="/ppt/ink/ink2816.xml" ContentType="application/inkml+xml"/>
  <Override PartName="/ppt/ink/ink2817.xml" ContentType="application/inkml+xml"/>
  <Override PartName="/ppt/ink/ink2818.xml" ContentType="application/inkml+xml"/>
  <Override PartName="/ppt/ink/ink2819.xml" ContentType="application/inkml+xml"/>
  <Override PartName="/ppt/ink/ink2820.xml" ContentType="application/inkml+xml"/>
  <Override PartName="/ppt/ink/ink2821.xml" ContentType="application/inkml+xml"/>
  <Override PartName="/ppt/ink/ink2822.xml" ContentType="application/inkml+xml"/>
  <Override PartName="/ppt/ink/ink2823.xml" ContentType="application/inkml+xml"/>
  <Override PartName="/ppt/ink/ink2824.xml" ContentType="application/inkml+xml"/>
  <Override PartName="/ppt/ink/ink2825.xml" ContentType="application/inkml+xml"/>
  <Override PartName="/ppt/ink/ink2826.xml" ContentType="application/inkml+xml"/>
  <Override PartName="/ppt/ink/ink2827.xml" ContentType="application/inkml+xml"/>
  <Override PartName="/ppt/ink/ink2828.xml" ContentType="application/inkml+xml"/>
  <Override PartName="/ppt/ink/ink2829.xml" ContentType="application/inkml+xml"/>
  <Override PartName="/ppt/ink/ink2830.xml" ContentType="application/inkml+xml"/>
  <Override PartName="/ppt/ink/ink2831.xml" ContentType="application/inkml+xml"/>
  <Override PartName="/ppt/ink/ink2832.xml" ContentType="application/inkml+xml"/>
  <Override PartName="/ppt/ink/ink2833.xml" ContentType="application/inkml+xml"/>
  <Override PartName="/ppt/ink/ink2834.xml" ContentType="application/inkml+xml"/>
  <Override PartName="/ppt/ink/ink2835.xml" ContentType="application/inkml+xml"/>
  <Override PartName="/ppt/ink/ink2836.xml" ContentType="application/inkml+xml"/>
  <Override PartName="/ppt/ink/ink2837.xml" ContentType="application/inkml+xml"/>
  <Override PartName="/ppt/ink/ink2838.xml" ContentType="application/inkml+xml"/>
  <Override PartName="/ppt/ink/ink2839.xml" ContentType="application/inkml+xml"/>
  <Override PartName="/ppt/ink/ink2840.xml" ContentType="application/inkml+xml"/>
  <Override PartName="/ppt/ink/ink2841.xml" ContentType="application/inkml+xml"/>
  <Override PartName="/ppt/ink/ink2842.xml" ContentType="application/inkml+xml"/>
  <Override PartName="/ppt/ink/ink2843.xml" ContentType="application/inkml+xml"/>
  <Override PartName="/ppt/ink/ink2844.xml" ContentType="application/inkml+xml"/>
  <Override PartName="/ppt/ink/ink2845.xml" ContentType="application/inkml+xml"/>
  <Override PartName="/ppt/ink/ink2846.xml" ContentType="application/inkml+xml"/>
  <Override PartName="/ppt/ink/ink2847.xml" ContentType="application/inkml+xml"/>
  <Override PartName="/ppt/ink/ink2848.xml" ContentType="application/inkml+xml"/>
  <Override PartName="/ppt/ink/ink2849.xml" ContentType="application/inkml+xml"/>
  <Override PartName="/ppt/ink/ink2850.xml" ContentType="application/inkml+xml"/>
  <Override PartName="/ppt/ink/ink2851.xml" ContentType="application/inkml+xml"/>
  <Override PartName="/ppt/ink/ink2852.xml" ContentType="application/inkml+xml"/>
  <Override PartName="/ppt/ink/ink2853.xml" ContentType="application/inkml+xml"/>
  <Override PartName="/ppt/ink/ink2854.xml" ContentType="application/inkml+xml"/>
  <Override PartName="/ppt/ink/ink2855.xml" ContentType="application/inkml+xml"/>
  <Override PartName="/ppt/ink/ink2856.xml" ContentType="application/inkml+xml"/>
  <Override PartName="/ppt/ink/ink2857.xml" ContentType="application/inkml+xml"/>
  <Override PartName="/ppt/ink/ink2858.xml" ContentType="application/inkml+xml"/>
  <Override PartName="/ppt/ink/ink2859.xml" ContentType="application/inkml+xml"/>
  <Override PartName="/ppt/ink/ink2860.xml" ContentType="application/inkml+xml"/>
  <Override PartName="/ppt/ink/ink2861.xml" ContentType="application/inkml+xml"/>
  <Override PartName="/ppt/ink/ink2862.xml" ContentType="application/inkml+xml"/>
  <Override PartName="/ppt/ink/ink2863.xml" ContentType="application/inkml+xml"/>
  <Override PartName="/ppt/ink/ink2864.xml" ContentType="application/inkml+xml"/>
  <Override PartName="/ppt/ink/ink2865.xml" ContentType="application/inkml+xml"/>
  <Override PartName="/ppt/ink/ink2866.xml" ContentType="application/inkml+xml"/>
  <Override PartName="/ppt/ink/ink2867.xml" ContentType="application/inkml+xml"/>
  <Override PartName="/ppt/ink/ink2868.xml" ContentType="application/inkml+xml"/>
  <Override PartName="/ppt/ink/ink2869.xml" ContentType="application/inkml+xml"/>
  <Override PartName="/ppt/ink/ink2870.xml" ContentType="application/inkml+xml"/>
  <Override PartName="/ppt/ink/ink2871.xml" ContentType="application/inkml+xml"/>
  <Override PartName="/ppt/ink/ink2872.xml" ContentType="application/inkml+xml"/>
  <Override PartName="/ppt/ink/ink2873.xml" ContentType="application/inkml+xml"/>
  <Override PartName="/ppt/ink/ink2874.xml" ContentType="application/inkml+xml"/>
  <Override PartName="/ppt/ink/ink2875.xml" ContentType="application/inkml+xml"/>
  <Override PartName="/ppt/ink/ink2876.xml" ContentType="application/inkml+xml"/>
  <Override PartName="/ppt/ink/ink2877.xml" ContentType="application/inkml+xml"/>
  <Override PartName="/ppt/ink/ink2878.xml" ContentType="application/inkml+xml"/>
  <Override PartName="/ppt/ink/ink2879.xml" ContentType="application/inkml+xml"/>
  <Override PartName="/ppt/ink/ink2880.xml" ContentType="application/inkml+xml"/>
  <Override PartName="/ppt/ink/ink2881.xml" ContentType="application/inkml+xml"/>
  <Override PartName="/ppt/ink/ink2882.xml" ContentType="application/inkml+xml"/>
  <Override PartName="/ppt/ink/ink2883.xml" ContentType="application/inkml+xml"/>
  <Override PartName="/ppt/ink/ink2884.xml" ContentType="application/inkml+xml"/>
  <Override PartName="/ppt/ink/ink2885.xml" ContentType="application/inkml+xml"/>
  <Override PartName="/ppt/ink/ink2886.xml" ContentType="application/inkml+xml"/>
  <Override PartName="/ppt/ink/ink2887.xml" ContentType="application/inkml+xml"/>
  <Override PartName="/ppt/ink/ink2888.xml" ContentType="application/inkml+xml"/>
  <Override PartName="/ppt/ink/ink2889.xml" ContentType="application/inkml+xml"/>
  <Override PartName="/ppt/ink/ink2890.xml" ContentType="application/inkml+xml"/>
  <Override PartName="/ppt/ink/ink2891.xml" ContentType="application/inkml+xml"/>
  <Override PartName="/ppt/ink/ink2892.xml" ContentType="application/inkml+xml"/>
  <Override PartName="/ppt/ink/ink2893.xml" ContentType="application/inkml+xml"/>
  <Override PartName="/ppt/ink/ink2894.xml" ContentType="application/inkml+xml"/>
  <Override PartName="/ppt/ink/ink2895.xml" ContentType="application/inkml+xml"/>
  <Override PartName="/ppt/ink/ink2896.xml" ContentType="application/inkml+xml"/>
  <Override PartName="/ppt/ink/ink2897.xml" ContentType="application/inkml+xml"/>
  <Override PartName="/ppt/ink/ink2898.xml" ContentType="application/inkml+xml"/>
  <Override PartName="/ppt/ink/ink2899.xml" ContentType="application/inkml+xml"/>
  <Override PartName="/ppt/ink/ink2900.xml" ContentType="application/inkml+xml"/>
  <Override PartName="/ppt/ink/ink2901.xml" ContentType="application/inkml+xml"/>
  <Override PartName="/ppt/ink/ink2902.xml" ContentType="application/inkml+xml"/>
  <Override PartName="/ppt/ink/ink2903.xml" ContentType="application/inkml+xml"/>
  <Override PartName="/ppt/ink/ink2904.xml" ContentType="application/inkml+xml"/>
  <Override PartName="/ppt/ink/ink2905.xml" ContentType="application/inkml+xml"/>
  <Override PartName="/ppt/ink/ink2906.xml" ContentType="application/inkml+xml"/>
  <Override PartName="/ppt/ink/ink2907.xml" ContentType="application/inkml+xml"/>
  <Override PartName="/ppt/ink/ink2908.xml" ContentType="application/inkml+xml"/>
  <Override PartName="/ppt/ink/ink2909.xml" ContentType="application/inkml+xml"/>
  <Override PartName="/ppt/ink/ink2910.xml" ContentType="application/inkml+xml"/>
  <Override PartName="/ppt/ink/ink2911.xml" ContentType="application/inkml+xml"/>
  <Override PartName="/ppt/ink/ink2912.xml" ContentType="application/inkml+xml"/>
  <Override PartName="/ppt/ink/ink2913.xml" ContentType="application/inkml+xml"/>
  <Override PartName="/ppt/ink/ink291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7"/>
  </p:notesMasterIdLst>
  <p:handoutMasterIdLst>
    <p:handoutMasterId r:id="rId58"/>
  </p:handoutMasterIdLst>
  <p:sldIdLst>
    <p:sldId id="794" r:id="rId2"/>
    <p:sldId id="716" r:id="rId3"/>
    <p:sldId id="710" r:id="rId4"/>
    <p:sldId id="773" r:id="rId5"/>
    <p:sldId id="779" r:id="rId6"/>
    <p:sldId id="493" r:id="rId7"/>
    <p:sldId id="848" r:id="rId8"/>
    <p:sldId id="542" r:id="rId9"/>
    <p:sldId id="543" r:id="rId10"/>
    <p:sldId id="846" r:id="rId11"/>
    <p:sldId id="801" r:id="rId12"/>
    <p:sldId id="799" r:id="rId13"/>
    <p:sldId id="684" r:id="rId14"/>
    <p:sldId id="850" r:id="rId15"/>
    <p:sldId id="849" r:id="rId16"/>
    <p:sldId id="847" r:id="rId17"/>
    <p:sldId id="546" r:id="rId18"/>
    <p:sldId id="544" r:id="rId19"/>
    <p:sldId id="541" r:id="rId20"/>
    <p:sldId id="545" r:id="rId21"/>
    <p:sldId id="798" r:id="rId22"/>
    <p:sldId id="814" r:id="rId23"/>
    <p:sldId id="851" r:id="rId24"/>
    <p:sldId id="815" r:id="rId25"/>
    <p:sldId id="496" r:id="rId26"/>
    <p:sldId id="802" r:id="rId27"/>
    <p:sldId id="803" r:id="rId28"/>
    <p:sldId id="804" r:id="rId29"/>
    <p:sldId id="805" r:id="rId30"/>
    <p:sldId id="806" r:id="rId31"/>
    <p:sldId id="807" r:id="rId32"/>
    <p:sldId id="808" r:id="rId33"/>
    <p:sldId id="809" r:id="rId34"/>
    <p:sldId id="810" r:id="rId35"/>
    <p:sldId id="811" r:id="rId36"/>
    <p:sldId id="812" r:id="rId37"/>
    <p:sldId id="813" r:id="rId38"/>
    <p:sldId id="817" r:id="rId39"/>
    <p:sldId id="831" r:id="rId40"/>
    <p:sldId id="852" r:id="rId41"/>
    <p:sldId id="832" r:id="rId42"/>
    <p:sldId id="833" r:id="rId43"/>
    <p:sldId id="834" r:id="rId44"/>
    <p:sldId id="835" r:id="rId45"/>
    <p:sldId id="836" r:id="rId46"/>
    <p:sldId id="837" r:id="rId47"/>
    <p:sldId id="838" r:id="rId48"/>
    <p:sldId id="839" r:id="rId49"/>
    <p:sldId id="840" r:id="rId50"/>
    <p:sldId id="843" r:id="rId51"/>
    <p:sldId id="844" r:id="rId52"/>
    <p:sldId id="818" r:id="rId53"/>
    <p:sldId id="819" r:id="rId54"/>
    <p:sldId id="820" r:id="rId55"/>
    <p:sldId id="826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sser Khan" initials="Y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1B1E"/>
    <a:srgbClr val="8C1515"/>
    <a:srgbClr val="AFEBFF"/>
    <a:srgbClr val="FFAAAA"/>
    <a:srgbClr val="E3B7F1"/>
    <a:srgbClr val="C6D4FF"/>
    <a:srgbClr val="C5FFC5"/>
    <a:srgbClr val="05274E"/>
    <a:srgbClr val="B0C3FF"/>
    <a:srgbClr val="FFFF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73" autoAdjust="0"/>
    <p:restoredTop sz="94557" autoAdjust="0"/>
  </p:normalViewPr>
  <p:slideViewPr>
    <p:cSldViewPr snapToGrid="0">
      <p:cViewPr>
        <p:scale>
          <a:sx n="117" d="100"/>
          <a:sy n="117" d="100"/>
        </p:scale>
        <p:origin x="134" y="35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2856"/>
    </p:cViewPr>
  </p:sorterViewPr>
  <p:notesViewPr>
    <p:cSldViewPr snapToGrid="0">
      <p:cViewPr varScale="1">
        <p:scale>
          <a:sx n="65" d="100"/>
          <a:sy n="65" d="100"/>
        </p:scale>
        <p:origin x="2578" y="5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9E6E90-D057-4D0D-B992-091951C9891F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CD6554-DBE6-4CB7-8C9A-72353E7B6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987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16:06.1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987 330 13363 0 0,'-20'-14'371'0'0,"0"-2"0"0"0,2 0 0 0 0,0-1 0 0 0,-22-26 0 0 0,21 22-533 0 0,0 1 1 0 0,-34-27-1 0 0,44 40 191 0 0,0 2 0 0 0,0-1 0 0 0,0 1 0 0 0,0 0 0 0 0,-1 1 0 0 0,0 0 0 0 0,0 1-1 0 0,0 0 1 0 0,0 1 0 0 0,-17-3 0 0 0,-1 3 211 0 0,-1 1 0 0 0,1 2-1 0 0,0 1 1 0 0,0 0 0 0 0,-28 8 0 0 0,37-6-190 0 0,1 0 0 0 0,0 2 0 0 0,0 0 1 0 0,1 1-1 0 0,0 1 0 0 0,0 1 1 0 0,1 0-1 0 0,-23 17 0 0 0,30-18-32 0 0,1 0 0 0 0,0 0-1 0 0,1 1 1 0 0,0 0 0 0 0,0 0 0 0 0,1 1-1 0 0,0 0 1 0 0,-5 13 0 0 0,-31 92-220 0 0,30-79 416 0 0,-15 43-233 0 0,-89 284-587 0 0,111-338 593 0 0,1-1-1 0 0,1 1 1 0 0,1-1 0 0 0,1 1 0 0 0,1 0 0 0 0,1 0-1 0 0,1 0 1 0 0,1-1 0 0 0,2 1 0 0 0,9 31 0 0 0,9 13 94 0 0,3 0 1 0 0,40 77 0 0 0,-51-117 12 0 0,2 1 1 0 0,0-2-1 0 0,2 0 1 0 0,1-2-1 0 0,2 0 1 0 0,0-1-1 0 0,1-1 0 0 0,2-1 1 0 0,0-2-1 0 0,48 32 1 0 0,-50-37-102 0 0,253 152-730 0 0,-243-151 621 0 0,1-1 1 0 0,1-2-1 0 0,0-2 0 0 0,1-1 0 0 0,0-1 0 0 0,59 6 0 0 0,-77-15-11 0 0,1-1 1 0 0,-1 0-1 0 0,1-2 0 0 0,-1 0 1 0 0,1-2-1 0 0,-1 1 0 0 0,0-2 1 0 0,0-1-1 0 0,-1 0 1 0 0,1-1-1 0 0,27-16 0 0 0,-14 4 76 0 0,-2 0 0 0 0,0-2 0 0 0,-1-1 0 0 0,-1-1 0 0 0,29-33 0 0 0,-36 33 135 0 0,-2-1 0 0 0,0-1-1 0 0,-2 0 1 0 0,-1-1 0 0 0,-1-1 0 0 0,16-43 0 0 0,47-179 601 0 0,-67 213-569 0 0,10-38-103 0 0,-3-2 0 0 0,-3 0 0 0 0,5-120 0 0 0,-18 161-104 0 0,-2 0 1 0 0,-1 0-1 0 0,-2 0 1 0 0,-1 0-1 0 0,-2 1 1 0 0,-1-1-1 0 0,-2 2 1 0 0,-1-1-1 0 0,-2 2 1 0 0,-19-37-1 0 0,-1 13 175 0 0,-63-80 1 0 0,-51-42 790 0 0,146 178-869 0 0,-6-8-51 0 0,-8-11 78 0 0,-1 2 0 0 0,-27-24-1 0 0,39 38-138 0 0,-1-1-1 0 0,1 1 1 0 0,-1 0 0 0 0,0 0-1 0 0,0 0 1 0 0,0 1-1 0 0,0-1 1 0 0,0 1-1 0 0,-1 0 1 0 0,1 1-1 0 0,-1 0 1 0 0,1-1-1 0 0,-1 2 1 0 0,0-1-1 0 0,1 1 1 0 0,-8 0-1 0 0,-8 4-4939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22:39.1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7 5985 0 0,'-5'-7'2962'0'0,"4"15"363"0"0,0-2-3650 0 0,-3 66 1358 0 0,2 0 0 0 0,11 89 0 0 0,-2-36-316 0 0,8 101-44 0 0,-9-177-692 0 0,3 0 0 0 0,22 74 0 0 0,-29-115-483 0 0,1 0-1 0 0,0 0 1 0 0,0 0-1 0 0,1-1 1 0 0,0 1-1 0 0,10 12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22:39.5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 63 456 0 0,'-5'1'597'0'0,"1"0"0"0"0,-1 0 1 0 0,0-1-1 0 0,1 1 0 0 0,-1-1 0 0 0,0 0 0 0 0,1-1 0 0 0,-9 0 1 0 0,23-2 2984 0 0,21-6-2217 0 0,423-13 39 0 0,-236 19-1586 0 0,322-24-1562 0 0,28 42 1389 0 0,-200 4 385 0 0,-306-16-438 0 0,-36-1-259 0 0,1-1-1 0 0,-1-1 1 0 0,28-4-1 0 0,-38 1 88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22:39.9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1376 0 0,'1'4'601'0'0,"0"0"-1"0"0,1 0 0 0 0,-1 1 1 0 0,1-2-1 0 0,0 1 0 0 0,0 0 0 0 0,3 5 1 0 0,5 10 754 0 0,81 227 4778 0 0,-43-100-5965 0 0,-7 1-1 0 0,40 272 1 0 0,-76-350-200 0 0,-4 93 0 0 0,-2-74-857 0 0,1-74-361 0 0,1-1-3123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22:40.6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41 2761 0 0,'-7'1'4994'0'0,"29"-11"-4197"0"0,19 3-396 0 0,0 2 0 0 0,1 2 0 0 0,65 3 0 0 0,18 0-431 0 0,-92-2 26 0 0,325-12-101 0 0,-244 15 66 0 0,132 18-1 0 0,325 93 256 0 0,-496-95-173 0 0,111 9-1 0 0,-138-23 8 0 0,-1-2 0 0 0,1-2-1 0 0,73-11 1 0 0,-89 4 455 0 0,1-1 0 0 0,-1-1-1 0 0,-1-2 1 0 0,47-25-1 0 0,48-18 1158 0 0,-121 54-1917 0 0,0 0 0 0 0,-1 0 0 0 0,1 0 1 0 0,0 0-1 0 0,0 1 0 0 0,0 0 0 0 0,0 0 0 0 0,0 1 0 0 0,0-1 0 0 0,0 1 0 0 0,0 0 0 0 0,0 0 1 0 0,0 1-1 0 0,0 0 0 0 0,8 4 0 0 0,-3-2-888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23:35.4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22 3545 0 0,'2'-2'0'0'0,"0"0"0"0"0,-1 0 0 0 0,1 1 0 0 0,0-1 0 0 0,0 0 0 0 0,1 1 0 0 0,-1 0 0 0 0,0-1 0 0 0,0 1 0 0 0,1 0 0 0 0,-1 0 0 0 0,1 0 0 0 0,-1 1 0 0 0,1-1 0 0 0,-1 0 0 0 0,1 1 0 0 0,0 0 0 0 0,-1 0 0 0 0,6 0 0 0 0,-6 0 0 0 0,-1 1 0 0 0,1 0 0 0 0,0-1 0 0 0,-1 1 0 0 0,1 0 0 0 0,0 0 0 0 0,-1 0 0 0 0,0 1 0 0 0,1-1 0 0 0,-1 0 0 0 0,0 0 0 0 0,1 1 0 0 0,-1-1 0 0 0,0 1 0 0 0,0-1 0 0 0,0 1 0 0 0,0-1 0 0 0,0 1 0 0 0,-1 0 0 0 0,1-1 0 0 0,0 1 0 0 0,-1 0 0 0 0,1 0 0 0 0,-1 0 0 0 0,0-1 0 0 0,1 1 0 0 0,-1 0 0 0 0,0 3 0 0 0,0 1 0 0 0,1 0 0 0 0,-1 0 0 0 0,0 0 0 0 0,0 0 0 0 0,0 0 0 0 0,-1 0 0 0 0,0 0 0 0 0,0 0 0 0 0,-4 9 0 0 0,3-7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23:35.9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27 102 2521 0 0,'-8'-55'753'0'0,"-3"8"6613"0"0,11 47-7302 0 0,-4 18 2017 0 0,1 49-1596 0 0,7 95 1 0 0,19 74-282 0 0,-20-211-129 0 0,15 94-61 0 0,4 0-1 0 0,6-2 1 0 0,81 215 0 0 0,-79-251-57 0 0,21 90 0 0 0,-41-127 45 0 0,-2 0 0 0 0,-2 0-1 0 0,0 86 1 0 0,-7-3-912 0 0,1-123 84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23:36.5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195 0 2304 0 0,'-31'14'564'0'0,"-1"1"0"0"0,2 1 0 0 0,-50 36-1 0 0,58-37-556 0 0,25-13 724 0 0,12-1-272 0 0,15-2 74 0 0,146-12 413 0 0,257-32-578 0 0,-254 23-85 0 0,359 2 1 0 0,-167 30-937 0 0,182 1-535 0 0,-70 7 1188 0 0,-344-7 54 0 0,176 4 188 0 0,-208-15 1173 0 0,176 22 0 0 0,-274-21-2187 0 0,-1 0 0 0 0,1-1 0 0 0,17-2 0 0 0,-15 1-98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23:37.4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2995 8 2761 0 0,'0'0'168'0'0,"0"-1"-1"0"0,1 0 1 0 0,-1 1 0 0 0,1-1 0 0 0,-1 1 0 0 0,1-1 0 0 0,0 1 0 0 0,-1-1 0 0 0,1 1 0 0 0,-1 0 0 0 0,1-1 0 0 0,0 1 0 0 0,-1 0-1 0 0,1-1 1 0 0,0 1 0 0 0,-1 0 0 0 0,1 0 0 0 0,0 0 0 0 0,0-1 0 0 0,-1 1 0 0 0,1 0 0 0 0,0 0 0 0 0,-1 0 0 0 0,2 1 0 0 0,-1-1-58 0 0,0 0 0 0 0,-1 1 1 0 0,1-1-1 0 0,-1 1 1 0 0,1 0-1 0 0,-1-1 0 0 0,1 1 1 0 0,-1-1-1 0 0,1 1 1 0 0,-1 0-1 0 0,0-1 0 0 0,1 1 1 0 0,-1 0-1 0 0,0-1 1 0 0,0 1-1 0 0,1 0 0 0 0,-1 0 1 0 0,0-1-1 0 0,0 2 1 0 0,1 2 77 0 0,-1 1 0 0 0,0-1-1 0 0,0 1 1 0 0,0-1 0 0 0,0 1 0 0 0,-2 7 0 0 0,-31 90-659 0 0,-24 90-90 0 0,34-72 793 0 0,5 1 0 0 0,5 0 0 0 0,5 1 0 0 0,6 0 0 0 0,20 186 0 0 0,-8-194 152 0 0,-7-54-295 0 0,3-2 1 0 0,3 1-1 0 0,28 104 1 0 0,12-52-176 0 0,-49-105 136 0 0,-9-10 67 0 0,-10-9 131 0 0,18 12-216 0 0,-20-19 165 0 0,16 15-191 0 0,0-1 0 0 0,0 1 0 0 0,-1 0-1 0 0,1 1 1 0 0,-1-1 0 0 0,0 1 0 0 0,-1 0-1 0 0,1 1 1 0 0,-1 0 0 0 0,1 0 0 0 0,-1 0 0 0 0,0 0-1 0 0,0 1 1 0 0,0 1 0 0 0,-13-3 0 0 0,-29 3-112 0 0,0 2 1 0 0,0 2 0 0 0,0 2 0 0 0,-55 12 0 0 0,-29 4 37 0 0,-105-1 258 0 0,-120 17 231 0 0,189-5-558 0 0,-10 3-582 0 0,-208 14 0 0 0,201-38 1558 0 0,-257 10 1896 0 0,325-13-1898 0 0,-29 0-481 0 0,128-8-662 0 0,0-2 0 0 0,0 0 0 0 0,0 0 0 0 0,0-2 0 0 0,-27-9 0 0 0,28 6-1214 0 0,2-2-2958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24:35.3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 70 1840 0 0,'-21'-33'384'0'0,"-3"-4"3821"0"0,25 41-3877 0 0,0 0 0 0 0,0 0 0 0 0,0-1 0 0 0,0 1 0 0 0,-1 0 0 0 0,1 0 0 0 0,-1 0 0 0 0,-1 6-1 0 0,1-1-28 0 0,11 489 1132 0 0,10 177-1707 0 0,7-449 261 0 0,0 10-426 0 0,-15-33-2570 0 0,-9-162 2277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24:36.0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102 74 456 0 0,'-9'0'232'0'0,"0"0"0"0"0,0 1 1 0 0,0 0-1 0 0,-1 0 0 0 0,1 1 0 0 0,0 0 0 0 0,1 0 1 0 0,-1 1-1 0 0,-9 5 0 0 0,18-8-219 0 0,0 0 1 0 0,0 0-1 0 0,-1 0 0 0 0,1 0 1 0 0,0 0-1 0 0,0 0 0 0 0,0 0 1 0 0,0 0-1 0 0,0 0 0 0 0,0 0 1 0 0,0 0-1 0 0,0 0 0 0 0,0 0 1 0 0,0 1-1 0 0,-1-1 0 0 0,1 0 1 0 0,0 0-1 0 0,0 0 0 0 0,0 0 1 0 0,0 0-1 0 0,0 0 0 0 0,0 0 1 0 0,0 0-1 0 0,0 0 0 0 0,0 1 1 0 0,0-1-1 0 0,0 0 1 0 0,0 0-1 0 0,0 0 0 0 0,0 0 1 0 0,0 0-1 0 0,0 0 0 0 0,0 0 1 0 0,0 0-1 0 0,0 1 0 0 0,0-1 1 0 0,0 0-1 0 0,0 0 0 0 0,0 0 1 0 0,0 0-1 0 0,0 0 0 0 0,0 0 1 0 0,0 0-1 0 0,0 0 0 0 0,0 0 1 0 0,0 1-1 0 0,1-1 0 0 0,-1 0 1 0 0,0 0-1 0 0,0 0 0 0 0,0 0 1 0 0,0 0-1 0 0,0 0 0 0 0,0 0 1 0 0,0 0-1 0 0,0 0 0 0 0,0 0 1 0 0,0 0-1 0 0,1 0 0 0 0,-1 0 1 0 0,10 3 358 0 0,13-3-119 0 0,2-3 312 0 0,0-2 0 0 0,0-1 0 0 0,47-17 0 0 0,16-4 280 0 0,-27 14-554 0 0,1 3 1 0 0,0 3 0 0 0,124 1 0 0 0,-68 12-314 0 0,135 26 1 0 0,661 70-231 0 0,-788-94 291 0 0,-1 6 0 0 0,204 49 0 0 0,-316-61-110 0 0,-1 1 1 0 0,0 1-1 0 0,0 0 0 0 0,0 1 1 0 0,-1 0-1 0 0,1 1 0 0 0,-1 0 1 0 0,-1 1-1 0 0,1 0 0 0 0,-1 1 1 0 0,12 11-1 0 0,-13-10-2615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24:36.9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2500 0 5065 0 0,'-2'2'68'0'0,"0"0"1"0"0,-1 0-1 0 0,1-1 1 0 0,0 1-1 0 0,0 1 0 0 0,1-1 1 0 0,-1 0-1 0 0,0 0 0 0 0,1 1 1 0 0,0-1-1 0 0,-1 0 0 0 0,1 1 1 0 0,0 0-1 0 0,0-1 1 0 0,-1 5-1 0 0,-10 49 384 0 0,9-36-206 0 0,-7 39 45 0 0,2 0 0 0 0,1 107-1 0 0,22 121 987 0 0,-3-110-937 0 0,5 124-275 0 0,6 158 183 0 0,-30 1-33 0 0,2-16 3906 0 0,5-441-4100 0 0,0 35 39 0 0,1-36-74 0 0,-1 0 0 0 0,-1-1-1 0 0,1 1 1 0 0,0 0 0 0 0,0-1 0 0 0,-1 1 0 0 0,1-1 0 0 0,-1 1-1 0 0,1 0 1 0 0,-1-1 0 0 0,1 1 0 0 0,-1-1 0 0 0,0 0 0 0 0,0 1 0 0 0,0-1-1 0 0,0 1 1 0 0,0-1 0 0 0,-2 2 0 0 0,0-7-579 0 0,1 0 1 0 0,1-1-1 0 0,-1 1 0 0 0,0 0 0 0 0,1-1 1 0 0,0 1-1 0 0,0-1 0 0 0,0-6 0 0 0,4-33 20 0 0,-2 36 638 0 0,0 1 1 0 0,-1 0-1 0 0,0-1 0 0 0,0-11 1 0 0,-1 16 20 0 0,0 1 1 0 0,0 0 0 0 0,0 0 0 0 0,-1-1-1 0 0,1 1 1 0 0,0 0 0 0 0,-1 0-1 0 0,1 0 1 0 0,-1 1 0 0 0,0-1 0 0 0,0 0-1 0 0,1 0 1 0 0,-1 1 0 0 0,0-1 0 0 0,-1 1-1 0 0,1 0 1 0 0,0 0 0 0 0,0 0-1 0 0,0 0 1 0 0,-1 0 0 0 0,1 0 0 0 0,0 0-1 0 0,-1 1 1 0 0,1-1 0 0 0,-3 1-1 0 0,-9-3 361 0 0,1 1 0 0 0,0 1-1 0 0,-16 0 1 0 0,-219-9-109 0 0,201 10-396 0 0,0 1-1 0 0,0 3 0 0 0,-77 17 0 0 0,70-11-106 0 0,0-2 1 0 0,-65 1-1 0 0,-173-16-86 0 0,214 1 352 0 0,-133-28 0 0 0,172 26-78 0 0,0 2 1 0 0,-65-1-1 0 0,-82 10-46 0 0,-31 0 262 0 0,-31-23 1198 0 0,85-9-5729 0 0,140 21 3376 0 0,15 2 536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28:22.3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1 303 5529 0 0,'0'-1'82'0'0,"1"0"0"0"0,-1-1 1 0 0,1 1-1 0 0,-1 0 0 0 0,1 0 0 0 0,0 0 0 0 0,0 0 0 0 0,-1 0 0 0 0,1 0 0 0 0,0 0 0 0 0,0 0 1 0 0,0 0-1 0 0,0 1 0 0 0,0-1 0 0 0,0 0 0 0 0,0 1 0 0 0,0-1 0 0 0,1 0 0 0 0,1 0 1 0 0,25-10-96 0 0,-27 11 72 0 0,299-74-1090 0 0,-173 48 2366 0 0,601-91 2244 0 0,9 71-5009 0 0,-624 43 658 0 0,233-4 45 0 0,25 30 4109 0 0,-355-21-3290 0 0,-1 1 0 0 0,0 0 0 0 0,1 2 0 0 0,-2-1 0 0 0,1 2-1 0 0,22 11 1 0 0,-10-1-1147 0 0,-1 1 0 0 0,31 26 1 0 0,-46-34 666 0 0,1 0 0 0 0,0-1 0 0 0,1 0 0 0 0,0-1 0 0 0,0 0 0 0 0,1-1 0 0 0,-1-1 0 0 0,1 0 0 0 0,1-1 0 0 0,-1 0 0 0 0,0-2 0 0 0,1 1 0 0 0,0-2 0 0 0,-1 0 0 0 0,29-1 0 0 0,-19-2 233 0 0,-20 2 151 0 0,0 0-1 0 0,0 0 1 0 0,0 0-1 0 0,0 0 1 0 0,0-1-1 0 0,0 0 1 0 0,0 0 0 0 0,0 0-1 0 0,0 0 1 0 0,-1-1-1 0 0,8-3 1 0 0,-1-5 4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28:23.1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3615 3 10138 0 0,'-1'0'64'0'0,"1"-1"0"0"0,-1 1 0 0 0,1 0-1 0 0,-1 0 1 0 0,0-1 0 0 0,1 1 0 0 0,-1 0-1 0 0,1 0 1 0 0,-1 0 0 0 0,0 0 0 0 0,1 0 0 0 0,-1 0-1 0 0,0 0 1 0 0,1 0 0 0 0,-1 0 0 0 0,1 0 0 0 0,-1 0-1 0 0,0 1 1 0 0,1-1 0 0 0,-1 0 0 0 0,1 0 0 0 0,-1 0-1 0 0,0 1 1 0 0,1-1 0 0 0,-1 0 0 0 0,1 1-1 0 0,-1-1 1 0 0,1 1 0 0 0,-1-1 0 0 0,1 0 0 0 0,0 1-1 0 0,-1-1 1 0 0,1 1 0 0 0,-1-1 0 0 0,1 1 0 0 0,0 0-1 0 0,0-1 1 0 0,-1 1 0 0 0,1-1 0 0 0,0 1 0 0 0,0-1-1 0 0,0 1 1 0 0,-1 0 0 0 0,1-1 0 0 0,0 1 0 0 0,0 0-1 0 0,0-1 1 0 0,0 1 0 0 0,0-1 0 0 0,0 1-1 0 0,0 0 1 0 0,0-1 0 0 0,1 1 0 0 0,-1 0 0 0 0,0 0-1 0 0,10 50-141 0 0,-7-36 369 0 0,9 79-423 0 0,0 186-1 0 0,-8-85 14 0 0,92 683 276 0 0,-65-647-149 0 0,-19-86 331 0 0,-9-90 378 0 0,2 0 0 0 0,18 77 0 0 0,-20-121-655 0 0,2 5 195 0 0,-1 0 0 0 0,-1 1 0 0 0,0-1-1 0 0,0 23 1 0 0,-3-35-241 0 0,-1 1 1 0 0,1-1-1 0 0,-1 1 0 0 0,1-1 1 0 0,-1 1-1 0 0,0-1 0 0 0,-1 0 0 0 0,1 1 1 0 0,-1-1-1 0 0,0 0 0 0 0,0 0 1 0 0,0 0-1 0 0,-1-1 0 0 0,1 1 1 0 0,-1 0-1 0 0,0-1 0 0 0,0 0 1 0 0,0 1-1 0 0,0-1 0 0 0,-8 5 0 0 0,5-4-134 0 0,-1 0-1 0 0,0 0 0 0 0,0 0 0 0 0,-1-1 0 0 0,1 0 0 0 0,0-1 0 0 0,-1 1 0 0 0,0-1 1 0 0,0-1-1 0 0,1 0 0 0 0,-1 0 0 0 0,0 0 0 0 0,-10-1 0 0 0,-46 6 8 0 0,1 3 1 0 0,-82 21-1 0 0,-43 8-1004 0 0,-210 2-65 0 0,69-8 1743 0 0,178-17-13 0 0,0-5 1 0 0,-230-16 0 0 0,18-16-509 0 0,-349-37-1479 0 0,620 46 1354 0 0,-414-50 4142 0 0,432 54-4697 0 0,26-2-5003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28:23.5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 31 2304 0 0,'-8'-8'201'0'0,"3"2"-201"0"0,2 4 0 0 0,2-1 0 0 0,2 2 0 0 0,-3-3 0 0 0,-5-3 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28:23.8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 0 7834 0 0,'-1'0'20'0'0,"0"0"0"0"0,0 0 1 0 0,0 1-1 0 0,0-1 0 0 0,0 0 1 0 0,0 0-1 0 0,1 1 0 0 0,-1-1 1 0 0,0 0-1 0 0,0 1 0 0 0,0-1 1 0 0,0 1-1 0 0,1-1 0 0 0,-1 1 1 0 0,0-1-1 0 0,1 1 0 0 0,-1 0 1 0 0,0-1-1 0 0,1 1 0 0 0,-1 0 1 0 0,1 0-1 0 0,-1-1 0 0 0,1 1 1 0 0,-1 0-1 0 0,1 0 0 0 0,-1 0 1 0 0,1 0-1 0 0,0-1 0 0 0,0 1 0 0 0,-1 0 1 0 0,1 0-1 0 0,0 0 0 0 0,0 0 1 0 0,0 0-1 0 0,0 2 0 0 0,-3 43-571 0 0,3-35 603 0 0,-11 390-2036 0 0,7-234 2094 0 0,0 603 4338 0 0,38-59-3606 0 0,-25-581-794 0 0,-5-45 750 0 0,-3 1 0 0 0,-14 104 0 0 0,12-150-1244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28:48.9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1 252 2761 0 0,'6'-3'154'0'0,"1"0"0"0"0,-1 0 0 0 0,1 1 0 0 0,-1 0 0 0 0,11-1 0 0 0,7-3 193 0 0,21-7-78 0 0,1 2 1 0 0,71-7 0 0 0,96 4 442 0 0,-191 13-704 0 0,540-24 538 0 0,695-74 3537 0 0,-950 70-2436 0 0,-247 23-1210 0 0,4-1 85 0 0,0 2 1 0 0,1 3-1 0 0,83 8 0 0 0,-140-5-714 0 0,0 1-1 0 0,0 0 1 0 0,0 0 0 0 0,14 6 0 0 0,-2 3-4616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29:30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1848 3225 0 0,'0'1'94'0'0,"1"0"0"0"0,0 0 1 0 0,0 0-1 0 0,0 0 0 0 0,0 0 0 0 0,0 0 1 0 0,0 0-1 0 0,0-1 0 0 0,0 1 0 0 0,0 0 1 0 0,0-1-1 0 0,0 1 0 0 0,1 0 1 0 0,-1-1-1 0 0,0 1 0 0 0,0-1 0 0 0,1 0 1 0 0,-1 1-1 0 0,0-1 0 0 0,1 0 1 0 0,-1 0-1 0 0,0 0 0 0 0,1 0 0 0 0,-1 0 1 0 0,0 0-1 0 0,1 0 0 0 0,-1-1 0 0 0,0 1 1 0 0,1 0-1 0 0,-1-1 0 0 0,0 1 1 0 0,0-1-1 0 0,1 1 0 0 0,-1-1 0 0 0,0 0 1 0 0,0 1-1 0 0,0-1 0 0 0,0 0 1 0 0,0 0-1 0 0,0 0 0 0 0,0 0 0 0 0,0 0 1 0 0,0 0-1 0 0,0 0 0 0 0,-1 0 0 0 0,1 0 1 0 0,0 0-1 0 0,0-2 0 0 0,5-8 138 0 0,-1 0-1 0 0,0 0 1 0 0,-1-1-1 0 0,4-16 1 0 0,-3 12 184 0 0,115-344 579 0 0,-62 205-548 0 0,-13 42-470 0 0,150-598 322 0 0,-182 653-171 0 0,-8 36-58 0 0,2 1 1 0 0,0-1-1 0 0,1 1 1 0 0,1 0-1 0 0,2 1 1 0 0,-1 0 0 0 0,2 1-1 0 0,1 0 1 0 0,0 1-1 0 0,2 0 1 0 0,-1 1-1 0 0,2 1 1 0 0,1 0-1 0 0,0 1 1 0 0,0 1-1 0 0,2 1 1 0 0,0 0-1 0 0,20-10 1 0 0,-37 22-29 0 0,0 0 1 0 0,0 0-1 0 0,1 0 0 0 0,-1 0 1 0 0,0 0-1 0 0,0 0 0 0 0,1 1 1 0 0,-1-1-1 0 0,0 1 0 0 0,1-1 1 0 0,-1 1-1 0 0,1 0 0 0 0,-1 0 1 0 0,1 0-1 0 0,-1 0 0 0 0,0 1 0 0 0,1-1 1 0 0,-1 1-1 0 0,0-1 0 0 0,1 1 1 0 0,-1 0-1 0 0,0 0 0 0 0,0 0 1 0 0,1 0-1 0 0,-1 0 0 0 0,0 0 1 0 0,0 1-1 0 0,0-1 0 0 0,-1 1 1 0 0,1-1-1 0 0,0 1 0 0 0,2 3 1 0 0,3 5 159 0 0,-1 0 0 0 0,0 1 0 0 0,-1 0 1 0 0,0 0-1 0 0,5 18 0 0 0,6 11-637 0 0,43 70 502 0 0,4 7 37 0 0,-54-98-94 0 0,-2 1 1 0 0,0 0 0 0 0,-1 0-1 0 0,5 30 1 0 0,-8-30-14 0 0,5 34-46 0 0,2-1-1 0 0,18 57 0 0 0,-27-108 50 0 0,6 22 20 0 0,2 0-1 0 0,13 24 0 0 0,-17-39-10 0 0,0-1 0 0 0,0 0 0 0 0,1 0 0 0 0,0-1-1 0 0,1 0 1 0 0,0 0 0 0 0,0 0 0 0 0,13 9 0 0 0,-7-6 16 0 0,-10-7-36 0 0,1-1 1 0 0,-1 1-1 0 0,1 0 0 0 0,0-1 0 0 0,0 0 1 0 0,0 0-1 0 0,0 0 0 0 0,6 1 0 0 0,-9-3 17 0 0,1 0-1 0 0,0 0 0 0 0,0 0 1 0 0,0 0-1 0 0,-1-1 0 0 0,1 1 1 0 0,0 0-1 0 0,0-1 0 0 0,-1 0 1 0 0,1 1-1 0 0,0-1 1 0 0,-1 0-1 0 0,1 0 0 0 0,-1 0 1 0 0,1 0-1 0 0,-1 0 0 0 0,1 0 1 0 0,-1 0-1 0 0,0 0 0 0 0,0-1 1 0 0,1 1-1 0 0,-1-1 0 0 0,0 1 1 0 0,0-1-1 0 0,0-1 1 0 0,18-23 279 0 0,-6 6 99 0 0,27-31-1 0 0,-37 47-369 0 0,1 0-1 0 0,0 1 1 0 0,-1-1-1 0 0,1 1 1 0 0,1 0 0 0 0,-1 0-1 0 0,0 1 1 0 0,1-1-1 0 0,-1 1 1 0 0,1 0 0 0 0,0 0-1 0 0,-1 0 1 0 0,11-2-1 0 0,-11 4-13 0 0,-1 0 0 0 0,1 1 0 0 0,0-1 0 0 0,-1 1 0 0 0,1 0 0 0 0,-1-1 0 0 0,1 2 0 0 0,-1-1 0 0 0,1 0 0 0 0,-1 1 0 0 0,0-1 0 0 0,0 1 0 0 0,0 0 0 0 0,1 0 0 0 0,-2 0 0 0 0,1 1 0 0 0,3 3 0 0 0,7 6 0 0 0,-1 1 0 0 0,13 19 0 0 0,-12-16 0 0 0,83 127 0 0 0,-77-109 0 0 0,1-2 0 0 0,2 0 0 0 0,1-2 0 0 0,54 55 0 0 0,-50-63-2 0 0,-2 2 0 0 0,0 1 0 0 0,-1 1 0 0 0,-2 1 0 0 0,0 1 0 0 0,-2 1 0 0 0,20 39 0 0 0,-39-67 2 0 0,64 117 306 0 0,-56-105-256 0 0,1 0 0 0 0,0 0 1 0 0,1-1-1 0 0,0-1 0 0 0,1 0 1 0 0,17 13-1 0 0,3 1 153 0 0,-23-16-176 0 0,2-1 0 0 0,-1 0 0 0 0,1-1 0 0 0,0 0 0 0 0,1-1 0 0 0,19 8 0 0 0,-30-14-115 0 0,0 0 0 0 0,0 0 0 0 0,0 0 0 0 0,0 0 1 0 0,0 0-1 0 0,0-1 0 0 0,0 1 0 0 0,0 0 0 0 0,0-1 0 0 0,0 1 0 0 0,0-1 0 0 0,0 1 0 0 0,0-1 1 0 0,0 0-1 0 0,0 1 0 0 0,0-1 0 0 0,-1 0 0 0 0,1 0 0 0 0,0 1 0 0 0,0-1 0 0 0,-1 0 1 0 0,1 0-1 0 0,0 0 0 0 0,-1 0 0 0 0,1 0 0 0 0,-1 0 0 0 0,0 0 0 0 0,1 0 0 0 0,-1 0 0 0 0,0 0 1 0 0,1 0-1 0 0,-1-1 0 0 0,9-36-3132 0 0,-9 38 3192 0 0,2-7-475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29:31.8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1836 1376 0 0,'0'1'95'0'0,"-1"0"0"0"0,0 0-1 0 0,1 0 1 0 0,-1 0-1 0 0,0-1 1 0 0,0 1 0 0 0,0 0-1 0 0,1-1 1 0 0,-1 1-1 0 0,0-1 1 0 0,0 1 0 0 0,0-1-1 0 0,0 1 1 0 0,0-1-1 0 0,0 1 1 0 0,0-1 0 0 0,-1 0-1 0 0,1 0 1 0 0,-1 1-1 0 0,2-2 63 0 0,-1 1 0 0 0,1 0 0 0 0,-1-1 0 0 0,1 1-1 0 0,0-1 1 0 0,-1 1 0 0 0,1 0 0 0 0,0-1-1 0 0,-1 1 1 0 0,1-1 0 0 0,0 1 0 0 0,0-1-1 0 0,-1 1 1 0 0,1-1 0 0 0,0 1 0 0 0,0-1 0 0 0,0 1-1 0 0,0-1 1 0 0,0 1 0 0 0,-1-1 0 0 0,1 1-1 0 0,0-1 1 0 0,0 1 0 0 0,1-1 0 0 0,-1-1 0 0 0,5-26 3441 0 0,1 12-4356 0 0,67-99 935 0 0,-54 89-130 0 0,-1-2-1 0 0,-1 0 0 0 0,-2 0 1 0 0,18-44-1 0 0,-19 23-63 0 0,-1-1-1 0 0,-3 0 1 0 0,-2-1-1 0 0,3-90 1 0 0,-20-209-114 0 0,1 195 109 0 0,6 74 89 0 0,9-80-1 0 0,-3 124-36 0 0,1-1 1 0 0,2 1-1 0 0,2 1 0 0 0,18-50 0 0 0,-20 70 65 0 0,0 0 0 0 0,2 1 0 0 0,0-1 0 0 0,18-23 0 0 0,-22 33-15 0 0,0 0 1 0 0,0 1-1 0 0,0-1 1 0 0,1 1 0 0 0,0 0-1 0 0,0 0 1 0 0,0 0 0 0 0,0 1-1 0 0,1 0 1 0 0,0 1-1 0 0,0-1 1 0 0,0 1 0 0 0,8-2-1 0 0,0 4 26 0 0,-1 0-1 0 0,1 1 1 0 0,0 0-1 0 0,-1 1 1 0 0,1 1-1 0 0,21 5 1 0 0,5 0 234 0 0,22-1 287 0 0,40 6-1043 0 0,-94-10 414 0 0,-1 0 1 0 0,1 0-1 0 0,0 1 0 0 0,-1 0 0 0 0,0 1 0 0 0,0 0 1 0 0,0 0-1 0 0,13 10 0 0 0,-13-7 87 0 0,0 1 1 0 0,-1 0-1 0 0,0 0 1 0 0,0 1-1 0 0,-1 0 1 0 0,0 0-1 0 0,0 0 1 0 0,-1 1-1 0 0,6 19 0 0 0,3 11 414 0 0,10 50 0 0 0,-13-48-503 0 0,6 12 50 0 0,3-1-1 0 0,2 0 0 0 0,38 65 1 0 0,-52-102-36 0 0,21 56-9 0 0,-25-60 21 0 0,0 0 1 0 0,0 0 0 0 0,1 0 0 0 0,1-1 0 0 0,0 0 0 0 0,1 0 0 0 0,13 17 0 0 0,-19-27-29 0 0,0 0-1 0 0,0 1 0 0 0,0-1 1 0 0,0 0-1 0 0,0 0 0 0 0,0 0 0 0 0,1 0 1 0 0,-1 0-1 0 0,0 0 0 0 0,1 0 1 0 0,-1-1-1 0 0,0 1 0 0 0,1 0 0 0 0,-1-1 1 0 0,1 1-1 0 0,0-1 0 0 0,-1 0 1 0 0,1 1-1 0 0,-1-1 0 0 0,1 0 0 0 0,-1 0 1 0 0,1 0-1 0 0,2 0 0 0 0,-1-1-8 0 0,0-1 0 0 0,1 1 1 0 0,-1-1-1 0 0,0 1 0 0 0,-1-1 0 0 0,1 0 0 0 0,0 0 0 0 0,0 0 0 0 0,-1-1 0 0 0,4-3 0 0 0,2-2-20 0 0,0 1-1 0 0,1-1 1 0 0,0 2-1 0 0,0-1 1 0 0,1 1-1 0 0,-1 1 1 0 0,1 0-1 0 0,16-6 1 0 0,-21 9 44 0 0,0 1 0 0 0,1-1 0 0 0,-1 1 0 0 0,0 0 0 0 0,1 1 0 0 0,-1-1 0 0 0,0 1 0 0 0,1 0 0 0 0,-1 1 0 0 0,0-1 0 0 0,1 1 0 0 0,-1 0 0 0 0,0 0 0 0 0,0 1 0 0 0,0-1 0 0 0,0 1 0 0 0,0 0 0 0 0,0 1 0 0 0,8 4 0 0 0,-4 0-9 0 0,12 6 0 0 0,-1 0 0 0 0,-1 2 0 0 0,0 1 0 0 0,-1 0 0 0 0,-1 1 0 0 0,0 1 0 0 0,14 21 0 0 0,193 313 0 0 0,-117-200 161 0 0,-15-24-103 0 0,-58-71 192 0 0,-21-33-85 0 0,1-1-1 0 0,25 31 0 0 0,-39-53-186 0 0,0 0 0 0 0,1 0 0 0 0,-1-1 0 0 0,1 1 0 0 0,0 0 0 0 0,-1 0 0 0 0,1-1 0 0 0,0 1 0 0 0,-1 0 1 0 0,1-1-1 0 0,0 1 0 0 0,0-1 0 0 0,0 1 0 0 0,-1-1 0 0 0,1 1 0 0 0,0-1 0 0 0,0 0 0 0 0,0 1 0 0 0,0-1 0 0 0,0 0 0 0 0,0 0 0 0 0,0 0 1 0 0,0 1-1 0 0,0-1 0 0 0,0 0 0 0 0,0 0 0 0 0,-1 0 0 0 0,1-1 0 0 0,0 1 0 0 0,0 0 0 0 0,0 0 0 0 0,0 0 0 0 0,0-1 0 0 0,0 1 0 0 0,0 0 1 0 0,0-1-1 0 0,0 1 0 0 0,-1-1 0 0 0,1 1 0 0 0,1-2 0 0 0,4-8-345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29:33.0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1871 3225 0 0,'14'-15'532'0'0,"-2"0"1"0"0,0-1 0 0 0,0 0 0 0 0,15-30-1 0 0,29-77 243 0 0,-43 93-469 0 0,11-30-36 0 0,-2-1-1 0 0,-3-1 1 0 0,-2-1-1 0 0,-4 0 0 0 0,-2-1 1 0 0,-3 0-1 0 0,-3-1 1 0 0,-4-77-1 0 0,-4 23-270 0 0,-4-449-14 0 0,8 552 196 0 0,1-1 0 0 0,0 1 1 0 0,1 0-1 0 0,1-1 0 0 0,0 1 0 0 0,2 1 1 0 0,-1-1-1 0 0,9-15 0 0 0,-9 22-63 0 0,0 0-1 0 0,1 0 1 0 0,0 0 0 0 0,0 1-1 0 0,1 0 1 0 0,0 0 0 0 0,0 0-1 0 0,1 1 1 0 0,0 0-1 0 0,0 1 1 0 0,1 0 0 0 0,-1 0-1 0 0,17-8 1 0 0,-22 13-107 0 0,0 0 0 0 0,0 1 0 0 0,0-1 0 0 0,0 0 0 0 0,0 1 0 0 0,1-1 0 0 0,-1 1 0 0 0,0 0 0 0 0,0 0 0 0 0,0 1 1 0 0,1-1-1 0 0,-1 1 0 0 0,0-1 0 0 0,0 1 0 0 0,0 0 0 0 0,0 0 0 0 0,0 0 0 0 0,4 3 0 0 0,6 3 104 0 0,-1 1 1 0 0,0 0-1 0 0,11 10 1 0 0,17 12 396 0 0,-14-15-471 0 0,-1 1-1 0 0,-1 1 0 0 0,0 1 0 0 0,30 31 1 0 0,-42-35-24 0 0,0 1 0 0 0,0-1 0 0 0,-2 2 0 0 0,0-1 0 0 0,0 2 0 0 0,-2-1 0 0 0,0 1 0 0 0,7 22 0 0 0,8 32 29 0 0,-14-35 13 0 0,3 0 0 0 0,1-2 0 0 0,1 0 0 0 0,28 49 0 0 0,-33-73-68 0 0,-1-1-1 0 0,1 1 1 0 0,1-2-1 0 0,0 1 0 0 0,0-1 1 0 0,1-1-1 0 0,-1 0 0 0 0,2 0 1 0 0,-1-1-1 0 0,24 9 1 0 0,32 19 12 0 0,-63-31 1 0 0,6 3 3 0 0,0 0 0 0 0,0 0 0 0 0,0-1 0 0 0,1-1 0 0 0,13 5 0 0 0,-21-9-6 0 0,0 1-1 0 0,0-1 1 0 0,0 1-1 0 0,1-1 1 0 0,-1 0-1 0 0,0 0 0 0 0,0 0 1 0 0,1-1-1 0 0,-1 1 1 0 0,0-1-1 0 0,0 0 1 0 0,0 0-1 0 0,0 0 1 0 0,0 0-1 0 0,0 0 0 0 0,0-1 1 0 0,0 1-1 0 0,0-1 1 0 0,-1 0-1 0 0,1 0 1 0 0,0 0-1 0 0,-1 0 1 0 0,3-3-1 0 0,30-34 83 0 0,-20 22 12 0 0,33-30 0 0 0,-43 43-106 0 0,1 0 0 0 0,-1 0 0 0 0,1 0 0 0 0,0 1 0 0 0,0-1 0 0 0,1 1 0 0 0,-1 1 0 0 0,1 0 0 0 0,-1-1 0 0 0,12-1 0 0 0,-15 4 14 0 0,1 1 0 0 0,-1-1 0 0 0,0 0-1 0 0,0 1 1 0 0,1-1 0 0 0,-1 1 0 0 0,0 0 0 0 0,0 0-1 0 0,0 0 1 0 0,0 1 0 0 0,0-1 0 0 0,0 1 0 0 0,0-1-1 0 0,-1 1 1 0 0,1 0 0 0 0,-1 0 0 0 0,1 1 0 0 0,-1-1 0 0 0,0 0-1 0 0,1 1 1 0 0,-1-1 0 0 0,0 1 0 0 0,-1 0 0 0 0,3 3-1 0 0,6 10-5 0 0,-1 1-1 0 0,13 34 0 0 0,-16-37 9 0 0,57 181-5 0 0,-2-4-1 0 0,-50-167 4 0 0,0 0 0 0 0,1-1-1 0 0,1-1 1 0 0,1 0-1 0 0,31 37 1 0 0,1-8 102 0 0,2 0 294 0 0,-2 3-1 0 0,56 87 0 0 0,-84-109-335 0 0,-1 1 1 0 0,-2 1-1 0 0,-1 0 1 0 0,17 69-1 0 0,-9 4-3863 0 0,-19-87 2423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29:34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1679 6913 0 0,'5'-2'158'0'0,"1"0"-1"0"0,-1 0 0 0 0,0-1 0 0 0,0 0 1 0 0,0 1-1 0 0,0-2 0 0 0,0 1 1 0 0,0 0-1 0 0,-1-1 0 0 0,0 0 0 0 0,8-9 1 0 0,-4 5 115 0 0,42-39 404 0 0,-3-2 0 0 0,-2-1 0 0 0,40-60 1 0 0,-60 71-641 0 0,-3-2 0 0 0,-1 0 1 0 0,-2-2-1 0 0,-2 0 0 0 0,-1 0 1 0 0,8-47-1 0 0,37-274-418 0 0,-4 11-280 0 0,-51 333 641 0 0,0 1 0 0 0,1-1-1 0 0,1 1 1 0 0,1 0-1 0 0,20-32 1 0 0,-6 18 57 0 0,55-61 0 0 0,-74 90-12 0 0,-1 0-1 0 0,1 0 0 0 0,0 0 0 0 0,0 1 0 0 0,0-1 1 0 0,0 1-1 0 0,1 0 0 0 0,7-4 0 0 0,-9 6 1 0 0,-1 1 1 0 0,0 0-1 0 0,0 0 0 0 0,1 0 1 0 0,-1 0-1 0 0,0 0 0 0 0,1 0 1 0 0,-1 0-1 0 0,0 1 0 0 0,1-1 1 0 0,-1 1-1 0 0,0 0 0 0 0,0 0 1 0 0,0 0-1 0 0,0 0 0 0 0,0 0 1 0 0,0 0-1 0 0,0 0 0 0 0,0 1 1 0 0,0-1-1 0 0,0 1 0 0 0,-1-1 1 0 0,3 3-1 0 0,15 14 305 0 0,-1 0 1 0 0,0 2 0 0 0,24 34-1 0 0,38 72 479 0 0,-62-96-704 0 0,61 117 36 0 0,-58-103-124 0 0,2-1 0 0 0,2-1 0 0 0,1-1 1 0 0,53 62-1 0 0,-58-77-76 0 0,-16-19 51 0 0,1-1 0 0 0,-1 0 0 0 0,1 1 0 0 0,0-2 0 0 0,0 1 0 0 0,11 7 0 0 0,-15-12-1 0 0,0 0 1 0 0,0 0 0 0 0,0-1 0 0 0,0 1 0 0 0,0-1 0 0 0,0 1 0 0 0,0-1-1 0 0,0 0 1 0 0,1 1 0 0 0,-1-1 0 0 0,0 0 0 0 0,0 0 0 0 0,0-1 0 0 0,0 1-1 0 0,0 0 1 0 0,0-1 0 0 0,0 1 0 0 0,0-1 0 0 0,0 0 0 0 0,0 0-1 0 0,0 0 1 0 0,0 0 0 0 0,0 0 0 0 0,0 0 0 0 0,0 0 0 0 0,-1 0 0 0 0,1-1-1 0 0,-1 1 1 0 0,1-1 0 0 0,2-2 0 0 0,32-37-22 0 0,-26 29-14 0 0,0 0 0 0 0,1 1 0 0 0,0 0 0 0 0,0 1 1 0 0,24-17-1 0 0,-31 25 43 0 0,0 0 0 0 0,-1 1 0 0 0,1-1 1 0 0,0 1-1 0 0,0 0 0 0 0,1 0 0 0 0,-1 0 0 0 0,0 0 1 0 0,0 1-1 0 0,1-1 0 0 0,-1 1 0 0 0,0 0 0 0 0,0 1 1 0 0,1-1-1 0 0,-1 1 0 0 0,0-1 0 0 0,0 1 0 0 0,0 1 1 0 0,0-1-1 0 0,0 1 0 0 0,0-1 0 0 0,0 1 0 0 0,0 0 1 0 0,-1 0-1 0 0,1 1 0 0 0,3 2 0 0 0,6 6 19 0 0,0-1 0 0 0,-1 2-1 0 0,0 0 1 0 0,-1 0-1 0 0,0 1 1 0 0,-1 0 0 0 0,0 1-1 0 0,-1 0 1 0 0,7 16 0 0 0,7 20-31 0 0,24 75 1 0 0,-2-4-26 0 0,123 197 1234 0 0,-11-26 1114 0 0,-141-258-2310 0 0,-8-22-160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17:28.45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1440 1376 0 0,'2'2'310'0'0,"1"-1"0"0"0,0 1 0 0 0,0 0 0 0 0,0-1 0 0 0,0 0 0 0 0,0 0 0 0 0,1 0 0 0 0,-1 0 0 0 0,0 0 0 0 0,0-1 0 0 0,1 1 0 0 0,-1-1 0 0 0,0 0 0 0 0,1 0 0 0 0,-1 0 0 0 0,0 0 0 0 0,1-1 0 0 0,5-1 0 0 0,-7-2 35 0 0,0 0 1 0 0,1 0 0 0 0,-1-1 0 0 0,-1 1-1 0 0,1-1 1 0 0,-1 1 0 0 0,0-1 0 0 0,1-5-1 0 0,0 2-80 0 0,45-202 987 0 0,-10 40-431 0 0,193-557 1403 0 0,-219 699-1942 0 0,1 1 0 0 0,1 0 0 0 0,24-36 0 0 0,-30 53-195 0 0,0 1 0 0 0,0 0 0 0 0,1 1 0 0 0,0 0-1 0 0,0 0 1 0 0,1 1 0 0 0,0 0 0 0 0,1 0 0 0 0,0 1-1 0 0,0 0 1 0 0,0 1 0 0 0,11-4 0 0 0,17-10-44 0 0,-31 15-27 0 0,0 0-1 0 0,0 1 0 0 0,1 0 1 0 0,-1 0-1 0 0,1 0 0 0 0,0 1 0 0 0,-1 0 1 0 0,12-1-1 0 0,-17 3-9 0 0,-1 0 1 0 0,0 1-1 0 0,1-1 0 0 0,-1 1 0 0 0,1-1 1 0 0,-1 1-1 0 0,0-1 0 0 0,1 1 0 0 0,-1 0 1 0 0,0 0-1 0 0,1 0 0 0 0,-1 0 0 0 0,0 0 1 0 0,0 0-1 0 0,0 0 0 0 0,0 0 0 0 0,0 0 1 0 0,0 0-1 0 0,-1 1 0 0 0,1-1 0 0 0,0 0 1 0 0,0 1-1 0 0,0 2 0 0 0,14 40 149 0 0,-12-30-25 0 0,43 146 213 0 0,6 23-278 0 0,-41-151-72 0 0,0 3 35 0 0,1 0 0 0 0,27 52 0 0 0,-33-76-12 0 0,1-1 0 0 0,0 0 1 0 0,0 0-1 0 0,1-1 0 0 0,0 1 0 0 0,1-2 1 0 0,0 1-1 0 0,0-2 0 0 0,0 1 0 0 0,1-1 1 0 0,21 11-1 0 0,-15-10 50 0 0,0 0 0 0 0,0-2-1 0 0,1 0 1 0 0,0-1 0 0 0,0 0 0 0 0,0-2-1 0 0,0 0 1 0 0,0-1 0 0 0,1-1 0 0 0,0 0 0 0 0,22-2-1 0 0,-33 0-49 0 0,0 0-1 0 0,0 0 0 0 0,0 0 0 0 0,0-1 1 0 0,0 0-1 0 0,0 0 0 0 0,0 0 0 0 0,0-1 1 0 0,-1 0-1 0 0,0-1 0 0 0,1 1 0 0 0,-1-1 1 0 0,0-1-1 0 0,-1 1 0 0 0,1-1 0 0 0,-1 0 1 0 0,0 0-1 0 0,0 0 0 0 0,0-1 0 0 0,6-11 1 0 0,20-28 75 0 0,-20 27-39 0 0,1 0-1 0 0,1 0 0 0 0,1 1 0 0 0,0 1 1 0 0,1 0-1 0 0,20-15 0 0 0,-33 30-51 0 0,1 0 0 0 0,-1 0 0 0 0,1 0 0 0 0,-1 0 0 0 0,1 1 0 0 0,0-1 0 0 0,-1 1 0 0 0,1 0 0 0 0,0 0 0 0 0,-1 0 0 0 0,1 0 0 0 0,0 0 0 0 0,-1 0 0 0 0,1 1 0 0 0,0-1 0 0 0,-1 1 0 0 0,1 0 0 0 0,-1 0 0 0 0,1 0 0 0 0,-1 0 0 0 0,0 0 0 0 0,4 3 0 0 0,4 1 0 0 0,0 2 0 0 0,0-1 0 0 0,16 15 0 0 0,-22-15 12 0 0,1-1-1 0 0,-1 0 1 0 0,0 1-1 0 0,0 0 1 0 0,0 0-1 0 0,-1 0 1 0 0,0 1-1 0 0,-1-1 1 0 0,1 1-1 0 0,-1 0 0 0 0,2 11 1 0 0,2 13 104 0 0,1 42 0 0 0,-4-31-54 0 0,6 24 117 0 0,18 76-1 0 0,-19-112-177 0 0,1-1 0 0 0,1 0-1 0 0,2 0 1 0 0,27 47-1 0 0,-31-64 0 0 0,0-1 0 0 0,1 0 0 0 0,1-1 0 0 0,0 0 0 0 0,0 0 0 0 0,1-1 0 0 0,0-1 0 0 0,1 0 0 0 0,24 13 0 0 0,10 2 0 0 0,65 21 0 0 0,-111-44 0 0 0,18 6 65 0 0,-1-1 0 0 0,0 0 0 0 0,1-2-1 0 0,0 0 1 0 0,0-1 0 0 0,0 0 0 0 0,0-2-1 0 0,0 0 1 0 0,0-1 0 0 0,0-1-1 0 0,0-1 1 0 0,0 0 0 0 0,-1-1 0 0 0,18-7-1 0 0,10-2 25 0 0,-26 8-24 0 0,0 0 0 0 0,-1-2 0 0 0,33-15 0 0 0,-45 18-55 0 0,-1 1 1 0 0,1-1-1 0 0,-1-1 0 0 0,0 1 0 0 0,0-1 0 0 0,0 0 0 0 0,0 0 0 0 0,-1 0 0 0 0,0 0 0 0 0,0-1 0 0 0,0 0 0 0 0,-1 0 0 0 0,0 0 0 0 0,0 0 0 0 0,2-7 0 0 0,2-13 9 0 0,-1 0 0 0 0,-2 0 0 0 0,0 0 0 0 0,-1-40-1 0 0,3-20 16 0 0,1 42-25 0 0,1 1 0 0 0,2 0 0 0 0,2 0 0 0 0,1 2 1 0 0,3-1-1 0 0,25-47 0 0 0,16-44 38 0 0,-37 83-7 0 0,49-89 1 0 0,-62 128-41 0 0,1 1 0 0 0,0 0 0 0 0,1 0 0 0 0,0 1 0 0 0,0 0 0 0 0,1 1 0 0 0,0 0 0 0 0,1 0 0 0 0,0 1 0 0 0,0 0 0 0 0,0 1 0 0 0,17-6 0 0 0,-26 11 0 0 0,0 1 0 0 0,-1 0 0 0 0,1 0 0 0 0,0 0 0 0 0,0 0 0 0 0,0 0 0 0 0,0 0 0 0 0,-1 0 0 0 0,1 0 0 0 0,0 1 0 0 0,0-1 0 0 0,0 1 0 0 0,-1 0 0 0 0,1-1 0 0 0,0 1 0 0 0,-1 0 0 0 0,1 0 0 0 0,-1 0 0 0 0,1 0 0 0 0,-1 0 0 0 0,3 2 0 0 0,31 34 0 0 0,-12-12 0 0 0,5-4 10 0 0,-23-18-7 0 0,0 0 1 0 0,0 1-1 0 0,-1-1 1 0 0,1 1-1 0 0,-1 0 0 0 0,0 0 1 0 0,0 0-1 0 0,0 1 0 0 0,-1-1 1 0 0,1 1-1 0 0,-1 0 0 0 0,-1 0 1 0 0,1 0-1 0 0,0 0 0 0 0,1 7 1 0 0,16 64-4 0 0,13 98 0 0 0,-31-162 0 0 0,1 0 0 0 0,0 0 0 0 0,1 0 0 0 0,0 0 0 0 0,1 0 0 0 0,0-1 0 0 0,1 0 0 0 0,0 0 0 0 0,1 0 0 0 0,0-1 0 0 0,1 0 0 0 0,0 0 0 0 0,0-1 0 0 0,1 0 0 0 0,17 13 0 0 0,-21-20 0 0 0,0 0 0 0 0,0 0 0 0 0,0-1 0 0 0,0 0 0 0 0,0 0 0 0 0,0 0 0 0 0,1-1 0 0 0,-1 0 0 0 0,0 0 0 0 0,9-1 0 0 0,18 1 0 0 0,-27 0 0 0 0,0 0 0 0 0,1 0 0 0 0,-1 0 0 0 0,0-1 0 0 0,0 0 0 0 0,-1 0 0 0 0,1-1 0 0 0,0 1 0 0 0,0-1 0 0 0,0 0 0 0 0,-1 0 0 0 0,1 0 0 0 0,-1-1 0 0 0,8-5 0 0 0,5-6 0 0 0,0 0 0 0 0,17-21 0 0 0,-3 4 0 0 0,-2 2 0 0 0,-14 14 0 0 0,1 0 0 0 0,23-17 0 0 0,-35 29 0 0 0,1 0 0 0 0,-1 0 0 0 0,1 1 0 0 0,0-1 0 0 0,0 1 0 0 0,0 0 0 0 0,0 0 0 0 0,0 1 0 0 0,0 0 0 0 0,1 0 0 0 0,-1 0 0 0 0,0 0 0 0 0,1 1 0 0 0,6 0 0 0 0,-8 1 0 0 0,1 0 0 0 0,-1 0 0 0 0,0 0 0 0 0,0 0 0 0 0,0 1 0 0 0,-1 0 0 0 0,1 0 0 0 0,0 0 0 0 0,-1 0 0 0 0,1 1 0 0 0,-1-1 0 0 0,4 4 0 0 0,38 43 0 0 0,-18-18 0 0 0,-5-7 0 0 0,-2 1 0 0 0,-1 0 0 0 0,22 42 0 0 0,-27-43 0 0 0,1 0 0 0 0,1-1 0 0 0,1-1 0 0 0,1 0 0 0 0,21 19 0 0 0,-20-25 0 0 0,0-1 0 0 0,1-1 0 0 0,1 0 0 0 0,0-2 0 0 0,1 0 0 0 0,0-1 0 0 0,1-2 0 0 0,47 14 0 0 0,-42-14 0 0 0,1 2 0 0 0,-1 1 0 0 0,-1 1 0 0 0,50 32 0 0 0,-74-43 3 0 0,0-1 0 0 0,0 1 0 0 0,0-1 0 0 0,1 0 0 0 0,-1 1 0 0 0,0-2 0 0 0,1 1 0 0 0,-1 0 0 0 0,1-1 0 0 0,-1 1 0 0 0,1-1 0 0 0,-1 0 0 0 0,1 0 0 0 0,-1-1 0 0 0,0 1 0 0 0,1-1 0 0 0,-1 1 0 0 0,1-1 0 0 0,-1 0 0 0 0,0 0 0 0 0,1-1 0 0 0,-1 1 0 0 0,0-1 0 0 0,0 1 0 0 0,0-1-1 0 0,0 0 1 0 0,-1 0 0 0 0,1-1 0 0 0,3-2 0 0 0,8-9 23 0 0,-2 0-1 0 0,1 0 0 0 0,-2-1 0 0 0,13-20 0 0 0,-12 17-13 0 0,6-8 4 0 0,0-1 1 0 0,-1-1 0 0 0,-2-1 0 0 0,-1 0-1 0 0,-1-1 1 0 0,14-51 0 0 0,6-110 66 0 0,-14 64-38 0 0,0 53-45 0 0,2 2 0 0 0,60-135 0 0 0,-73 186 0 0 0,-6 16 0 0 0,0 0 0 0 0,-1 1 0 0 0,1-1 0 0 0,1 1 0 0 0,-1 0 0 0 0,1 0 0 0 0,-1 0 0 0 0,1 0 0 0 0,1 0 0 0 0,-1 1 0 0 0,0-1 0 0 0,1 1 0 0 0,0 0 0 0 0,-1 0 0 0 0,1 0 0 0 0,1 0 0 0 0,-1 1 0 0 0,0-1 0 0 0,0 1 0 0 0,1 1 0 0 0,0-1 0 0 0,-1 0 0 0 0,1 1 0 0 0,0 0 0 0 0,-1 0 0 0 0,1 0 0 0 0,0 1 0 0 0,0 0 0 0 0,6 0 0 0 0,-4 0 0 0 0,0 0-1 0 0,0 1 1 0 0,0 0 0 0 0,1 0-1 0 0,-1 1 1 0 0,0-1-1 0 0,-1 2 1 0 0,1-1 0 0 0,0 1-1 0 0,-1 0 1 0 0,1 0 0 0 0,6 5-1 0 0,-4-1 8 0 0,-2-1-1 0 0,1 1 1 0 0,-1 0-1 0 0,0 1 1 0 0,0 0-1 0 0,-1 0 0 0 0,0 0 1 0 0,5 11-1 0 0,171 264 133 0 0,-170-263-144 0 0,-2 0 1 0 0,0 1-1 0 0,-1 0 0 0 0,-2 1 0 0 0,7 25 1 0 0,-5-14 19 0 0,19 41 0 0 0,-24-64-4 0 0,1-1-1 0 0,0 1 1 0 0,1-1-1 0 0,0 0 0 0 0,1-1 1 0 0,-1 1-1 0 0,2-2 1 0 0,10 11-1 0 0,-13-15-10 0 0,-1 0 0 0 0,1 0 0 0 0,0 0 0 0 0,0-1 0 0 0,0 1 0 0 0,0-1 0 0 0,1-1 0 0 0,-1 1 0 0 0,1-1 0 0 0,-1 0 0 0 0,1 0 0 0 0,-1 0 0 0 0,1-1 0 0 0,-1 0 0 0 0,1 0 0 0 0,0-1 0 0 0,-1 1 0 0 0,1-1 0 0 0,-1 0 0 0 0,1-1 0 0 0,-1 1 0 0 0,7-4 0 0 0,0 1 0 0 0,-1-1 0 0 0,0-1 0 0 0,0 0 0 0 0,0-1 0 0 0,-1 0 0 0 0,0 0 0 0 0,0-1 0 0 0,0 0 0 0 0,8-11 0 0 0,6-8-23 0 0,1 2 0 0 0,39-31-1 0 0,-53 46 25 0 0,2 2 0 0 0,-1 0-1 0 0,1 0 1 0 0,0 1 0 0 0,1 1-1 0 0,0 0 1 0 0,0 1-1 0 0,22-5 1 0 0,-31 10-1 0 0,-1-1 0 0 0,1 1 0 0 0,-1 0 0 0 0,0 1 0 0 0,1-1 0 0 0,-1 1 0 0 0,1 0 0 0 0,-1 0 0 0 0,0 0 0 0 0,0 1 0 0 0,1-1 0 0 0,-1 1 0 0 0,0 0 0 0 0,0 0 0 0 0,-1 1 0 0 0,1-1 0 0 0,0 1 0 0 0,-1-1 0 0 0,4 5 0 0 0,9 9 0 0 0,0 0 0 0 0,21 30 0 0 0,-13-16 0 0 0,-10-11 46 0 0,-1 0 1 0 0,0 1-1 0 0,-2 1 1 0 0,0 0-1 0 0,9 29 1 0 0,21 39-126 0 0,-32-74 72 0 0,0-1 0 0 0,1 0 0 0 0,1-1 0 0 0,0 0 0 0 0,0-1-1 0 0,2 0 1 0 0,-1-1 0 0 0,2 0 0 0 0,20 13 0 0 0,9 1 19 0 0,90 39-1 0 0,-123-60-14 0 0,0 0-1 0 0,1-1 1 0 0,-1 0 0 0 0,1 0-1 0 0,0-2 1 0 0,0 1 0 0 0,0-1-1 0 0,0-1 1 0 0,0 0 0 0 0,0 0-1 0 0,0-1 1 0 0,0-1 0 0 0,-1 0-1 0 0,1 0 1 0 0,0-1 0 0 0,-1 0-1 0 0,0-1 1 0 0,1 0 0 0 0,-1-1-1 0 0,-1 0 1 0 0,1 0 0 0 0,-1-1-1 0 0,0-1 1 0 0,0 1 0 0 0,7-9-1 0 0,9-7-197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17:29.51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 93 456 0 0,'-1'-2'265'0'0,"-1"0"0"0"0,0 0 1 0 0,1-1-1 0 0,-1 1 0 0 0,1-1 0 0 0,0 1 0 0 0,-1-1 0 0 0,1 1 0 0 0,1-1 1 0 0,-1 0-1 0 0,0 1 0 0 0,1-1 0 0 0,-1 0 0 0 0,1 0 0 0 0,0 0 0 0 0,0 1 1 0 0,0-1-1 0 0,0 0 0 0 0,0 0 0 0 0,1 0 0 0 0,-1 1 0 0 0,2-5 0 0 0,1-22 5232 0 0,-2 125 656 0 0,4 3-4828 0 0,-2-57-1409 0 0,3-1-1 0 0,18 73 1 0 0,55 264 140 0 0,-61-271-48 0 0,50 326 56 0 0,-30-12-46 0 0,-6-46 28 0 0,-22-297-85 0 0,-3-17-122 0 0,3 0 1 0 0,29 101-1 0 0,-33-147-326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17:30.30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88 1 3225 0 0,'-2'0'277'0'0,"1"0"162"0"0,0 0-1 0 0,-1 0 1 0 0,1 0 0 0 0,0 1-1 0 0,-1-1 1 0 0,1 0 0 0 0,0 1-1 0 0,-1-1 1 0 0,1 1 0 0 0,0 0-1 0 0,0-1 1 0 0,0 1-1 0 0,-1 0 1 0 0,1 0 0 0 0,0-1-1 0 0,0 1 1 0 0,-1 2 0 0 0,-14 24 2060 0 0,11-12-2572 0 0,1 0 1 0 0,-3 21-1 0 0,5-25 790 0 0,-10 63-360 0 0,-4 137-1 0 0,19 76 323 0 0,-2-261-568 0 0,7 196 361 0 0,41 241 1 0 0,12-153-471 0 0,17 113 1464 0 0,-68-368-1217 0 0,2-1 0 0 0,35 94 1 0 0,10 39 150 0 0,-57-187-421 0 0,0 0 1 0 0,0 1-1 0 0,0-1 0 0 0,0 0 1 0 0,0 0-1 0 0,0 1 0 0 0,0-1 0 0 0,0 0 1 0 0,0 0-1 0 0,0 1 0 0 0,0-1 1 0 0,0 0-1 0 0,0 0 0 0 0,0 1 0 0 0,0-1 1 0 0,0 0-1 0 0,0 0 0 0 0,0 0 1 0 0,0 1-1 0 0,0-1 0 0 0,0 0 0 0 0,0 0 1 0 0,0 1-1 0 0,1-1 0 0 0,-1 0 1 0 0,0 0-1 0 0,0 0 0 0 0,0 1 0 0 0,0-1 1 0 0,1 0-1 0 0,-1 0 0 0 0,0 0 1 0 0,0 0-1 0 0,0 0 0 0 0,1 1 0 0 0,-1-1 1 0 0,0 0-1 0 0,0 0 0 0 0,1 0 1 0 0,-1 0-1 0 0,0 0 0 0 0,0 0 0 0 0,1 0 1 0 0,-1 0-1 0 0,0 0 0 0 0,0 0 1 0 0,1 0-1 0 0,-1 0 0 0 0,0 0 0 0 0,0 0 1 0 0,1 0-1 0 0,-1 0 0 0 0,0 0 1 0 0,0 0-1 0 0,0 0 0 0 0,1 0 0 0 0,-1 0 1 0 0,0-1-1 0 0,0 1 0 0 0,1 0 1 0 0,-1 0-1 0 0,0 0 0 0 0,10-16-3088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17:31.1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37 1 3225 0 0,'-2'1'200'0'0,"1"0"0"0"0,-1 0 0 0 0,0 0 0 0 0,0 1 0 0 0,0-1 0 0 0,1 1 0 0 0,-1-1 0 0 0,1 1 0 0 0,-1 0 1 0 0,1-1-1 0 0,0 1 0 0 0,-1 0 0 0 0,1 0 0 0 0,0 0 0 0 0,0 0 0 0 0,1 0 0 0 0,-1 0 0 0 0,0 0 0 0 0,1 0 0 0 0,-1 1 1 0 0,0 3-1 0 0,-4 58 4394 0 0,4-40-3748 0 0,-2 28-85 0 0,3 0 0 0 0,2-1 1 0 0,12 72-1 0 0,42 152-634 0 0,0-9 147 0 0,-9 180-20 0 0,-20-161 700 0 0,6 504 2602 0 0,-33-779-3520 0 0,0-6-37 0 0,-1 1 0 0 0,1-1 0 0 0,0 1 0 0 0,0-1 0 0 0,1 1 0 0 0,-1-1 1 0 0,1 1-1 0 0,0-1 0 0 0,0 1 0 0 0,1-1 0 0 0,2 7 0 0 0,-1-9-401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17:31.9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 32 6449 0 0,'-2'-32'9828'0'0,"0"47"-8488"0"0,2-15-1340 0 0,-2 47 872 0 0,3 47 1 0 0,0-4-591 0 0,-2-34-253 0 0,6 312 110 0 0,-5 15-95 0 0,-4-100 12 0 0,6-221-43 0 0,3 0 0 0 0,20 94 0 0 0,46 298 1947 0 0,-42-275-1555 0 0,0 13-167 0 0,-28-185-1222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18:34.14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 4 4609 0 0,'0'0'190'0'0,"-1"-1"1"0"0,1 1-1 0 0,-1-1 1 0 0,0 1-1 0 0,1 0 0 0 0,-1 0 1 0 0,0-1-1 0 0,1 1 1 0 0,-1 0-1 0 0,0 0 1 0 0,1 0-1 0 0,-1-1 0 0 0,0 1 1 0 0,1 0-1 0 0,-1 0 1 0 0,0 0-1 0 0,0 0 1 0 0,1 0-1 0 0,-1 0 0 0 0,0 1 1 0 0,1-1-1 0 0,-1 0 1 0 0,0 0-1 0 0,0 0 0 0 0,1 1 1 0 0,-2 0-1 0 0,11 16 6037 0 0,-1-3-7063 0 0,234 494 6852 0 0,-239-501-6074 0 0,1 3-980 0 0,0 0 1 0 0,0 0-1 0 0,-1 0 1 0 0,0 0-1 0 0,3 20 1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18:34.5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1 303 6449 0 0,'27'-30'2709'0'0,"39"-55"-1"0"0,10-14-855 0 0,-65 87-1388 0 0,0 1 0 0 0,0 0-1 0 0,1 0 1 0 0,1 2 0 0 0,23-15 0 0 0,-34 23-399 0 0,0-1 0 0 0,0 1 1 0 0,0 0-1 0 0,0 0 1 0 0,1 0-1 0 0,-1 0 1 0 0,0 1-1 0 0,1-1 1 0 0,-1 1-1 0 0,0-1 1 0 0,1 1-1 0 0,-1 0 0 0 0,1 0 1 0 0,-1 0-1 0 0,1 0 1 0 0,-1 0-1 0 0,1 0 1 0 0,-1 1-1 0 0,0 0 1 0 0,1-1-1 0 0,-1 1 1 0 0,0 0-1 0 0,1 0 1 0 0,-1 0-1 0 0,0 0 0 0 0,0 0 1 0 0,0 1-1 0 0,0-1 1 0 0,0 1-1 0 0,0-1 1 0 0,2 3-1 0 0,-2-1-20 0 0,0-1 0 0 0,-1 1-1 0 0,1 0 1 0 0,-1 0 0 0 0,1 0 0 0 0,-1 0-1 0 0,0 0 1 0 0,0 0 0 0 0,0 0 0 0 0,-1 0-1 0 0,1 0 1 0 0,-1 1 0 0 0,1-1 0 0 0,-1 0-1 0 0,0 0 1 0 0,-1 1 0 0 0,1-1 0 0 0,0 0-1 0 0,-1 0 1 0 0,0 0 0 0 0,0 1 0 0 0,0-1-1 0 0,-2 4 1 0 0,-9 21-132 0 0,-2 0-1 0 0,-1-1 1 0 0,-1 0-1 0 0,-2-1 1 0 0,0-1-1 0 0,-2-1 1 0 0,-41 40-1 0 0,27-39-25 0 0,18-20-5305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18:34.89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5985 0 0,'3'0'868'0'0,"-1"0"-1"0"0,1 0 0 0 0,0 1 0 0 0,0-1 1 0 0,-1 1-1 0 0,1 0 0 0 0,-1 0 0 0 0,1 0 1 0 0,-1 0-1 0 0,1 0 0 0 0,4 3 0 0 0,-3-1-137 0 0,0 1 0 0 0,0-1 0 0 0,-1 1-1 0 0,1 0 1 0 0,5 7 0 0 0,1 5-548 0 0,0 0 0 0 0,11 30 0 0 0,-10-22 335 0 0,15 30-470 0 0,-3 2 1 0 0,-2 0-1 0 0,-2 1 1 0 0,16 85-1 0 0,-35-138-74 0 0,4 30-798 0 0,-4-33 661 0 0,0 1-1 0 0,0-1 0 0 0,0 1 1 0 0,0-1-1 0 0,0 0 0 0 0,0 1 1 0 0,-1-1-1 0 0,1 0 0 0 0,0 1 1 0 0,-1-1-1 0 0,1 0 0 0 0,-1 1 1 0 0,0-1-1 0 0,1 0 0 0 0,-1 0 1 0 0,0 0-1 0 0,1 1 0 0 0,-1-1 1 0 0,0 0-1 0 0,-1 1 0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18:35.24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6 197 16131 0 0,'1'0'125'0'0,"1"0"-1"0"0,-1 0 0 0 0,1 0 0 0 0,0 1 0 0 0,-1-1 1 0 0,1-1-1 0 0,-1 1 0 0 0,1 0 0 0 0,0 0 0 0 0,-1-1 0 0 0,1 1 1 0 0,-1 0-1 0 0,1-1 0 0 0,-1 0 0 0 0,0 1 0 0 0,3-2 1 0 0,27-16 40 0 0,-20 11 38 0 0,20-12 80 0 0,28-24 0 0 0,-33 22-497 0 0,2 2 1 0 0,36-19 0 0 0,-56 33 153 0 0,1 1 0 0 0,-1 1 0 0 0,1-1 1 0 0,0 2-1 0 0,0-1 0 0 0,1 1 0 0 0,-1 1 1 0 0,0-1-1 0 0,1 2 0 0 0,-1-1 0 0 0,1 1 1 0 0,13 2-1 0 0,-19-1 37 0 0,-1-1-1 0 0,1 1 1 0 0,0 0 0 0 0,0 0-1 0 0,0 0 1 0 0,-1 1 0 0 0,1 0 0 0 0,0-1-1 0 0,-1 1 1 0 0,0 0 0 0 0,1 1-1 0 0,-1-1 1 0 0,0 0 0 0 0,0 1 0 0 0,0 0-1 0 0,-1 0 1 0 0,1 0 0 0 0,3 5 0 0 0,-3-2-7 0 0,0-1 0 0 0,-1 0 0 0 0,0 1 0 0 0,-1-1 0 0 0,1 1 0 0 0,-1 0 0 0 0,0 0 0 0 0,0 0 0 0 0,-1-1 0 0 0,1 1 0 0 0,-2 8 0 0 0,-1 6 197 0 0,-1-1 0 0 0,-1 0 0 0 0,0 0 0 0 0,-2 0 0 0 0,0-1 0 0 0,-13 27 0 0 0,-3-2 507 0 0,-2-1 0 0 0,-2-1 1 0 0,-1-2-1 0 0,-47 51 1 0 0,26-38-1032 0 0,-3-2 0 0 0,-77 57 0 0 0,89-76-2725 0 0,23-18-3318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18:55.42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77 30 3225 0 0,'-29'-5'784'0'0,"25"5"-275"0"0,1 0 1 0 0,-1-1-1 0 0,0 1 0 0 0,0-1 1 0 0,0 0-1 0 0,0 0 1 0 0,-16-15 7776 0 0,20 16-8190 0 0,0 0 0 0 0,1 0 1 0 0,-1 0-1 0 0,0-1 0 0 0,0 1 1 0 0,0 0-1 0 0,0 0 0 0 0,0-1 0 0 0,0 1 1 0 0,0 0-1 0 0,0 0 0 0 0,-1-1 1 0 0,1 0 384 0 0,0 1-384 0 0,1 0 448 0 0,3 3 30 0 0,16 15-75 0 0,0 0 1 0 0,-2 1 0 0 0,0 1 0 0 0,29 43 0 0 0,-2-3-118 0 0,38 48 37 0 0,81 92-37 0 0,-139-173-231 0 0,41 55-1 0 0,-59-71-176 0 0,0 1 0 0 0,-1-1 0 0 0,0 1 0 0 0,-1 0 0 0 0,0 0 0 0 0,-1 1 0 0 0,0-1 0 0 0,3 24 0 0 0,-7-34-58 0 0,0-1 0 0 0,1 0 0 0 0,-1 1 0 0 0,0-1-1 0 0,-1 1 1 0 0,1-1 0 0 0,0 1 0 0 0,0-1 0 0 0,0 0-1 0 0,-1 1 1 0 0,1-1 0 0 0,-1 1 0 0 0,1-1-1 0 0,-1 0 1 0 0,-1 2 0 0 0,-12 7-3565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18:55.93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9 499 3193 0 0,'-1'-1'25'0'0,"0"0"1"0"0,1 1-1 0 0,-1-1 1 0 0,1 0-1 0 0,-1 1 0 0 0,1-1 1 0 0,-1 0-1 0 0,1 0 1 0 0,-1 0-1 0 0,1 1 1 0 0,-1-1-1 0 0,1 0 1 0 0,0 0-1 0 0,0 0 1 0 0,-1 0-1 0 0,1 0 0 0 0,0 0 1 0 0,0 0-1 0 0,0 1 1 0 0,0-1-1 0 0,0 0 1 0 0,0-1-1 0 0,-1-28 642 0 0,1 28-480 0 0,1-18 509 0 0,1-1 1 0 0,0 1 0 0 0,2 0-1 0 0,0 0 1 0 0,1 0 0 0 0,1 1-1 0 0,1 0 1 0 0,1 0 0 0 0,0 0-1 0 0,1 1 1 0 0,1 1 0 0 0,13-18-1 0 0,2-5 552 0 0,26-37 862 0 0,-45 70-1851 0 0,-1 0 1 0 0,1 1-1 0 0,0 0 0 0 0,0 0 1 0 0,1 0-1 0 0,-1 1 0 0 0,1 0 1 0 0,8-4-1 0 0,-14 8-219 0 0,1 0 0 0 0,-1 1 0 0 0,0-1 1 0 0,0 1-1 0 0,1-1 0 0 0,-1 1 0 0 0,0-1 0 0 0,1 1 0 0 0,-1 0 0 0 0,0 0 0 0 0,1 0 0 0 0,-1 0 1 0 0,0 0-1 0 0,1 0 0 0 0,-1 0 0 0 0,0 0 0 0 0,1 0 0 0 0,-1 1 0 0 0,0-1 0 0 0,0 0 0 0 0,1 1 0 0 0,-1 0 1 0 0,0-1-1 0 0,2 2 0 0 0,-1 0 13 0 0,0 0 0 0 0,0 0 1 0 0,0 0-1 0 0,0 0 0 0 0,-1 0 1 0 0,1 0-1 0 0,-1 1 0 0 0,0-1 0 0 0,1 1 1 0 0,-1-1-1 0 0,1 5 0 0 0,2 7 144 0 0,-1 0-1 0 0,0 1 0 0 0,1 22 1 0 0,-4-32-126 0 0,2 43-267 0 0,-2 0-1 0 0,-8 52 0 0 0,3-47-97 0 0,2 73-1 0 0,3-124 317 0 0,0 0 0 0 0,0 0-1 0 0,0 0 1 0 0,0 0-1 0 0,0 0 1 0 0,0 0-1 0 0,1 0 1 0 0,-1 0 0 0 0,1 0-1 0 0,0 0 1 0 0,-1 0-1 0 0,1 0 1 0 0,0 0-1 0 0,0-1 1 0 0,0 1 0 0 0,0 0-1 0 0,1 0 1 0 0,-1-1-1 0 0,0 1 1 0 0,1-1-1 0 0,-1 1 1 0 0,1-1 0 0 0,-1 0-1 0 0,1 0 1 0 0,0 1-1 0 0,-1-1 1 0 0,1 0-1 0 0,0-1 1 0 0,0 1 0 0 0,0 0-1 0 0,0 0 1 0 0,0-1-1 0 0,0 1 1 0 0,0-1-1 0 0,0 0 1 0 0,0 1 0 0 0,0-1-1 0 0,0 0 1 0 0,0 0-1 0 0,0 0 1 0 0,0-1-1 0 0,0 1 1 0 0,0 0 0 0 0,4-2-1 0 0,10-3 243 0 0,0 0 0 0 0,0-1-1 0 0,-1 0 1 0 0,23-14 0 0 0,-20 11-161 0 0,20-12-61 0 0,-16 10 47 0 0,-1 0 0 0 0,36-13 0 0 0,-50 22-111 0 0,0 0 0 0 0,1 1 0 0 0,-1-1 0 0 0,1 1 0 0 0,-1 1 0 0 0,1-1 0 0 0,-1 1 0 0 0,1 1 0 0 0,-1-1 0 0 0,0 1 0 0 0,1 1 0 0 0,10 2 0 0 0,-15-2-196 0 0,0-1 1 0 0,0 0 0 0 0,0-1-1 0 0,0 1 1 0 0,0 0 0 0 0,0-1-1 0 0,0 0 1 0 0,0 1 0 0 0,1-1 0 0 0,-1-1-1 0 0,0 1 1 0 0,0 0 0 0 0,0-1-1 0 0,0 1 1 0 0,0-1 0 0 0,0 0-1 0 0,0 0 1 0 0,4-2 0 0 0,0-1-1150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18:56.2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29 3225 0 0,'11'-28'14634'0'0,"-10"28"-14471"0"0,8 14 2433 0 0,122 252-326 0 0,-100-212-2434 0 0,3-2 0 0 0,54 65 1 0 0,-52-81-3015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18:56.4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11 211 6913 0 0,'-1'-1'112'0'0,"0"0"-1"0"0,0 1 1 0 0,0-1-1 0 0,0 0 1 0 0,1 0-1 0 0,-1-1 0 0 0,0 1 1 0 0,1 0-1 0 0,-1 0 1 0 0,1 0-1 0 0,-1 0 1 0 0,1 0-1 0 0,-1-1 1 0 0,1 1-1 0 0,0 0 0 0 0,0 0 1 0 0,-1-1-1 0 0,1 1 1 0 0,0 0-1 0 0,0-1 1 0 0,0 1-1 0 0,1 0 0 0 0,-1 0 1 0 0,0-1-1 0 0,0 1 1 0 0,1 0-1 0 0,-1 0 1 0 0,1 0-1 0 0,-1-1 0 0 0,1 1 1 0 0,1-2-1 0 0,21-43 3476 0 0,-20 41-3071 0 0,4-6-66 0 0,0 1 1 0 0,0 0-1 0 0,1 0 0 0 0,0 1 1 0 0,1 0-1 0 0,17-15 0 0 0,-20 20-508 0 0,0-1 0 0 0,0 2 0 0 0,0-1 0 0 0,1 0 0 0 0,0 1-1 0 0,-1 0 1 0 0,1 1 0 0 0,0 0 0 0 0,0 0 0 0 0,1 0 0 0 0,-1 1-1 0 0,15-1 1 0 0,-9 3-1449 0 0,1 3-4114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18:56.68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1 302 6913 0 0,'88'-151'5673'0'0,"-27"53"-3046"0"0,-56 89-2491 0 0,-1 1-127 0 0,0 1 0 0 0,0 0 1 0 0,1 0-1 0 0,7-7 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18:56.85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1 171 2304 0 0,'0'4'524'0'0,"0"0"-1"0"0,0 1 1 0 0,0-1-1 0 0,1 0 1 0 0,0 1-1 0 0,0-1 1 0 0,0 0-1 0 0,0 0 1 0 0,1 0-1 0 0,0 0 1 0 0,0 0-1 0 0,0 0 1 0 0,3 5-1 0 0,-4-9-338 0 0,0 1 0 0 0,-1 0-1 0 0,1 0 1 0 0,0 0 0 0 0,0-1-1 0 0,0 1 1 0 0,0 0 0 0 0,0-1-1 0 0,0 1 1 0 0,0-1 0 0 0,0 1 0 0 0,0-1-1 0 0,0 0 1 0 0,0 1 0 0 0,0-1-1 0 0,0 0 1 0 0,0 0 0 0 0,0 0-1 0 0,2 0 1 0 0,-1 0-31 0 0,0 0-1 0 0,-1-1 1 0 0,1 1-1 0 0,0-1 1 0 0,0 0-1 0 0,-1 1 1 0 0,1-1-1 0 0,0 0 1 0 0,-1 0-1 0 0,1 0 1 0 0,-1 0-1 0 0,0-1 1 0 0,1 1-1 0 0,-1 0 1 0 0,2-2-1 0 0,9-12 224 0 0,-1 0 0 0 0,-1-1 0 0 0,0 0 0 0 0,15-34 0 0 0,-15 28-1245 0 0,1 1 0 0 0,20-29 1 0 0,-12 27-1613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18:57.12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7834 0 0,'18'9'12953'0'0,"4"11"-10140"0"0,14 24-3161 0 0,48 78 714 0 0,49 64-360 0 0,-115-163-226 0 0,-11-12-86 0 0,1-1 0 0 0,1 0 0 0 0,0 0 0 0 0,0-1 0 0 0,1 0 0 0 0,0 0 0 0 0,1-1 0 0 0,11 7 0 0 0,-15-12-964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18:57.4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16 311 3225 0 0,'-1'0'16'0'0,"1"0"1"0"0,-1 0-1 0 0,1 0 0 0 0,-1 0 1 0 0,0 0-1 0 0,1 0 1 0 0,-1 0-1 0 0,1 0 1 0 0,-1 0-1 0 0,0-1 1 0 0,1 1-1 0 0,-1 0 0 0 0,1 0 1 0 0,-1-1-1 0 0,1 1 1 0 0,-1 0-1 0 0,1-1 1 0 0,-1 1-1 0 0,1-1 1 0 0,-1 1-1 0 0,1-1 0 0 0,0 1 1 0 0,-1 0-1 0 0,1-1 1 0 0,0 1-1 0 0,-1-1 1 0 0,1 0-1 0 0,0 1 1 0 0,-1-1-1 0 0,1 1 0 0 0,0-2 1 0 0,2-23 754 0 0,17-23 2010 0 0,-8 30-1520 0 0,1 2 1 0 0,0 0-1 0 0,1 0 0 0 0,1 1 0 0 0,25-21 1 0 0,-23 23-883 0 0,0 0-1 0 0,2 1 1 0 0,-1 1 0 0 0,1 0 0 0 0,1 2-1 0 0,0 0 1 0 0,0 1 0 0 0,1 0 0 0 0,25-5 0 0 0,-28 12-257 0 0,0 0 0 0 0,0 0 1 0 0,0 2-1 0 0,0 0 1 0 0,-1 1-1 0 0,1 1 0 0 0,0 0 1 0 0,-1 1-1 0 0,0 1 1 0 0,0 1-1 0 0,0 0 0 0 0,-1 1 1 0 0,0 0-1 0 0,0 1 1 0 0,0 1-1 0 0,-1 1 0 0 0,20 17 1 0 0,-30-23-99 0 0,-1-1 1 0 0,1 1-1 0 0,-1 0 0 0 0,0 0 1 0 0,0 0-1 0 0,0 1 0 0 0,0-1 1 0 0,-1 1-1 0 0,0 0 1 0 0,0-1-1 0 0,0 1 0 0 0,0 0 1 0 0,-1 0-1 0 0,0 0 0 0 0,0 0 1 0 0,0 9-1 0 0,-1-5 24 0 0,-1 0 0 0 0,0 0 0 0 0,-1 0 0 0 0,0 0 0 0 0,0 0 0 0 0,-1-1 1 0 0,0 1-1 0 0,-7 13 0 0 0,-1 1-17 0 0,-93 176 402 0 0,72-167-4350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18:25.24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59 363 9674 0 0,'-2'0'28'0'0,"1"1"0"0"0,-1-1 0 0 0,1 0 0 0 0,-1 1 0 0 0,1-1 0 0 0,-1 0 1 0 0,1 0-1 0 0,-1 0 0 0 0,1 0 0 0 0,-1 0 0 0 0,1-1 0 0 0,-1 1 0 0 0,1 0 0 0 0,-1-1 0 0 0,1 1 0 0 0,0-1 0 0 0,-1 1 0 0 0,1-1 0 0 0,-1 0 0 0 0,1 1 1 0 0,0-1-1 0 0,0 0 0 0 0,0 0 0 0 0,-1 0 0 0 0,0-2 0 0 0,0 0 79 0 0,-1 0 0 0 0,1 0 1 0 0,1 0-1 0 0,-1 0 0 0 0,0-1 0 0 0,1 1 1 0 0,0-1-1 0 0,0 1 0 0 0,0-1 0 0 0,-1-5 0 0 0,1 0 48 0 0,0-1-1 0 0,0 1 0 0 0,1-1 0 0 0,1 1 0 0 0,-1-1 0 0 0,1 1 0 0 0,1-1 1 0 0,3-10-1 0 0,2 2 29 0 0,1 0-1 0 0,1 1 1 0 0,1 0 0 0 0,0 0 0 0 0,15-17 0 0 0,-18 24-50 0 0,1 1-1 0 0,0 1 1 0 0,0-1 0 0 0,1 1 0 0 0,0 1-1 0 0,1-1 1 0 0,0 2 0 0 0,0-1 0 0 0,18-7-1 0 0,-24 12-107 0 0,0 1-1 0 0,0 0 1 0 0,0 0-1 0 0,0 0 1 0 0,0 0-1 0 0,0 1 1 0 0,0-1-1 0 0,0 1 1 0 0,0 0-1 0 0,0 0 0 0 0,0 1 1 0 0,0-1-1 0 0,0 1 1 0 0,0 0-1 0 0,0 0 1 0 0,6 3-1 0 0,-4-1-13 0 0,0 0 0 0 0,0 1 0 0 0,0 0 0 0 0,-1 0 0 0 0,0 0 0 0 0,0 0 0 0 0,0 1-1 0 0,-1 0 1 0 0,7 8 0 0 0,-1 1-73 0 0,-1 1-1 0 0,-1 0 0 0 0,0 0 1 0 0,-1 0-1 0 0,0 1 1 0 0,-2 1-1 0 0,6 20 0 0 0,-7-15 62 0 0,-1 1 0 0 0,0 0 0 0 0,-2 0 0 0 0,-1 0 0 0 0,-5 43 0 0 0,-30 112 3603 0 0,30-157-2707 0 0,4-20-826 0 0,1 0 0 0 0,-1 1 0 0 0,1-1 0 0 0,-1 0 0 0 0,1 0 0 0 0,0 0 0 0 0,-1 1 0 0 0,1-1 1 0 0,0 0-1 0 0,0 0 0 0 0,0 0 0 0 0,0 1 0 0 0,0-1 0 0 0,0 0 0 0 0,1 0 0 0 0,-1 1 0 0 0,0-1 0 0 0,1 0 1 0 0,-1 0-1 0 0,0 0 0 0 0,1 1 0 0 0,0-1 0 0 0,-1 0 0 0 0,1 0 0 0 0,1 1 0 0 0,-1-2-3 0 0,1 0 0 0 0,0 0-1 0 0,-1 0 1 0 0,1 0 0 0 0,-1 0-1 0 0,1-1 1 0 0,0 1-1 0 0,-1 0 1 0 0,1-1 0 0 0,-1 0-1 0 0,1 1 1 0 0,-1-1 0 0 0,1 0-1 0 0,-1 0 1 0 0,0 0 0 0 0,1 0-1 0 0,-1 0 1 0 0,0 0 0 0 0,0 0-1 0 0,1-1 1 0 0,35-32-691 0 0,-1-1 1 0 0,34-44-1 0 0,45-45-1639 0 0,-62 77-2365 0 0,-27 24-879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18:25.72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32 7834 0 0,'1'-3'243'0'0,"1"1"1"0"0,-1 0-1 0 0,1-1 1 0 0,0 1-1 0 0,0 0 1 0 0,0 0-1 0 0,0 0 1 0 0,0 0-1 0 0,0 1 1 0 0,0-1-1 0 0,0 0 1 0 0,1 1-1 0 0,-1 0 1 0 0,1-1-1 0 0,4 0 1 0 0,-7 2-108 0 0,1-1 1 0 0,0 1-1 0 0,0 0 1 0 0,0 0 0 0 0,0 0-1 0 0,0 0 1 0 0,-1 0 0 0 0,1 1-1 0 0,0-1 1 0 0,0 0-1 0 0,0 0 1 0 0,0 0 0 0 0,-1 1-1 0 0,1-1 1 0 0,0 0-1 0 0,0 1 1 0 0,-1-1 0 0 0,1 1-1 0 0,0-1 1 0 0,0 2-1 0 0,1-1-81 0 0,-1 1 0 0 0,0-1 0 0 0,0 1 0 0 0,0 0 0 0 0,0-1-1 0 0,0 1 1 0 0,0 0 0 0 0,0 0 0 0 0,-1 0 0 0 0,1 0 0 0 0,-1-1-1 0 0,1 4 1 0 0,14 73 471 0 0,1 16 873 0 0,56 179 1 0 0,-69-267-1273 0 0,-1 1 0 0 0,1-1 0 0 0,0 0 0 0 0,0 0 1 0 0,1 0-1 0 0,-1 0 0 0 0,8 8 0 0 0,-9-13-84 0 0,-1 0 1 0 0,0 1-1 0 0,1-1 1 0 0,-1 0-1 0 0,1 0 1 0 0,-1 0-1 0 0,1-1 1 0 0,-1 1-1 0 0,1 0 1 0 0,0-1-1 0 0,0 1 1 0 0,-1-1-1 0 0,1 1 1 0 0,0-1-1 0 0,0 0 1 0 0,-1 0-1 0 0,1 0 1 0 0,0 0-1 0 0,0 0 0 0 0,0 0 1 0 0,-1 0-1 0 0,1 0 1 0 0,0-1-1 0 0,0 1 1 0 0,-1-1-1 0 0,1 1 1 0 0,0-1-1 0 0,-1 0 1 0 0,1 0-1 0 0,-1 0 1 0 0,1 0-1 0 0,-1 0 1 0 0,2-1-1 0 0,22-18 214 0 0,0 0 0 0 0,-2-2 0 0 0,-1 0 0 0 0,20-27 0 0 0,31-30-446 0 0,-8 17-612 0 0,-8 8-2923 0 0,-37 35-2824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18:26.0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14283 0 0,'7'0'61'0'0,"-2"-1"52"0"0,0 1 0 0 0,-1 0 0 0 0,1 1-1 0 0,-1-1 1 0 0,1 1 0 0 0,7 2 0 0 0,-10-2-106 0 0,1 0-1 0 0,-1 1 1 0 0,0-1 0 0 0,0 1 0 0 0,0 0-1 0 0,0-1 1 0 0,0 1 0 0 0,0 0 0 0 0,0 0-1 0 0,0 0 1 0 0,-1 0 0 0 0,1 1 0 0 0,-1-1-1 0 0,2 4 1 0 0,7 15-127 0 0,0 1 0 0 0,-2 0 0 0 0,0 1 0 0 0,-2 0 0 0 0,5 29-1 0 0,11 122-281 0 0,-21-164 428 0 0,0 4-33 0 0,20 169-1121 0 0,-18-168 152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18:26.27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1 309 11058 0 0,'8'-10'877'0'0,"0"0"-1"0"0,1 1 1 0 0,1 0 0 0 0,18-14-1 0 0,-1 1-275 0 0,113-105-574 0 0,-50 42-7133 0 0,-76 72 6393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18:26.5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0 256 12443 0 0,'2'0'190'0'0,"1"-1"-1"0"0,-1 1 1 0 0,0-1 0 0 0,1 0 0 0 0,-1 1 0 0 0,0-1 0 0 0,0 0 0 0 0,0 0-1 0 0,0-1 1 0 0,3-1 0 0 0,26-23 228 0 0,-2-2 0 0 0,38-44 0 0 0,-37 37-2041 0 0,51-45 0 0 0,-74 76 1611 0 0,-2 5-48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18:26.70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1 312 11979 0 0,'0'0'27'0'0,"0"0"0"0"0,-1 0 0 0 0,1 0 0 0 0,0 0 0 0 0,0 0 0 0 0,0 1 0 0 0,0-1 0 0 0,0 0 0 0 0,0 0 0 0 0,0 0 0 0 0,0 0 0 0 0,0 0 0 0 0,0 0 1 0 0,0 0-1 0 0,0 1 0 0 0,0-1 0 0 0,1 0 0 0 0,-1 0 0 0 0,0 0 0 0 0,0 0 0 0 0,0 0 0 0 0,0 0 0 0 0,0 0 0 0 0,0 0 0 0 0,0 0 0 0 0,0 1 0 0 0,0-1 1 0 0,0 0-1 0 0,0 0 0 0 0,0 0 0 0 0,0 0 0 0 0,0 0 0 0 0,1 0 0 0 0,-1 0 0 0 0,0 0 0 0 0,0 0 0 0 0,0 0 0 0 0,0 0 0 0 0,0 0 0 0 0,0 0 0 0 0,0 0 1 0 0,0 0-1 0 0,1 0 0 0 0,-1 0 0 0 0,0 0 0 0 0,0 0 0 0 0,0 0 0 0 0,0 0 0 0 0,0 0 0 0 0,0 0 0 0 0,0 0 0 0 0,1 0 0 0 0,-1 0 0 0 0,0 0 0 0 0,0 0 1 0 0,0 0-1 0 0,0 0 0 0 0,0 0 0 0 0,14-3 1117 0 0,13-6 67 0 0,-1-2-825 0 0,-1-1 0 0 0,-1-1 0 0 0,0-1 0 0 0,-1-1 0 0 0,0-1 0 0 0,-2-2 0 0 0,27-25-1 0 0,-29 24-1233 0 0,-1-1-1 0 0,-1-2 0 0 0,-1 1 0 0 0,18-33 0 0 0,-20 29 414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18:27.00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17972 0 0,'1'3'169'0'0,"-1"-1"1"0"0,1 0-1 0 0,0 0 1 0 0,0 1-1 0 0,0-1 1 0 0,1 0-1 0 0,-1 0 1 0 0,1 0-1 0 0,-1 0 1 0 0,1 0-1 0 0,-1 0 1 0 0,1-1-1 0 0,0 1 1 0 0,3 2-1 0 0,5 7-87 0 0,32 47-389 0 0,-3 2 0 0 0,-2 2-1 0 0,43 100 1 0 0,-79-160 259 0 0,70 142-3448 0 0,-59-121 2110 0 0,2-2 1 0 0,1 0-1 0 0,0 0 1 0 0,23 22-1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18:27.30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5 116 4609 0 0,'-1'-2'579'0'0,"1"2"-386"0"0,-1-1 0 0 0,1 1-1 0 0,0-1 1 0 0,-1 1 0 0 0,1-1 0 0 0,0 1 0 0 0,0-1 0 0 0,-1 1 0 0 0,1-1 0 0 0,0 1 0 0 0,0-1 0 0 0,0 1-1 0 0,0-1 1 0 0,0 0 0 0 0,0 1 0 0 0,0-1 0 0 0,0 1 0 0 0,0-1 0 0 0,0 1 0 0 0,0-1 0 0 0,0 0 0 0 0,0 1 0 0 0,0-1-1 0 0,1 1 1 0 0,-1-1 0 0 0,0 1 0 0 0,0-1 0 0 0,1 1 0 0 0,-1-1 0 0 0,1 0 0 0 0,20-24 1692 0 0,31-16-1488 0 0,-44 36-333 0 0,-1 1 1 0 0,1 0-1 0 0,0 1 1 0 0,0 0 0 0 0,0 0-1 0 0,1 1 1 0 0,-1 0 0 0 0,0 0-1 0 0,1 1 1 0 0,0 0 0 0 0,-1 0-1 0 0,1 1 1 0 0,0 0 0 0 0,-1 1-1 0 0,1 0 1 0 0,0 0 0 0 0,-1 1-1 0 0,0 0 1 0 0,1 0 0 0 0,-1 1-1 0 0,0 0 1 0 0,0 1-1 0 0,8 4 1 0 0,-6-2-6 0 0,0 0 0 0 0,0 0 0 0 0,0 1 0 0 0,-1 1 0 0 0,0-1 0 0 0,0 1 0 0 0,-1 1 0 0 0,0 0 0 0 0,-1 0 0 0 0,0 1 0 0 0,0-1 0 0 0,-1 2 0 0 0,0-1 0 0 0,0 1 0 0 0,-2-1-1 0 0,6 16 1 0 0,-7-14 11 0 0,-1 1-1 0 0,0 0 0 0 0,0 0 0 0 0,-1 0 0 0 0,-1 0 1 0 0,0 0-1 0 0,-1 0 0 0 0,-1 0 0 0 0,0 0 1 0 0,0 0-1 0 0,-1 0 0 0 0,-9 21 0 0 0,8-23-193 0 0,-1-1 1 0 0,0 0-1 0 0,-1 0 0 0 0,0-1 0 0 0,0 1 0 0 0,-1-1 0 0 0,0-1 1 0 0,-1 0-1 0 0,0 0 0 0 0,0 0 0 0 0,-1-1 0 0 0,1 0 0 0 0,-2 0 1 0 0,1-1-1 0 0,-12 5 0 0 0,6-4-859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18:27.78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185 0 1840 0 0,'-17'30'6498'0'0,"-30"39"-5509"0"0,-63 96-593 0 0,109-164-318 0 0,0 1-1 0 0,0-1 0 0 0,0 0 0 0 0,0 1 0 0 0,0-1 0 0 0,0 1 0 0 0,0 0 0 0 0,1-1 1 0 0,-1 1-1 0 0,1 0 0 0 0,-1-1 0 0 0,1 1 0 0 0,-1 0 0 0 0,1-1 0 0 0,0 1 1 0 0,0 0-1 0 0,0 0 0 0 0,0-1 0 0 0,0 1 0 0 0,1 0 0 0 0,-1 0 0 0 0,0-1 0 0 0,1 1 1 0 0,-1 0-1 0 0,1-1 0 0 0,1 3 0 0 0,0-2 43 0 0,0-1 0 0 0,0 1-1 0 0,1-1 1 0 0,-1 1 0 0 0,1-1 0 0 0,-1 0 0 0 0,1 0-1 0 0,-1 0 1 0 0,1 0 0 0 0,0-1 0 0 0,-1 1 0 0 0,1-1-1 0 0,0 1 1 0 0,0-1 0 0 0,4 0 0 0 0,20 0 139 0 0,0 2 1 0 0,0 1-1 0 0,-1 2 0 0 0,0 0 1 0 0,0 2-1 0 0,0 0 1 0 0,-1 2-1 0 0,0 1 0 0 0,27 15 1 0 0,-51-25-195 0 0,-1 1-1 0 0,1-1 1 0 0,0 0 0 0 0,-1 1 0 0 0,1-1-1 0 0,0 1 1 0 0,-1-1 0 0 0,1 1 0 0 0,-1-1-1 0 0,1 1 1 0 0,-1-1 0 0 0,1 1 0 0 0,-1 0-1 0 0,1-1 1 0 0,-1 1 0 0 0,1 0 0 0 0,-1-1-1 0 0,0 1 1 0 0,1 0 0 0 0,-1-1 0 0 0,0 1-1 0 0,0 0 1 0 0,0 0 0 0 0,0-1 0 0 0,1 1-1 0 0,-1 0 1 0 0,0 0 0 0 0,0 0 0 0 0,0-1-1 0 0,-1 1 1 0 0,1 1 0 0 0,-1 0 44 0 0,0 0 1 0 0,0 0-1 0 0,0 0 1 0 0,0 0-1 0 0,-1-1 0 0 0,1 1 1 0 0,0 0-1 0 0,-1-1 0 0 0,0 1 1 0 0,1-1-1 0 0,-3 2 1 0 0,-6 4-171 0 0,0 0 0 0 0,0-1 1 0 0,-14 6-1 0 0,-6 0-4591 0 0,-3 1-1697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18:58.2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62 70 4609 0 0,'-16'-24'1142'0'0,"13"19"-340"0"0,1 1 0 0 0,0-1-1 0 0,-1 1 1 0 0,0 0-1 0 0,0 0 1 0 0,0 1-1 0 0,-1-1 1 0 0,1 0-1 0 0,-1 1 1 0 0,-11-2 5799 0 0,29 33-5961 0 0,-7-14-187 0 0,69 149 476 0 0,24 49-663 0 0,-78-172-259 0 0,2-1 1 0 0,1-1-1 0 0,33 37 0 0 0,-56-72-39 0 0,32 32-318 0 0,-32-34 200 0 0,-1 1 0 0 0,1-1 0 0 0,0 1-1 0 0,0-1 1 0 0,0 0 0 0 0,0 1 0 0 0,0-1-1 0 0,0 0 1 0 0,0-1 0 0 0,0 1 0 0 0,1 0-1 0 0,-1-1 1 0 0,0 1 0 0 0,1-1 0 0 0,-1 1-1 0 0,0-1 1 0 0,4 0 0 0 0,4-7-3723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18:58.59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9 489 4609 0 0,'-2'-4'608'0'0,"1"0"0"0"0,0 0 0 0 0,0 0 0 0 0,0 1 0 0 0,0-1 0 0 0,1 0 0 0 0,0 0 0 0 0,-1 0 0 0 0,2-7 0 0 0,-1 0 385 0 0,0 10-850 0 0,-1 0-1 0 0,1 0 0 0 0,0-1 0 0 0,0 1 0 0 0,-1 0 0 0 0,1 0 0 0 0,0 0 0 0 0,0 0 0 0 0,0 0 0 0 0,1-1 1 0 0,-1 1-1 0 0,0 0 0 0 0,0 0 0 0 0,1 0 0 0 0,-1 0 0 0 0,0 0 0 0 0,1 0 0 0 0,-1 0 0 0 0,1 0 0 0 0,0 0 0 0 0,-1 0 1 0 0,1 0-1 0 0,0 0 0 0 0,-1 0 0 0 0,1 0 0 0 0,0 0 0 0 0,0 1 0 0 0,0-1 0 0 0,0 0 0 0 0,0 1 0 0 0,0-1 0 0 0,0 0 1 0 0,0 1-1 0 0,0 0 0 0 0,0-1 0 0 0,0 1 0 0 0,0-1 0 0 0,0 1 0 0 0,0 0 0 0 0,2 0 0 0 0,3 0 32 0 0,0 1 0 0 0,0 0 0 0 0,0 0 0 0 0,1 0 0 0 0,-1 1 0 0 0,7 3 0 0 0,-11-5-176 0 0,90 35 695 0 0,48 15-392 0 0,-119-44-264 0 0,0-2 0 0 0,-1 0 0 0 0,1-1 0 0 0,0-1 0 0 0,25-2 0 0 0,-30 0 89 0 0,1-1 1 0 0,-1-1-1 0 0,1 0 0 0 0,-1-1 0 0 0,28-10 0 0 0,-41 12-72 0 0,0 0-1 0 0,0 0 0 0 0,0-1 1 0 0,0 1-1 0 0,0-1 0 0 0,0 0 1 0 0,0 0-1 0 0,0 0 1 0 0,-1 0-1 0 0,1 0 0 0 0,-1-1 1 0 0,0 1-1 0 0,0-1 0 0 0,1 0 1 0 0,-2 1-1 0 0,1-1 0 0 0,0 0 1 0 0,-1 0-1 0 0,1 0 0 0 0,-1 0 1 0 0,0 0-1 0 0,0-1 1 0 0,0 1-1 0 0,0 0 0 0 0,-1-1 1 0 0,1 1-1 0 0,-1 0 0 0 0,0-1 1 0 0,0 1-1 0 0,0 0 0 0 0,0-1 1 0 0,-1 1-1 0 0,1 0 0 0 0,-2-5 1 0 0,-2-6 25 0 0,-1 0-1 0 0,-1 1 1 0 0,1 0 0 0 0,-2 0-1 0 0,0 1 1 0 0,-1 0 0 0 0,-15-19-1 0 0,-74-75 678 0 0,69 77-693 0 0,-95-104-1851 0 0,119 130 591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18:58.9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37 35 5065 0 0,'-17'-22'9658'0'0,"-2"9"-3339"0"0,27 28-4701 0 0,80 107-1175 0 0,-21-29-244 0 0,111 121 0 0 0,-156-190-246 0 0,34 33 70 0 0,-50-52-89 0 0,1 0-1 0 0,-1 0 1 0 0,1 0 0 0 0,0-1-1 0 0,0 1 1 0 0,15 5 0 0 0,-22-10 15 0 0,-1-4-1537 0 0,1 4 1536 0 0,0 0 1 0 0,0 0 0 0 0,0-1 0 0 0,4 0-1691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18:59.24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 7 4609 0 0,'-18'-6'14340'0'0,"24"12"-11951"0"0,-6-6-2396 0 0,24 28 529 0 0,-1 1-1 0 0,-2 1 0 0 0,-1 0 0 0 0,23 47 1 0 0,18 27-487 0 0,-44-77-100 0 0,63 90 133 0 0,-66-99-123 0 0,1-1 1 0 0,0 0-1 0 0,2-1 0 0 0,20 16 0 0 0,-37-32 49 0 0,11 7-35 0 0,-10-7-15 0 0,-1 0 1 0 0,0 0-1 0 0,0 0 0 0 0,0 1 1 0 0,1-1-1 0 0,-1 0 1 0 0,0 0-1 0 0,0 0 0 0 0,0 0 1 0 0,1 0-1 0 0,-1 0 1 0 0,0 0-1 0 0,0 0 1 0 0,1 0-1 0 0,-1 0 0 0 0,0 0 1 0 0,0 0-1 0 0,1 0 1 0 0,-1 0-1 0 0,0 0 1 0 0,0 0-1 0 0,0-1 0 0 0,1 1 1 0 0,-1 0-1 0 0,0 0 1 0 0,0 0-1 0 0,0 0 0 0 0,1 0 1 0 0,-1 0-1 0 0,0-1 1 0 0,0 1-1 0 0,0 0 1 0 0,0 0-1 0 0,1 0 0 0 0,-1 0 1 0 0,0-1-1 0 0,0 1 1 0 0,0 0-1 0 0,0 0 0 0 0,0 0 1 0 0,0-1-1 0 0,0 1 1 0 0,1 0-1 0 0,-1 0 1 0 0,0-1-1 0 0,0 1 0 0 0,0 0 1 0 0,0 0-1 0 0,0 0 1 0 0,0-1-1 0 0,0 1 1 0 0,0 0-1 0 0,0 0 0 0 0,0-1 1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18:59.69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122 399 3225 0 0,'-9'-8'462'0'0,"0"-1"0"0"0,1 0 0 0 0,0-1 0 0 0,0 1 0 0 0,1-2 0 0 0,0 1 0 0 0,-5-13 0 0 0,0 3 375 0 0,6 10-202 0 0,0-1 1 0 0,1 1-1 0 0,0-1 1 0 0,1-1 0 0 0,0 1-1 0 0,1 0 1 0 0,0-1-1 0 0,1 0 1 0 0,0 0 0 0 0,1 0-1 0 0,0 0 1 0 0,1 0-1 0 0,0 0 1 0 0,4-22 0 0 0,-2 28-413 0 0,0 0 0 0 0,0 1 0 0 0,1-1 1 0 0,0 0-1 0 0,0 1 0 0 0,0 0 0 0 0,1 0 0 0 0,-1 0 1 0 0,1 0-1 0 0,6-5 0 0 0,-7 7-164 0 0,-1 0 0 0 0,1 0 1 0 0,0 1-1 0 0,0-1 0 0 0,0 1 0 0 0,0 0 0 0 0,1 0 1 0 0,-1 0-1 0 0,1 0 0 0 0,-1 1 0 0 0,1-1 0 0 0,0 1 0 0 0,-1 0 1 0 0,1 0-1 0 0,0 1 0 0 0,0-1 0 0 0,4 0 0 0 0,-6 2-58 0 0,-1-1 0 0 0,0 0-1 0 0,0 1 1 0 0,0-1-1 0 0,0 1 1 0 0,1 0-1 0 0,-1-1 1 0 0,0 1-1 0 0,0 0 1 0 0,0 0-1 0 0,0 0 1 0 0,0-1-1 0 0,0 1 1 0 0,-1 0-1 0 0,1 0 1 0 0,0 0-1 0 0,0 1 1 0 0,-1-1 0 0 0,1 0-1 0 0,-1 0 1 0 0,1 0-1 0 0,-1 0 1 0 0,1 1-1 0 0,-1-1 1 0 0,0 0-1 0 0,1 0 1 0 0,-1 1-1 0 0,0-1 1 0 0,0 2-1 0 0,0 45-52 0 0,-1-40 48 0 0,-4 43-901 0 0,-3 0-1 0 0,-21 74 1 0 0,-4 19-618 0 0,32-140 1448 0 0,0-1 1 0 0,1 1-1 0 0,-1 0 0 0 0,1-1 1 0 0,0 1-1 0 0,0-1 1 0 0,0 1-1 0 0,1-1 1 0 0,-1 1-1 0 0,1-1 0 0 0,0 1 1 0 0,0-1-1 0 0,0 1 1 0 0,0-1-1 0 0,2 4 0 0 0,-1-6 139 0 0,-1 1-1 0 0,1 0 1 0 0,0 0-1 0 0,0-1 1 0 0,0 1-1 0 0,0-1 1 0 0,0 0-1 0 0,0 0 1 0 0,0 1-1 0 0,0-1 1 0 0,0-1-1 0 0,1 1 1 0 0,-1 0-1 0 0,0 0 1 0 0,1-1-1 0 0,-1 1 1 0 0,0-1-1 0 0,1 0 1 0 0,-1 0-1 0 0,0 0 1 0 0,1 0-1 0 0,3-1 1 0 0,36-3 1556 0 0,0-3 1 0 0,49-13 0 0 0,-62 12-1237 0 0,0 1 1 0 0,0 1 0 0 0,1 2-1 0 0,-1 1 1 0 0,1 1 0 0 0,38 3 0 0 0,-47 8 358 0 0,-3-1-2973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18:17.98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 0 3225 0 0,'-4'0'136'0'0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18:18.1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10 2825 0 0,'-2'-7'128'0'0,"2"4"24"0"0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18:18.3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43 106 2304 0 0,'-3'-18'219'0'0,"3"10"628"0"0,-1 0-1 0 0,-1 0 1 0 0,0 0 0 0 0,0 0-1 0 0,0 0 1 0 0,-1 0-1 0 0,0 1 1 0 0,-5-10-1 0 0,-2 9 1848 0 0,4 15-219 0 0,5 17-513 0 0,9 4-1551 0 0,13 32 1 0 0,6 17-172 0 0,-17-31-184 0 0,7 81 1 0 0,1 8-1178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18:18.93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26 2304 0 0,'7'-12'11975'0'0,"-2"12"-13331"0"0,4 0 1591 0 0,-1 1 1 0 0,1 0-1 0 0,0 1 1 0 0,-1-1 0 0 0,1 2-1 0 0,-1-1 1 0 0,0 1-1 0 0,0 0 1 0 0,0 1-1 0 0,9 5 1 0 0,31 11 147 0 0,-34-16-322 0 0,1 0 0 0 0,0-1 0 0 0,0-1 1 0 0,1 0-1 0 0,-1-1 0 0 0,0-1 0 0 0,20-1 0 0 0,-29 0-60 0 0,0 0-1 0 0,1 0 1 0 0,-1 0-1 0 0,0-1 1 0 0,0 0-1 0 0,0 0 1 0 0,0-1-1 0 0,0 1 0 0 0,0-1 1 0 0,-1-1-1 0 0,0 1 1 0 0,1-1-1 0 0,-1 0 1 0 0,0 0-1 0 0,-1 0 1 0 0,1-1-1 0 0,-1 1 1 0 0,0-1-1 0 0,7-10 1 0 0,-7 8 569 0 0,-5 9-385 0 0,0 0 0 0 0,0 1 1 0 0,0-1-1 0 0,0 1 0 0 0,1-1 1 0 0,-1 0-1 0 0,1 1 0 0 0,0 4 0 0 0,9 72 719 0 0,-3-46-726 0 0,-2 0 1 0 0,-2 0-1 0 0,-1 1 0 0 0,-4 42 0 0 0,-8 56-258 0 0,9-124 141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18:19.22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 5065 0 0,'1'19'8313'0'0,"80"-32"-4801"0"0,36 7-3848 0 0,-90 5-143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18:19.70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89 4 2304 0 0,'-1'-1'267'0'0,"0"1"0"0"0,0-1 0 0 0,0 1 0 0 0,0 0 0 0 0,0-1 0 0 0,0 1 0 0 0,0 0-1 0 0,0 0 1 0 0,0 0 0 0 0,0 0 0 0 0,0 0 0 0 0,0 0 0 0 0,0 0 0 0 0,0 0-1 0 0,0 0 1 0 0,0 0 0 0 0,0 0 0 0 0,0 1 0 0 0,1-1 0 0 0,-1 0 0 0 0,0 1-1 0 0,0-1 1 0 0,0 1 0 0 0,0-1 0 0 0,0 1 0 0 0,0-1 0 0 0,1 1 0 0 0,-1 0-1 0 0,0-1 1 0 0,-1 3 0 0 0,-1-1 335 0 0,1 0 0 0 0,-1 0 0 0 0,1 1 0 0 0,0-1 0 0 0,0 1 0 0 0,0 0 0 0 0,-4 5 0 0 0,2 9-267 0 0,0 0 1 0 0,2 1 0 0 0,0-1-1 0 0,0 0 1 0 0,3 35 0 0 0,-2 14 229 0 0,-10 17-107 0 0,6-52-968 0 0,-2 50 0 0 0,17-95-5322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18:20.09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 1 1376 0 0,'-2'2'691'0'0,"0"0"0"0"0,0 0-1 0 0,1 0 1 0 0,-1 1-1 0 0,1-1 1 0 0,-1 0 0 0 0,1 1-1 0 0,0 0 1 0 0,0-1-1 0 0,0 1 1 0 0,0 0 0 0 0,-1 5-1 0 0,6-7-234 0 0,-1-1 0 0 0,0 0 0 0 0,1 1 0 0 0,-1-1 0 0 0,1 0 0 0 0,-1-1-1 0 0,0 1 1 0 0,1-1 0 0 0,5-1 0 0 0,-1 1 149 0 0,21 0 750 0 0,35 4 1 0 0,-44-1-1276 0 0,1-1-1 0 0,-1-2 1 0 0,1 1 0 0 0,31-7 0 0 0,-31 4-101 0 0,1 1-1 0 0,0 1 1 0 0,0 0 0 0 0,1 2-1 0 0,24 3 1 0 0,-45-4-45 0 0,0 0-1 0 0,-1 0 1 0 0,1 0 0 0 0,0 0-1 0 0,0-1 1 0 0,0 1 0 0 0,0-1 0 0 0,0 0-1 0 0,0 1 1 0 0,-1-1 0 0 0,1 0-1 0 0,0 0 1 0 0,-1 0 0 0 0,1 0-1 0 0,2-3 1 0 0,13-11-5518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18:20.35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 0 3225 0 0,'-2'3'773'0'0,"0"-1"1"0"0,1 1 0 0 0,-1-1-1 0 0,1 1 1 0 0,-1-1 0 0 0,1 1-1 0 0,0 0 1 0 0,0 0 0 0 0,0 0 0 0 0,1 0-1 0 0,-1 0 1 0 0,1-1 0 0 0,-1 7-1 0 0,2 46 3514 0 0,1-27-3941 0 0,-3 41-198 0 0,-1-36-1150 0 0,1 0 0 0 0,2 0 0 0 0,1 0 0 0 0,11 48 0 0 0,-8-65-886 0 0,-2-13 935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18:20.70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47 656 0 0,'60'2'10298'0'0,"-40"-3"-8539"0"0,-1-1-1 0 0,0-1 0 0 0,30-8 1 0 0,-27 5-1173 0 0,1 2 0 0 0,23-3 0 0 0,10 7-461 0 0,-42 1-231 0 0,0-1 0 0 0,0-1 1 0 0,1 0-1 0 0,-1-1 0 0 0,18-4 0 0 0,-16 1-550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18:32.70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80 50 5985 0 0,'-18'-18'3129'0'0,"-10"-9"1036"0"0,27 27-3977 0 0,1-1 0 0 0,-1 1 0 0 0,0-1 0 0 0,0 0 0 0 0,0 1 0 0 0,0 0 0 0 0,-1-1 0 0 0,1 1 0 0 0,0 0 0 0 0,0-1 0 0 0,0 1 1 0 0,0 0-1 0 0,0 0 0 0 0,0 0 0 0 0,0 0 0 0 0,-1 0 0 0 0,1 0 0 0 0,0 0 0 0 0,0 1 0 0 0,0-1 0 0 0,0 0 0 0 0,0 1 0 0 0,0-1 0 0 0,0 0 0 0 0,0 1 0 0 0,0-1 0 0 0,0 1 0 0 0,-1 0 0 0 0,2 0-105 0 0,-1-1 0 0 0,1 1 0 0 0,0-1 0 0 0,0 1 0 0 0,-1-1 0 0 0,1 1 0 0 0,0-1 0 0 0,0 1 0 0 0,0-1 0 0 0,0 1 0 0 0,0-1 0 0 0,-1 1 0 0 0,1-1 0 0 0,0 1 0 0 0,0-1 0 0 0,1 1 0 0 0,-1-1 0 0 0,0 1 0 0 0,0-1 0 0 0,0 1 0 0 0,0-1 0 0 0,0 1 0 0 0,0-1 0 0 0,1 1 0 0 0,-1-1 0 0 0,0 1 0 0 0,0-1 0 0 0,1 1 0 0 0,-1 0 0 0 0,13 19 355 0 0,-5-8-380 0 0,-3-1-53 0 0,-1 1 0 0 0,-1-1-1 0 0,1 1 1 0 0,-2 0 0 0 0,0 0 0 0 0,-1 0-1 0 0,1 13 1 0 0,-6 91 28 0 0,0-47-25 0 0,3-43-1 0 0,0-2 14 0 0,1 0 0 0 0,5 42 0 0 0,-4-61-29 0 0,-1 1 1 0 0,1-1-1 0 0,1 0 1 0 0,-1 0-1 0 0,1 0 1 0 0,0 0-1 0 0,0 0 1 0 0,1-1-1 0 0,-1 1 0 0 0,1 0 1 0 0,0-1-1 0 0,0 0 1 0 0,0 0-1 0 0,1 0 1 0 0,0 0-1 0 0,-1 0 0 0 0,2-1 1 0 0,4 4-1 0 0,4-1-701 0 0,0-4-229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18:33.40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21 169 1784 0 0,'-2'-2'317'0'0,"0"-1"-1"0"0,0 1 0 0 0,0-1 1 0 0,0 0-1 0 0,1 0 0 0 0,-1 0 1 0 0,1 0-1 0 0,-1 0 0 0 0,1 0 0 0 0,0 0 1 0 0,0 0-1 0 0,1-1 0 0 0,-1 1 1 0 0,0 0-1 0 0,1 0 0 0 0,0-7 1 0 0,3 7 240 0 0,1 1 1 0 0,-1-1 0 0 0,1 1 0 0 0,0 0 0 0 0,0 0-1 0 0,0 0 1 0 0,0 1 0 0 0,0-1 0 0 0,0 1 0 0 0,0 0-1 0 0,5-1 1 0 0,-3 1 126 0 0,6-2-407 0 0,-1 0 0 0 0,1 1 0 0 0,-1 0 0 0 0,1 1 0 0 0,-1 0 0 0 0,23 3 0 0 0,-5 2 979 0 0,40 10 1 0 0,-4 0-596 0 0,-28-9-672 0 0,56 0 0 0 0,-18-2 15 0 0,-71-3-93 0 0,0 0 1 0 0,0 0-1 0 0,0 0 1 0 0,0-1 0 0 0,0 0-1 0 0,0 0 1 0 0,0 0-1 0 0,0 0 1 0 0,6-3 0 0 0,32-20-4305 0 0,0 0-2937 0 0,-34 20 7539 0 0,-1 0 1 0 0,0-1 0 0 0,-1 0-1 0 0,1 0 1 0 0,-1 0 0 0 0,0-1-1 0 0,8-10 1 0 0,1 0 2016 0 0,-21 51 2407 0 0,1-16-4239 0 0,2 1 0 0 0,0 0 0 0 0,1 0 0 0 0,1 0-1 0 0,1 0 1 0 0,1 0 0 0 0,4 23 0 0 0,6 12 1190 0 0,22 67-1 0 0,-28-104-1547 0 0,1-2-23 0 0,-2 0 0 0 0,1 1 0 0 0,-2-1 0 0 0,0 1 0 0 0,-1 0 0 0 0,-1-1 0 0 0,-1 1 0 0 0,0 0 1 0 0,-1 0-1 0 0,-3 17 0 0 0,4-33-42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18:33.70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3 200 9218 0 0,'0'0'27'0'0,"0"0"1"0"0,0 0-1 0 0,0 0 0 0 0,0-1 1 0 0,0 1-1 0 0,0 0 0 0 0,0 0 1 0 0,0 0-1 0 0,0 0 0 0 0,1 0 0 0 0,-1 0 1 0 0,0 0-1 0 0,0 0 0 0 0,0-1 1 0 0,0 1-1 0 0,0 0 0 0 0,0 0 1 0 0,0 0-1 0 0,0 0 0 0 0,0 0 1 0 0,0 0-1 0 0,0 0 0 0 0,0 0 1 0 0,0-1-1 0 0,0 1 0 0 0,0 0 1 0 0,0 0-1 0 0,0 0 0 0 0,0 0 1 0 0,0 0-1 0 0,-1 0 0 0 0,1 0 1 0 0,0 0-1 0 0,0-1 0 0 0,0 1 1 0 0,0 0-1 0 0,0 0 0 0 0,0 0 0 0 0,0 0 1 0 0,0 0-1 0 0,0 0 0 0 0,0 0 1 0 0,0 0-1 0 0,0 0 0 0 0,-1 0 1 0 0,1 0-1 0 0,0 0 0 0 0,0 0 1 0 0,0-1-1 0 0,0 1 0 0 0,0 0 1 0 0,0 0-1 0 0,0 0 0 0 0,0 0 1 0 0,-1 0-1 0 0,1 0 0 0 0,0 0 1 0 0,0 0-1 0 0,0 0 0 0 0,12-15 1071 0 0,17-16 478 0 0,-16 20-1032 0 0,0 1 1 0 0,1 0-1 0 0,1 1 0 0 0,0 1 1 0 0,0 0-1 0 0,0 1 1 0 0,1 0-1 0 0,0 1 0 0 0,0 1 1 0 0,22-3-1 0 0,17-1 436 0 0,101-3-1 0 0,9-1-956 0 0,-47-7-3157 0 0,-88 14-3567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19:14.64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 5 2304 0 0,'0'-1'34'0'0,"0"1"-1"0"0,1 0 1 0 0,-1 0-1 0 0,0-1 1 0 0,0 1-1 0 0,0 0 0 0 0,0 0 1 0 0,1 0-1 0 0,-1-1 1 0 0,0 1-1 0 0,0 0 0 0 0,0 0 1 0 0,1 0-1 0 0,-1 0 1 0 0,0 0-1 0 0,0-1 0 0 0,1 1 1 0 0,-1 0-1 0 0,0 0 1 0 0,0 0-1 0 0,1 0 1 0 0,-1 0-1 0 0,0 0 0 0 0,0 0 1 0 0,1 0-1 0 0,-1 0 1 0 0,0 0-1 0 0,1 0 0 0 0,-1 0 1 0 0,0 0-1 0 0,0 0 1 0 0,1 0-1 0 0,-1 0 0 0 0,0 0 1 0 0,0 0-1 0 0,1 1 1 0 0,-1-1-1 0 0,0 0 1 0 0,0 0-1 0 0,1 0 0 0 0,-1 0 1 0 0,0 1-1 0 0,0-1 1 0 0,0 0-1 0 0,1 0 0 0 0,-1 0 1 0 0,0 1-1 0 0,0-1 1 0 0,0 0-1 0 0,0 0 0 0 0,0 0 1 0 0,1 1-1 0 0,-1-1 1 0 0,0 0-1 0 0,0 0 0 0 0,0 1 1 0 0,3 7 525 0 0,0 0 0 0 0,-1 0 0 0 0,0 0 0 0 0,0 1 0 0 0,0-1 0 0 0,-1 0 0 0 0,-1 1 1 0 0,0 11-1 0 0,-13 4 3033 0 0,11-22-3457 0 0,1 0 0 0 0,0 0 0 0 0,-1 0 0 0 0,1 0 0 0 0,0 0 0 0 0,0 0-1 0 0,0 1 1 0 0,0-1 0 0 0,0 0 0 0 0,1 1 0 0 0,-1-1 0 0 0,1 1 0 0 0,-1-1 0 0 0,1 3 0 0 0,-13 277 2204 0 0,0-74-1539 0 0,10-105 309 0 0,11 118 1 0 0,-5-152-1079 0 0,-4-51-574 0 0,2-1 0 0 0,0 1-1 0 0,1-1 1 0 0,1 0 0 0 0,5 21-1 0 0,-4-27-791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19:15.12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43 123 2745 0 0,'-1'0'204'0'0,"-1"-1"-1"0"0,0 1 1 0 0,1 1 0 0 0,-1-1 0 0 0,0 0 0 0 0,1 0 0 0 0,-1 1 0 0 0,1-1 0 0 0,-1 1 0 0 0,0-1 0 0 0,1 1 0 0 0,-1 0 0 0 0,1-1 0 0 0,0 1 0 0 0,-1 0-1 0 0,1 0 1 0 0,0 0 0 0 0,-1 0 0 0 0,1 0 0 0 0,0 0 0 0 0,0 1 0 0 0,0-1 0 0 0,-2 2 0 0 0,2 0 202 0 0,0 0 1 0 0,0 0-1 0 0,0 0 0 0 0,0 0 1 0 0,1 0-1 0 0,-1 0 1 0 0,1 0-1 0 0,0 0 0 0 0,0 0 1 0 0,0 0-1 0 0,0 6 0 0 0,2 0 101 0 0,0 0-1 0 0,0 1 0 0 0,0-1 0 0 0,1-1 0 0 0,1 1 0 0 0,0 0 0 0 0,7 12 0 0 0,9 9-179 0 0,27 29 0 0 0,-39-49-301 0 0,1-1 0 0 0,0 0-1 0 0,1 0 1 0 0,0-1 0 0 0,1-1 0 0 0,16 11-1 0 0,-23-16 36 0 0,1 0 0 0 0,-1 0-1 0 0,0-1 1 0 0,1 1 0 0 0,-1-1-1 0 0,0 0 1 0 0,1 0 0 0 0,0-1 0 0 0,-1 1-1 0 0,1-1 1 0 0,-1 0 0 0 0,1 0-1 0 0,0 0 1 0 0,-1-1 0 0 0,1 0-1 0 0,7-2 1 0 0,-5 0 70 0 0,-1 0 0 0 0,0 0 0 0 0,0 0 0 0 0,-1-1 0 0 0,1 0 0 0 0,-1 0 0 0 0,0 0 0 0 0,0-1 0 0 0,0 0 0 0 0,6-6 0 0 0,2-8 110 0 0,0 0 0 0 0,-2 0 0 0 0,0-1 0 0 0,-1 0 0 0 0,12-37 0 0 0,4-25-298 0 0,-16 45-2102 0 0,24-53 0 0 0,-25 70-4085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19:16.02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101 66 3225 0 0,'-1'-22'703'0'0,"1"19"-287"0"0,0 1-1 0 0,0-1 1 0 0,0 0 0 0 0,0 0-1 0 0,-1 0 1 0 0,1 0-1 0 0,-1 0 1 0 0,1 1-1 0 0,-1-1 1 0 0,0 0-1 0 0,0 1 1 0 0,0-1 0 0 0,-3-4-1 0 0,3 7-291 0 0,1 0 0 0 0,-1 0-1 0 0,1 0 1 0 0,-1 0 0 0 0,1 0-1 0 0,-1 0 1 0 0,1 1 0 0 0,-1-1 0 0 0,1 0-1 0 0,-1 0 1 0 0,1 0 0 0 0,-1 1-1 0 0,1-1 1 0 0,0 0 0 0 0,-1 1 0 0 0,1-1-1 0 0,-1 0 1 0 0,1 1 0 0 0,0-1 0 0 0,-1 1-1 0 0,1-1 1 0 0,0 1 0 0 0,0-1-1 0 0,-1 0 1 0 0,1 1 0 0 0,0-1 0 0 0,0 1-1 0 0,0-1 1 0 0,0 1 0 0 0,0-1-1 0 0,-1 1 1 0 0,1-1 0 0 0,0 1 0 0 0,0-1-1 0 0,0 1 1 0 0,0 0 0 0 0,-6 21 1419 0 0,0 20 21 0 0,-1 75 0 0 0,-2 15-680 0 0,-1-68-718 0 0,-1 0-478 0 0,3 1-1 0 0,1 88 1 0 0,1 139 86 0 0,-1-65 393 0 0,10-152 351 0 0,0-47-1317 0 0,-3 55 0 0 0,-2-61-1062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19:16.56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111 136 1840 0 0,'-43'-39'1779'0'0,"-18"-20"5180"0"0,54 45-3232 0 0,9 14-3637 0 0,0 1 0 0 0,-1 0 0 0 0,1 0 0 0 0,-1 0 0 0 0,1 0 0 0 0,-1 0 0 0 0,1 0 0 0 0,-1 0 0 0 0,0 0 0 0 0,1 1 0 0 0,-1-1 0 0 0,1 2 0 0 0,109 131 513 0 0,-91-113 73 0 0,1-2 1 0 0,1 0-1 0 0,0-2 1 0 0,27 17-1 0 0,-47-33-630 0 0,-1-1 1 0 0,1 0-1 0 0,-1 1 0 0 0,0-1 1 0 0,1 0-1 0 0,-1 0 0 0 0,1 0 1 0 0,-1 0-1 0 0,1 0 0 0 0,-1 0 0 0 0,1 0 1 0 0,-1-1-1 0 0,0 1 0 0 0,1 0 1 0 0,-1-1-1 0 0,1 1 0 0 0,-1-1 1 0 0,0 1-1 0 0,0-1 0 0 0,1 0 0 0 0,-1 0 1 0 0,0 0-1 0 0,0 1 0 0 0,0-1 1 0 0,0 0-1 0 0,0 0 0 0 0,0-1 0 0 0,0 1 1 0 0,0 0-1 0 0,0 0 0 0 0,1-2 1 0 0,30-46 463 0 0,-27 40-309 0 0,29-52 155 0 0,-14 26-1426 0 0,37-53 1 0 0,-56 86 737 0 0,1 0 0 0 0,-1 0 0 0 0,1 0 0 0 0,0 1 0 0 0,0-1 1 0 0,0 0-1 0 0,0 1 0 0 0,0-1 0 0 0,0 1 0 0 0,0 0 1 0 0,1-1-1 0 0,-1 1 0 0 0,0 0 0 0 0,1 0 0 0 0,4-1 0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21:20:34.4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24575,'297'1'0,"378"51"0,-612-43 0,364 67 0,-341-56 0,0-4 0,2-4 0,0-3 0,105-4 0,-123-6 0,106-15 0,-171 14 2,0 0-1,-1 0 0,1 0 1,-1-1-1,1 0 0,-1 1 1,0-2-1,0 1 0,-1 0 1,1-1-1,-1 1 0,5-8 1,13-10-1385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21:20:36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1499 4 24575,'-105'-2'0,"24"0"0,-83 9 0,64 9 0,57-8 0,-56 2 0,15-4 0,-1 4 0,-101 25 0,166-28 0,0 0 0,0 0 0,1 2 0,-25 16 0,-24 10 0,49-27-77,-147 58 284,146-60-421,1-1 1,-1-1-1,0-1 1,0 0-1,0-2 1,-37-1-1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18:21.87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115 1304 5065 0 0,'-23'31'358'0'0,"10"-11"161"0"0,-2 0-1 0 0,0-2 1 0 0,-33 32 0 0 0,69-85 2293 0 0,271-282 3362 0 0,-186 208-4990 0 0,-5 13 88 0 0,177-129 0 0 0,-244 199-1216 0 0,68-53 142 0 0,280-209 74 0 0,-229 158-152 0 0,-24 17-38 0 0,-124 109-448 0 0,1 0-1 0 0,-1 1 0 0 0,1-1 0 0 0,0 1 0 0 0,9-4 0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45:57.7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423 168 3225 0 0,'-35'-4'-990'0'0,"27"3"1244"0"0,0 0 0 0 0,-1 1 1 0 0,1 0-1 0 0,-13 1 0 0 0,7 1 16 0 0,1 1 0 0 0,0 0 0 0 0,0 1 0 0 0,0 1 0 0 0,0 0 0 0 0,0 1 0 0 0,1 0 0 0 0,0 1 0 0 0,0 0 0 0 0,1 1 0 0 0,0 0 0 0 0,1 1 0 0 0,-1 0 0 0 0,1 0 0 0 0,1 2 0 0 0,0-1 0 0 0,-10 15 0 0 0,-2 8-159 0 0,1 1 1 0 0,-27 62-1 0 0,41-81 24 0 0,1 0-1 0 0,1 0 0 0 0,0 0 1 0 0,1 0-1 0 0,0 1 0 0 0,2 0 1 0 0,0-1-1 0 0,0 1 0 0 0,4 27 0 0 0,2-3 235 0 0,2 1-1 0 0,24 73 0 0 0,-25-98-363 0 0,0 1-1 0 0,2-2 1 0 0,0 1-1 0 0,1-1 1 0 0,0 0 0 0 0,1-1-1 0 0,1 0 1 0 0,1 0 0 0 0,17 16-1 0 0,7 1 34 0 0,1-1 0 0 0,2-2 0 0 0,1-1-1 0 0,1-2 1 0 0,1-2 0 0 0,63 24-1 0 0,-79-39 54 0 0,1-1 0 0 0,0-1 0 0 0,0-1 0 0 0,1-1 0 0 0,0-2 0 0 0,42-1 0 0 0,168-25 598 0 0,-211 21-607 0 0,45-7 99 0 0,90-24 0 0 0,-141 28-121 0 0,1-1 1 0 0,-1-1-1 0 0,-1-1 1 0 0,1-1-1 0 0,-2 0 1 0 0,1-2-1 0 0,-2 0 1 0 0,27-22-1 0 0,-22 12 103 0 0,0-1 0 0 0,-2-1 0 0 0,0 0 0 0 0,-2-2-1 0 0,-1 0 1 0 0,-1-1 0 0 0,-1-1 0 0 0,-2 0 0 0 0,0-1 0 0 0,11-38-1 0 0,-19 44-85 0 0,-1 0 0 0 0,-1 0-1 0 0,0-1 1 0 0,-2 1-1 0 0,-1-1 1 0 0,-1 0 0 0 0,-3-26-1 0 0,1 35-18 0 0,-1 0-1 0 0,0 0 0 0 0,-1 0 1 0 0,-1 0-1 0 0,0 1 1 0 0,-1 0-1 0 0,-1 0 0 0 0,0 0 1 0 0,0 1-1 0 0,-2 0 1 0 0,-19-23-1 0 0,10 18 84 0 0,0 0 1 0 0,-1 1-1 0 0,-1 1 1 0 0,-1 1-1 0 0,0 1 0 0 0,-1 1 1 0 0,-1 1-1 0 0,-27-11 1 0 0,-14-1 139 0 0,-121-29 0 0 0,18 10-177 0 0,-100-22-85 0 0,251 62-229 0 0,1 1 0 0 0,-1 1 0 0 0,0 0 0 0 0,1 1 0 0 0,-1 0 1 0 0,0 2-1 0 0,0 0 0 0 0,1 0 0 0 0,0 2 0 0 0,-1 0 0 0 0,1 1 0 0 0,0 0 1 0 0,-21 11-1 0 0,9-1-1000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46:00.9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818 776 5529 0 0,'-1'-28'6631'0'0,"1"21"-6683"0"0,0 3 309 0 0,0-1 0 0 0,0 1-1 0 0,0 0 1 0 0,-1 0 0 0 0,1 0 0 0 0,-1 0 0 0 0,-1 0 0 0 0,1 0 0 0 0,0 1-1 0 0,-1-1 1 0 0,0 0 0 0 0,-3-6 0 0 0,1 7 39 0 0,0-1-1 0 0,1 1 1 0 0,-1 0 0 0 0,0 0-1 0 0,-1 0 1 0 0,1 1 0 0 0,0-1 0 0 0,-1 1-1 0 0,-7-2 1 0 0,-19-11-131 0 0,0-1 0 0 0,1-1-1 0 0,1-1 1 0 0,1-2 0 0 0,-43-38 0 0 0,-116-132 1041 0 0,158 158-1169 0 0,-29-33-46 0 0,27 28-23 0 0,-2 1 1 0 0,-1 2-1 0 0,-65-50 0 0 0,58 63-1518 0 0,20 11-4304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46:01.5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70 97 6913 0 0,'-19'-25'648'0'0,"3"4"1002"0"0,-19-30 0 0 0,75 82 1740 0 0,21 40-2412 0 0,35 38-136 0 0,-82-96-1326 0 0,0-1-1 0 0,0 0 1 0 0,1-1 0 0 0,1-1 0 0 0,29 15-1 0 0,-33-19-188 0 0,27 13-4099 0 0,-31-13 1421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46:01.9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13 263 1376 0 0,'-4'-14'358'0'0,"1"0"-1"0"0,1 0 0 0 0,0 0 0 0 0,1 0 0 0 0,1 0 1 0 0,0 0-1 0 0,1-1 0 0 0,0 1 0 0 0,1 0 1 0 0,1 1-1 0 0,0-1 0 0 0,1 0 0 0 0,0 1 1 0 0,13-26-1 0 0,-16 36-166 0 0,0 1 0 0 0,0 0 0 0 0,1 0 0 0 0,-1-1 0 0 0,1 1 0 0 0,0 0 0 0 0,0 0 0 0 0,-1 0 0 0 0,1 1 0 0 0,0-1 0 0 0,1 0 0 0 0,1-1 1 0 0,-3 3-147 0 0,0 0 0 0 0,0 0 1 0 0,0 0-1 0 0,0 0 1 0 0,0 0-1 0 0,0 0 1 0 0,0 0-1 0 0,-1 0 1 0 0,1 0-1 0 0,0 0 1 0 0,0 1-1 0 0,0-1 1 0 0,0 0-1 0 0,0 1 1 0 0,-1-1-1 0 0,1 1 1 0 0,0-1-1 0 0,0 1 0 0 0,-1-1 1 0 0,1 1-1 0 0,0-1 1 0 0,-1 1-1 0 0,1 0 1 0 0,0-1-1 0 0,-1 1 1 0 0,1 0-1 0 0,-1-1 1 0 0,1 1-1 0 0,-1 0 1 0 0,1 0-1 0 0,-1 0 1 0 0,0 0-1 0 0,0-1 0 0 0,1 1 1 0 0,-1 0-1 0 0,0 0 1 0 0,0 1-1 0 0,10 25 170 0 0,-2 1-1 0 0,7 44 1 0 0,-12-51 54 0 0,1 0 0 0 0,1-1 0 0 0,1 1 0 0 0,1-1 0 0 0,1 0 0 0 0,12 23 1 0 0,-19-41-244 0 0,0-1 0 0 0,-1 0 0 0 0,1 1 0 0 0,0-1 0 0 0,0 0 1 0 0,0 0-1 0 0,0 0 0 0 0,0 0 0 0 0,0 0 0 0 0,1 0 1 0 0,-1 0-1 0 0,0 0 0 0 0,0 0 0 0 0,1 0 0 0 0,-1-1 1 0 0,1 1-1 0 0,-1 0 0 0 0,0-1 0 0 0,1 0 0 0 0,-1 1 0 0 0,1-1 1 0 0,-1 0-1 0 0,4 1 0 0 0,-3-2 65 0 0,1 1 1 0 0,-1-1-1 0 0,1 0 0 0 0,0 0 1 0 0,-1 1-1 0 0,0-2 0 0 0,1 1 1 0 0,-1 0-1 0 0,0 0 1 0 0,1-1-1 0 0,-1 1 0 0 0,3-4 1 0 0,2-2 146 0 0,0 0 0 0 0,0 0 0 0 0,-1-1 0 0 0,0 0 0 0 0,-1 0 0 0 0,7-13 0 0 0,-3 0-2201 0 0,-1-1-1 0 0,9-42 1 0 0,-12 46-2814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46:02.3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17 318 2761 0 0,'0'0'51'0'0,"0"1"1"0"0,0 0 0 0 0,0 0-1 0 0,0-1 1 0 0,0 1 0 0 0,0 0-1 0 0,0 0 1 0 0,0-1 0 0 0,0 1-1 0 0,0 0 1 0 0,1 0 0 0 0,-1-1-1 0 0,0 1 1 0 0,0 0 0 0 0,1-1-1 0 0,-1 1 1 0 0,1-1 0 0 0,-1 1-1 0 0,1 0 1 0 0,-1-1 0 0 0,1 1-1 0 0,-1-1 1 0 0,1 1 0 0 0,-1-1-1 0 0,1 1 1 0 0,-1-1 0 0 0,1 0-1 0 0,0 1 1 0 0,-1-1 0 0 0,1 0-1 0 0,0 1 1 0 0,0-1 0 0 0,-1 0-1 0 0,1 0 1 0 0,0 0 0 0 0,-1 0-1 0 0,1 0 1 0 0,0 1 0 0 0,0-1-1 0 0,-1 0 1 0 0,1-1 0 0 0,1 1-1 0 0,0 0 141 0 0,0 0 0 0 0,0-1 0 0 0,-1 1 0 0 0,1-1 0 0 0,0 0 0 0 0,0 1-1 0 0,-1-1 1 0 0,1 0 0 0 0,0 0 0 0 0,-1 0 0 0 0,1 0 0 0 0,-1 0 0 0 0,1-1 0 0 0,-1 1 0 0 0,2-2-1 0 0,3-6 159 0 0,-1 0-1 0 0,-1 0 0 0 0,0 0 0 0 0,0 0 0 0 0,0-1 1 0 0,-2 1-1 0 0,1-1 0 0 0,-1 0 0 0 0,0 0 1 0 0,-1 0-1 0 0,0 0 0 0 0,-1 0 0 0 0,-1-11 0 0 0,1 8-499 0 0,-2-1-1 0 0,0 1 0 0 0,-1-1 1 0 0,0 1-1 0 0,-1 0 0 0 0,0 0 1 0 0,-1 0-1 0 0,0 1 0 0 0,-9-14 0 0 0,12 23 19 0 0,0-1 0 0 0,0 1-1 0 0,-1 0 1 0 0,0 0 0 0 0,1 0-1 0 0,-1 1 1 0 0,0-1 0 0 0,-5-3-1 0 0,7 6 111 0 0,1-1 0 0 0,-1 1 0 0 0,0 0 0 0 0,1 0-1 0 0,-1-1 1 0 0,1 1 0 0 0,-1 0 0 0 0,0 0-1 0 0,1 0 1 0 0,-1 0 0 0 0,0-1 0 0 0,1 1 0 0 0,-1 0-1 0 0,0 0 1 0 0,1 0 0 0 0,-1 1 0 0 0,0-1 0 0 0,1 0-1 0 0,-1 0 1 0 0,0 0 0 0 0,1 0 0 0 0,-1 1-1 0 0,0 0 24 0 0,0-1 1 0 0,0 1-1 0 0,0 0 0 0 0,0 0 0 0 0,1 0 0 0 0,-1 0 0 0 0,0 0 0 0 0,1 0 0 0 0,-1 0 0 0 0,1 0 0 0 0,-1 0 0 0 0,1 0 0 0 0,0 0 0 0 0,-1 1 0 0 0,1-1 0 0 0,0 0 0 0 0,0 2 0 0 0,-3 10 67 0 0,1 1 0 0 0,1 0 0 0 0,1 0-1 0 0,0 0 1 0 0,0 0 0 0 0,1 0-1 0 0,4 15 1 0 0,-3-21-4 0 0,0 0-1 0 0,0 0 1 0 0,1 0 0 0 0,1-1 0 0 0,-1 1-1 0 0,1-1 1 0 0,1 0 0 0 0,-1 0-1 0 0,1 0 1 0 0,0 0 0 0 0,1-1 0 0 0,0 0-1 0 0,6 6 1 0 0,-3-5-115 0 0,-1 0-1 0 0,1-1 1 0 0,0 0 0 0 0,0 0 0 0 0,1-1-1 0 0,-1 0 1 0 0,15 5 0 0 0,-20-9-69 0 0,-1 0 0 0 0,0 0 0 0 0,1-1 0 0 0,-1 1 0 0 0,1-1 0 0 0,-1 0 0 0 0,1 0 0 0 0,-1 0 0 0 0,1 0 0 0 0,-1-1 0 0 0,1 1 0 0 0,-1-1 0 0 0,1 0 0 0 0,-1 0 1 0 0,1 0-1 0 0,-1-1 0 0 0,0 1 0 0 0,0-1 0 0 0,0 1 0 0 0,0-1 0 0 0,0 0 0 0 0,0-1 0 0 0,0 1 0 0 0,-1 0 0 0 0,1-1 0 0 0,2-3 0 0 0,17-25-2506 0 0,-12 14 493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46:02.7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101 357 456 0 0,'0'-1'0'0'0,"-1"31"3765"0"0,0-18-2972 0 0,1-1 0 0 0,0 1 0 0 0,1-1 0 0 0,2 14 0 0 0,-2-19-569 0 0,0-1 0 0 0,1 1 1 0 0,0-1-1 0 0,0 1 0 0 0,0-1 1 0 0,1 0-1 0 0,0 0 0 0 0,0 0 0 0 0,0 0 1 0 0,0-1-1 0 0,1 1 0 0 0,0-1 1 0 0,0 0-1 0 0,0 0 0 0 0,0 0 1 0 0,1-1-1 0 0,7 5 0 0 0,-8-6-181 0 0,0 0-1 0 0,-1 0 0 0 0,1-1 1 0 0,0 0-1 0 0,0 0 0 0 0,0 0 1 0 0,0 0-1 0 0,0-1 0 0 0,0 0 1 0 0,0 1-1 0 0,0-1 0 0 0,0-1 1 0 0,0 1-1 0 0,0-1 0 0 0,0 1 1 0 0,0-1-1 0 0,0 0 0 0 0,0-1 1 0 0,-1 1-1 0 0,1-1 0 0 0,0 1 1 0 0,-1-1-1 0 0,1 0 0 0 0,-1 0 1 0 0,6-5-1 0 0,-6 4-42 0 0,1 0-1 0 0,-1 0 0 0 0,0 0 1 0 0,0 0-1 0 0,0 0 0 0 0,-1-1 1 0 0,1 1-1 0 0,-1-1 0 0 0,0 0 1 0 0,0 0-1 0 0,0 0 0 0 0,-1 0 1 0 0,1 0-1 0 0,-1 0 0 0 0,0 0 1 0 0,1-6-1 0 0,-1 2-232 0 0,-1 0 0 0 0,0 0 0 0 0,0 0 0 0 0,-1 0-1 0 0,0 0 1 0 0,0 0 0 0 0,-1 0 0 0 0,-3-9 0 0 0,-5-8-684 0 0,0 1 0 0 0,-2 1 0 0 0,-1 0 1 0 0,-20-30-1 0 0,9 19 389 0 0,-1-4 212 0 0,-1 1 0 0 0,-60-64 1 0 0,59 81 1053 0 0,26 19-575 0 0,0 0 1 0 0,0 0 0 0 0,0 0 0 0 0,-1 0-1 0 0,1 1 1 0 0,-1-1 0 0 0,1 1 0 0 0,0-1-1 0 0,-1 1 1 0 0,1-1 0 0 0,-1 1 0 0 0,1 0-1 0 0,-1 0 1 0 0,1 0 0 0 0,-1 0 0 0 0,1 0-1 0 0,-1 0 1 0 0,1 0 0 0 0,-3 1 0 0 0,4-1-35 0 0,-1 1 0 0 0,1-1 0 0 0,-1 1 0 0 0,1 0 0 0 0,0-1 0 0 0,-1 1 0 0 0,1 0 0 0 0,0-1 0 0 0,0 1 1 0 0,0 0-1 0 0,-1 0 0 0 0,1-1 0 0 0,0 1 0 0 0,0 0 0 0 0,0-1 0 0 0,0 1 0 0 0,0 0 0 0 0,0 0 0 0 0,0-1 0 0 0,1 1 0 0 0,-1 0 1 0 0,0-1-1 0 0,0 1 0 0 0,1 1 0 0 0,6 23 700 0 0,-4-17-428 0 0,6 18 172 0 0,0-1 1 0 0,2 0 0 0 0,0-1-1 0 0,2 0 1 0 0,1 0 0 0 0,1-2-1 0 0,1 0 1 0 0,34 37 0 0 0,-20-29-184 0 0,1-1 1 0 0,1-2 0 0 0,2-1-1 0 0,0-2 1 0 0,39 20 0 0 0,-51-31-427 0 0,-1 1 0 0 0,-1 0 0 0 0,33 31 0 0 0,14 25-3208 0 0,-45-46-3251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46:04.1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4721 0 0,'1'5'657'0'0,"1"1"1"0"0,0-1-1 0 0,0 0 1 0 0,0 0-1 0 0,1 0 1 0 0,0 0-1 0 0,0 0 0 0 0,6 7 1 0 0,35 43 683 0 0,30 40 864 0 0,111 184 1 0 0,-183-275-2436 0 0,0-1-1 0 0,0 0 1 0 0,0 0-1 0 0,0 1 1 0 0,-1-1-1 0 0,1 1 1 0 0,-1 0-1 0 0,0-1 1 0 0,0 1-1 0 0,-1 0 1 0 0,1 0-1 0 0,0 4 1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46:04.5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0 173 1368 0 0,'4'2'179'0'0,"-1"0"0"0"0,1 0-1 0 0,-1-1 1 0 0,1 1 0 0 0,-1-1-1 0 0,1 0 1 0 0,0 0-1 0 0,5 1 1 0 0,-5-1 38 0 0,37 11 2354 0 0,45 22 1 0 0,-61-23-1777 0 0,0-1 1 0 0,1-1 0 0 0,0-1-1 0 0,0-1 1 0 0,54 6-1 0 0,-80-13-787 0 0,37 3 1034 0 0,0-1 1 0 0,-1-3-1 0 0,1 0 1 0 0,60-12-1 0 0,-97 13-1019 0 0,0 0 0 0 0,1 0-1 0 0,-1 0 1 0 0,0 0 0 0 0,1 0-1 0 0,-1-1 1 0 0,0 1 0 0 0,0 0-1 0 0,1 0 1 0 0,-1 0 0 0 0,0-1-1 0 0,1 1 1 0 0,-1 0 0 0 0,0 0-1 0 0,0 0 1 0 0,1-1 0 0 0,-1 1 0 0 0,0 0-1 0 0,0-1 1 0 0,0 1 0 0 0,1 0-1 0 0,-1 0 1 0 0,0-1 0 0 0,0 1-1 0 0,0 0 1 0 0,0-1 0 0 0,0 1-1 0 0,0 0 1 0 0,0-1 0 0 0,0 1-1 0 0,0 0 1 0 0,0-1 0 0 0,0 0-1 0 0,-6-15 300 0 0,-20-17-131 0 0,21 27-44 0 0,-30-36-531 0 0,-2 2 0 0 0,-46-38 0 0 0,19 21-4450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46:04.9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34 1840 0 0,'-1'-1'273'0'0,"1"-1"-1"0"0,0 1 0 0 0,-1 0 0 0 0,1 0 0 0 0,0-1 1 0 0,0 1-1 0 0,0 0 0 0 0,0-1 0 0 0,0 1 0 0 0,0 0 1 0 0,0-1-1 0 0,1 1 0 0 0,-1 0 0 0 0,0 0 0 0 0,1-1 0 0 0,-1 1 1 0 0,1 0-1 0 0,0-2 0 0 0,-1 3-111 0 0,1-1-1 0 0,-1 1 0 0 0,0-1 1 0 0,0 1-1 0 0,1 0 1 0 0,-1-1-1 0 0,0 1 1 0 0,1-1-1 0 0,-1 1 1 0 0,1 0-1 0 0,-1-1 1 0 0,0 1-1 0 0,1 0 1 0 0,-1-1-1 0 0,1 1 1 0 0,-1 0-1 0 0,1-1 1 0 0,-1 1-1 0 0,1 0 0 0 0,-1 0 1 0 0,1 0-1 0 0,-1 0 1 0 0,1 0-1 0 0,-1-1 1 0 0,1 1-1 0 0,-1 0 1 0 0,1 0-1 0 0,-1 0 1 0 0,1 0-1 0 0,-1 0 1 0 0,1 1-1 0 0,-1-1 1 0 0,1 0-1 0 0,-1 0 1 0 0,1 0-1 0 0,-1 0 1 0 0,1 1-1 0 0,-1-1 0 0 0,1 0 1 0 0,-1 0-1 0 0,1 1 1 0 0,-1-1-1 0 0,1 0 1 0 0,-1 1-1 0 0,1-1 1 0 0,96 96 4164 0 0,-63-61-4086 0 0,1-1-1 0 0,71 53 1 0 0,-104-86-630 0 0,1 1 1 0 0,-1-1-1 0 0,0 0 1 0 0,1 1-1 0 0,-1-1 1 0 0,1 0-1 0 0,0-1 1 0 0,-1 1-1 0 0,1 0 1 0 0,0-1-1 0 0,4 1 0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46:05.2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 3225 0 0,'1'-1'206'0'0,"1"0"1"0"0,0 0-1 0 0,-1 0 1 0 0,1 1 0 0 0,0-1-1 0 0,0 0 1 0 0,0 1-1 0 0,-1-1 1 0 0,1 1 0 0 0,0 0-1 0 0,0 0 1 0 0,0-1-1 0 0,0 1 1 0 0,0 0 0 0 0,0 1-1 0 0,0-1 1 0 0,-1 0-1 0 0,1 0 1 0 0,0 1 0 0 0,0-1-1 0 0,0 1 1 0 0,0 0-1 0 0,-1-1 1 0 0,1 1 0 0 0,0 0-1 0 0,2 2 1 0 0,4 1 500 0 0,-1 1 0 0 0,-1-1 0 0 0,1 1 0 0 0,11 11 1 0 0,7 13 1536 0 0,23 33 1 0 0,17 22-313 0 0,-36-53-2234 0 0,42 51 963 0 0,-62-70-3154 0 0,-1 1 0 0 0,12 25 0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46:05.6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1 251 2737 0 0,'11'-33'1058'0'0,"2"1"0"0"0,20-37 0 0 0,-25 56-338 0 0,-1 0 1 0 0,2 1-1 0 0,0 0 0 0 0,0 0 0 0 0,1 1 1 0 0,0 0-1 0 0,20-16 0 0 0,-29 26-698 0 0,-1 1 1 0 0,1-1-1 0 0,0 1 0 0 0,-1 0 0 0 0,1-1 0 0 0,0 1 0 0 0,-1-1 1 0 0,1 1-1 0 0,0 0 0 0 0,-1 0 0 0 0,1-1 0 0 0,0 1 1 0 0,-1 0-1 0 0,1 0 0 0 0,0 0 0 0 0,0 0 0 0 0,-1 0 0 0 0,1 0 1 0 0,0 0-1 0 0,0 0 0 0 0,-1 0 0 0 0,1 0 0 0 0,0 0 0 0 0,0 1 1 0 0,-1-1-1 0 0,1 0 0 0 0,0 0 0 0 0,-1 1 0 0 0,2 0 1 0 0,0 0-27 0 0,-1 1 1 0 0,0-1-1 0 0,1 1 0 0 0,-1 0 1 0 0,0-1-1 0 0,0 1 1 0 0,0 0-1 0 0,0 0 1 0 0,0 0-1 0 0,-1-1 1 0 0,2 4-1 0 0,1 7-153 0 0,0 1 0 0 0,1 22-1 0 0,-3-31 195 0 0,0 76 47 0 0,-2-52-194 0 0,5 45-1 0 0,-3-66 100 0 0,0 0-1 0 0,1 0 0 0 0,-1 0 1 0 0,2 0-1 0 0,-1 0 0 0 0,1 0 1 0 0,0 0-1 0 0,0-1 0 0 0,1 1 0 0 0,7 11 1 0 0,-9-16 39 0 0,0 0 0 0 0,0 0 0 0 0,0 0 0 0 0,0-1 0 0 0,0 1 1 0 0,0 0-1 0 0,0-1 0 0 0,0 1 0 0 0,1-1 0 0 0,-1 0 0 0 0,0 0 0 0 0,1 0 1 0 0,-1 0-1 0 0,1 0 0 0 0,0 0 0 0 0,-1-1 0 0 0,1 1 0 0 0,-1-1 0 0 0,5 0 0 0 0,-3 0 61 0 0,1-1-1 0 0,-1 0 0 0 0,1 0 1 0 0,-1 0-1 0 0,0 0 0 0 0,1-1 1 0 0,-1 1-1 0 0,0-1 0 0 0,0 0 0 0 0,6-5 1 0 0,7-5 596 0 0,0-2-1 0 0,-2 0 1 0 0,28-31 0 0 0,-33 34-212 0 0,12-14-47 0 0,-9 9 120 0 0,27-26 0 0 0,-35 39-892 0 0,-1-1 0 0 0,1 1 0 0 0,-1 0 0 0 0,1 0 0 0 0,0 0 0 0 0,9-3 0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46:11.3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76 22 4145 0 0,'-24'-8'1329'0'0,"17"5"271"0"0,1 1 0 0 0,-1 0 1 0 0,0 0-1 0 0,0 0 0 0 0,-11 0 1123 0 0,43 15 307 0 0,-13-4-2725 0 0,1 0 0 0 0,-2 1 0 0 0,1 1 0 0 0,18 23-1 0 0,36 56 431 0 0,-30-39-513 0 0,-7-11-463 0 0,-7-8 529 0 0,43 47 0 0 0,-58-71-812 0 0,1-1-1 0 0,0 1 1 0 0,0-2 0 0 0,1 1-1 0 0,-1-1 1 0 0,1-1-1 0 0,1 1 1 0 0,-1-2-1 0 0,1 1 1 0 0,18 5-1 0 0,-19-8-995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46:11.8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32 248 2761 0 0,'-1'0'54'0'0,"0"0"1"0"0,0 1-1 0 0,0-1 1 0 0,0 0-1 0 0,0 0 1 0 0,0 0 0 0 0,0 0-1 0 0,0 1 1 0 0,0-1-1 0 0,0 0 1 0 0,0-1-1 0 0,0 1 1 0 0,0 0 0 0 0,0 0-1 0 0,0 0 1 0 0,1-1-1 0 0,-1 1 1 0 0,0 0-1 0 0,0-1 1 0 0,0 1-1 0 0,0-1 1 0 0,0 1 0 0 0,0-1-1 0 0,0 1 1 0 0,1-1-1 0 0,-1 0 1 0 0,0 1-1 0 0,1-1 1 0 0,-1 0 0 0 0,0 0-1 0 0,1 1 1 0 0,-1-1-1 0 0,1 0 1 0 0,-1 0-1 0 0,1 0 1 0 0,-1-1 0 0 0,1-2 135 0 0,0 1 1 0 0,0-1 0 0 0,0 1 0 0 0,0 0 0 0 0,1-1 0 0 0,0 1 0 0 0,-1-1 0 0 0,1 1 0 0 0,0 0 0 0 0,2-4 0 0 0,3-8 200 0 0,1 0 0 0 0,1 1 0 0 0,0-1 0 0 0,0 1 0 0 0,2 1 0 0 0,-1 0 0 0 0,2 0 0 0 0,0 1 0 0 0,0 0 0 0 0,1 1 0 0 0,1 0 0 0 0,16-10 0 0 0,-27 19-322 0 0,1 0 0 0 0,0 1 0 0 0,0-1 1 0 0,0 1-1 0 0,-1 0 0 0 0,1 0 0 0 0,0 0 1 0 0,1 1-1 0 0,-1-1 0 0 0,0 0 1 0 0,0 1-1 0 0,0 0 0 0 0,0 0 0 0 0,0 0 1 0 0,0 0-1 0 0,1 1 0 0 0,-1-1 0 0 0,0 1 1 0 0,0 0-1 0 0,0-1 0 0 0,0 2 0 0 0,0-1 1 0 0,0 0-1 0 0,-1 0 0 0 0,1 1 1 0 0,0 0-1 0 0,-1-1 0 0 0,1 1 0 0 0,-1 0 1 0 0,1 0-1 0 0,-1 1 0 0 0,0-1 0 0 0,3 3 1 0 0,-2 0-56 0 0,1 1-1 0 0,-1-1 1 0 0,0 1 0 0 0,-1 0 0 0 0,1 0 0 0 0,-1 0 0 0 0,0 0-1 0 0,0 0 1 0 0,-1 1 0 0 0,0-1 0 0 0,0 0 0 0 0,-1 1 0 0 0,1-1-1 0 0,-1 1 1 0 0,-2 8 0 0 0,-3 17 16 0 0,-1-1 0 0 0,-2 0 0 0 0,-21 53 0 0 0,16-54-1418 0 0,-29 49 0 0 0,30-66-748 0 0,10-12 1263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46:12.2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6449 0 0,'8'3'1345'0'0,"1"1"-1"0"0,-1 0 1 0 0,-1 0 0 0 0,11 7-1 0 0,5 7-536 0 0,-1 1 1 0 0,-1 1-1 0 0,-1 0 0 0 0,21 28 0 0 0,-26-28-878 0 0,-1 1 0 0 0,-1 0 0 0 0,0 1 0 0 0,-2 0 0 0 0,10 26 0 0 0,-18-30-3984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46:12.7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97 118 456 0 0,'-48'1'3031'0'0,"-1"1"3243"0"0,74-30-3458 0 0,-13 18-2640 0 0,1 0 0 0 0,-1 0 0 0 0,2 1-1 0 0,-1 1 1 0 0,1 0 0 0 0,0 1 0 0 0,1 0-1 0 0,0 1 1 0 0,22-6 0 0 0,-30 10-136 0 0,0 1 0 0 0,0 0 0 0 0,1 0 1 0 0,-1 0-1 0 0,0 1 0 0 0,0 0 0 0 0,1 0 0 0 0,-1 1 1 0 0,0 0-1 0 0,0 1 0 0 0,0-1 0 0 0,0 1 0 0 0,0 0 1 0 0,0 1-1 0 0,0 0 0 0 0,-1 0 0 0 0,1 0 0 0 0,-1 1 0 0 0,0 0 1 0 0,0 0-1 0 0,0 1 0 0 0,9 9 0 0 0,-10-9-21 0 0,0 1 0 0 0,-1-1 0 0 0,0 1 0 0 0,0 0 0 0 0,0 1-1 0 0,-1-1 1 0 0,0 1 0 0 0,0-1 0 0 0,0 1 0 0 0,-1 0 0 0 0,0 0 0 0 0,-1 0-1 0 0,1 0 1 0 0,-1 0 0 0 0,-1 0 0 0 0,1 1 0 0 0,-1-1 0 0 0,-1 9 0 0 0,-3 9 502 0 0,-1 0 1 0 0,-1 0 0 0 0,-18 46 0 0 0,15-47-1231 0 0,1 1 0 0 0,-10 49 0 0 0,17-63-3179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46:35.4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356 1173 5529 0 0,'0'0'140'0'0,"-1"0"-1"0"0,1 0 1 0 0,-1 0-1 0 0,1 1 1 0 0,-1-1-1 0 0,0 0 1 0 0,1 0-1 0 0,-1 0 1 0 0,1 0-1 0 0,-1 0 1 0 0,1 0-1 0 0,-1 0 1 0 0,0 0-1 0 0,1 0 1 0 0,-1 0-1 0 0,1 0 1 0 0,-1 0-1 0 0,1-1 1 0 0,-1 1-1 0 0,0 0 1 0 0,1 0-1 0 0,-1-1 1 0 0,1 1-1 0 0,-1 0 1 0 0,1 0-1 0 0,0-1 1 0 0,-1 1-1 0 0,1-1 1 0 0,-1 1-1 0 0,1 0 1 0 0,0-1-1 0 0,-1 1 1 0 0,1-1 0 0 0,0 1-1 0 0,-1-1 1 0 0,1 1-1 0 0,0-1 1 0 0,0 1-1 0 0,-1-1 1 0 0,1 0-1 0 0,-13-23 1934 0 0,13 24-2041 0 0,-17-46 1355 0 0,1 0 1 0 0,-10-56 0 0 0,2 7-384 0 0,-45-170-198 0 0,-62-192 663 0 0,118 423-1844 0 0,8 24 43 0 0,0 0-1 0 0,1 0 1 0 0,1-1 0 0 0,0 1-1 0 0,0-1 1 0 0,-1-21 0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46:35.9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2401 0 0,'0'0'0'0'0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46:36.9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83 73 2040 0 0,'-1'-3'46'0'0,"1"-1"191"0"0,0 1 0 0 0,-1-1 0 0 0,0 0 0 0 0,0 1 0 0 0,0-1 0 0 0,0 1 0 0 0,0 0 0 0 0,-1-1 0 0 0,1 1 0 0 0,-1 0 0 0 0,0 0 0 0 0,0 0 0 0 0,-4-4 0 0 0,5 9 79 0 0,0 0 1 0 0,0 0-1 0 0,1 1 1 0 0,-1-1-1 0 0,0 1 0 0 0,1-1 1 0 0,-1 0-1 0 0,1 1 1 0 0,0-1-1 0 0,0 4 1 0 0,-2 65 928 0 0,-3-1 1 0 0,-4 0-1 0 0,-26 110 1 0 0,31-166-846 0 0,6-18-86 0 0,5-24-237 0 0,-5-83-516 0 0,-2 64 156 0 0,7-60 0 0 0,-5 94 367 0 0,0-1 0 0 0,1 1 0 0 0,1 0 0 0 0,0 0 0 0 0,0 1 0 0 0,1-1 0 0 0,1 1 0 0 0,0 0-1 0 0,9-12 1 0 0,-15 23-25 0 0,1 0 0 0 0,0 0-1 0 0,0 0 1 0 0,0 0-1 0 0,0 0 1 0 0,0 0-1 0 0,0 0 1 0 0,0 0-1 0 0,0 0 1 0 0,0 0 0 0 0,0 0-1 0 0,0 1 1 0 0,0-1-1 0 0,1 0 1 0 0,-1 1-1 0 0,0-1 1 0 0,0 1-1 0 0,1 0 1 0 0,-1-1-1 0 0,0 1 1 0 0,1 0 0 0 0,-1 0-1 0 0,0 0 1 0 0,1 0-1 0 0,-1 0 1 0 0,1 0-1 0 0,-1 0 1 0 0,0 0-1 0 0,1 0 1 0 0,-1 1 0 0 0,0-1-1 0 0,1 1 1 0 0,-1-1-1 0 0,0 1 1 0 0,0-1-1 0 0,1 1 1 0 0,-1 0-1 0 0,0-1 1 0 0,0 1 0 0 0,1 1-1 0 0,6 5 211 0 0,-1 0 0 0 0,1 0 1 0 0,-2 0-1 0 0,11 15 0 0 0,-3-4-85 0 0,5 4-26 0 0,1-1 0 0 0,1-1 0 0 0,28 20 0 0 0,-36-31-566 0 0,0 0 0 0 0,0-2 0 0 0,1 0-1 0 0,0 0 1 0 0,0-1 0 0 0,0-1 0 0 0,27 7 0 0 0,-10-7-5380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46:37.5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 3 7370 0 0,'-1'0'125'0'0,"0"-1"0"0"0,1 1 1 0 0,-1 0-1 0 0,0 0 1 0 0,1-1-1 0 0,-1 1 0 0 0,0 0 1 0 0,1 0-1 0 0,-1 0 1 0 0,0 0-1 0 0,0 0 0 0 0,1 0 1 0 0,-1 0-1 0 0,0 0 1 0 0,1 0-1 0 0,-1 0 0 0 0,0 1 1 0 0,1-1-1 0 0,-1 0 1 0 0,0 0-1 0 0,1 1 0 0 0,-1-1 1 0 0,0 0-1 0 0,1 1 1 0 0,-1-1-1 0 0,0 0 0 0 0,1 1 1 0 0,-1-1-1 0 0,1 1 1 0 0,-1 0-1 0 0,0 1 27 0 0,0-1 0 0 0,1 1-1 0 0,-1-1 1 0 0,1 1 0 0 0,-1 0 0 0 0,1-1-1 0 0,0 1 1 0 0,0 0 0 0 0,-1 0 0 0 0,1-1-1 0 0,0 1 1 0 0,1 2 0 0 0,9 44 1517 0 0,11 20 256 0 0,47 101-1 0 0,-53-140-2206 0 0,35 52 0 0 0,-37-64-1174 0 0,1 0 0 0 0,0-1 0 0 0,29 25 0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46:37.8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7 173 1896 0 0,'-2'-5'114'0'0,"1"1"0"0"0,0-1 0 0 0,0 0 0 0 0,0 0-1 0 0,1 1 1 0 0,-1-1 0 0 0,1 0 0 0 0,0 0-1 0 0,1 0 1 0 0,-1 1 0 0 0,1-1 0 0 0,0 0 0 0 0,0 0-1 0 0,1 1 1 0 0,-1-1 0 0 0,1 1 0 0 0,0-1 0 0 0,0 1-1 0 0,1 0 1 0 0,4-7 0 0 0,-4 6 214 0 0,0 0 0 0 0,1-1-1 0 0,0 2 1 0 0,0-1 0 0 0,0 0 0 0 0,1 1 0 0 0,0 0 0 0 0,-1 0 0 0 0,2 0-1 0 0,-1 0 1 0 0,0 1 0 0 0,1 0 0 0 0,-1 0 0 0 0,1 1 0 0 0,11-4-1 0 0,-16 5-214 0 0,1 1 1 0 0,0 0-1 0 0,0 0 0 0 0,0 0 0 0 0,-1 0 0 0 0,1 0 0 0 0,0 0 0 0 0,0 0 0 0 0,-1 1 0 0 0,1-1 0 0 0,0 1 0 0 0,0-1 0 0 0,-1 1 0 0 0,1 0 0 0 0,0-1 0 0 0,-1 1 0 0 0,1 0 1 0 0,-1 0-1 0 0,1 0 0 0 0,-1 0 0 0 0,0 1 0 0 0,2 0 0 0 0,0 2-17 0 0,-1-1 0 0 0,1 1 1 0 0,-1 0-1 0 0,0-1 0 0 0,0 1 1 0 0,0 0-1 0 0,-1 0 0 0 0,1 0 0 0 0,0 5 1 0 0,1 8 12 0 0,0 1 0 0 0,-1 0 1 0 0,-1 25-1 0 0,-9 117 466 0 0,1-57 225 0 0,7-101-703 0 0,-1 1-1 0 0,1 0 0 0 0,0 0 1 0 0,0 0-1 0 0,1 0 1 0 0,-1 0-1 0 0,1-1 0 0 0,-1 1 1 0 0,1 0-1 0 0,1 3 1 0 0,-1-6-72 0 0,-1 1 1 0 0,0-1 0 0 0,1 1 0 0 0,-1-1 0 0 0,0 0 0 0 0,1 1 0 0 0,-1-1 0 0 0,0 0 0 0 0,1 0-1 0 0,-1 1 1 0 0,0-1 0 0 0,1 0 0 0 0,-1 0 0 0 0,1 0 0 0 0,-1 1 0 0 0,1-1 0 0 0,-1 0 0 0 0,0 0-1 0 0,1 0 1 0 0,-1 0 0 0 0,1 0 0 0 0,-1 0 0 0 0,1 0 0 0 0,0 0 0 0 0,17-8 123 0 0,85-79-1168 0 0,-35 27-2738 0 0,-46 42-733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46:38.6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66 702 2304 0 0,'-1'1'130'0'0,"1"1"0"0"0,-1-1 0 0 0,0 1-1 0 0,1-1 1 0 0,-1 1 0 0 0,0 0-1 0 0,1-1 1 0 0,0 1 0 0 0,-1 0-1 0 0,1-1 1 0 0,0 1 0 0 0,0 0-1 0 0,0-1 1 0 0,0 1 0 0 0,0 0-1 0 0,1 1 1 0 0,-1-2-23 0 0,0-1-1 0 0,0 1 1 0 0,0-1 0 0 0,0 0-1 0 0,0 1 1 0 0,1-1-1 0 0,-1 0 1 0 0,0 1 0 0 0,0-1-1 0 0,1 0 1 0 0,-1 0-1 0 0,0 1 1 0 0,0-1 0 0 0,1 0-1 0 0,-1 1 1 0 0,0-1-1 0 0,1 0 1 0 0,-1 0 0 0 0,0 0-1 0 0,1 1 1 0 0,-1-1-1 0 0,0 0 1 0 0,1 0 0 0 0,-1 0-1 0 0,0 0 1 0 0,1 0-1 0 0,16-7 2477 0 0,-12 2-2316 0 0,0 0 0 0 0,0 0 0 0 0,-1-1 0 0 0,0 1 0 0 0,0-1 0 0 0,0 0 0 0 0,0 0 0 0 0,-1-1 0 0 0,0 1 0 0 0,-1-1 0 0 0,1 1 0 0 0,-1-1 0 0 0,-1 0-1 0 0,1 0 1 0 0,-1 0 0 0 0,0 0 0 0 0,-1 0 0 0 0,1 0 0 0 0,-1 0 0 0 0,-2-8 0 0 0,1 2-336 0 0,0 1-1 0 0,-1 0 1 0 0,-1 0-1 0 0,0 0 0 0 0,-1 0 1 0 0,0 0-1 0 0,-1 1 1 0 0,0-1-1 0 0,0 1 1 0 0,-13-17-1 0 0,17 27 48 0 0,0-1-1 0 0,1 1 0 0 0,-1 0 1 0 0,0 0-1 0 0,0 0 0 0 0,0 0 1 0 0,0 0-1 0 0,1 0 1 0 0,-1 0-1 0 0,-1 1 0 0 0,1-1 1 0 0,0 0-1 0 0,0 1 1 0 0,0-1-1 0 0,0 0 0 0 0,0 1 1 0 0,-1-1-1 0 0,1 1 0 0 0,0 0 1 0 0,0-1-1 0 0,-1 1 1 0 0,1 0-1 0 0,0 0 0 0 0,-1 0 1 0 0,1 0-1 0 0,-2 0 1 0 0,1 1 13 0 0,0 0 0 0 0,1 0 0 0 0,-1 0 0 0 0,0 0 0 0 0,1 0 0 0 0,-1 0 0 0 0,1 1 0 0 0,-1-1 0 0 0,1 0 0 0 0,-1 1 0 0 0,1 0 0 0 0,0-1 0 0 0,0 1 0 0 0,0 0 0 0 0,-1 1 0 0 0,-3 8 55 0 0,0-1 1 0 0,1 1 0 0 0,0 0-1 0 0,-4 20 1 0 0,7-26-80 0 0,0 0 0 0 0,0 1 1 0 0,0-1-1 0 0,1 0 1 0 0,0 1-1 0 0,0-1 0 0 0,0 0 1 0 0,1 1-1 0 0,0-1 1 0 0,0 0-1 0 0,0 0 0 0 0,0 0 1 0 0,1 1-1 0 0,0-1 1 0 0,0-1-1 0 0,1 1 0 0 0,-1 0 1 0 0,1-1-1 0 0,0 1 0 0 0,0-1 1 0 0,0 0-1 0 0,1 0 1 0 0,-1 0-1 0 0,1 0 0 0 0,0 0 1 0 0,0-1-1 0 0,1 0 1 0 0,-1 0-1 0 0,1 0 0 0 0,-1-1 1 0 0,1 1-1 0 0,0-1 0 0 0,0 0 1 0 0,0 0-1 0 0,0-1 1 0 0,0 0-1 0 0,1 0 0 0 0,-1 0 1 0 0,0 0-1 0 0,0-1 1 0 0,1 0-1 0 0,-1 0 0 0 0,9-1 1 0 0,-5 0-453 0 0,0 0 0 0 0,0-1 0 0 0,0 0 0 0 0,0 0 1 0 0,0-1-1 0 0,-1 0 0 0 0,1 0 0 0 0,-1-1 0 0 0,0 0 1 0 0,0-1-1 0 0,9-6 0 0 0,-6 2 141 0 0,-1 0 1 0 0,1-1-1 0 0,-1 0 0 0 0,-1-1 1 0 0,0 0-1 0 0,11-18 0 0 0,3-13-233 0 0,-2 0 0 0 0,-2-1 0 0 0,18-61 0 0 0,-25 68-355 0 0,-3 14 3772 0 0,-13 35-1987 0 0,-10 25 846 0 0,-13 44 1614 0 0,25-76-2974 0 0,1 1 0 0 0,-1-1 1 0 0,2 1-1 0 0,-1-1 0 0 0,1 1 1 0 0,0 0-1 0 0,0-1 0 0 0,1 1 1 0 0,-1-1-1 0 0,3 8 0 0 0,-3-13-285 0 0,1 1 0 0 0,-1-1 0 0 0,0 1 0 0 0,1 0 0 0 0,-1-1 0 0 0,1 1-1 0 0,0-1 1 0 0,-1 0 0 0 0,1 1 0 0 0,0-1 0 0 0,0 1 0 0 0,0-1 0 0 0,0 0 0 0 0,0 0 0 0 0,0 0-1 0 0,0 1 1 0 0,0-1 0 0 0,1 0 0 0 0,-1 0 0 0 0,0-1 0 0 0,1 1 0 0 0,-1 0 0 0 0,0 0 0 0 0,1-1-1 0 0,-1 1 1 0 0,1 0 0 0 0,-1-1 0 0 0,1 0 0 0 0,0 1 0 0 0,-1-1 0 0 0,1 0 0 0 0,-1 0-1 0 0,1 0 1 0 0,0 0 0 0 0,-1 0 0 0 0,1 0 0 0 0,-1 0 0 0 0,3-1 0 0 0,-1 0-78 0 0,0-1 0 0 0,-1 1 0 0 0,1-1 0 0 0,0 1 0 0 0,-1-1 0 0 0,1 0 0 0 0,-1 0 0 0 0,0 0 0 0 0,0 0 1 0 0,0-1-1 0 0,0 1 0 0 0,0-1 0 0 0,0 1 0 0 0,0-1 0 0 0,-1 1 0 0 0,1-1 0 0 0,-1 0 0 0 0,0 0 0 0 0,1-3 0 0 0,0-5-287 0 0,0 1-1 0 0,-1 0 0 0 0,0-1 1 0 0,0 1-1 0 0,-2-1 0 0 0,1 1 1 0 0,-1 0-1 0 0,-1-1 0 0 0,0 1 1 0 0,0 0-1 0 0,-7-18 1 0 0,-6-10-321 0 0,-31-59 0 0 0,34 75 618 0 0,2 1 88 0 0,4 7 298 0 0,0 1 1 0 0,-1 0 0 0 0,-1 0 0 0 0,0 1 0 0 0,0 0-1 0 0,-1 0 1 0 0,-1 1 0 0 0,-20-19 0 0 0,30 30-302 0 0,0 0 1 0 0,0-1-1 0 0,0 1 1 0 0,0 0-1 0 0,0 0 1 0 0,0 0-1 0 0,0-1 1 0 0,-1 1-1 0 0,1 0 0 0 0,0 0 1 0 0,0 0-1 0 0,0 0 1 0 0,-1-1-1 0 0,1 1 1 0 0,0 0-1 0 0,0 0 1 0 0,0 0-1 0 0,-1 0 1 0 0,1 0-1 0 0,0 0 0 0 0,0 0 1 0 0,0 0-1 0 0,-1 0 1 0 0,1-1-1 0 0,0 1 1 0 0,0 0-1 0 0,-1 0 1 0 0,1 0-1 0 0,0 0 0 0 0,0 0 1 0 0,-1 1-1 0 0,1-1 1 0 0,0 0-1 0 0,0 0 1 0 0,-1 0-1 0 0,1 0 1 0 0,0 0-1 0 0,0 0 1 0 0,0 0-1 0 0,-1 0 0 0 0,1 0 1 0 0,0 1-1 0 0,0-1 1 0 0,0 0-1 0 0,-1 0 1 0 0,1 0-1 0 0,0 0 1 0 0,0 1-1 0 0,0-1 0 0 0,0 0 1 0 0,-1 0-1 0 0,5 17 1605 0 0,14 26-829 0 0,-17-40-672 0 0,21 39 309 0 0,2 0-1 0 0,1-1 0 0 0,50 59 1 0 0,106 100-1314 0 0,-152-170 372 0 0,0 0-1480 0 0,0 3-4979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46:39.4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255 658 2761 0 0,'-61'67'2352'0'0,"-60"83"1"0"0,106-129-1676 0 0,12-18-568 0 0,-4 6 375 0 0,0-1 1 0 0,1 1-1 0 0,0 1 0 0 0,0-1 0 0 0,1 1 1 0 0,0 0-1 0 0,1 0 0 0 0,-4 14 1 0 0,8-24-467 0 0,0 0 0 0 0,0 0 0 0 0,-1 0 1 0 0,1 0-1 0 0,0 0 0 0 0,0 0 0 0 0,0 1 1 0 0,0-1-1 0 0,0 0 0 0 0,0 0 0 0 0,0 0 0 0 0,0 0 1 0 0,0 0-1 0 0,1 1 0 0 0,-1-1 0 0 0,0 0 1 0 0,0 0-1 0 0,0 0 0 0 0,0 0 0 0 0,0 0 1 0 0,0 0-1 0 0,0 1 0 0 0,0-1 0 0 0,0 0 1 0 0,0 0-1 0 0,0 0 0 0 0,0 0 0 0 0,1 0 0 0 0,-1 0 1 0 0,0 0-1 0 0,0 0 0 0 0,0 0 0 0 0,0 0 1 0 0,0 1-1 0 0,0-1 0 0 0,0 0 0 0 0,1 0 1 0 0,-1 0-1 0 0,0 0 0 0 0,0 0 0 0 0,0 0 0 0 0,0 0 1 0 0,0 0-1 0 0,0 0 0 0 0,1 0 0 0 0,-1 0 1 0 0,0 0-1 0 0,0 0 0 0 0,0 0 0 0 0,0 0 1 0 0,11-4 387 0 0,8-8-166 0 0,97-94 1277 0 0,141-167 0 0 0,0-2 78 0 0,-119 119-1331 0 0,-72 76-1413 0 0,-36 49-691 0 0,-20 21-60 0 0,0 0 0 0 0,-1-1 0 0 0,11-15 0 0 0,-16 18-1350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46:39.7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101 0 3225 0 0,'-10'6'384'0'0,"0"0"1"0"0,1 1 0 0 0,0 1 0 0 0,1-1 0 0 0,0 1 0 0 0,0 0-1 0 0,1 1 1 0 0,0 0 0 0 0,0 0 0 0 0,-9 17 0 0 0,16-25-308 0 0,0-1 1 0 0,0 1 0 0 0,0-1-1 0 0,-1 1 1 0 0,1-1 0 0 0,0 1 0 0 0,0-1-1 0 0,0 1 1 0 0,0-1 0 0 0,0 1 0 0 0,0-1-1 0 0,0 1 1 0 0,0-1 0 0 0,0 1-1 0 0,0-1 1 0 0,0 1 0 0 0,0-1 0 0 0,1 1-1 0 0,-1-1 1 0 0,0 1 0 0 0,0-1-1 0 0,0 1 1 0 0,1-1 0 0 0,-1 0 0 0 0,0 1-1 0 0,0-1 1 0 0,1 1 0 0 0,-1-1 0 0 0,1 0-1 0 0,-1 1 1 0 0,0-1 0 0 0,1 0-1 0 0,-1 1 1 0 0,1-1 0 0 0,-1 0 0 0 0,0 0-1 0 0,1 1 1 0 0,-1-1 0 0 0,1 0-1 0 0,-1 0 1 0 0,1 0 0 0 0,-1 0 0 0 0,1 1-1 0 0,-1-1 1 0 0,1 0 0 0 0,-1 0 0 0 0,1 0-1 0 0,-1 0 1 0 0,1 0 0 0 0,-1 0-1 0 0,2-1 1 0 0,33 1 1296 0 0,-28-1-1200 0 0,43-4 1114 0 0,56-14-1 0 0,-65 10-501 0 0,0 2 0 0 0,65-2 0 0 0,-101 8-732 0 0,0 2 1 0 0,0-1-1 0 0,0 1 1 0 0,0 0-1 0 0,1 0 1 0 0,-1 0-1 0 0,0 1 1 0 0,0-1-1 0 0,-1 1 1 0 0,1 0-1 0 0,0 1 1 0 0,-1-1-1 0 0,1 1 1 0 0,-1 0-1 0 0,0 0 1 0 0,0 0-1 0 0,4 5 1 0 0,-4-3-231 0 0,0-1-1 0 0,0 1 1 0 0,-1 0 0 0 0,0 0-1 0 0,0 0 1 0 0,2 7 0 0 0,-2-5-857 0 0,0 0 1 0 0,-1 1 0 0 0,0 0 0 0 0,1 11-1 0 0,0 10-4378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46:41.2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 86 3225 0 0,'-8'-3'-900'0'0,"-21"-1"8325"0"0,33 15-4042 0 0,73 116 1544 0 0,-39-61-4053 0 0,3-1 0 0 0,90 108 0 0 0,-110-157-3745 0 0,-28-31-3910 0 0,-68-62 468 0 0,52 56 5231 0 0,-39-47 1 0 0,55 58 1034 0 0,0 1 0 0 0,1-1 1 0 0,1 0-1 0 0,-1 0 0 0 0,2-1 0 0 0,-1 0 0 0 0,2 0 0 0 0,-1 0 1 0 0,-1-11-1 0 0,3 11 216 0 0,1 1 0 0 0,0-1 0 0 0,1 1-1 0 0,0-1 1 0 0,1 1 0 0 0,0-1 0 0 0,0 1 0 0 0,6-20 0 0 0,-4 22 443 0 0,0 0 0 0 0,0 0-1 0 0,1 1 1 0 0,0-1 0 0 0,0 1 0 0 0,0 0 0 0 0,1 0-1 0 0,0 0 1 0 0,1 1 0 0 0,0 0 0 0 0,0 0-1 0 0,0 0 1 0 0,0 1 0 0 0,1 0 0 0 0,0 0 0 0 0,0 0-1 0 0,0 1 1 0 0,10-4 0 0 0,-16 8-534 0 0,0-1 0 0 0,0 1 0 0 0,0-1-1 0 0,-1 1 1 0 0,1 0 0 0 0,0-1 0 0 0,0 1 0 0 0,0 0 0 0 0,0 0 0 0 0,0 0 0 0 0,0 0 0 0 0,-1 0-1 0 0,1 0 1 0 0,0 0 0 0 0,0 0 0 0 0,0 0 0 0 0,0 0 0 0 0,0 0 0 0 0,0 0 0 0 0,0 1-1 0 0,-1-1 1 0 0,1 0 0 0 0,0 1 0 0 0,0-1 0 0 0,0 1 0 0 0,1 0 0 0 0,-1 0-15 0 0,-1 1-1 0 0,1-1 1 0 0,0 0 0 0 0,0 1 0 0 0,-1-1 0 0 0,1 1-1 0 0,0-1 1 0 0,-1 1 0 0 0,0-1 0 0 0,1 1 0 0 0,-1-1-1 0 0,0 1 1 0 0,0-1 0 0 0,0 3 0 0 0,0 7 61 0 0,0 1-1 0 0,-2-1 1 0 0,-2 16 0 0 0,2-22-10 0 0,-20 81 378 0 0,15-66-346 0 0,1 1 0 0 0,1 0 0 0 0,1 0 0 0 0,1 0 0 0 0,-2 42 0 0 0,5-62-142 0 0,0 0 0 0 0,0 0 0 0 0,1 0-1 0 0,-1 0 1 0 0,0 0 0 0 0,0 0-1 0 0,1 0 1 0 0,-1 1 0 0 0,0-1 0 0 0,1 0-1 0 0,-1 0 1 0 0,1 0 0 0 0,0 0 0 0 0,-1 0-1 0 0,1-1 1 0 0,0 1 0 0 0,-1 0 0 0 0,1 0-1 0 0,0 0 1 0 0,0-1 0 0 0,0 1-1 0 0,0 0 1 0 0,0-1 0 0 0,0 1 0 0 0,0 0-1 0 0,0-1 1 0 0,0 0 0 0 0,0 1 0 0 0,0-1-1 0 0,0 1 1 0 0,0-1 0 0 0,0 0-1 0 0,0 0 1 0 0,0 0 0 0 0,0 0 0 0 0,1 0-1 0 0,-1 0 1 0 0,0 0 0 0 0,0 0 0 0 0,0 0-1 0 0,0 0 1 0 0,0-1 0 0 0,1 1 0 0 0,9-3-99 0 0,-1 0 1 0 0,1 0 0 0 0,17-10 0 0 0,-7 5-119 0 0,63-20-294 0 0,56-21-252 0 0,-117 39-335 0 0,-1 0-1 0 0,-1-2 1 0 0,0 0 0 0 0,21-17-1 0 0,-25 15-239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46:42.6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 1 3225 0 0,'-4'0'353'0'0,"1"0"0"0"0,-1 0 0 0 0,1 0 0 0 0,-1 0 0 0 0,1 1 0 0 0,-1-1 0 0 0,1 1 0 0 0,-1 0 0 0 0,1 0 0 0 0,-7 3 0 0 0,9-3-195 0 0,0 1 0 0 0,0-1 0 0 0,0 0-1 0 0,0 1 1 0 0,0-1 0 0 0,0 1 0 0 0,0-1 0 0 0,1 1 0 0 0,-1-1 0 0 0,1 1 0 0 0,-1-1 0 0 0,1 1-1 0 0,0 0 1 0 0,-1-1 0 0 0,1 1 0 0 0,0 0 0 0 0,0-1 0 0 0,0 1 0 0 0,0 0 0 0 0,1-1 0 0 0,-1 1 0 0 0,0 0-1 0 0,1-1 1 0 0,-1 1 0 0 0,2 2 0 0 0,9 39 810 0 0,1 0 0 0 0,3-1 1 0 0,1 0-1 0 0,33 57 0 0 0,-31-67-1166 0 0,1-2 0 0 0,2 0 0 0 0,31 34 0 0 0,-50-61-125 0 0,14 13-752 0 0,-3-8-3096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46:42.9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0 258 456 0 0,'3'4'551'0'0,"0"-1"0"0"0,0 0 0 0 0,0 0-1 0 0,0 0 1 0 0,1-1 0 0 0,-1 1 0 0 0,8 3 0 0 0,-8-3-205 0 0,84 54 4153 0 0,-75-50-4046 0 0,1-1-1 0 0,0 0 0 0 0,0 0 1 0 0,0-1-1 0 0,17 3 1 0 0,-30-8-439 0 0,1 0 0 0 0,-1 0 0 0 0,0 1-1 0 0,0-1 1 0 0,0 0 0 0 0,0 0 0 0 0,1 0 0 0 0,-1 0 0 0 0,0 0 0 0 0,0 0 0 0 0,0 0 0 0 0,0 0 0 0 0,0 0 0 0 0,1 0 0 0 0,-1 0 0 0 0,0 0 0 0 0,0 0 0 0 0,0 0 0 0 0,0 0 0 0 0,1 0 0 0 0,-1 0 0 0 0,0-1 0 0 0,0 1 0 0 0,0 0 0 0 0,0 0 0 0 0,0 0 0 0 0,0 0 0 0 0,1 0 0 0 0,-1 0-1 0 0,0 0 1 0 0,0 0 0 0 0,0-1 0 0 0,0 1 0 0 0,0 0 0 0 0,0 0 0 0 0,0 0 0 0 0,0 0 0 0 0,1 0 0 0 0,-1 0 0 0 0,0-1 0 0 0,0 1 0 0 0,0 0 0 0 0,0 0 0 0 0,0 0 0 0 0,0 0 0 0 0,0-1 0 0 0,-4-10 364 0 0,-14-16-90 0 0,14 21-226 0 0,-30-53-215 0 0,-36-82 1 0 0,3 5-6451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46:43.3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7370 0 0,'0'5'199'0'0,"1"-1"0"0"0,0 0-1 0 0,0 0 1 0 0,0 0 0 0 0,0 0 0 0 0,1 0 0 0 0,-1 0 0 0 0,1 0 0 0 0,0-1 0 0 0,0 1 0 0 0,5 6 0 0 0,1 3 392 0 0,114 202 7532 0 0,-30-77-7189 0 0,-78-117-1864 0 0,0 0-301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46:50.2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76 1150 3225 0 0,'-31'31'982'0'0,"-14"17"6356"0"0,79-89-3304 0 0,15-19-2705 0 0,60-95 919 0 0,40-62-442 0 0,31-63-800 0 0,21 15-537 0 0,-139 191-365 0 0,34-38-1103 0 0,-81 99 827 0 0,9 2-4606 0 0,-23 11 4564 0 0,0 0 0 0 0,0 0 0 0 0,0 0 0 0 0,0 0 0 0 0,0 0 0 0 0,0 0 0 0 0,0 0 1 0 0,0 0-1 0 0,0 1 0 0 0,0-1 0 0 0,0 0 0 0 0,0 1 0 0 0,0-1 0 0 0,0 1 0 0 0,0-1 0 0 0,0 1 1 0 0,0 0-1 0 0,-1-1 0 0 0,1 1 0 0 0,0 0 0 0 0,0-1 0 0 0,-1 1 0 0 0,1 0 0 0 0,0 0 1 0 0,-1 0-1 0 0,1 0 0 0 0,-1 0 0 0 0,1 0 0 0 0,-1-1 0 0 0,0 1 0 0 0,1 0 0 0 0,-1 0 1 0 0,0 0-1 0 0,1 1 0 0 0,-1-1 0 0 0,0 0 0 0 0,0 0 0 0 0,0 0 0 0 0,0 1 0 0 0,0 35 52 0 0,-4-15 162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46:50.5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1 8754 0 0,'-9'1'453'0'0,"5"0"132"0"0,13 2 139 0 0,-6 0-406 0 0,29 36 2484 0 0,9 9 336 0 0,72 68 0 0 0,13-10-1685 0 0,153 98-1 0 0,-137-103-1353 0 0,30 19-1302 0 0,-120-91-2085 0 0,-28-18-3511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46:50.9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10594 0 0,'0'0'819'0'0,"20"1"163"0"0,277 36 7750 0 0,-143-16-7175 0 0,-131-18-1545 0 0,-1 1 0 0 0,0 1 1 0 0,1 1-1 0 0,-2 1 0 0 0,1 0 1 0 0,-1 2-1 0 0,34 20 0 0 0,-49-26-550 0 0,0 0 0 0 0,1 0 0 0 0,-1 0-1 0 0,0-1 1 0 0,1 0 0 0 0,6 2 0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46:51.3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0 11979 0 0,'-2'3'67'0'0,"0"-1"0"0"0,1 1 1 0 0,-1-1-1 0 0,1 1 0 0 0,0 0 1 0 0,0-1-1 0 0,0 1 0 0 0,0 0 1 0 0,0 0-1 0 0,0 0 0 0 0,1 0 1 0 0,-1 6-1 0 0,0-3 186 0 0,-6 41 757 0 0,2 1 0 0 0,1 58 1 0 0,11 100 2177 0 0,-1-101-2423 0 0,-2 409 1245 0 0,-5-487-1945 0 0,4 34 0 0 0,5-24-6207 0 0,-3-20-761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46:52.3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14283 0 0,'2'1'-65'0'0,"-1"-1"0"0"0,0 1-1 0 0,1 0 1 0 0,-1-1 0 0 0,1 1 0 0 0,-1 0-1 0 0,0 0 1 0 0,0 0 0 0 0,0 0 0 0 0,0 0 0 0 0,1 0-1 0 0,-1 1 1 0 0,-1-1 0 0 0,1 0 0 0 0,0 0-1 0 0,0 1 1 0 0,0-1 0 0 0,0 2 0 0 0,15 30 329 0 0,39 127 2173 0 0,18 43 158 0 0,-1-57-628 0 0,167 256 0 0 0,-123-209-1826 0 0,56 80 9 0 0,-160-257-750 0 0,0 1-1 0 0,-1 0 1 0 0,0 0 0 0 0,-2 1-1 0 0,0 0 1 0 0,-1 0 0 0 0,11 39-1 0 0,-19-56 420 0 0,0 0 90 0 0,1-1 0 0 0,-1 1 1 0 0,0-1-1 0 0,0 1 0 0 0,1-1 1 0 0,-1 1-1 0 0,0-1 0 0 0,0 1 0 0 0,0-1 1 0 0,0 1-1 0 0,0 0 0 0 0,0-1 1 0 0,0 1-1 0 0,0-1 0 0 0,0 1 0 0 0,0-1 1 0 0,0 1-1 0 0,0-1 0 0 0,0 1 1 0 0,0-1-1 0 0,-1 1 0 0 0,1-1 0 0 0,0 1 1 0 0,0-1-1 0 0,-1 1 0 0 0,1-1 1 0 0,0 1-1 0 0,-1-1 0 0 0,1 0 0 0 0,0 1 1 0 0,-1-1-1 0 0,1 1 0 0 0,0-1 1 0 0,-1 0-1 0 0,1 0 0 0 0,-1 1 0 0 0,0-1 1 0 0,-12-2-529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46:52.7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2 271 3681 0 0,'-1'-3'102'0'0,"1"0"1"0"0,0 0-1 0 0,-1 0 0 0 0,1 0 1 0 0,1 0-1 0 0,-1-1 1 0 0,0 1-1 0 0,1 0 1 0 0,-1 0-1 0 0,1 0 0 0 0,0 1 1 0 0,0-1-1 0 0,0 0 1 0 0,2-3-1 0 0,26-41 1633 0 0,-15 24-1061 0 0,2-1 1943 0 0,24-29 0 0 0,2-3-706 0 0,-35 36-2370 0 0,-12 31-1532 0 0,5-8 1628 0 0,-2 5 23 0 0,1-1 0 0 0,-1 0 0 0 0,2 1 0 0 0,-1 12 0 0 0,1-20 318 0 0,0 1 0 0 0,0-1 0 0 0,0 1 0 0 0,0-1 0 0 0,0 1 0 0 0,0-1 0 0 0,1 1 0 0 0,-1 0 0 0 0,0-1 0 0 0,0 1 0 0 0,0-1 0 0 0,1 1 0 0 0,-1-1 1 0 0,0 1-1 0 0,1-1 0 0 0,-1 0 0 0 0,0 1 0 0 0,1-1 0 0 0,-1 1 0 0 0,1-1 0 0 0,-1 0 0 0 0,1 1 0 0 0,-1-1 0 0 0,0 0 0 0 0,1 1 0 0 0,-1-1 0 0 0,2 0 0 0 0,-1 0-110 0 0,1 0-1 0 0,-1 0 1 0 0,1 0 0 0 0,0-1-1 0 0,-1 1 1 0 0,1 0 0 0 0,-1-1-1 0 0,1 0 1 0 0,-1 1 0 0 0,0-1-1 0 0,1 0 1 0 0,-1 0 0 0 0,0 0-1 0 0,1 1 1 0 0,1-3 0 0 0,-28 35-1833 0 0,18-19 1948 0 0,6-12 14 0 0,1 0 1 0 0,-1 0-1 0 0,1 0 0 0 0,-1 0 0 0 0,0 0 1 0 0,1 0-1 0 0,-1 0 0 0 0,0 0 0 0 0,0 0 1 0 0,1-1-1 0 0,-1 1 0 0 0,0 0 0 0 0,0 0 0 0 0,0-1 1 0 0,0 1-1 0 0,-2 0 0 0 0,-7 3 3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46:53.2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118 166 3681 0 0,'-9'2'519'0'0,"0"0"0"0"0,1 1 0 0 0,-1 0 0 0 0,1 0 0 0 0,-1 1 0 0 0,1 0 0 0 0,0 1 0 0 0,1 0 0 0 0,-1 0-1 0 0,1 0 1 0 0,0 1 0 0 0,0 0 0 0 0,-7 8 0 0 0,44-35 4346 0 0,3-3-3664 0 0,-2-1-712 0 0,1 1 0 0 0,0 2 0 0 0,2 1 0 0 0,1 2 0 0 0,0 1 0 0 0,1 1 0 0 0,53-15 0 0 0,-80 29-469 0 0,-1 1 0 0 0,1 0 0 0 0,0 1-1 0 0,0 0 1 0 0,0 0 0 0 0,0 1 0 0 0,0 0-1 0 0,0 1 1 0 0,0 0 0 0 0,0 0-1 0 0,-1 1 1 0 0,1 0 0 0 0,0 1 0 0 0,-1 0-1 0 0,1 0 1 0 0,-1 0 0 0 0,0 1 0 0 0,0 1-1 0 0,0-1 1 0 0,-1 1 0 0 0,0 1-1 0 0,0-1 1 0 0,0 1 0 0 0,0 0 0 0 0,-1 1-1 0 0,0 0 1 0 0,-1 0 0 0 0,1 0-1 0 0,-1 0 1 0 0,-1 1 0 0 0,1 0 0 0 0,-1 0-1 0 0,-1 0 1 0 0,1 1 0 0 0,-2-1 0 0 0,1 1-1 0 0,1 9 1 0 0,-1 0-72 0 0,-1 0 0 0 0,-1 0 1 0 0,0 0-1 0 0,-1-1 0 0 0,-1 1 0 0 0,-1 0 1 0 0,-1 0-1 0 0,-9 32 0 0 0,-7 12-86 0 0,-28 62-1 0 0,40-108 123 0 0,-31 67-51 0 0,-77 121 0 0 0,49-93 130 0 0,65-110-50 0 0,1-1 0 0 0,-1 1-1 0 0,0 0 1 0 0,1 0-1 0 0,-1 0 1 0 0,1-1 0 0 0,0 1-1 0 0,-1 0 1 0 0,1 0-1 0 0,0 0 1 0 0,-1 0-1 0 0,1 0 1 0 0,0 0 0 0 0,0 0-1 0 0,0-1 1 0 0,0 1-1 0 0,0 0 1 0 0,0 0-1 0 0,0 0 1 0 0,0 0 0 0 0,0 0-1 0 0,0 0 1 0 0,0 0-1 0 0,1 0 1 0 0,-1 0-1 0 0,0 0 1 0 0,1-1 0 0 0,0 2-1 0 0,0-1 3 0 0,0 0-1 0 0,1 0 1 0 0,-1-1-1 0 0,1 1 1 0 0,-1-1-1 0 0,0 1 1 0 0,1-1-1 0 0,-1 1 1 0 0,1-1-1 0 0,-1 0 1 0 0,1 0-1 0 0,-1 0 1 0 0,1 0-1 0 0,-1 0 1 0 0,3 0-1 0 0,11-2 98 0 0,-1-1-1 0 0,25-7 1 0 0,-33 8-51 0 0,21-6-39 0 0,535-147 1804 0 0,-541 150-2446 0 0,0 1-1 0 0,42-3 1 0 0,-52 7-34 0 0,0 0 0 0 0,-1 1 0 0 0,1 0 0 0 0,0 0 0 0 0,-1 1 0 0 0,1 1 0 0 0,17 6 0 0 0,-4 2-6480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46:53.7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49 11058 0 0,'0'1'20'0'0,"0"-1"-1"0"0,-1 0 0 0 0,1 0 0 0 0,0 0 1 0 0,0 0-1 0 0,0 0 0 0 0,0 0 0 0 0,-1 0 1 0 0,1 0-1 0 0,0 0 0 0 0,0 0 0 0 0,0 0 1 0 0,0 0-1 0 0,-1 0 0 0 0,1 0 0 0 0,0-1 1 0 0,0 1-1 0 0,0 0 0 0 0,0 0 0 0 0,0 0 1 0 0,-1 0-1 0 0,1 0 0 0 0,0 0 0 0 0,0 0 1 0 0,0 0-1 0 0,0 0 0 0 0,0-1 0 0 0,0 1 1 0 0,0 0-1 0 0,-1 0 0 0 0,1 0 0 0 0,0 0 1 0 0,0 0-1 0 0,0 0 0 0 0,0-1 0 0 0,0 1 1 0 0,0 0-1 0 0,0 0 0 0 0,0 0 0 0 0,0 0 1 0 0,0-1-1 0 0,0 1 0 0 0,0 0 0 0 0,0 0 1 0 0,0 0-1 0 0,0 0 0 0 0,0 0 0 0 0,0-1 1 0 0,0 1-1 0 0,0 0 0 0 0,0 0 0 0 0,0 0 1 0 0,0 0-1 0 0,0-1 0 0 0,0 1 0 0 0,0 0 1 0 0,1 0-1 0 0,-1 0 0 0 0,0 0 0 0 0,0 0 1 0 0,0 0-1 0 0,0-1 0 0 0,0 1 0 0 0,0 0 1 0 0,0 0-1 0 0,1 0 0 0 0,-1 0 0 0 0,18-7 738 0 0,28-3 170 0 0,-45 9-888 0 0,87-11 1760 0 0,-1 4 0 0 0,1 4 0 0 0,1 3 0 0 0,124 16 0 0 0,-198-14-1834 0 0,-4 0-338 0 0,0-1 0 0 0,-1 1 1 0 0,1 1-1 0 0,0 0 0 0 0,-1 1 1 0 0,0 0-1 0 0,0 0 0 0 0,0 1 0 0 0,11 5 1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46:54.0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144 1 8290 0 0,'4'41'1276'0'0,"-8"31"2232"0"0,-23 128 1 0 0,13-117-2019 0 0,-24 129 978 0 0,-15 112-751 0 0,43-193-4105 0 0,9-102-4791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47:50.61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178 53 2304 0 0,'-5'-5'456'0'0,"0"1"0"0"0,-1 0 0 0 0,1-1 0 0 0,-1 2 0 0 0,0-1 0 0 0,0 1 0 0 0,0 0 0 0 0,0 0 0 0 0,-1 0 0 0 0,1 1 0 0 0,-10-2 0 0 0,5 1 359 0 0,0 1 0 0 0,-1 0 1 0 0,1 0-1 0 0,0 2 0 0 0,-1-1 1 0 0,-11 2-1 0 0,22-1-783 0 0,1 0 1 0 0,0 0-1 0 0,0 0 0 0 0,-1 0 1 0 0,1 0-1 0 0,0 0 1 0 0,0 0-1 0 0,0 0 0 0 0,-1 0 1 0 0,1 0-1 0 0,0 0 1 0 0,0 1-1 0 0,-1-1 0 0 0,1 0 1 0 0,0 0-1 0 0,0 0 1 0 0,0 0-1 0 0,0 0 0 0 0,-1 0 1 0 0,1 1-1 0 0,0-1 1 0 0,0 0-1 0 0,0 0 0 0 0,0 0 1 0 0,0 0-1 0 0,-1 1 0 0 0,1-1 1 0 0,0 0-1 0 0,0 0 1 0 0,0 0-1 0 0,0 1 0 0 0,0-1 1 0 0,0 0-1 0 0,0 0 1 0 0,0 1-1 0 0,0-1 0 0 0,0 0 1 0 0,0 0-1 0 0,0 0 1 0 0,0 1-1 0 0,0-1 0 0 0,7 13 668 0 0,19 17-39 0 0,-19-23-261 0 0,21 21 383 0 0,1-2 0 0 0,1-2 0 0 0,39 26 0 0 0,40 32 248 0 0,-81-58-1200 0 0,0 1 1 0 0,-2 1-1 0 0,-1 1 0 0 0,-1 1 1 0 0,25 39-1 0 0,-25-31-4451 0 0,-17-27-1057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47:51.05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86 33 3225 0 0,'3'-4'186'0'0,"1"1"0"0"0,-1 0 0 0 0,1 0 0 0 0,0 0 0 0 0,0 0 1 0 0,0 1-1 0 0,0 0 0 0 0,0 0 0 0 0,1 0 0 0 0,-1 0 0 0 0,5-1 1 0 0,-18 26 4588 0 0,-47 214 1268 0 0,0 2-5150 0 0,55-236-903 0 0,-9 25-4899 0 0,4-16-357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47:57.8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65 1840 0 0,'-2'-7'160'0'0,"-1"2"-160"0"0,2 1 0 0 0,-1-2 1609 0 0,2 3-729 0 0,0 0 8 0 0,-2-4-1336 0 0,1 1-272 0 0,2-2-48 0 0,-2 2-16 0 0,-2-1 616 0 0,1 5 168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47:58.3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 7370 0 0,'-6'-1'701'0'0,"10"0"-668"0"0,-3 1-209 0 0,13 6-958 0 0,24 28 9030 0 0,-25-20-6487 0 0,109 86 2796 0 0,8 7-2747 0 0,-130-106-1458 0 0,47 42 198 0 0,58 70 0 0 0,-93-98-170 0 0,-1 0 0 0 0,0 0 0 0 0,-1 1-1 0 0,-1 0 1 0 0,-1 1 0 0 0,0 0 0 0 0,-1 0 0 0 0,-1 1 0 0 0,7 30 0 0 0,-5-14-234 0 0,1 1 0 0 0,1-2 0 0 0,16 35 0 0 0,-22-56-965 0 0,4 7-5608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47:58.7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 50 6913 0 0,'16'-22'-366'0'0,"-4"8"1698"0"0,-9 0-66 0 0,-13 20 14 0 0,-15 18 422 0 0,-18 37 89 0 0,-18 22 841 0 0,-64 117-1 0 0,118-185-2502 0 0,0 0 0 0 0,-9 30 0 0 0,6 7-3213 0 0,9-37-2966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48:40.6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45 10 12515 0 0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49:22.9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20 10594 0 0,'-1'-1'236'0'0,"0"0"0"0"0,0 0 0 0 0,0 0-1 0 0,1 0 1 0 0,-1 0 0 0 0,0 0 0 0 0,0 0-1 0 0,1 0 1 0 0,-1 0 0 0 0,1 0 0 0 0,-1 0 0 0 0,1 0-1 0 0,0 0 1 0 0,-1-1 0 0 0,1 1 0 0 0,0-1-1 0 0,4 2 1396 0 0,5 11-1244 0 0,57 113 1738 0 0,91 239 0 0 0,-140-320-2141 0 0,15 24-1546 0 0,-24-51-5343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49:23.4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97 24 0 0,'-5'-18'923'0'0,"4"14"-201"0"0,0 1 1 0 0,0 0-1 0 0,0-1 0 0 0,0 1 0 0 0,1-1 0 0 0,-1 1 0 0 0,1-1 1 0 0,0-4-1 0 0,1 6-473 0 0,0 0 1 0 0,-1 0-1 0 0,1 0 1 0 0,0 0-1 0 0,0 0 1 0 0,0 0-1 0 0,0 0 1 0 0,1 1 0 0 0,-1-1-1 0 0,0 1 1 0 0,1-1-1 0 0,-1 1 1 0 0,1-1-1 0 0,0 1 1 0 0,-1 0-1 0 0,1-1 1 0 0,0 1-1 0 0,2-1 1 0 0,-3 1-99 0 0,1 0 0 0 0,-1 0 1 0 0,1 0-1 0 0,0 0 0 0 0,0 0 0 0 0,-1 0 1 0 0,1 0-1 0 0,0 0 0 0 0,0 1 0 0 0,0-1 1 0 0,0 1-1 0 0,0 0 0 0 0,0-1 0 0 0,0 1 1 0 0,0 0-1 0 0,0 0 0 0 0,0 0 0 0 0,0 1 1 0 0,0-1-1 0 0,0 0 0 0 0,3 1 0 0 0,-4 1-97 0 0,1-1 0 0 0,0 0 0 0 0,-1 0-1 0 0,0 1 1 0 0,1-1 0 0 0,-1 1 0 0 0,0-1 0 0 0,1 1-1 0 0,-1-1 1 0 0,0 1 0 0 0,0 0 0 0 0,-1 0-1 0 0,1-1 1 0 0,0 1 0 0 0,0 0 0 0 0,-1 0-1 0 0,1 3 1 0 0,1 6 63 0 0,-1 1 0 0 0,0-1 0 0 0,0 1 0 0 0,-2-1 0 0 0,1 1 0 0 0,-3 11 0 0 0,-15 55 423 0 0,12-57-317 0 0,1-1-1 0 0,0 2 1 0 0,-2 40-1 0 0,7-60-196 0 0,0-1 1 0 0,0 0-1 0 0,0 0 0 0 0,0 0 0 0 0,0 1 1 0 0,0-1-1 0 0,0 0 0 0 0,1 0 0 0 0,-1 0 1 0 0,0 1-1 0 0,1-1 0 0 0,-1 0 1 0 0,1 0-1 0 0,-1 0 0 0 0,1 0 0 0 0,-1 0 1 0 0,1 0-1 0 0,0 0 0 0 0,0 0 0 0 0,-1 0 1 0 0,1 0-1 0 0,0 0 0 0 0,0-1 1 0 0,0 1-1 0 0,0 0 0 0 0,2 1 0 0 0,-1-2 4 0 0,0 1-1 0 0,0-1 0 0 0,0 0 0 0 0,0 0 0 0 0,1 0 0 0 0,-1 0 0 0 0,0 0 0 0 0,0 0 0 0 0,0 0 0 0 0,0-1 0 0 0,1 1 0 0 0,-1-1 0 0 0,3-1 1 0 0,6-2 129 0 0,-1-1 0 0 0,1 0 0 0 0,-1-1 0 0 0,13-10 0 0 0,23-18 268 0 0,59-33-1 0 0,-82 54-1152 0 0,2 1 1 0 0,37-12-1 0 0,-41 17-6223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49:24.1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37 987 5529 0 0,'15'-35'1044'0'0,"-2"-1"0"0"0,14-55 0 0 0,-16 51-358 0 0,-9 34-582 0 0,7-27 1062 0 0,10-57-1 0 0,-18 82-924 0 0,0-1 1 0 0,0 0-1 0 0,-1 1 0 0 0,0-1 1 0 0,-1 0-1 0 0,0 1 0 0 0,0-1 1 0 0,-1 1-1 0 0,0-1 0 0 0,0 1 1 0 0,-1 0-1 0 0,-5-10 0 0 0,8 16-192 0 0,-1 1 0 0 0,1 0-1 0 0,-1 0 1 0 0,0 0 0 0 0,1-1-1 0 0,-1 1 1 0 0,0 0 0 0 0,0 0-1 0 0,0 0 1 0 0,0 0 0 0 0,0 0-1 0 0,0 0 1 0 0,0 0 0 0 0,0 1-1 0 0,0-1 1 0 0,-1 0 0 0 0,1 1-1 0 0,0-1 1 0 0,0 0 0 0 0,-1 1 0 0 0,1 0-1 0 0,0-1 1 0 0,-1 1 0 0 0,1 0-1 0 0,0-1 1 0 0,-1 1 0 0 0,1 0-1 0 0,0 0 1 0 0,-1 0 0 0 0,1 0-1 0 0,-1 1 1 0 0,1-1 0 0 0,0 0-1 0 0,-1 1 1 0 0,1-1 0 0 0,0 0-1 0 0,-1 1 1 0 0,1 0 0 0 0,0-1-1 0 0,0 1 1 0 0,0 0 0 0 0,0-1 0 0 0,-1 1-1 0 0,1 0 1 0 0,0 0 0 0 0,0 0-1 0 0,0 0 1 0 0,1 0 0 0 0,-3 2-1 0 0,-3 4 180 0 0,1 0-1 0 0,-1 0 0 0 0,1 0 0 0 0,1 1 1 0 0,-1-1-1 0 0,-4 13 0 0 0,5-8-198 0 0,0 0-1 0 0,1-1 1 0 0,1 1-1 0 0,0 0 1 0 0,0 1-1 0 0,1-1 1 0 0,1 0-1 0 0,0 0 1 0 0,1 0-1 0 0,0 1 1 0 0,1-1-1 0 0,0 0 1 0 0,1 0-1 0 0,8 22 1 0 0,-9-28-183 0 0,1 0 1 0 0,-1 0-1 0 0,2-1 1 0 0,-1 1-1 0 0,1-1 1 0 0,-1 1-1 0 0,2-1 1 0 0,-1 0-1 0 0,0-1 1 0 0,1 1-1 0 0,0-1 1 0 0,0 0-1 0 0,0 0 1 0 0,1 0 0 0 0,-1-1-1 0 0,1 1 1 0 0,0-2-1 0 0,0 1 1 0 0,0-1-1 0 0,0 1 1 0 0,1-2-1 0 0,-1 1 1 0 0,0-1-1 0 0,1 0 1 0 0,-1 0-1 0 0,1-1 1 0 0,-1 1-1 0 0,1-2 1 0 0,9 0-1 0 0,-5-1-431 0 0,1-1-1 0 0,-1 0 0 0 0,0 0 1 0 0,0-1-1 0 0,0-1 1 0 0,-1 0-1 0 0,1 0 0 0 0,-1-1 1 0 0,0 0-1 0 0,-1-1 0 0 0,0 0 1 0 0,0 0-1 0 0,0-1 1 0 0,12-15-1 0 0,-9 10 228 0 0,-1-2-1 0 0,-1 1 1 0 0,0-1-1 0 0,-1-1 1 0 0,0 0-1 0 0,-1 0 1 0 0,-1 0-1 0 0,9-33 1 0 0,-11 28 1070 0 0,-1 0 1 0 0,-1-1 0 0 0,-1 0 0 0 0,0 0 0 0 0,-2 0 0 0 0,-1 0-1 0 0,-6-40 1 0 0,7 60-561 0 0,0 0 1 0 0,0 0-1 0 0,-1 0 1 0 0,1 0-1 0 0,-1 0 0 0 0,1 1 1 0 0,-1-1-1 0 0,0 0 0 0 0,0 0 1 0 0,0 0-1 0 0,0 0 0 0 0,0 1 1 0 0,0-1-1 0 0,0 0 0 0 0,-1 1 1 0 0,1-1-1 0 0,0 1 0 0 0,-1 0 1 0 0,0-1-1 0 0,1 1 0 0 0,-1 0 1 0 0,0 0-1 0 0,1 0 0 0 0,-1 0 1 0 0,0 0-1 0 0,0 1 0 0 0,0-1 1 0 0,0 0-1 0 0,0 1 0 0 0,0-1 1 0 0,0 1-1 0 0,-2 0 0 0 0,1 0 17 0 0,0 1-1 0 0,0 0 1 0 0,0-1-1 0 0,1 1 0 0 0,-1 1 1 0 0,0-1-1 0 0,0 0 0 0 0,1 1 1 0 0,-1-1-1 0 0,1 1 0 0 0,-1 0 1 0 0,1 0-1 0 0,0 0 0 0 0,0 0 1 0 0,0 0-1 0 0,0 0 1 0 0,0 1-1 0 0,0-1 0 0 0,0 1 1 0 0,1-1-1 0 0,-2 5 0 0 0,-1 1-63 0 0,1 0 0 0 0,1 0 0 0 0,-1 1 0 0 0,1-1 0 0 0,1 1 0 0 0,0 0 0 0 0,0 0 1 0 0,0-1-1 0 0,1 1 0 0 0,1 0 0 0 0,-1 0 0 0 0,2-1 0 0 0,-1 1 0 0 0,1 0 0 0 0,0-1 0 0 0,4 9 0 0 0,-5-12-164 0 0,1-1 0 0 0,0 1 0 0 0,-1-1 0 0 0,2 0 0 0 0,-1 0 0 0 0,0 0 0 0 0,1 0 0 0 0,0 0 0 0 0,0 0 1 0 0,0-1-1 0 0,0 1 0 0 0,1-1 0 0 0,-1 0 0 0 0,1 0 0 0 0,0 0 0 0 0,0-1 0 0 0,0 1 0 0 0,0-1 0 0 0,0 0 0 0 0,0 0 0 0 0,1 0 0 0 0,-1-1 1 0 0,1 0-1 0 0,-1 1 0 0 0,1-2 0 0 0,0 1 0 0 0,-1 0 0 0 0,1-1 0 0 0,0 0 0 0 0,-1 0 0 0 0,7-1 0 0 0,-7 0-171 0 0,0 0 0 0 0,-1-1 0 0 0,1 1 0 0 0,0-1 0 0 0,-1 0 0 0 0,1 0 0 0 0,-1 0 0 0 0,1 0 0 0 0,-1-1 0 0 0,0 1-1 0 0,0-1 1 0 0,0 0 0 0 0,-1 0 0 0 0,1 0 0 0 0,0 0 0 0 0,-1-1 0 0 0,0 1 0 0 0,0-1 0 0 0,0 1 0 0 0,0-1 0 0 0,-1 0 0 0 0,1 1-1 0 0,-1-1 1 0 0,1-8 0 0 0,2-4-356 0 0,-1-1 0 0 0,0 0 0 0 0,-1 1 0 0 0,-2-29 0 0 0,-1 20-227 0 0,-1-1-1 0 0,-2 1 1 0 0,-1 0-1 0 0,-8-26 1 0 0,-40-95-1787 0 0,20 58 4635 0 0,10 17 12766 0 0,31 97-11387 0 0,23 81-2835 0 0,37 141 208 0 0,-55-212-803 0 0,1 0 0 0 0,2-1 0 0 0,2-1 0 0 0,36 53 0 0 0,-24-46-136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49:25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5 10594 0 0,'0'0'130'0'0,"0"0"-1"0"0,0-1 1 0 0,-1 1-1 0 0,1 0 1 0 0,0-1-1 0 0,-1 1 1 0 0,1 0-1 0 0,0 0 1 0 0,-1-1-1 0 0,1 1 1 0 0,0 0-1 0 0,-1 0 1 0 0,1 0-1 0 0,-1-1 1 0 0,1 1-1 0 0,0 0 1 0 0,-1 0-1 0 0,1 0 1 0 0,-1 0-1 0 0,1 0 1 0 0,0 0-1 0 0,-1 0 0 0 0,1 0 1 0 0,-1 0-1 0 0,1 0 1 0 0,0 0-1 0 0,-1 0 1 0 0,1 0-1 0 0,-1 0 1 0 0,1 0-1 0 0,0 1 1 0 0,-1-1-1 0 0,1 0 1 0 0,0 0-1 0 0,-1 0 1 0 0,1 1-1 0 0,-1-1 1 0 0,1 0-1 0 0,-1 1 260 0 0,1-1-260 0 0,0 0 1 0 0,-1 1-1 0 0,1-1 1 0 0,0 1-1 0 0,0-1 1 0 0,0 0-1 0 0,-1 1 1 0 0,1-1-1 0 0,0 0 1 0 0,0 1-1 0 0,0-1 1 0 0,0 1-1 0 0,0-1 1 0 0,0 0-1 0 0,0 1 1 0 0,0-1-1 0 0,0 1 1 0 0,0-1-1 0 0,0 0 1 0 0,0 1-1 0 0,0 0 1 0 0,-2 25 1172 0 0,25 162-291 0 0,2 29 7 0 0,-22-174-1048 0 0,1 23-403 0 0,3-1-1 0 0,15 71 0 0 0,-7-99-3183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49:25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1 241 1840 0 0,'4'-7'7361'0'0,"-3"7"-7162"0"0,11 3 3432 0 0,13 14-1481 0 0,13 22-309 0 0,-3 2 1 0 0,41 58-1 0 0,0 2-1264 0 0,-53-78-564 0 0,-22-22-13 0 0,-1 0 0 0 0,1 0 0 0 0,0 0 0 0 0,0-1 0 0 0,0 1 0 0 0,0 0 0 0 0,-1-1-1 0 0,1 1 1 0 0,0-1 0 0 0,0 1 0 0 0,0-1 0 0 0,0 1 0 0 0,0-1 0 0 0,0 0 0 0 0,1 1 0 0 0,-1-1 0 0 0,0 0-1 0 0,0 0 1 0 0,0 0 0 0 0,0 0 0 0 0,0 0 0 0 0,0 0 0 0 0,0 0 0 0 0,0 0 0 0 0,0 0 0 0 0,0-1 0 0 0,2 1 0 0 0,-2-4 40 0 0,0 1 1 0 0,0 0 0 0 0,0 0 0 0 0,0 0 0 0 0,-1-1 0 0 0,1 1 0 0 0,-1 0-1 0 0,0-1 1 0 0,0 1 0 0 0,0 0 0 0 0,0-1 0 0 0,-1 1 0 0 0,-1-4 0 0 0,2 0 43 0 0,-12-103 497 0 0,3 45-1278 0 0,3 0 0 0 0,2-1 1 0 0,10-104-1 0 0,-2 137-746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49:25.9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 4145 0 0,'10'-8'5222'0'0,"-9"8"-4787"0"0,0-1 0 0 0,0 1 0 0 0,0 0 0 0 0,0-1 0 0 0,1 1 0 0 0,-1 0 1 0 0,0 0-1 0 0,0 0 0 0 0,0 0 0 0 0,0 0 0 0 0,0 0 0 0 0,2 1 0 0 0,-1-1-109 0 0,-1 1 0 0 0,1 0 0 0 0,-1 0 0 0 0,1 0 0 0 0,-1 0 0 0 0,1 1 0 0 0,-1-1 0 0 0,0 0-1 0 0,1 1 1 0 0,-1-1 0 0 0,0 0 0 0 0,0 1 0 0 0,1 1 0 0 0,3 7 94 0 0,0 1-1 0 0,0-1 1 0 0,4 19 0 0 0,-7-25-42 0 0,13 54 86 0 0,-3-1 0 0 0,7 93-1 0 0,-13-90-1697 0 0,2-1 0 0 0,24 85 0 0 0,-26-125-5807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49:26.2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1 920 0 0,'21'7'9354'0'0,"-18"-5"-8634"0"0,17 21 3201 0 0,-14-13-3267 0 0,0 0-1 0 0,-1 1 1 0 0,4 12-1 0 0,3 17 237 0 0,-2 1 0 0 0,-2 0 0 0 0,3 49 0 0 0,2 3-614 0 0,-5-48-301 0 0,-2-9-1643 0 0,4 45 0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49:26.6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2 167 1840 0 0,'0'-2'115'0'0,"-1"0"-1"0"0,1-1 1 0 0,0 1-1 0 0,0-1 1 0 0,0 1-1 0 0,0-1 1 0 0,0 1-1 0 0,0-1 1 0 0,1 1-1 0 0,-1-1 1 0 0,1 1-1 0 0,-1 0 1 0 0,1-1-1 0 0,0 1 1 0 0,0 0-1 0 0,0 0 1 0 0,1-1-1 0 0,-1 1 0 0 0,0 0 1 0 0,1 0-1 0 0,-1 0 1 0 0,1 1-1 0 0,0-1 1 0 0,2-1-1 0 0,4-6 571 0 0,1 0 0 0 0,0 1 0 0 0,17-12 0 0 0,-25 20-638 0 0,19-14 1324 0 0,41-20 1 0 0,-56 32-1165 0 0,0-1 0 0 0,1 1 1 0 0,-1 0-1 0 0,0 1 0 0 0,1-1 0 0 0,-1 1 0 0 0,1 0 1 0 0,0 0-1 0 0,-1 1 0 0 0,1 0 0 0 0,0 0 1 0 0,-1 0-1 0 0,1 1 0 0 0,6 1 0 0 0,-11-2-184 0 0,1 0 0 0 0,-1 1 0 0 0,1-1 0 0 0,-1 1 0 0 0,0 0 0 0 0,0-1 0 0 0,1 1-1 0 0,-1 0 1 0 0,0 0 0 0 0,0 0 0 0 0,0 0 0 0 0,0 0 0 0 0,0 0 0 0 0,0 0 0 0 0,0 0 0 0 0,0 0 0 0 0,0 1 0 0 0,-1-1-1 0 0,1 0 1 0 0,0 0 0 0 0,-1 1 0 0 0,1 1 0 0 0,0 0 68 0 0,-1 0 0 0 0,1 0 0 0 0,-1 0 0 0 0,0 1 0 0 0,0-1-1 0 0,-1 0 1 0 0,1 0 0 0 0,-1 0 0 0 0,1 0 0 0 0,-2 3 0 0 0,-3 9 355 0 0,-1 0 0 0 0,0-1 1 0 0,-12 18-1 0 0,13-24-352 0 0,-16 27 467 0 0,15-27-337 0 0,0 1-1 0 0,0 0 1 0 0,1 1 0 0 0,0-1 0 0 0,1 1-1 0 0,0 0 1 0 0,1 0 0 0 0,-1 0-1 0 0,-2 21 1 0 0,6-29-179 0 0,0-1 0 0 0,1 0 0 0 0,-1 1 0 0 0,0-1 0 0 0,1 1 0 0 0,-1-1 0 0 0,1 1 0 0 0,0-1 0 0 0,-1 0 0 0 0,1 1 0 0 0,0-1 0 0 0,0 0 0 0 0,0 0 0 0 0,0 1-1 0 0,0-1 1 0 0,0 0 0 0 0,0 0 0 0 0,0 0 0 0 0,0 0 0 0 0,1-1 0 0 0,-1 1 0 0 0,0 0 0 0 0,1 0 0 0 0,-1-1 0 0 0,0 1 0 0 0,1-1 0 0 0,-1 1 0 0 0,1-1 0 0 0,-1 0 0 0 0,1 1 0 0 0,-1-1 0 0 0,1 0 0 0 0,1 0 0 0 0,9 1 149 0 0,0 0 0 0 0,0-1 0 0 0,15-2 0 0 0,-12 1 2 0 0,29-1 168 0 0,80 1-33 0 0,-108 2-342 0 0,-1 0 0 0 0,0 1 0 0 0,0 1 0 0 0,0 0 0 0 0,27 11 0 0 0,-26-7-242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0:42.7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12 2080 0 0,'0'0'7'0'0,"0"-1"0"0"0,-1 1 0 0 0,1 0-1 0 0,0-1 1 0 0,0 1 0 0 0,0-1 0 0 0,0 1-1 0 0,0 0 1 0 0,0-1 0 0 0,0 1 0 0 0,0-1-1 0 0,1 1 1 0 0,-1 0 0 0 0,0-1 0 0 0,0 1-1 0 0,0-1 1 0 0,0 1 0 0 0,0 0 0 0 0,1-1-1 0 0,-1 1 1 0 0,0 0 0 0 0,0-1 0 0 0,1 1-1 0 0,-1 0 1 0 0,0 0 0 0 0,0-1 0 0 0,1 1-1 0 0,-1 0 1 0 0,0 0 0 0 0,1-1 0 0 0,-1 1-1 0 0,0 0 1 0 0,1 0 0 0 0,11 6 440 0 0,-9-3-297 0 0,0-1 1 0 0,-1 1-1 0 0,0 0 0 0 0,1 0 1 0 0,-1 0-1 0 0,-1 0 0 0 0,4 6 1 0 0,-3-2 1 0 0,-1 0 1 0 0,0 0 0 0 0,-1 0 0 0 0,1-1 0 0 0,-1 1 0 0 0,-1 0 0 0 0,1 0 0 0 0,-1 0 0 0 0,0 0 0 0 0,-5 13 0 0 0,-3 6 571 0 0,-18 37 1 0 0,-1 1-80 0 0,21-45-597 0 0,0 0-1 0 0,1 1 0 0 0,1 0 1 0 0,1 0-1 0 0,1 1 0 0 0,1-1 1 0 0,1 1-1 0 0,0-1 0 0 0,4 28 1 0 0,43 394 80 0 0,-32 8-128 0 0,-10-134 0 0 0,0-275 0 0 0,3 1 0 0 0,11 42 0 0 0,-8-40 0 0 0,7 69 0 0 0,-12 3 36 0 0,-3-56 10 0 0,13 95 0 0 0,3-77 57 0 0,6 45 142 0 0,-22-110-137 0 0,8 123 1508 0 0,-5-106-863 0 0,-4-25-669 0 0,0 0 1 0 0,0-1-1 0 0,0 1 0 0 0,-1 0 1 0 0,1 9-1 0 0,-9 43 512 0 0,5-40-415 0 0,0 0 1 0 0,1 1 0 0 0,1 0-1 0 0,1-1 1 0 0,2 24 0 0 0,7-15-112 0 0,-7-22-71 0 0,-1-1 1 0 0,1 1-1 0 0,-1 0 0 0 0,0 0 0 0 0,0 0 0 0 0,0 0 1 0 0,0 6-1 0 0,-1-9 1 0 0,2-3-906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0:44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39 1872 0 0,'2'-3'155'0'0,"0"0"0"0"0,0 1 0 0 0,0-1 0 0 0,0 0 0 0 0,-1-1 0 0 0,1 1 0 0 0,-1 0 0 0 0,0 0 0 0 0,0-1 0 0 0,1-3 379 0 0,-20 37 3172 0 0,1 2-3405 0 0,2 1 1 0 0,1 1-1 0 0,2 0 1 0 0,-15 69 0 0 0,7-29-70 0 0,20-73-233 0 0,-1 0-1 0 0,1 0 1 0 0,-1 0 0 0 0,1 0 0 0 0,0 0-1 0 0,0 0 1 0 0,-1 1 0 0 0,1-1-1 0 0,0 0 1 0 0,0 0 0 0 0,0 0 0 0 0,0 0-1 0 0,0 1 1 0 0,1-1 0 0 0,-1 0 0 0 0,0 0-1 0 0,0 0 1 0 0,1 0 0 0 0,-1 0-1 0 0,1 0 1 0 0,-1 0 0 0 0,1 1 0 0 0,-1-1-1 0 0,2 1 1 0 0,-1-2-1 0 0,0 0 1 0 0,0 0-1 0 0,0 0 0 0 0,0 0 1 0 0,-1 0-1 0 0,1 0 0 0 0,0 0 0 0 0,0 0 1 0 0,0-1-1 0 0,0 1 0 0 0,0 0 1 0 0,-1-1-1 0 0,1 1 0 0 0,0 0 1 0 0,0-1-1 0 0,-1 1 0 0 0,1-1 0 0 0,0 1 1 0 0,-1-1-1 0 0,1 1 0 0 0,0-1 1 0 0,-1 0-1 0 0,1 1 0 0 0,-1-1 1 0 0,1 0-1 0 0,-1 0 0 0 0,1 1 0 0 0,-1-1 1 0 0,1 0-1 0 0,-1 0 0 0 0,0 0 1 0 0,1 0-1 0 0,7-15 114 0 0,0 0 0 0 0,-1 0 0 0 0,-1-1 0 0 0,-1 1 0 0 0,7-35 0 0 0,4-90 584 0 0,-16 140-695 0 0,1 0 6 0 0,-1-1-1 0 0,0 1 1 0 0,0 0-1 0 0,0-1 1 0 0,0 1-1 0 0,0-1 1 0 0,0 1-1 0 0,0-1 1 0 0,0 1-1 0 0,-1-1 1 0 0,1 1-1 0 0,0 0 1 0 0,-1-1-1 0 0,1 1 1 0 0,-1-1-1 0 0,0 1 1 0 0,1 0-1 0 0,-1 0 1 0 0,0-1-1 0 0,0 1 1 0 0,-2-2-1 0 0,8 1 801 0 0,-4 1-788 0 0,0 1 1 0 0,0-1-1 0 0,0 0 1 0 0,0 1-1 0 0,1-1 1 0 0,-1 0-1 0 0,0 1 1 0 0,0 0-1 0 0,0-1 1 0 0,1 1-1 0 0,-1 0 1 0 0,0-1-1 0 0,1 1 1 0 0,-1 0-1 0 0,0 0 1 0 0,0 0-1 0 0,1 0 1 0 0,-1 0 0 0 0,0 1-1 0 0,2-1 689 0 0,23 42-362 0 0,-3 17-89 0 0,52 96-1 0 0,-16-37-171 0 0,-27-51 11 0 0,-27-62-193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0:45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 1 456 0 0,'-20'25'1657'0'0,"9"-10"-1038"0"0,0 0-1 0 0,-14 23 1 0 0,9-9-375 0 0,7-13-151 0 0,0 0-1 0 0,1 1 1 0 0,0 0-1 0 0,2 0 1 0 0,0 0 0 0 0,-7 32-1 0 0,13-48-90 0 0,0-1 1 0 0,0 1-1 0 0,0 0 1 0 0,-1-1-1 0 0,1 1 0 0 0,0 0 1 0 0,0 0-1 0 0,0-1 1 0 0,0 1-1 0 0,1 0 0 0 0,-1-1 1 0 0,0 1-1 0 0,0 0 1 0 0,0 0-1 0 0,1-1 0 0 0,-1 1 1 0 0,0 0-1 0 0,0-1 1 0 0,1 1-1 0 0,-1-1 1 0 0,1 1-1 0 0,-1 0 0 0 0,1-1 1 0 0,0 1-1 0 0,-1 0-2 0 0,1-1 0 0 0,0 0 0 0 0,-1 0 0 0 0,1 0 0 0 0,0 0 0 0 0,0 0 0 0 0,-1 0 0 0 0,1 0 0 0 0,0 0 0 0 0,-1-1 0 0 0,1 1 0 0 0,0 0 0 0 0,-1 0 0 0 0,1-1 0 0 0,0 1 0 0 0,-1 0 0 0 0,1 0 0 0 0,-1-1 0 0 0,2 0 0 0 0,2-2-10 0 0,0 0-1 0 0,-1 0 1 0 0,1 0 0 0 0,-1-1 0 0 0,0 1-1 0 0,3-5 1 0 0,11-19-133 0 0,-2 0 1 0 0,14-36-1 0 0,-23 49 363 0 0,-1-1 0 0 0,0 1 0 0 0,-1-1 0 0 0,-1 0 0 0 0,-1-1 0 0 0,2-23 0 0 0,-13 59 3629 0 0,-9 47-3578 0 0,13 65-116 0 0,5-108-149 0 0,-4-49-1359 0 0,-12-38-1 0 0,9 34 898 0 0,7 29 463 0 0,0 0 0 0 0,0 0 0 0 0,-1 0 0 0 0,1 0 0 0 0,0 0 0 0 0,0 0 0 0 0,0-1 1 0 0,0 1-1 0 0,0 0 0 0 0,0 0 0 0 0,0 0 0 0 0,0 0 0 0 0,0 0 0 0 0,0 0 0 0 0,0 0 0 0 0,0-1 0 0 0,-1 1 0 0 0,1 0 0 0 0,0 0 0 0 0,0 0 1 0 0,0 0-1 0 0,0 0 0 0 0,0 0 0 0 0,0 0 0 0 0,0 0 0 0 0,-1 0 0 0 0,1 0 0 0 0,0 0 0 0 0,0 0 0 0 0,0 0 0 0 0,0 0 0 0 0,0 0 1 0 0,0 0-1 0 0,-1 0 0 0 0,1 0 0 0 0,0 0 0 0 0,0 0 0 0 0,0 0 0 0 0,0 0 0 0 0,0 0 0 0 0,0 0 0 0 0,-1 0 0 0 0,1 0 0 0 0,0 0 1 0 0,0 0-1 0 0,0 0 0 0 0,0 0 0 0 0,0 0 0 0 0,0 0 0 0 0,0 1 0 0 0,-1-1 0 0 0,1 0 0 0 0,-9 9 198 0 0,-5 10 219 0 0,-75 121 903 0 0,89-140-1379 0 0,-1 1 0 0 0,1 0-1 0 0,-1 0 1 0 0,1-1 0 0 0,0 1 0 0 0,-1 0 0 0 0,1 0-1 0 0,0-1 1 0 0,0 1 0 0 0,-1 0 0 0 0,1 0-1 0 0,0 0 1 0 0,0 0 0 0 0,0-1 0 0 0,0 1 0 0 0,0 0-1 0 0,0 0 1 0 0,0 0 0 0 0,0 1 0 0 0,1-2 22 0 0,-1 0-1 0 0,1 0 1 0 0,-1 0 0 0 0,0 0-1 0 0,1 0 1 0 0,-1 0 0 0 0,0 0 0 0 0,1 0-1 0 0,-1 0 1 0 0,0 0 0 0 0,1 0-1 0 0,-1 0 1 0 0,1 0 0 0 0,-1 0 0 0 0,0 0-1 0 0,1 0 1 0 0,-1-1 0 0 0,0 1-1 0 0,1 0 1 0 0,-1 0 0 0 0,0 0 0 0 0,1 0-1 0 0,-1-1 1 0 0,0 1 0 0 0,0 0 0 0 0,1 0-1 0 0,-1-1 1 0 0,0 1 0 0 0,0 0-1 0 0,0-1 1 0 0,1 1 0 0 0,-1 0 0 0 0,0-1-1 0 0,0 1 1 0 0,0 0 0 0 0,0-1-1 0 0,1 1 1 0 0,-1 0 0 0 0,0-1 0 0 0,0 1-1 0 0,0 0 1 0 0,0-1 0 0 0,0 0 0 0 0,23-44-3906 0 0,-20 35 3843 0 0,1 1 1 0 0,-2-1 0 0 0,1 0 0 0 0,-1 1 0 0 0,1-17 0 0 0,-2 20 505 0 0,0-1 1 0 0,0 1 0 0 0,1-1-1 0 0,0 1 1 0 0,0-1 0 0 0,1 1 0 0 0,-1 0-1 0 0,6-9 1 0 0,-44 59 4630 0 0,-8 9-4751 0 0,17 0-150 0 0,25-49-160 0 0,0-1 0 0 0,1 1 0 0 0,0 0 1 0 0,0-1-1 0 0,0 1 0 0 0,1 0 0 0 0,-1 0 1 0 0,1-1-1 0 0,0 1 0 0 0,0 0 0 0 0,0 0 1 0 0,0 0-1 0 0,2 4 0 0 0,-2-8-4 0 0,0 1-1 0 0,0-1 0 0 0,0 1 1 0 0,0-1-1 0 0,1 1 1 0 0,-1-1-1 0 0,0 0 0 0 0,0 1 1 0 0,1-1-1 0 0,-1 0 0 0 0,0 1 1 0 0,1-1-1 0 0,-1 0 1 0 0,0 1-1 0 0,1-1 0 0 0,-1 0 1 0 0,0 0-1 0 0,1 1 1 0 0,-1-1-1 0 0,1 0 0 0 0,-1 0 1 0 0,1 0-1 0 0,-1 1 1 0 0,0-1-1 0 0,1 0 0 0 0,-1 0 1 0 0,1 0-1 0 0,-1 0 1 0 0,1 0-1 0 0,0 0 0 0 0,16-7-1265 0 0,11-17-1261 0 0,-28 24 2532 0 0,15-16-1460 0 0,-1 0 1 0 0,23-36-1 0 0,-22 27 1056 0 0,20-45 1 0 0,-35 71 479 0 0,-1-1 0 0 0,1 0 0 0 0,0 0 0 0 0,-1 0 0 0 0,1 0 0 0 0,0 1 0 0 0,-1-1 0 0 0,1 0-1 0 0,0 0 1 0 0,-1 0 0 0 0,1 0 0 0 0,0 0 0 0 0,-1 0 0 0 0,1 0 0 0 0,0 0 0 0 0,-1 0 0 0 0,1 0 0 0 0,0 0 0 0 0,-1 0 0 0 0,1 0 0 0 0,0 0 0 0 0,-1-1 0 0 0,1 1 0 0 0,0 0 0 0 0,-1 0 0 0 0,1 0 0 0 0,0 0 0 0 0,0 0 0 0 0,-1-1 0 0 0,1 1 0 0 0,0 0 0 0 0,0 0 0 0 0,-1-1 0 0 0,1 1 0 0 0,0 0 0 0 0,0 0 0 0 0,-1-1 0 0 0,1 1 0 0 0,0 0 0 0 0,0-1 0 0 0,0 1 0 0 0,0 0 0 0 0,0-1 0 0 0,0 1 0 0 0,-1 0 0 0 0,1-1 0 0 0,0 1 0 0 0,0 0 0 0 0,0-1 0 0 0,0 1-1 0 0,0 0 1 0 0,0-1 0 0 0,0 1 0 0 0,0 0 0 0 0,1-1 0 0 0,-1 1 0 0 0,0 0 0 0 0,0-1 0 0 0,0 1 0 0 0,0 0 0 0 0,0-1 0 0 0,0 1 0 0 0,1 0 0 0 0,-1 0 0 0 0,0-1 0 0 0,0 1 0 0 0,1-1 0 0 0,-3 2 255 0 0,0 0 0 0 0,0 0 0 0 0,0 0-1 0 0,0 0 1 0 0,1 0 0 0 0,-1 0 0 0 0,0 0 0 0 0,1 1-1 0 0,-1-1 1 0 0,1 1 0 0 0,-1-1 0 0 0,0 2 0 0 0,0 3-18 0 0,0 1 0 0 0,0-1 0 0 0,0 0 0 0 0,1 0 0 0 0,0 1 0 0 0,1-1 0 0 0,0 11 0 0 0,-1-12-400 0 0,2 1 0 0 0,-1 0 0 0 0,1 0 0 0 0,0 0 0 0 0,0-1 0 0 0,0 1 0 0 0,1 0 0 0 0,3 8 0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4:37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10 596 12899 0 0,'-10'16'2975'0'0,"17"-26"-1180"0"0,11-17-859 0 0,312-442 2893 0 0,-322 458-4102 0 0,36-46 534 0 0,-41 53-733 0 0,1 1-1 0 0,-1-1 1 0 0,1 0-1 0 0,0 1 0 0 0,0 0 1 0 0,1 0-1 0 0,-1 0 1 0 0,1 1-1 0 0,-1 0 0 0 0,10-4 1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4:37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 1840 0 0,'-22'5'43'0'0,"20"-4"356"0"0,0-1-1 0 0,1 1 1 0 0,-1 0 0 0 0,1 0 0 0 0,-1 0 0 0 0,1 0 0 0 0,-1 0 0 0 0,1 0 0 0 0,0 0-1 0 0,-1 1 1 0 0,1-1 0 0 0,0 0 0 0 0,-2 3 0 0 0,3-3-80 0 0,-1 0-1 0 0,1 0 0 0 0,-1 1 1 0 0,1-1-1 0 0,0 0 1 0 0,-1 0-1 0 0,1 1 1 0 0,0-1-1 0 0,0 0 1 0 0,0 0-1 0 0,0 1 1 0 0,0-1-1 0 0,0 0 1 0 0,0 0-1 0 0,0 1 1 0 0,1-1-1 0 0,-1 0 1 0 0,0 0-1 0 0,1 2 1 0 0,13 17 1119 0 0,106 96 4057 0 0,-24-26-3967 0 0,45 40-440 0 0,-63-75-2169 0 0,-55-41-2135 0 0,39 17 1 0 0,-41-22-3609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4:38.2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0 357 7370 0 0,'1'-1'169'0'0,"-1"0"1"0"0,1 1 0 0 0,0 0 0 0 0,-1-1 0 0 0,1 1 0 0 0,0-1 0 0 0,-1 1 0 0 0,1 0 0 0 0,0-1 0 0 0,0 1 0 0 0,-1 0-1 0 0,1 0 1 0 0,0 0 0 0 0,0 0 0 0 0,-1 0 0 0 0,1 0 0 0 0,0 0 0 0 0,0 0 0 0 0,-1 0 0 0 0,1 0 0 0 0,0 0 0 0 0,1 0-1 0 0,25 1 2569 0 0,-3 3 330 0 0,39 11 0 0 0,-29-3-1803 0 0,56 27 1 0 0,-102-46-1206 0 0,1 0 0 0 0,0-1 0 0 0,0-1 0 0 0,1 0 0 0 0,0 0 0 0 0,1-1 0 0 0,0 0 1 0 0,-13-19-1 0 0,-4-10-115 0 0,-23-48 1 0 0,38 66-368 0 0,1 0 1 0 0,-13-40-1 0 0,19 46-911 0 0,1 1 0 0 0,0-1 1 0 0,0-16-1 0 0,2 11-4879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4:38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41 517 3225 0 0,'-3'2'460'0'0,"0"1"0"0"0,0-1 0 0 0,0 1 1 0 0,1-1-1 0 0,-1 1 0 0 0,1 0 0 0 0,-1 0 1 0 0,1 0-1 0 0,0 0 0 0 0,0 0 0 0 0,0 0 1 0 0,1 0-1 0 0,-1 1 0 0 0,1-1 0 0 0,0 1 1 0 0,0 0-1 0 0,0-1 0 0 0,0 1 0 0 0,1-1 0 0 0,-1 9 1 0 0,0 3 544 0 0,1 0 1 0 0,0 0-1 0 0,5 26 1 0 0,-2-18-426 0 0,2-1 1 0 0,0 1-1 0 0,10 22 1 0 0,-14-39-507 0 0,1-1 0 0 0,1 0 0 0 0,-1 1 1 0 0,1-1-1 0 0,0 0 0 0 0,0-1 0 0 0,0 1 1 0 0,0 0-1 0 0,1-1 0 0 0,0 0 0 0 0,0 0 1 0 0,0 0-1 0 0,1 0 0 0 0,-1-1 0 0 0,1 0 1 0 0,0 1-1 0 0,0-2 0 0 0,6 4 0 0 0,-9-6-81 0 0,0 1-1 0 0,0 0 0 0 0,0-1 1 0 0,1 1-1 0 0,-1-1 0 0 0,0 0 1 0 0,0 0-1 0 0,0 0 0 0 0,1 0 1 0 0,-1 0-1 0 0,0 0 0 0 0,0-1 1 0 0,1 1-1 0 0,-1-1 0 0 0,0 1 1 0 0,0-1-1 0 0,0 0 0 0 0,0 0 1 0 0,0 0-1 0 0,0 0 0 0 0,0 0 1 0 0,0 0-1 0 0,-1-1 0 0 0,1 1 1 0 0,0-1-1 0 0,-1 1 0 0 0,1-1 1 0 0,-1 0-1 0 0,1 1 0 0 0,-1-1 1 0 0,0 0-1 0 0,0 0 0 0 0,1 0 1 0 0,-2 0-1 0 0,3-3 0 0 0,-1-1-40 0 0,0 0 0 0 0,-1 0 0 0 0,1 1-1 0 0,-1-1 1 0 0,-1 0 0 0 0,1 0 0 0 0,-1 0 0 0 0,0 0-1 0 0,0 0 1 0 0,0 0 0 0 0,-1 0 0 0 0,-2-8 0 0 0,-6-13-187 0 0,-2-1 0 0 0,-20-37 1 0 0,1 3-279 0 0,23 50 399 0 0,5 8 81 0 0,0 1 0 0 0,1 0-1 0 0,-1 0 1 0 0,1-1 0 0 0,0 1 0 0 0,-1-1-1 0 0,2 1 1 0 0,-1-1 0 0 0,-1-6 0 0 0,23 22 1161 0 0,-14-8-987 0 0,1 1-1 0 0,0-2 1 0 0,-1 1 0 0 0,2-1 0 0 0,-1 0 0 0 0,0-1 0 0 0,0 0 0 0 0,1 0-1 0 0,-1-1 1 0 0,13 1 0 0 0,15-1 133 0 0,42-4 0 0 0,-78 3-275 0 0,2 0-15 0 0,-1 0 0 0 0,0 0-1 0 0,0 0 1 0 0,0 0 0 0 0,0-1-1 0 0,0 1 1 0 0,0 0 0 0 0,1-1-1 0 0,-1 1 1 0 0,0-1-1 0 0,0 1 1 0 0,0-1 0 0 0,0 1-1 0 0,0-1 1 0 0,-1 0 0 0 0,1 1-1 0 0,0-1 1 0 0,0 0 0 0 0,0 0-1 0 0,0 0 1 0 0,-1 1 0 0 0,1-1-1 0 0,0 0 1 0 0,-1 0 0 0 0,1 0-1 0 0,0-2 1 0 0,0 0-12 0 0,-1 0-1 0 0,1 0 1 0 0,-1 0 0 0 0,0 0 0 0 0,0 0-1 0 0,0 0 1 0 0,0 0 0 0 0,0 0-1 0 0,-1 0 1 0 0,0-3 0 0 0,-3-9-23 0 0,-1 1 1 0 0,0 0-1 0 0,-8-15 1 0 0,12 29 52 0 0,-35-62-120 0 0,-4-8 64 0 0,36 62 48 0 0,1 1-1 0 0,1 0 1 0 0,-1-1-1 0 0,1 0 1 0 0,0 1-1 0 0,1-1 1 0 0,-1-16-1 0 0,2 23 10 0 0,0 0-1 0 0,0 0 1 0 0,0-1-1 0 0,0 1 1 0 0,0 0-1 0 0,0-1 1 0 0,1 1 0 0 0,-1 0-1 0 0,0 0 1 0 0,1-1-1 0 0,-1 1 1 0 0,1 0-1 0 0,-1 0 1 0 0,1 0 0 0 0,0 0-1 0 0,0-1 1 0 0,-1 1-1 0 0,1 0 1 0 0,0 0-1 0 0,0 1 1 0 0,0-1 0 0 0,0 0-1 0 0,0 0 1 0 0,0 0-1 0 0,0 1 1 0 0,0-1-1 0 0,0 0 1 0 0,1 1 0 0 0,-1-1-1 0 0,0 1 1 0 0,0-1-1 0 0,0 1 1 0 0,1 0-1 0 0,-1-1 1 0 0,0 1 0 0 0,1 0-1 0 0,-1 0 1 0 0,0 0-1 0 0,1 0 1 0 0,-1 0-1 0 0,0 0 1 0 0,0 1 0 0 0,1-1-1 0 0,-1 0 1 0 0,0 1-1 0 0,2 0 1 0 0,10 2 202 0 0,-1 1 0 0 0,0 0 1 0 0,21 11-1 0 0,-23-9 27 0 0,122 68 749 0 0,-131-74-977 0 0,-1 0-1 0 0,0 0 0 0 0,1 1 1 0 0,-1-1-1 0 0,0 0 1 0 0,1 1-1 0 0,-1-1 1 0 0,1 0-1 0 0,-1 0 1 0 0,1 0-1 0 0,-1 0 0 0 0,0 1 1 0 0,1-1-1 0 0,-1 0 1 0 0,1 0-1 0 0,-1 0 1 0 0,1 0-1 0 0,-1 0 0 0 0,1 0 1 0 0,-1 0-1 0 0,1 0 1 0 0,-1 0-1 0 0,1 0 1 0 0,-1-1-1 0 0,0 1 1 0 0,1 0-1 0 0,-1 0 0 0 0,1 0 1 0 0,-1 0-1 0 0,1-1 1 0 0,-1 1-1 0 0,0 0 1 0 0,1-1-1 0 0,-1-16 165 0 0,-19-28 19 0 0,17 40-216 0 0,-10-20 48 0 0,-2-4 80 0 0,-12-37-1 0 0,23 58-110 0 0,1-1-1 0 0,0 1 0 0 0,0-1 0 0 0,1 1 0 0 0,0-1 0 0 0,0 0 0 0 0,1 1 1 0 0,0-1-1 0 0,3-12 0 0 0,-3 20 14 0 0,0 0-1 0 0,0 0 1 0 0,0 0 0 0 0,0 0 0 0 0,0 1-1 0 0,1-1 1 0 0,-1 0 0 0 0,0 0 0 0 0,1 0-1 0 0,-1 1 1 0 0,0-1 0 0 0,1 0 0 0 0,-1 1-1 0 0,1-1 1 0 0,-1 0 0 0 0,1 1-1 0 0,0-1 1 0 0,-1 1 0 0 0,1-1 0 0 0,0 0-1 0 0,-1 1 1 0 0,1 0 0 0 0,0-1 0 0 0,-1 1-1 0 0,3-1 1 0 0,-2 1 2 0 0,0 0 0 0 0,1 0 0 0 0,-1 0 0 0 0,1 0 0 0 0,-1 0 0 0 0,0 0 0 0 0,1 1 0 0 0,-1-1 0 0 0,0 1 1 0 0,1-1-1 0 0,-1 1 0 0 0,0-1 0 0 0,1 1 0 0 0,0 1 0 0 0,9 5 21 0 0,-2 0 0 0 0,1 1 0 0 0,9 11 0 0 0,-5-6-9 0 0,2 1-287 0 0,2-1 0 0 0,0-1 0 0 0,0 0 0 0 0,1-1 0 0 0,1-2 0 0 0,38 15 0 0 0,-57-23 35 0 0,0-1 0 0 0,0 1 0 0 0,0-1 1 0 0,0 1-1 0 0,1-1 0 0 0,-1 0 1 0 0,0 0-1 0 0,0 0 0 0 0,0 1 0 0 0,0-1 1 0 0,1 0-1 0 0,-1 0 0 0 0,0-1 1 0 0,0 1-1 0 0,0 0 0 0 0,0 0 1 0 0,0-1-1 0 0,1 1 0 0 0,-1 0 0 0 0,0-1 1 0 0,0 1-1 0 0,0-1 0 0 0,0 1 1 0 0,0-1-1 0 0,0 0 0 0 0,0 1 1 0 0,0-1-1 0 0,-1 0 0 0 0,1 0 0 0 0,0 0 1 0 0,0 0-1 0 0,0 0 0 0 0,-1 0 1 0 0,1 0-1 0 0,-1 0 0 0 0,1 0 1 0 0,-1 0-1 0 0,1 0 0 0 0,-1 0 0 0 0,1 0 1 0 0,-1 0-1 0 0,0-3 0 0 0,2-8-1811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4:39.2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33 1376 0 0,'-4'-32'11585'0'0,"3"48"-9091"0"0,2 3-985 0 0,0 0-1 0 0,6 31 1 0 0,-6-44-1348 0 0,0 1-1 0 0,1-1 1 0 0,0 0 0 0 0,0 0 0 0 0,1 0 0 0 0,-1 0 0 0 0,1 0 0 0 0,0-1 0 0 0,1 1 0 0 0,0-1-1 0 0,6 8 1 0 0,-8-11-144 0 0,1-1-1 0 0,-1 1 1 0 0,1-1-1 0 0,-1 0 1 0 0,1 1-1 0 0,0-1 1 0 0,-1 0-1 0 0,1-1 1 0 0,0 1-1 0 0,0 0 1 0 0,0-1-1 0 0,-1 1 1 0 0,1-1-1 0 0,0 0 1 0 0,0 0-1 0 0,0 0 1 0 0,0-1-1 0 0,0 1 1 0 0,5-2-1 0 0,7-2-35 0 0,1-1-1 0 0,22-10 0 0 0,-4 1-51 0 0,-29 13 35 0 0,1-1-1 0 0,-1 1 0 0 0,0 0 0 0 0,0 0 0 0 0,0 0 0 0 0,1 1 0 0 0,-1-1 0 0 0,0 2 0 0 0,0-1 1 0 0,9 2-1 0 0,-12-2 42 0 0,-1 1 0 0 0,1 0 0 0 0,0 0 0 0 0,-1-1 0 0 0,1 1 0 0 0,-1 0 0 0 0,1 1 1 0 0,-1-1-1 0 0,0 0 0 0 0,1 0 0 0 0,-1 1 0 0 0,0-1 0 0 0,0 0 0 0 0,0 1 0 0 0,0-1 0 0 0,0 1 0 0 0,0 0 1 0 0,-1-1-1 0 0,1 1 0 0 0,0 0 0 0 0,-1-1 0 0 0,1 1 0 0 0,-1 0 0 0 0,0 0 0 0 0,1-1 0 0 0,-1 1 1 0 0,0 0-1 0 0,0 0 0 0 0,0 0 0 0 0,0-1 0 0 0,-1 1 0 0 0,1 0 0 0 0,-1 3 0 0 0,-9 36 779 0 0,9-39-917 0 0,1 0 0 0 0,-1-1-1 0 0,0 1 1 0 0,1 0 0 0 0,-1-1 0 0 0,0 1 0 0 0,0-1 0 0 0,0 1 0 0 0,0-1 0 0 0,0 1 0 0 0,0-1 0 0 0,-1 0 0 0 0,1 1 0 0 0,0-1 0 0 0,-1 0 0 0 0,1 0 0 0 0,-1 0-1 0 0,1 0 1 0 0,-1 0 0 0 0,-2 1 0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4:39.6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1 1 3225 0 0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4:40.1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16 288 6449 0 0,'-16'-1'4484'0'0,"31"10"1136"0"0,9 5-4145 0 0,21 21 199 0 0,-24-17-1088 0 0,0-1 0 0 0,2-1 0 0 0,42 22 0 0 0,-65-37-583 0 0,1-1 0 0 0,-1 0 0 0 0,0 0 1 0 0,1 1-1 0 0,-1-1 0 0 0,0 0 0 0 0,1 0 0 0 0,-1 1 0 0 0,1-1 0 0 0,-1 0 1 0 0,0 0-1 0 0,1 0 0 0 0,-1 0 0 0 0,1 0 0 0 0,-1 0 0 0 0,0 0 0 0 0,1 0 1 0 0,-1 0-1 0 0,1 0 0 0 0,-1 0 0 0 0,1 0 0 0 0,-1 0 0 0 0,0 0 0 0 0,1 0 0 0 0,-1 0 1 0 0,1 0-1 0 0,-1 0 0 0 0,0-1 0 0 0,1 1 0 0 0,-1 0 0 0 0,0 0 0 0 0,1 0 1 0 0,-1-1-1 0 0,0 1 0 0 0,1 0 0 0 0,-4-17 27 0 0,-23-31-54 0 0,19 37 38 0 0,-12-22-179 0 0,-25-50-185 0 0,41 75 241 0 0,-1-1 0 0 0,1 0-1 0 0,0 0 1 0 0,1-1 0 0 0,0 1 0 0 0,0 0 0 0 0,0-14 0 0 0,2 23 102 0 0,0-1 0 0 0,0 1 0 0 0,0 0 0 0 0,0-1 0 0 0,0 1 0 0 0,0-1 0 0 0,0 1 0 0 0,0-1 0 0 0,0 1 0 0 0,0-1 0 0 0,0 1 0 0 0,0 0 0 0 0,1-1 0 0 0,-1 1 0 0 0,0-1 0 0 0,0 1 0 0 0,0 0 0 0 0,1-1 0 0 0,-1 1 0 0 0,0-1 0 0 0,0 1 0 0 0,1 0 0 0 0,-1-1 0 0 0,0 1 0 0 0,1 0 0 0 0,-1 0 0 0 0,1-1 0 0 0,-1 1 0 0 0,0 0 0 0 0,1 0 0 0 0,-1-1 0 0 0,1 1 0 0 0,0 0 0 0 0,16 5-72 0 0,20 22 230 0 0,-32-24-85 0 0,7 7-26 0 0,43 29 312 0 0,-52-37-335 0 0,1 0 0 0 0,0 0 0 0 0,-1-1 1 0 0,1 1-1 0 0,0-1 0 0 0,0 0 1 0 0,0 0-1 0 0,0 0 0 0 0,0 0 0 0 0,0-1 1 0 0,0 0-1 0 0,0 0 0 0 0,8 0 1 0 0,-12-1-19 0 0,1 1-1 0 0,-1 0 1 0 0,1-1 0 0 0,-1 1 0 0 0,1-1 0 0 0,-1 1 0 0 0,1-1 0 0 0,-1 1 0 0 0,0-1 0 0 0,1 1 0 0 0,-1-1 0 0 0,0 1 0 0 0,0-1 0 0 0,1 0 0 0 0,-1 1 0 0 0,0-1 0 0 0,0 1 0 0 0,0-1-1 0 0,0 0 1 0 0,1 1 0 0 0,-1-1 0 0 0,0 0 0 0 0,0 1 0 0 0,0-1 0 0 0,0 1 0 0 0,-1-1 0 0 0,1 0 0 0 0,0 1 0 0 0,0-1 0 0 0,0 1 0 0 0,0-1 0 0 0,-1 0 0 0 0,1 1 0 0 0,-1-2 0 0 0,-9-26-61 0 0,8 24 51 0 0,-1-4-12 0 0,-27-75-460 0 0,27 75 401 0 0,1 0 0 0 0,0-1 0 0 0,1 1 1 0 0,0-1-1 0 0,0 1 0 0 0,1-1 0 0 0,0 1 0 0 0,1-10 0 0 0,-1 17 91 0 0,1 0 0 0 0,-1 1 0 0 0,0-1 0 0 0,1 0 0 0 0,-1 1 0 0 0,1-1 0 0 0,-1 0 0 0 0,1 0 0 0 0,-1 1 0 0 0,1-1 0 0 0,-1 1 0 0 0,1-1 0 0 0,0 1 0 0 0,-1-1 0 0 0,1 1 0 0 0,0-1 0 0 0,-1 1 0 0 0,1-1 0 0 0,0 1 0 0 0,0 0 0 0 0,-1-1 0 0 0,1 1 0 0 0,0 0 0 0 0,0 0 0 0 0,0 0-1 0 0,-1-1 1 0 0,1 1 0 0 0,0 0 0 0 0,0 0 0 0 0,0 0 0 0 0,0 1 0 0 0,-1-1 0 0 0,1 0 0 0 0,0 0 0 0 0,0 0 0 0 0,0 0 0 0 0,-1 1 0 0 0,2-1 0 0 0,39 15 503 0 0,-29-10-444 0 0,27 7-600 0 0,61 11-1 0 0,-77-19-740 0 0,-8-1-295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4:40.4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215 301 7370 0 0,'-1'-1'118'0'0,"1"1"0"0"0,0 0-1 0 0,-1-1 1 0 0,1 1 0 0 0,0 0 0 0 0,0-1 0 0 0,0 1 0 0 0,-1-1 0 0 0,1 1 0 0 0,0 0 0 0 0,0-1 0 0 0,0 1 0 0 0,0-1 0 0 0,0 1 0 0 0,-1-1 0 0 0,1 1 0 0 0,0-1 0 0 0,0 1 0 0 0,0-1 0 0 0,0 1 0 0 0,1 0 0 0 0,-1-1 0 0 0,0 1 0 0 0,0-1 0 0 0,0 1 0 0 0,0-1 0 0 0,0 1 0 0 0,1 0 0 0 0,-1-1-1 0 0,0 1 1 0 0,0-1 0 0 0,0 1 0 0 0,1 0 0 0 0,-1-1 0 0 0,0 1 0 0 0,1 0 0 0 0,-1-1 0 0 0,0 1 0 0 0,1 0 0 0 0,-1-1 0 0 0,1 1 0 0 0,22 5 4428 0 0,25 22-517 0 0,-48-27-4025 0 0,50 37 417 0 0,-22-9-4391 0 0</inkml:trace>
  <inkml:trace contextRef="#ctx0" brushRef="#br0" timeOffset="1">46 13 6913 0 0,'-7'-1'337'0'0,"1"1"0"0"0,-1-1 0 0 0,0-1 0 0 0,-11-3 0 0 0,58 2-1183 0 0,4 2 864 0 0,-31 1-18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4:40.8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2304 0 0,'3'3'350'0'0,"-1"0"-1"0"0,0 1 0 0 0,0-1 0 0 0,0 1 0 0 0,0 0 0 0 0,0-1 0 0 0,-1 1 0 0 0,1 0 0 0 0,-1 0 0 0 0,1 7 0 0 0,5 47 4341 0 0,-6-42-2863 0 0,0-6-952 0 0,0-2-86 0 0,-1 0 0 0 0,1 0 0 0 0,1 0 0 0 0,-1 0-1 0 0,2 0 1 0 0,2 8 0 0 0,-4-15-729 0 0,0 1-1 0 0,0-1 0 0 0,0 1 1 0 0,0-1-1 0 0,0 0 0 0 0,0 1 1 0 0,0-1-1 0 0,0 0 1 0 0,0 0-1 0 0,1 0 0 0 0,-1 0 1 0 0,1 0-1 0 0,-1 0 1 0 0,1 0-1 0 0,-1 0 0 0 0,1-1 1 0 0,-1 1-1 0 0,1 0 0 0 0,-1-1 1 0 0,1 0-1 0 0,0 1 1 0 0,0-1-1 0 0,-1 0 0 0 0,1 0 1 0 0,0 0-1 0 0,-1 0 0 0 0,1 0 1 0 0,0 0-1 0 0,-1 0 1 0 0,1-1-1 0 0,0 1 0 0 0,-1 0 1 0 0,1-1-1 0 0,2-1 1 0 0,7-2-71 0 0,-1-1 1 0 0,0 0 0 0 0,-1 0 0 0 0,16-12 0 0 0,-20 13-101 0 0,1-1 0 0 0,0 1 0 0 0,0 0 0 0 0,1 0 0 0 0,-1 1 0 0 0,1 0 0 0 0,0 0 0 0 0,-1 0 0 0 0,1 1 0 0 0,1 0 0 0 0,-1 0 0 0 0,0 1 0 0 0,9-1 0 0 0,-14 3 27 0 0,0-1-1 0 0,-1 1 1 0 0,1-1-1 0 0,-1 1 1 0 0,1 0-1 0 0,0 0 1 0 0,-1 0 0 0 0,1 0-1 0 0,-1 0 1 0 0,0 0-1 0 0,1 0 1 0 0,-1 0-1 0 0,0 0 1 0 0,0 1-1 0 0,1-1 1 0 0,-1 0-1 0 0,0 1 1 0 0,0-1 0 0 0,-1 1-1 0 0,1-1 1 0 0,0 1-1 0 0,0 0 1 0 0,-1-1-1 0 0,1 1 1 0 0,-1 0-1 0 0,1-1 1 0 0,-1 1 0 0 0,0 0-1 0 0,0 0 1 0 0,0-1-1 0 0,0 3 1 0 0,1 10-654 0 0,-1 0 0 0 0,-2 26 0 0 0,1-29-238 0 0,1-2-2436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4:41.1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11 6913 0 0,'0'-1'101'0'0,"0"1"0"0"0,0-1 0 0 0,0 1 0 0 0,0-1 0 0 0,0 1 0 0 0,0 0-1 0 0,0-1 1 0 0,0 1 0 0 0,-1-1 0 0 0,1 1 0 0 0,0-1 0 0 0,0 1 0 0 0,-1 0-1 0 0,1-1 1 0 0,0 1 0 0 0,0 0 0 0 0,-1-1 0 0 0,1 1 0 0 0,0 0 0 0 0,-1-1-1 0 0,1 1 1 0 0,-1 0 0 0 0,1 0 0 0 0,0-1 0 0 0,-1 1 0 0 0,1 0 0 0 0,-1 0-1 0 0,1 0 1 0 0,-1 0 0 0 0,1 0 0 0 0,0 0 0 0 0,-1-1 0 0 0,1 1 0 0 0,-1 0-1 0 0,1 0 1 0 0,-1 0 0 0 0,1 0 0 0 0,-1 1 0 0 0,1-1 0 0 0,-1 0 0 0 0,1 0-1 0 0,0 0 1 0 0,-1 0 0 0 0,1 0 0 0 0,-1 0 0 0 0,1 1 0 0 0,-1-1 0 0 0,1 0-1 0 0,0 0 1 0 0,-1 1 0 0 0,1-1 0 0 0,0 0 0 0 0,-1 1 0 0 0,1-1 0 0 0,0 0-1 0 0,-1 1 1 0 0,1-1 0 0 0,0 0 0 0 0,0 1 0 0 0,-1-1 0 0 0,1 1 0 0 0,0-1-1 0 0,0 1 1 0 0,0-1 0 0 0,0 0 0 0 0,0 1 0 0 0,-1-1 0 0 0,1 1 0 0 0,0 0 0 0 0,-9 31 3317 0 0,8-24-3039 0 0,0 0 1 0 0,1 0-1 0 0,0 1 1 0 0,0-1-1 0 0,1 0 1 0 0,0 0-1 0 0,1 0 1 0 0,-1 0 0 0 0,7 15-1 0 0,-7-20-352 0 0,1 1 0 0 0,0-1 0 0 0,0 1-1 0 0,0-1 1 0 0,0 0 0 0 0,1 0 0 0 0,-1 0 0 0 0,1 0 0 0 0,0-1 0 0 0,-1 1-1 0 0,1-1 1 0 0,1 1 0 0 0,-1-1 0 0 0,0 0 0 0 0,1 0 0 0 0,-1-1 0 0 0,1 1-1 0 0,-1-1 1 0 0,1 1 0 0 0,0-1 0 0 0,-1 0 0 0 0,8 0 0 0 0,52 1-431 0 0,13 1-463 0 0,-71-2 779 0 0,0 0 0 0 0,0 0 0 0 0,0 0 0 0 0,0 1-1 0 0,0 0 1 0 0,0 0 0 0 0,0 0 0 0 0,-1 0 0 0 0,1 1 0 0 0,-1 0-1 0 0,7 5 1 0 0,-9-6 121 0 0,0 1 0 0 0,0-1 0 0 0,-1 1 0 0 0,1 0-1 0 0,-1 0 1 0 0,0 0 0 0 0,1 0 0 0 0,-1 0 0 0 0,0 0 0 0 0,-1 0-1 0 0,2 5 1 0 0,-2-6-148 0 0,0 0-1 0 0,0 0 0 0 0,0 0 0 0 0,0 1 1 0 0,0-1-1 0 0,0 0 0 0 0,0 0 1 0 0,-1 0-1 0 0,1 0 0 0 0,-2 3 0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4:41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76 233 7834 0 0,'34'36'7603'0'0,"-33"-35"-7473"0"0,55 62 5205 0 0,-37-43-5188 0 0,1-1-1 0 0,36 27 1 0 0,-54-45-311 0 0,-1 0-67 0 0,0 0 0 0 0,0 0 0 0 0,0-1 0 0 0,0 1 1 0 0,0 0-1 0 0,0-1 0 0 0,0 1 0 0 0,0-1 0 0 0,1 1 1 0 0,-1-1-1 0 0,0 0 0 0 0,0 0 0 0 0,3 1 1 0 0,1-3-1049 0 0</inkml:trace>
  <inkml:trace contextRef="#ctx0" brushRef="#br0" timeOffset="1">59 26 4609 0 0,'-3'-2'-391'0'0,"-19"-8"1764"0"0,-11-4 6117 0 0,67 19-6976 0 0,-23-2-434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4:41.9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14 169 3225 0 0,'6'11'781'0'0,"1"0"1"0"0,0 0-1 0 0,0-1 1 0 0,1 0 0 0 0,0-1-1 0 0,14 14 1 0 0,-18-20-385 0 0,0 1 0 0 0,0-1 1 0 0,0 0-1 0 0,0 0 0 0 0,1 0 0 0 0,-1-1 1 0 0,1 1-1 0 0,0-1 0 0 0,-1 0 0 0 0,1-1 1 0 0,0 1-1 0 0,0-1 0 0 0,0 0 0 0 0,0 0 1 0 0,0 0-1 0 0,1-1 0 0 0,-1 0 0 0 0,6 0 0 0 0,-10 0-260 0 0,1 0-1 0 0,-1-1 1 0 0,1 1-1 0 0,-1 0 1 0 0,1 0-1 0 0,-1-1 1 0 0,1 1-1 0 0,-1-1 1 0 0,0 1-1 0 0,1-1 1 0 0,-1 0-1 0 0,0 0 1 0 0,1 1-1 0 0,-1-1 1 0 0,0 0-1 0 0,0 0 1 0 0,0 0-1 0 0,0 0 0 0 0,0 0 1 0 0,0-1-1 0 0,0 1 1 0 0,1-2-1 0 0,-2 1-53 0 0,1 0 0 0 0,-1 1 0 0 0,0-1 0 0 0,0 1-1 0 0,0-1 1 0 0,0 1 0 0 0,0-1 0 0 0,-1 1 0 0 0,1-1-1 0 0,0 1 1 0 0,-1-1 0 0 0,1 1 0 0 0,-1-1 0 0 0,0 1 0 0 0,1 0-1 0 0,-1-1 1 0 0,0 1 0 0 0,-1-2 0 0 0,-1-2-82 0 0,-1 0 0 0 0,0 1 1 0 0,0-1-1 0 0,-1 1 0 0 0,1 0 0 0 0,-1 0 1 0 0,0 0-1 0 0,0 1 0 0 0,0-1 1 0 0,-6-2-1 0 0,-31-6-1314 0 0,31 9 867 0 0,1 1 1 0 0,0-2-1 0 0,0 1 1 0 0,-12-7-1 0 0,19 8 401 0 0,1 1 1 0 0,-1-1-1 0 0,1 0 1 0 0,0 1-1 0 0,0-1 0 0 0,-1 0 1 0 0,1-1-1 0 0,1 1 0 0 0,-1 0 1 0 0,0 0-1 0 0,1-1 0 0 0,-1 1 1 0 0,1-1-1 0 0,-1 1 0 0 0,1-1 1 0 0,0 0-1 0 0,0 0 0 0 0,1 1 1 0 0,-1-1-1 0 0,0-4 1 0 0,0 2-51 0 0,1 0 0 0 0,-1-1 0 0 0,1 1 1 0 0,0-1-1 0 0,1 1 0 0 0,-1-1 0 0 0,1 1 1 0 0,1-1-1 0 0,-1 1 0 0 0,0 0 0 0 0,1 0 1 0 0,4-8-1 0 0,-5 10 88 0 0,1 1 0 0 0,-1 0 1 0 0,1 0-1 0 0,0 0 0 0 0,0 0 0 0 0,-1 1 1 0 0,1-1-1 0 0,0 0 0 0 0,0 1 1 0 0,1-1-1 0 0,-1 1 0 0 0,0 0 0 0 0,0 0 1 0 0,1 0-1 0 0,-1 0 0 0 0,0 0 0 0 0,1 0 1 0 0,-1 1-1 0 0,1-1 0 0 0,-1 1 0 0 0,1 0 1 0 0,0 0-1 0 0,-1-1 0 0 0,1 2 1 0 0,-1-1-1 0 0,1 0 0 0 0,-1 0 0 0 0,5 2 1 0 0,4 1 160 0 0,0 0 0 0 0,0 0 0 0 0,13 7 0 0 0,-20-8-26 0 0,-1 0-1 0 0,0-1 1 0 0,1 1 0 0 0,-1 0-1 0 0,0 1 1 0 0,0-1-1 0 0,0 0 1 0 0,0 1 0 0 0,0 0-1 0 0,-1 0 1 0 0,1 0-1 0 0,-1 0 1 0 0,3 5 0 0 0,-4 2 1983 0 0,-8-9-180 0 0,6-2-1850 0 0,-1 1-1 0 0,1-1 1 0 0,-1 0 0 0 0,1 0-1 0 0,-1 0 1 0 0,1 0 0 0 0,0 0-1 0 0,0 0 1 0 0,-1 0 0 0 0,1 0-1 0 0,-2-3 1 0 0,-2-7-180 0 0,-1-5-83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4:43.8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14747 0 0,'32'34'2897'0'0,"-16"-15"-2701"0"0,-1 1 0 0 0,20 35 0 0 0,0 9 378 0 0,54 88 876 0 0,-75-131-1858 0 0,2 0 1 0 0,0-1 0 0 0,1 0 0 0 0,34 28 0 0 0,-30-35-3131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4:44.1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0 106 10594 0 0,'1'-4'-33'0'0,"0"0"-1"0"0,0 0 1 0 0,0 0-1 0 0,1 1 0 0 0,-1-1 1 0 0,1 0-1 0 0,0 1 1 0 0,0-1-1 0 0,0 1 1 0 0,0 0-1 0 0,1 0 0 0 0,0 0 1 0 0,-1 0-1 0 0,7-5 1 0 0,0 0 219 0 0,-1 1 0 0 0,1 0 0 0 0,0 1 0 0 0,13-7 0 0 0,-21 12-100 0 0,1 0 0 0 0,-1 0 1 0 0,1 0-1 0 0,0 1 0 0 0,0-1 0 0 0,-1 0 0 0 0,1 1 1 0 0,0-1-1 0 0,0 1 0 0 0,0 0 0 0 0,0 0 0 0 0,0 0 0 0 0,-1-1 1 0 0,1 2-1 0 0,0-1 0 0 0,0 0 0 0 0,0 0 0 0 0,0 1 1 0 0,0-1-1 0 0,-1 1 0 0 0,1-1 0 0 0,0 1 0 0 0,2 1 0 0 0,-2 0-25 0 0,0 0-1 0 0,0 0 0 0 0,0 0 0 0 0,-1 0 0 0 0,1 0 0 0 0,0 0 0 0 0,-1 0 0 0 0,0 1 0 0 0,1-1 1 0 0,-1 1-1 0 0,0-1 0 0 0,0 1 0 0 0,-1-1 0 0 0,2 5 0 0 0,0 8 24 0 0,0 0 0 0 0,-1 0 0 0 0,0 0 0 0 0,-3 23 0 0 0,-14 89 974 0 0,3-46 1724 0 0,13-81-2752 0 0,0 0 0 0 0,0 0 0 0 0,0 0 0 0 0,0 1 1 0 0,0-1-1 0 0,0 0 0 0 0,0 0 0 0 0,0 0 1 0 0,0 0-1 0 0,0 0 0 0 0,0 1 0 0 0,0-1 0 0 0,0 0 1 0 0,0 0-1 0 0,0 0 0 0 0,0 0 0 0 0,0 1 1 0 0,0-1-1 0 0,0 0 0 0 0,0 0 0 0 0,0 0 0 0 0,0 0 1 0 0,0 0-1 0 0,0 1 0 0 0,0-1 0 0 0,0 0 1 0 0,1 0-1 0 0,-1 0 0 0 0,0 0 0 0 0,0 0 0 0 0,0 0 1 0 0,0 0-1 0 0,0 1 0 0 0,0-1 0 0 0,0 0 1 0 0,1 0-1 0 0,-1 0 0 0 0,0 0 0 0 0,0 0 0 0 0,0 0 1 0 0,0 0-1 0 0,0 0 0 0 0,1 0 0 0 0,-1 0 1 0 0,0 0-1 0 0,0 0 0 0 0,0 0 0 0 0,0 0 0 0 0,0 0 1 0 0,1 0-1 0 0,-1 0 0 0 0,0 0 0 0 0,0 0 1 0 0,0 0-1 0 0,12-7 565 0 0,8-12-323 0 0,60-58 275 0 0,-19 34-3205 0 0,-46 33-4112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4:44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53 365 1368 0 0,'-5'7'2546'0'0,"21"-11"757"0"0,24-16 1771 0 0,-31 12-4653 0 0,-1 0 0 0 0,1 0 0 0 0,-2 0 0 0 0,1-1 0 0 0,-1 0 0 0 0,0-1 1 0 0,-1 0-1 0 0,0 0 0 0 0,-1 0 0 0 0,0 0 0 0 0,-1-1 0 0 0,0 0 0 0 0,0 0 1 0 0,2-14-1 0 0,-5 17-537 0 0,1 0 1 0 0,-2 0 0 0 0,1 0-1 0 0,-1 0 1 0 0,0 0 0 0 0,-1-1-1 0 0,1 1 1 0 0,-2 0 0 0 0,1 0 0 0 0,-1 0-1 0 0,-1 0 1 0 0,1 0 0 0 0,-1 1-1 0 0,-1-1 1 0 0,1 1 0 0 0,-1 0-1 0 0,0 0 1 0 0,-1 0 0 0 0,0 0-1 0 0,-9-9 1 0 0,12 14-5 0 0,1 0 1 0 0,-1 1-1 0 0,0-1 0 0 0,0 1 1 0 0,1-1-1 0 0,-1 1 0 0 0,0 0 0 0 0,0 0 1 0 0,0 0-1 0 0,0 0 0 0 0,-1 0 0 0 0,1 0 1 0 0,0 1-1 0 0,0-1 0 0 0,0 1 1 0 0,-1 0-1 0 0,1-1 0 0 0,0 1 0 0 0,0 0 1 0 0,-1 0-1 0 0,1 0 0 0 0,-3 1 0 0 0,2 0 58 0 0,-1 0 0 0 0,0 1 0 0 0,1 0 0 0 0,-1-1 0 0 0,1 1 0 0 0,0 0 0 0 0,-1 0 0 0 0,1 1 0 0 0,0-1 0 0 0,0 1 0 0 0,-4 5 0 0 0,0 0 336 0 0,0 1-1 0 0,1-1 1 0 0,1 1-1 0 0,0 0 1 0 0,0 0-1 0 0,0 1 1 0 0,1-1-1 0 0,-5 20 1 0 0,8-24-152 0 0,0-1 0 0 0,1 0 0 0 0,-1 1-1 0 0,1-1 1 0 0,0 0 0 0 0,0 1 0 0 0,1-1 0 0 0,-1 0 0 0 0,1 1 0 0 0,0-1 0 0 0,0 0-1 0 0,0 0 1 0 0,1 0 0 0 0,-1 0 0 0 0,1 0 0 0 0,0 0 0 0 0,0 0 0 0 0,0 0-1 0 0,1-1 1 0 0,0 1 0 0 0,-1-1 0 0 0,1 0 0 0 0,0 1 0 0 0,6 3 0 0 0,-4-3-181 0 0,1-1 0 0 0,-1 0 0 0 0,1 0 0 0 0,0 0 0 0 0,0-1-1 0 0,0 0 1 0 0,0 0 0 0 0,0-1 0 0 0,0 0 0 0 0,0 0 0 0 0,1 0 0 0 0,-1 0 0 0 0,0-1 0 0 0,1 0 0 0 0,-1-1 0 0 0,9-1 0 0 0,34-9-1996 0 0,-24 2-3457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4:44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3 7370 0 0,'-1'0'69'0'0,"0"-1"1"0"0,0 1 0 0 0,0 0 0 0 0,0-1 0 0 0,0 1-1 0 0,0 0 1 0 0,0 0 0 0 0,0 0 0 0 0,0 0 0 0 0,0 0-1 0 0,0 0 1 0 0,0 0 0 0 0,0 0 0 0 0,0 0 0 0 0,0 0-1 0 0,0 0 1 0 0,0 1 0 0 0,0-1 0 0 0,0 0 0 0 0,0 1-1 0 0,0-1 1 0 0,0 1 0 0 0,0-1 0 0 0,1 1 0 0 0,-1-1-1 0 0,0 1 1 0 0,0 0 0 0 0,-1 1 0 0 0,0 0 173 0 0,0 1 1 0 0,0 0-1 0 0,0 0 1 0 0,1 0-1 0 0,-1 1 1 0 0,1-1-1 0 0,0 0 0 0 0,0 0 1 0 0,-1 5-1 0 0,0 2 719 0 0,0 1-1 0 0,1 0 0 0 0,0 0 0 0 0,1 0 1 0 0,1 15-1 0 0,1-15-578 0 0,1 0-1 0 0,0 0 1 0 0,1 0 0 0 0,1 0 0 0 0,-1 0 0 0 0,2-1-1 0 0,-1 0 1 0 0,1 0 0 0 0,1 0 0 0 0,12 13 0 0 0,12 12-124 0 0,47 39 1 0 0,-46-45-109 0 0,78 68-3098 0 0</inkml:trace>
  <inkml:trace contextRef="#ctx0" brushRef="#br0" timeOffset="1">157 587 10594 0 0,'-2'-2'139'0'0,"0"1"1"0"0,1-1-1 0 0,-1 1 0 0 0,0-1 0 0 0,1 1 0 0 0,-1-1 0 0 0,1 0 0 0 0,-1 0 1 0 0,1 0-1 0 0,0 0 0 0 0,0 0 0 0 0,0 0 0 0 0,0 0 0 0 0,0 0 0 0 0,0-1 1 0 0,1 1-1 0 0,-1 0 0 0 0,1 0 0 0 0,0-1 0 0 0,-1 1 0 0 0,1 0 0 0 0,0-1 1 0 0,0 1-1 0 0,1-3 0 0 0,-1-6 131 0 0,1 0 0 0 0,0 1-1 0 0,1-1 1 0 0,4-12 0 0 0,-2 9-19 0 0,2 0 0 0 0,0 0 1 0 0,7-13-1 0 0,51-68-3143 0 0,-42 64 2034 0 0,21-37 0 0 0,-33 49 858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4:45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4 9674 0 0,'-9'-3'7940'0'0,"20"14"-4494"0"0,-2-2-4154 0 0,5 8 1052 0 0,1-1-1 0 0,1 0 1 0 0,0-1-1 0 0,1-1 1 0 0,22 14-1 0 0,51 28-2105 0 0,-52-33-336 0 0,-19-11-4684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4:45.5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8 622 10594 0 0,'0'0'90'0'0,"0"-1"0"0"0,-1 0-1 0 0,1 0 1 0 0,0 1-1 0 0,0-1 1 0 0,-1 0 0 0 0,1 0-1 0 0,0 1 1 0 0,0-1 0 0 0,0 0-1 0 0,0 0 1 0 0,0 1 0 0 0,0-1-1 0 0,0 0 1 0 0,0 0-1 0 0,1 1 1 0 0,-1-1 0 0 0,0 0-1 0 0,0 0 1 0 0,1 1 0 0 0,-1-1-1 0 0,0 0 1 0 0,1 0-1 0 0,13-23 640 0 0,-8 15-319 0 0,5-13 229 0 0,-1-1 0 0 0,-2 0-1 0 0,12-43 1 0 0,-17 52-884 0 0,0 0 1 0 0,-1 0-1 0 0,-1-1 0 0 0,0 1 1 0 0,-1 0-1 0 0,-1-1 0 0 0,-4-25 1 0 0,5 38 76 0 0,0 0 0 0 0,0 0 0 0 0,-1 0 0 0 0,1 0 0 0 0,-1 0 0 0 0,0 1 0 0 0,1-1 0 0 0,-1 0 0 0 0,0 0 0 0 0,0 1 0 0 0,0-1 0 0 0,0 1 0 0 0,0-1 0 0 0,0 1 0 0 0,-1-1 0 0 0,1 1 0 0 0,0 0 0 0 0,-1-1 0 0 0,1 1 0 0 0,-3-1 0 0 0,3 1 110 0 0,-1 1 1 0 0,1 0-1 0 0,0 0 1 0 0,0 0-1 0 0,-1 0 1 0 0,1 0-1 0 0,0 0 1 0 0,0 0 0 0 0,-1 0-1 0 0,1 0 1 0 0,0 1-1 0 0,-1-1 1 0 0,1 1-1 0 0,0-1 1 0 0,0 1 0 0 0,0-1-1 0 0,0 1 1 0 0,0-1-1 0 0,-1 1 1 0 0,1 0-1 0 0,0 0 1 0 0,-1 1 0 0 0,-1 0 225 0 0,1 1 1 0 0,-1 0-1 0 0,0 0 1 0 0,1 0-1 0 0,0 0 1 0 0,-1 0-1 0 0,1 1 1 0 0,0-1-1 0 0,1 1 1 0 0,-1-1-1 0 0,1 1 1 0 0,0 0 0 0 0,0-1-1 0 0,0 1 1 0 0,0 0-1 0 0,0 0 1 0 0,1 0-1 0 0,0 6 1 0 0,0-7-175 0 0,1 1 0 0 0,1 0-1 0 0,-1-1 1 0 0,0 1 0 0 0,1 0 0 0 0,0-1 0 0 0,0 0 0 0 0,0 1 0 0 0,0-1 0 0 0,1 0 0 0 0,-1 0-1 0 0,1 0 1 0 0,-1-1 0 0 0,1 1 0 0 0,0 0 0 0 0,0-1 0 0 0,0 0 0 0 0,1 0 0 0 0,-1 0 0 0 0,1 0-1 0 0,-1 0 1 0 0,1-1 0 0 0,-1 0 0 0 0,1 1 0 0 0,0-1 0 0 0,0-1 0 0 0,-1 1 0 0 0,1 0 0 0 0,0-1-1 0 0,4 0 1 0 0,7 0-4557 0 0</inkml:trace>
  <inkml:trace contextRef="#ctx0" brushRef="#br0" timeOffset="1">443 0 5529 0 0,'-1'0'73'0'0,"0"0"0"0"0,0 0-1 0 0,0 1 1 0 0,0-1 0 0 0,-1 0-1 0 0,1 0 1 0 0,0 1 0 0 0,0-1-1 0 0,0 0 1 0 0,0 1 0 0 0,0-1-1 0 0,0 1 1 0 0,0-1 0 0 0,0 1-1 0 0,0 0 1 0 0,0-1 0 0 0,0 1-1 0 0,0 0 1 0 0,1 0 0 0 0,-1 0-1 0 0,0-1 1 0 0,0 1 0 0 0,1 0-1 0 0,-1 0 1 0 0,0 2 0 0 0,-17 30 1675 0 0,14-24-873 0 0,3-8-718 0 0,-6 14 2121 0 0,0 1 1 0 0,-10 29-1 0 0,16-42-2110 0 0,0 0 1 0 0,0 0-1 0 0,1 0 0 0 0,-1 0 1 0 0,1 0-1 0 0,-1 1 0 0 0,1-1 1 0 0,0 0-1 0 0,0 0 0 0 0,0 0 1 0 0,1 0-1 0 0,-1 0 0 0 0,1 1 1 0 0,0-1-1 0 0,0 0 0 0 0,0 0 1 0 0,0 0-1 0 0,0-1 0 0 0,1 1 1 0 0,-1 0-1 0 0,1 0 0 0 0,0-1 1 0 0,2 4-1 0 0,-3-5-166 0 0,1 0 0 0 0,-1 0 0 0 0,0 0 0 0 0,1 0 0 0 0,-1 0 0 0 0,1 0 0 0 0,0 0 0 0 0,-1-1 0 0 0,1 1 0 0 0,0-1 0 0 0,-1 1 0 0 0,1-1 0 0 0,0 0 0 0 0,-1 1 0 0 0,1-1 0 0 0,0 0 0 0 0,0 0 0 0 0,-1 0 0 0 0,1 0 0 0 0,0-1 0 0 0,2 1 0 0 0,0-2-58 0 0,0 1 0 0 0,0-1 0 0 0,0 0 0 0 0,-1 0 0 0 0,1 0-1 0 0,-1 0 1 0 0,1 0 0 0 0,5-6 0 0 0,2-3-493 0 0,0-1 0 0 0,0-1 0 0 0,13-19 0 0 0,12-25-2999 0 0,-28 44 2290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4:45.8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0 5529 0 0,'-1'1'194'0'0,"0"0"0"0"0,0 0 0 0 0,1 0 0 0 0,-1 0 0 0 0,0 0 0 0 0,1 0 0 0 0,-1 0 0 0 0,1 0 0 0 0,-1 1 0 0 0,1-1 0 0 0,0 0 0 0 0,-1 0 0 0 0,1 0 0 0 0,0 1-1 0 0,0-1 1 0 0,0 0 0 0 0,0 0 0 0 0,0 0 0 0 0,0 1 0 0 0,0-1 0 0 0,0 0 0 0 0,1 0 0 0 0,-1 2 0 0 0,4 33 3052 0 0,-1-19-1886 0 0,1 0 0 0 0,1 0 0 0 0,0 0 0 0 0,11 23 0 0 0,-5-18-441 0 0,1 0 0 0 0,23 30 0 0 0,4-2-2986 0 0,73 69 0 0 0,-104-111-412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4:46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34 459 10394 0 0,'-9'-3'114'0'0,"7"3"-58"0"0,0 0 0 0 0,1 0 0 0 0,-1-1 0 0 0,0 1 0 0 0,1 0 0 0 0,-1-1-1 0 0,1 0 1 0 0,-1 1 0 0 0,1-1 0 0 0,-1 0 0 0 0,1 0 0 0 0,-1 0 0 0 0,0-1 0 0 0,1 1-8 0 0,1-1 1 0 0,0 1 0 0 0,-1-1 0 0 0,1 1 0 0 0,0 0 0 0 0,0-1 0 0 0,0 1 0 0 0,0 0 0 0 0,0-1 0 0 0,1 1 0 0 0,-1-1 0 0 0,0 1 0 0 0,0 0 0 0 0,1-1 0 0 0,-1 1 0 0 0,1 0-1 0 0,0-1 1 0 0,-1 1 0 0 0,2-2 0 0 0,6-12 312 0 0,0 0-1 0 0,1 0 0 0 0,1 1 0 0 0,0 1 0 0 0,1-1 1 0 0,19-17-1 0 0,81-65 271 0 0,-105 92-574 0 0,-1-1 1 0 0,1 1-1 0 0,0 0 0 0 0,-1 1 1 0 0,2-1-1 0 0,-1 1 0 0 0,11-4 1 0 0,-14 7 39 0 0,-1 0 0 0 0,0 0 1 0 0,1 0-1 0 0,-1 0 0 0 0,1 0 1 0 0,-1 0-1 0 0,0 1 0 0 0,1-1 1 0 0,-1 1-1 0 0,0-1 1 0 0,0 1-1 0 0,1 0 0 0 0,-1 0 1 0 0,0 0-1 0 0,0 0 0 0 0,0 0 1 0 0,0 1-1 0 0,0-1 0 0 0,0 1 1 0 0,0-1-1 0 0,-1 1 0 0 0,1-1 1 0 0,0 1-1 0 0,-1 0 1 0 0,3 4-1 0 0,45 66 2357 0 0,-39-55-2441 0 0,2 0-1 0 0,-1 0 0 0 0,2-1 1 0 0,0 0-1 0 0,31 26 0 0 0,-30-33-3128 0 0</inkml:trace>
  <inkml:trace contextRef="#ctx0" brushRef="#br0" timeOffset="1">284 66 12899 0 0,'-14'-8'1152'0'0,"9"4"-928"0"0,1 2-224 0 0,2-2 0 0 0,3 1-264 0 0,0 1-104 0 0,1-2-16 0 0,1-2-8 0 0,2-1-624 0 0,2-2-121 0 0,1 1-23 0 0,-1 3-8 0 0,2 2 936 0 0,1 3 232 0 0,3 1 0 0 0,0 0 0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4:46.7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20 382 6913 0 0,'0'3'84'0'0,"0"1"-1"0"0,0-1 0 0 0,1 0 0 0 0,0 0 0 0 0,-1 0 0 0 0,1 0 1 0 0,0 0-1 0 0,0 0 0 0 0,1-1 0 0 0,-1 1 0 0 0,1 0 0 0 0,-1-1 0 0 0,1 1 1 0 0,0-1-1 0 0,0 1 0 0 0,0-1 0 0 0,0 0 0 0 0,0 1 0 0 0,1-1 1 0 0,-1-1-1 0 0,1 1 0 0 0,-1 0 0 0 0,1 0 0 0 0,0-1 0 0 0,-1 0 0 0 0,1 1 1 0 0,4 0-1 0 0,0 1 343 0 0,-1-1-1 0 0,0 0 1 0 0,1 0 0 0 0,-1 0 0 0 0,1-1-1 0 0,-1 0 1 0 0,1 0 0 0 0,0 0 0 0 0,-1-1-1 0 0,1 0 1 0 0,0-1 0 0 0,7 0-1 0 0,-8-1-238 0 0,-1 0-1 0 0,0 0 0 0 0,0 0 0 0 0,0 0 1 0 0,0-1-1 0 0,0 0 0 0 0,-1 0 0 0 0,1 0 1 0 0,-1-1-1 0 0,0 0 0 0 0,7-6 0 0 0,-10 8-222 0 0,0 1-1 0 0,0-1 0 0 0,0 1 1 0 0,0-1-1 0 0,0 1 0 0 0,-1-1 0 0 0,1 1 1 0 0,0-1-1 0 0,-1 1 0 0 0,1-1 1 0 0,-1 0-1 0 0,0 1 0 0 0,0-1 0 0 0,1 0 1 0 0,-1 0-1 0 0,0 1 0 0 0,0-1 1 0 0,-1 0-1 0 0,1 1 0 0 0,0-1 0 0 0,0 0 1 0 0,-1 0-1 0 0,1 1 0 0 0,-1-1 0 0 0,0 1 1 0 0,1-1-1 0 0,-1 1 0 0 0,0-1 1 0 0,0 1-1 0 0,0-1 0 0 0,0 1 0 0 0,0 0 1 0 0,0-1-1 0 0,0 1 0 0 0,-1 0 1 0 0,1 0-1 0 0,0 0 0 0 0,-1 0 0 0 0,1 0 1 0 0,-3-1-1 0 0,-8-6-518 0 0,-1 2 1 0 0,0-1-1 0 0,0 1 0 0 0,-21-5 0 0 0,15 4-200 0 0,-34-15-1 0 0,49 19 823 0 0,-1 0 1 0 0,0 0-1 0 0,1 0 1 0 0,0 0-1 0 0,0-1 1 0 0,0 1-1 0 0,0-1 1 0 0,0 0-1 0 0,1 0 1 0 0,-1-1-1 0 0,-3-6 1 0 0,7 10-37 0 0,-1 0-1 0 0,0 0 1 0 0,1 0 0 0 0,-1 0 0 0 0,1 0 0 0 0,-1 0 0 0 0,1-1 0 0 0,0 1 0 0 0,-1 0 0 0 0,1 0 0 0 0,0-1 0 0 0,0 1 0 0 0,0 0 0 0 0,0 0 0 0 0,0-1 0 0 0,0 1 0 0 0,0 0 0 0 0,1 0 0 0 0,-1-1-1 0 0,0 1 1 0 0,1 0 0 0 0,-1 0 0 0 0,0 0 0 0 0,2-2 0 0 0,-1 1 11 0 0,1 1 0 0 0,-1-1 1 0 0,1 1-1 0 0,-1 0 0 0 0,1-1 0 0 0,0 1 0 0 0,0 0 0 0 0,-1 0 0 0 0,1 0 1 0 0,0 0-1 0 0,0 0 0 0 0,0 1 0 0 0,3-2 0 0 0,2 1 86 0 0,-1 0 0 0 0,1 0 0 0 0,-1 0 1 0 0,1 1-1 0 0,-1 0 0 0 0,1 0 0 0 0,0 0 0 0 0,8 3 0 0 0,-4 0-7 0 0,-1 2 0 0 0,0-1 0 0 0,0 1 0 0 0,0 1-1 0 0,-1 0 1 0 0,1 0 0 0 0,-1 1 0 0 0,-1 0 0 0 0,0 1 0 0 0,13 14 0 0 0,-14-15 27 0 0,-6-7-145 0 0,-1 0 1 0 0,1 0-1 0 0,-1 0 0 0 0,1 0 1 0 0,-1 0-1 0 0,0 0 1 0 0,1 0-1 0 0,-1 0 1 0 0,1 0-1 0 0,-1 0 0 0 0,1-1 1 0 0,-1 1-1 0 0,1 0 1 0 0,-1 0-1 0 0,1-1 1 0 0,-1 1-1 0 0,0 0 0 0 0,1 0 1 0 0,-1-1-1 0 0,1 1 1 0 0,-1 0-1 0 0,0-1 1 0 0,1 1-1 0 0,-1-1 0 0 0,0 1 1 0 0,0 0-1 0 0,1-1 1 0 0,-1 1-1 0 0,0-1 1 0 0,0 1-1 0 0,0-1 0 0 0,1 1 1 0 0,-1-1-1 0 0,0 1 1 0 0,0-1-1 0 0,0 1 1 0 0,0-1-1 0 0,0 0 0 0 0,7-22 372 0 0,-2-1 131 0 0,1-41 0 0 0,-6 51-419 0 0,1-1-1 0 0,1 1 1 0 0,0-1-1 0 0,0 1 1 0 0,2 0-1 0 0,-1 0 1 0 0,2 0-1 0 0,8-18 1 0 0,-13 31-81 0 0,1 1 0 0 0,-1-1 1 0 0,0 0-1 0 0,1 1 0 0 0,-1-1 1 0 0,1 0-1 0 0,-1 1 0 0 0,1-1 0 0 0,-1 1 1 0 0,1-1-1 0 0,-1 1 0 0 0,1-1 1 0 0,0 1-1 0 0,-1 0 0 0 0,1-1 0 0 0,-1 1 1 0 0,1 0-1 0 0,0-1 0 0 0,-1 1 1 0 0,1 0-1 0 0,0 0 0 0 0,0 0 0 0 0,-1-1 1 0 0,1 1-1 0 0,0 0 0 0 0,0 0 0 0 0,0 0 1 0 0,1 1 53 0 0,-1-1 0 0 0,1 1 0 0 0,-1-1 0 0 0,1 1-1 0 0,-1 0 1 0 0,1 0 0 0 0,-1 0 0 0 0,0 0 0 0 0,1 0 0 0 0,-1 0 0 0 0,0 0 0 0 0,1 2 0 0 0,6 5 565 0 0,-1 2-1 0 0,11 19 1 0 0,-12-20-341 0 0,4 7 4 0 0,2-1 1 0 0,0 0 0 0 0,0-1 0 0 0,18 15 0 0 0,9 5-6593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4:48.5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64 222 3225 0 0,'-3'-4'448'0'0,"0"0"0"0"0,-1 0 0 0 0,1 0 0 0 0,0-1 0 0 0,1 1 0 0 0,-1-1 0 0 0,1 0 0 0 0,0 1 0 0 0,0-1 0 0 0,1 0 0 0 0,-1 0 0 0 0,1 0 0 0 0,0 0 0 0 0,1-1 0 0 0,-1 1 0 0 0,1 0 1 0 0,0 0-1 0 0,0 0 0 0 0,0-1 0 0 0,1 1 0 0 0,0 0 0 0 0,0 0 0 0 0,0 0 0 0 0,1 0 0 0 0,-1 0 0 0 0,1 0 0 0 0,4-5 0 0 0,7-9 173 0 0,-2 2-624 0 0,1 1 0 0 0,20-13 4031 0 0,-27 39-3288 0 0,2 12-915 0 0,-6-11 205 0 0,-1 0-1 0 0,-1 1 1 0 0,0-1 0 0 0,-1 0 0 0 0,0-1 0 0 0,0 1 0 0 0,-1 0-1 0 0,-1-1 1 0 0,0 1 0 0 0,-8 14 0 0 0,4-6 107 0 0,-10 35 1 0 0,-18 217 503 0 0,28-189-642 0 0,-1 301 205 0 0,9-165 24 0 0,0-105-116 0 0,4 0 0 0 0,21 126 0 0 0,-7-105-112 0 0,1 145 0 0 0,4 174 256 0 0,-18-375-256 0 0,-3 1 0 0 0,-4-1 0 0 0,-21 144 0 0 0,14-136 191 0 0,5 0 0 0 0,8 106 1 0 0,-6 107 178 0 0,-6 177-299 0 0,9-169 53 0 0,7 14-5 0 0,-1-193-12 0 0,-16 212 0 0 0,6-297-26 0 0,1 1 0 0 0,8 78 0 0 0,25 87-42 0 0,0 4-81 0 0,-24-89 128 0 0,-5 1-1 0 0,-22 189 0 0 0,11-228-18 0 0,-47 325 779 0 0,45-347-624 0 0,8-42-254 0 0,-1 1 0 0 0,-1-1 1 0 0,0-1-1 0 0,-10 24 1 0 0,-5-21-3564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4:49.5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218 241 6913 0 0,'0'-7'-187'0'0,"0"0"0"0"0,1-1-1 0 0,0 1 1 0 0,0 0-1 0 0,0 0 1 0 0,1 0 0 0 0,0 0-1 0 0,1 0 1 0 0,4-10-1 0 0,-4 13 481 0 0,-1 0 0 0 0,1 0-1 0 0,0 0 1 0 0,0 1 0 0 0,0-1-1 0 0,0 1 1 0 0,1 0 0 0 0,-1 0-1 0 0,1 0 1 0 0,0 1 0 0 0,0-1-1 0 0,0 1 1 0 0,0 0 0 0 0,0 0-1 0 0,7-3 1 0 0,-16 11 40 0 0,0-1-1 0 0,0 0 1 0 0,0 1-1 0 0,1 0 1 0 0,-1 0-1 0 0,-4 11 1 0 0,1-5-76 0 0,-18 35 13 0 0,1 0 1 0 0,-29 81 0 0 0,-21 43 1005 0 0,62-147-875 0 0,6-9 132 0 0,0-1-1 0 0,-2 0 1 0 0,0 0-1 0 0,-18 22 458 0 0,36-56 66 0 0,19-29-941 0 0,3 1 1 0 0,49-59-1 0 0,86-82-345 0 0,-32 39 295 0 0,-114 126 126 0 0,1 1 0 0 0,0 1 0 0 0,36-26-1 0 0,-57 48-168 0 0,0-1-1 0 0,0 1 0 0 0,0 0 0 0 0,1 0 0 0 0,-1 0 1 0 0,0 0-1 0 0,0 0 0 0 0,0 0 0 0 0,1 0 1 0 0,-1 0-1 0 0,0 0 0 0 0,0 0 0 0 0,1 0 1 0 0,-1 0-1 0 0,0 0 0 0 0,0 0 0 0 0,1 0 1 0 0,-1 0-1 0 0,0 0 0 0 0,0 0 0 0 0,1 0 1 0 0,-1 0-1 0 0,0 0 0 0 0,0 0 0 0 0,0 0 1 0 0,1 0-1 0 0,-1 1 0 0 0,0-1 0 0 0,0 0 1 0 0,0 0-1 0 0,1 0 0 0 0,-1 0 0 0 0,0 1 1 0 0,0-1-1 0 0,0 0 0 0 0,0 0 0 0 0,0 0 1 0 0,1 0-1 0 0,-1 1 0 0 0,0-1 0 0 0,0 0 1 0 0,0 0-1 0 0,0 1 0 0 0,0-1 0 0 0,0 0 1 0 0,0 0-1 0 0,0 0 0 0 0,0 1 0 0 0,0-1 1 0 0,0 0-1 0 0,0 1 0 0 0,3 4 288 0 0,-3-4-138 0 0,4 3-91 0 0,20 23 192 0 0,-2 1 0 0 0,0 2 0 0 0,32 58 0 0 0,-39-59-178 0 0,2-1 1 0 0,1 0-1 0 0,2-2 1 0 0,26 30-1 0 0,-31-42-351 0 0,0 0 0 0 0,0-1-1 0 0,2 0 1 0 0,-1-1 0 0 0,2-1 0 0 0,-1-1-1 0 0,1 0 1 0 0,21 6 0 0 0,1-1-7230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4:53.9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74 98 456 0 0,'-31'-25'1255'0'0,"27"20"-149"0"0,-1 1 0 0 0,0-1 0 0 0,1 0-1 0 0,0 0 1 0 0,0 0 0 0 0,0 0 0 0 0,0-1-1 0 0,1 0 1 0 0,0 0 0 0 0,1-14 7814 0 0,36 45-8239 0 0,93 99-142 0 0,121 155 0 0 0,-181-190-481 0 0,-49-61-193 0 0,2 0-1 0 0,1-2 1 0 0,2-1 0 0 0,0-1 0 0 0,32 26-1 0 0,-53-48-346 0 0,7 3 747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4:54.2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11058 0 0,'11'7'6982'0'0,"7"7"-3344"0"0,86 82-2567 0 0,-52-39-1045 0 0,-13-11-171 0 0,2-2 1 0 0,2-3-1 0 0,57 44 1 0 0,-92-80-123 0 0,1 0 0 0 0,0 0 1 0 0,0 0-1 0 0,0-1 0 0 0,0-1 1 0 0,14 4-1 0 0,-16-5-560 0 0,0-1 0 0 0,0 0 0 0 0,0 0 0 0 0,1-1-1 0 0,11 0 1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4:54.9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 1177 10138 0 0,'-9'6'257'0'0,"-11"7"671"0"0,18-15-406 0 0,9-12-44 0 0,199-253 3728 0 0,-86 94-4604 0 0,-38 48 302 0 0,-55 87 58 0 0,-8 10 85 0 0,1 1 1 0 0,2 0-1 0 0,0 2 1 0 0,29-25-1 0 0,-51 49-63 0 0,0 1-1 0 0,0 0 0 0 0,1 0 1 0 0,-1-1-1 0 0,0 1 1 0 0,1 0-1 0 0,-1 0 0 0 0,0-1 1 0 0,0 1-1 0 0,1 0 1 0 0,-1 0-1 0 0,0 0 0 0 0,1-1 1 0 0,-1 1-1 0 0,0 0 1 0 0,1 0-1 0 0,-1 0 0 0 0,1 0 1 0 0,-1 0-1 0 0,0 0 0 0 0,1 0 1 0 0,-1 0-1 0 0,0 0 1 0 0,1 0-1 0 0,-1 0 0 0 0,1 0 1 0 0,-1 0-1 0 0,0 0 1 0 0,1 0-1 0 0,-1 0 0 0 0,0 0 1 0 0,1 0-1 0 0,-1 1 1 0 0,0-1-1 0 0,1 0 0 0 0,2 16 396 0 0,-9 35 1217 0 0,3-33-1402 0 0,0 0-1 0 0,2 1-1 0 0,0-1 0 0 0,1 1 1 0 0,1-1-1 0 0,1 1 1 0 0,4 18-1 0 0,-6-33-175 0 0,1 0 0 0 0,0 0 1 0 0,0 0-1 0 0,1 0 0 0 0,-1-1 0 0 0,1 1 1 0 0,0 0-1 0 0,0-1 0 0 0,0 1 0 0 0,0-1 0 0 0,0 0 1 0 0,1 1-1 0 0,0-1 0 0 0,0-1 0 0 0,-1 1 1 0 0,2 0-1 0 0,-1-1 0 0 0,0 1 0 0 0,0-1 0 0 0,1 0 1 0 0,-1 0-1 0 0,1 0 0 0 0,0-1 0 0 0,0 1 1 0 0,-1-1-1 0 0,1 0 0 0 0,0 0 0 0 0,0 0 0 0 0,0 0 1 0 0,0-1-1 0 0,0 0 0 0 0,0 0 0 0 0,7-1 1 0 0,-3 1 32 0 0,1-1 1 0 0,-2 0-1 0 0,1-1 1 0 0,0 1-1 0 0,0-2 1 0 0,0 1-1 0 0,-1-1 1 0 0,1 0-1 0 0,7-6 1 0 0,-12 8-47 0 0,-1-1 0 0 0,0 1 0 0 0,0-1 1 0 0,0 0-1 0 0,0 0 0 0 0,0 0 0 0 0,0 0 0 0 0,0 0 1 0 0,-1-1-1 0 0,1 1 0 0 0,-1-1 0 0 0,0 1 0 0 0,0-1 0 0 0,0 1 1 0 0,0-1-1 0 0,0 1 0 0 0,0-1 0 0 0,-1 0 0 0 0,1 0 1 0 0,-1 1-1 0 0,0-1 0 0 0,0 0 0 0 0,0 0 0 0 0,0 1 0 0 0,0-1 1 0 0,0 0-1 0 0,-1 0 0 0 0,1 1 0 0 0,-3-6 0 0 0,-3-10-44 0 0,-1 1 0 0 0,-1 0 1 0 0,0 0-1 0 0,-1 1 0 0 0,-1 0 0 0 0,-14-17 0 0 0,3 7-298 0 0,-1 0 0 0 0,-39-34 0 0 0,57 56 315 0 0,-1 0 0 0 0,1 0 0 0 0,-1 0 0 0 0,0 0 0 0 0,-1 1 0 0 0,1-1 0 0 0,0 1 0 0 0,-1 1-1 0 0,0-1 1 0 0,0 1 0 0 0,1 0 0 0 0,-1 0 0 0 0,-1 1 0 0 0,-10-2 0 0 0,51 3 1176 0 0,-21-1-1148 0 0,1 0 0 0 0,0 2 0 0 0,0-1 1 0 0,0 2-1 0 0,-1 0 0 0 0,1 0 0 0 0,0 2 0 0 0,15 5 0 0 0,12 15-342 0 0,-35-20 254 0 0,0 1 0 0 0,1-1-1 0 0,0-1 1 0 0,0 1 0 0 0,14 4 0 0 0,-20-7 87 0 0,-1-1-1 0 0,1 0 1 0 0,-1 0-1 0 0,0 0 1 0 0,1 0-1 0 0,-1 0 1 0 0,1 0 0 0 0,-1 0-1 0 0,1 0 1 0 0,-1 0-1 0 0,1 0 1 0 0,-1 0-1 0 0,1 0 1 0 0,-1 0-1 0 0,0 0 1 0 0,1-1 0 0 0,-1 1-1 0 0,1 0 1 0 0,-1 0-1 0 0,0 0 1 0 0,1-1-1 0 0,-1 1 1 0 0,1 0 0 0 0,-1 0-1 0 0,0-1 1 0 0,1 1-1 0 0,-1 0 1 0 0,0-1-1 0 0,0 1 1 0 0,1 0-1 0 0,-1-1 1 0 0,3-17 254 0 0,-8-19 181 0 0,4 36-434 0 0,-3-15 145 0 0,1 5 32 0 0,1 1 1 0 0,0-1 0 0 0,-1-16-1 0 0,6 27-59 0 0,-1 1-1 0 0,1 0 1 0 0,-1 0-1 0 0,1 0 1 0 0,-1 0-1 0 0,0 1 0 0 0,1-1 1 0 0,-1 1-1 0 0,0-1 1 0 0,4 4-1 0 0,-2-2-14 0 0,0 0-83 0 0,0-1 0 0 0,0 0 0 0 0,1 0 0 0 0,-1-1 0 0 0,1 1 0 0 0,-1-1 0 0 0,1 0 0 0 0,-1 0 0 0 0,1-1 0 0 0,0 1 0 0 0,0-1 0 0 0,-1 0 0 0 0,1 0 0 0 0,0-1 0 0 0,-1 0 0 0 0,1 1 0 0 0,0-1 0 0 0,-1-1 0 0 0,1 1 0 0 0,-1-1 0 0 0,0 0 0 0 0,1 0 0 0 0,-1 0 0 0 0,7-4 0 0 0,-8 3-14 0 0,0 1 0 0 0,0-1 1 0 0,0 0-1 0 0,0 0 0 0 0,-1 0 0 0 0,1 0 0 0 0,-1 0 0 0 0,1 0 0 0 0,-1-1 1 0 0,0 1-1 0 0,-1-1 0 0 0,1 1 0 0 0,-1-1 0 0 0,1 0 0 0 0,-1 0 0 0 0,0 0 1 0 0,0 0-1 0 0,-1 0 0 0 0,1 0 0 0 0,-1 0 0 0 0,0 0 0 0 0,0 0 0 0 0,0 0 0 0 0,-1 0 1 0 0,1 1-1 0 0,-1-1 0 0 0,0 0 0 0 0,0 0 0 0 0,-2-5 0 0 0,-3-2 29 0 0,1 0-1 0 0,-2 0 1 0 0,1 0-1 0 0,-2 1 1 0 0,1 0-1 0 0,-1 1 1 0 0,-16-16-1 0 0,-25-16-1360 0 0,2 7-4965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4:55.8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17 363 5529 0 0,'-1'-3'161'0'0,"-11"-26"694"0"0,11 28-600 0 0,1 1 0 0 0,-1-1 0 0 0,1 0 0 0 0,0 1 0 0 0,-1-1 0 0 0,1 0 0 0 0,0 0 1 0 0,0 0-1 0 0,-1 1 0 0 0,1-1 0 0 0,0 0 0 0 0,0 0 0 0 0,0 0 0 0 0,0 1 0 0 0,0-1 0 0 0,0 0 0 0 0,0 0 0 0 0,0 0 0 0 0,1 1 0 0 0,-1-1 0 0 0,0 0 1 0 0,0 0-1 0 0,1 0 0 0 0,-1 1 0 0 0,0-1 0 0 0,1 0 0 0 0,0 0 0 0 0,1 2 69 0 0,0 0-1 0 0,0 0 1 0 0,0 0 0 0 0,0 1 0 0 0,-1-1-1 0 0,1 1 1 0 0,0 0 0 0 0,-1-1-1 0 0,1 1 1 0 0,-1 0 0 0 0,1 0 0 0 0,-1 0-1 0 0,0 0 1 0 0,2 4 0 0 0,-1-2 1 0 0,17 29 42 0 0,-2 1 0 0 0,15 41 0 0 0,-23-49-141 0 0,2-1 0 0 0,0 0 0 0 0,2 0 0 0 0,1-2 0 0 0,32 44 0 0 0,-43-64-366 0 0,0 1 0 0 0,0-1 0 0 0,1 0 1 0 0,-1 0-1 0 0,1 0 0 0 0,0-1 1 0 0,0 1-1 0 0,0-1 0 0 0,5 2 1 0 0,-8-3 100 0 0,0-1 1 0 0,-1 0 0 0 0,1 0-1 0 0,0 0 1 0 0,-1 0 0 0 0,1 0 0 0 0,0 0-1 0 0,-1 0 1 0 0,1 0 0 0 0,-1 0 0 0 0,1 0-1 0 0,0 0 1 0 0,-1 0 0 0 0,1 0-1 0 0,0 0 1 0 0,-1-1 0 0 0,1 1 0 0 0,0 0-1 0 0,-1 0 1 0 0,1-1 0 0 0,-1 1-1 0 0,1 0 1 0 0,-1-1 0 0 0,1 1 0 0 0,-1-1-1 0 0,1 0 1 0 0,0 0-6 0 0,0-1-1 0 0,0 0 0 0 0,0 0 1 0 0,-1 0-1 0 0,1 1 1 0 0,-1-1-1 0 0,1 0 1 0 0,-1 0-1 0 0,0 0 1 0 0,0 0-1 0 0,1 0 1 0 0,-1 0-1 0 0,-1-3 1 0 0,-6-63-786 0 0,-2 1 1 0 0,-29-101 0 0 0,14 68 1025 0 0,21 90-105 0 0,0-2 398 0 0,1 0 0 0 0,-1 1 0 0 0,2-1-1 0 0,0-1 1 0 0,0 1 0 0 0,2-16 0 0 0,-1 27-427 0 0,0 1 0 0 0,0 0 0 0 0,1 0 0 0 0,-1 0 0 0 0,0-1 0 0 0,0 1 0 0 0,1 0 0 0 0,-1 0 0 0 0,0 0 0 0 0,1 0 0 0 0,-1 0 0 0 0,0 0 0 0 0,1-1 0 0 0,-1 1 0 0 0,0 0 0 0 0,0 0 0 0 0,1 0 0 0 0,-1 0 0 0 0,0 0 0 0 0,1 0 0 0 0,-1 0 0 0 0,0 0 0 0 0,1 1 0 0 0,-1-1 0 0 0,0 0 0 0 0,1 0 0 0 0,-1 0 0 0 0,0 0 0 0 0,0 0 0 0 0,1 0 0 0 0,-1 1 0 0 0,0-1 0 0 0,1 0 0 0 0,-1 0-1 0 0,0 0 1 0 0,0 1 0 0 0,0-1 0 0 0,1 0 0 0 0,-1 0 0 0 0,0 1 0 0 0,0-1 0 0 0,0 0 0 0 0,1 1 0 0 0,18 15-29 0 0,-12-10 166 0 0,27 16-152 0 0,64 32-1 0 0,-9-7-143 0 0,-89-47 94 0 0,0 0-1 0 0,0 0 0 0 0,0 0 0 0 0,0 1 0 0 0,1-1 0 0 0,-1 0 0 0 0,0 0 0 0 0,0 0 1 0 0,0 0-1 0 0,0 0 0 0 0,0 0 0 0 0,0 0 0 0 0,0 0 0 0 0,1 0 0 0 0,-1 0 0 0 0,0 0 1 0 0,0 0-1 0 0,0 0 0 0 0,0 0 0 0 0,0 0 0 0 0,0 0 0 0 0,1 0 0 0 0,-1 0 0 0 0,0 0 1 0 0,0 0-1 0 0,0 0 0 0 0,0 0 0 0 0,0 0 0 0 0,0 0 0 0 0,1 0 0 0 0,-1 0 0 0 0,0 0 1 0 0,0-1-1 0 0,0 1 0 0 0,0 0 0 0 0,0 0 0 0 0,0 0 0 0 0,0 0 0 0 0,0 0 0 0 0,0 0 1 0 0,1 0-1 0 0,-1 0 0 0 0,0-1 0 0 0,0 1 0 0 0,0 0 0 0 0,0 0 0 0 0,0 0 0 0 0,0 0 1 0 0,0 0-1 0 0,0 0 0 0 0,0-1 0 0 0,0-10-69 0 0,-5-16 9 0 0,4 24 22 0 0,-19-60 4 0 0,12 38-32 0 0,-10-41 0 0 0,17 59 87 0 0,0 1 0 0 0,0 0 0 0 0,1 0 0 0 0,-1-1 0 0 0,2 1-1 0 0,-1 0 1 0 0,1 0 0 0 0,0-1 0 0 0,0 1 0 0 0,0 0 0 0 0,5-11-1 0 0,-6 15 11 0 0,1 1 0 0 0,0 0-1 0 0,-1-1 1 0 0,1 1-1 0 0,0 0 1 0 0,0 0-1 0 0,0 0 1 0 0,-1 0 0 0 0,1 0-1 0 0,0 0 1 0 0,1 0-1 0 0,-1 0 1 0 0,0 0 0 0 0,0 1-1 0 0,0-1 1 0 0,0 0-1 0 0,1 1 1 0 0,-1-1 0 0 0,0 0-1 0 0,1 1 1 0 0,-1 0-1 0 0,0-1 1 0 0,3 1-1 0 0,-1 0 8 0 0,0 0-1 0 0,0 0 0 0 0,0 0 1 0 0,0 1-1 0 0,0 0 0 0 0,0-1 1 0 0,-1 1-1 0 0,1 0 0 0 0,0 0 1 0 0,4 3-1 0 0,7 4 42 0 0,-1 1-1 0 0,-1 0 1 0 0,17 15-1 0 0,-23-20-47 0 0,7 7-354 0 0,0 0 0 0 0,1-1 0 0 0,1-1 0 0 0,30 14 0 0 0,-28-16-767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4:56.2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2 106 4921 0 0,'-2'-10'12537'0'0,"15"36"-11792"0"0,1-2-1 0 0,0 1 0 0 0,34 40 0 0 0,-42-58-700 0 0,0 0 0 0 0,0-1 0 0 0,1 0 0 0 0,0 0 0 0 0,0 0 0 0 0,0-1 0 0 0,1 0 0 0 0,0-1 0 0 0,0 1 0 0 0,0-1 0 0 0,0-1 0 0 0,0 0 0 0 0,1 0 0 0 0,0 0 0 0 0,0-1 0 0 0,10 1 0 0 0,-17-3-36 0 0,0 0 0 0 0,0 0-1 0 0,0 0 1 0 0,0 0-1 0 0,-1-1 1 0 0,1 1 0 0 0,0 0-1 0 0,0-1 1 0 0,0 1 0 0 0,-1-1-1 0 0,1 0 1 0 0,0 1 0 0 0,-1-1-1 0 0,1 0 1 0 0,-1 0 0 0 0,1 0-1 0 0,-1 0 1 0 0,1-1 0 0 0,-1 1-1 0 0,1 0 1 0 0,0-2 0 0 0,1-1-26 0 0,-1 1 0 0 0,0-1 0 0 0,-1 1 0 0 0,1-1 1 0 0,-1 0-1 0 0,1 1 0 0 0,-1-1 0 0 0,0 0 0 0 0,0-6 0 0 0,1-3-102 0 0,-2 0 0 0 0,1 0 0 0 0,-2 0 0 0 0,0 0 0 0 0,-3-16-1 0 0,0 16 4 0 0,0 1-1 0 0,0 0 0 0 0,-1 0 0 0 0,-1 0 0 0 0,-11-18 0 0 0,-10-20 31 0 0,27 50 107 0 0,-1-1 0 0 0,1 1 1 0 0,0-1-1 0 0,0 1 1 0 0,-1-1-1 0 0,1 1 0 0 0,0-1 1 0 0,0 0-1 0 0,-1 1 1 0 0,1-1-1 0 0,0 1 1 0 0,0-1-1 0 0,0 1 0 0 0,0-1 1 0 0,0 0-1 0 0,0 1 1 0 0,0-1-1 0 0,0 1 1 0 0,0-1-1 0 0,0 0 0 0 0,0 1 1 0 0,1-1-1 0 0,-1 1 1 0 0,0-1-1 0 0,0 1 1 0 0,0-1-1 0 0,1 1 0 0 0,-1-1 1 0 0,0 1-1 0 0,1-1 1 0 0,0 0 23 0 0,0 1 1 0 0,0 0 0 0 0,0-1 0 0 0,0 1 0 0 0,0 0-1 0 0,0 0 1 0 0,0 0 0 0 0,0 0 0 0 0,0 0-1 0 0,0 0 1 0 0,0 0 0 0 0,0 0 0 0 0,0 0-1 0 0,0 1 1 0 0,1 0 0 0 0,37 16 799 0 0,-21-2-406 0 0,-1 0-1 0 0,18 21 1 0 0,-6-6-1553 0 0,1-2-4486 0 0,-10-13-1461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4:56.9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61 607 6449 0 0,'-4'1'468'0'0,"1"1"0"0"0,-1-1 0 0 0,1 1 0 0 0,0-1 0 0 0,0 1 0 0 0,-1 1 0 0 0,1-1 0 0 0,1 0 0 0 0,-1 1 0 0 0,0-1 0 0 0,0 1 0 0 0,1 0 0 0 0,0 0 0 0 0,-1 0-1 0 0,1 0 1 0 0,-2 3 0 0 0,3-1-177 0 0,-1 0 0 0 0,0 0 0 0 0,1 0-1 0 0,0 0 1 0 0,0 0 0 0 0,0 1 0 0 0,1 5-1 0 0,-1 2-124 0 0,2 0 1 0 0,-1-1-1 0 0,2 1 0 0 0,-1 0 0 0 0,2-1 0 0 0,0 1 0 0 0,0-1 1 0 0,1 0-1 0 0,1 0 0 0 0,0 0 0 0 0,8 13 0 0 0,-11-20-156 0 0,1 0 0 0 0,1-1 1 0 0,-1 0-1 0 0,1 0 0 0 0,-1 0 0 0 0,1 0 0 0 0,0-1 0 0 0,0 1 0 0 0,1-1 0 0 0,-1 0 0 0 0,1 0 1 0 0,0-1-1 0 0,0 1 0 0 0,-1-1 0 0 0,1 0 0 0 0,1-1 0 0 0,-1 1 0 0 0,0-1 0 0 0,0 0 0 0 0,1 0 1 0 0,-1 0-1 0 0,0-1 0 0 0,1 0 0 0 0,-1 0 0 0 0,1 0 0 0 0,-1-1 0 0 0,0 0 0 0 0,10-2 0 0 0,-7 1 35 0 0,0-1 0 0 0,-1 0 0 0 0,1 0-1 0 0,-1 0 1 0 0,0-1 0 0 0,0 0 0 0 0,0 0-1 0 0,0-1 1 0 0,-1 0 0 0 0,1 0 0 0 0,-1 0-1 0 0,8-11 1 0 0,-6 6-56 0 0,0-1 0 0 0,-2 1 0 0 0,1-1 1 0 0,-1 0-1 0 0,-1-1 0 0 0,0 1 0 0 0,5-21 0 0 0,-4 11-62 0 0,-2-1 1 0 0,0 0-1 0 0,-2 0 0 0 0,0 0 1 0 0,-2 0-1 0 0,0 0 0 0 0,-1 0 1 0 0,-1 0-1 0 0,-6-24 0 0 0,-4 3 102 0 0,-1 0-1 0 0,-3 1 0 0 0,-1 1 0 0 0,-2 1 1 0 0,-1 0-1 0 0,-3 2 0 0 0,-1 0 0 0 0,-1 2 1 0 0,-3 0-1 0 0,-40-41 0 0 0,66 75 21 0 0,0 0 15 0 0,0-1-1 0 0,0 1 0 0 0,0 0 0 0 0,0 0 0 0 0,-1 0 0 0 0,1 0 0 0 0,-1 1 1 0 0,1-1-1 0 0,-1 0 0 0 0,0 1 0 0 0,1 0 0 0 0,-1 0 0 0 0,-5-2 1 0 0,9 7 148 0 0,0 0 0 0 0,-1-1 1 0 0,2 1-1 0 0,-1 0 1 0 0,0-1-1 0 0,1 1 0 0 0,2 3 1 0 0,-4-6-169 0 0,9 15 15 0 0,0 1 1 0 0,2-2-1 0 0,0 1 1 0 0,0-2-1 0 0,26 26 1 0 0,78 59 225 0 0,-73-65-255 0 0,132 99-177 0 0,-84-66 94 0 0,-80-59 20 0 0,-6-4-11 0 0,1 0 0 0 0,-1 0 0 0 0,1-1 0 0 0,0 1 0 0 0,1-1 0 0 0,-1 0 0 0 0,0-1 0 0 0,1 1 0 0 0,0-1-1 0 0,8 2 1 0 0,-13-4 31 0 0,0 0 0 0 0,0 0 0 0 0,0-1-1 0 0,0 1 1 0 0,0-1 0 0 0,0 1 0 0 0,0-1-1 0 0,0 1 1 0 0,0-1 0 0 0,0 0 0 0 0,-1 1-1 0 0,1-1 1 0 0,0 0 0 0 0,0 1 0 0 0,-1-1-1 0 0,1 0 1 0 0,-1 0 0 0 0,1 0 0 0 0,-1 0 0 0 0,1 0-1 0 0,-1 0 1 0 0,1 0 0 0 0,-1 0 0 0 0,0 0-1 0 0,1 0 1 0 0,-1 0 0 0 0,0-1 0 0 0,6-33 91 0 0,-6 31-44 0 0,2-32 203 0 0,-2 0 0 0 0,-7-56 0 0 0,2 51 67 0 0,3-57 1 0 0,1 96-293 0 0,1 1-1 0 0,0-1 1 0 0,0 0 0 0 0,1 1-1 0 0,-1-1 1 0 0,0 1 0 0 0,1-1 0 0 0,-1 0-1 0 0,1 1 1 0 0,-1-1 0 0 0,1 1-1 0 0,-1 0 1 0 0,1-1 0 0 0,0 1-1 0 0,0-1 1 0 0,0 1 0 0 0,0 0 0 0 0,0 0-1 0 0,1-2 1 0 0,-1 3-4 0 0,0-1-1 0 0,1 1 1 0 0,-1-1 0 0 0,0 1 0 0 0,0 0-1 0 0,0 0 1 0 0,0-1 0 0 0,1 1-1 0 0,-1 0 1 0 0,0 0 0 0 0,0 0 0 0 0,0 0-1 0 0,1 0 1 0 0,-1 0 0 0 0,0 1 0 0 0,0-1-1 0 0,0 0 1 0 0,1 1 0 0 0,0 0-1 0 0,8 3-6 0 0,-1 1-1 0 0,0 0 0 0 0,-1 1 0 0 0,15 11 0 0 0,-14-9-68 0 0,5 2-632 0 0,0-1 0 0 0,27 14 0 0 0,-15-13-6851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4:58.2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10594 0 0,'12'12'8953'0'0,"61"49"-6871"0"0,-8-5-1515 0 0,60 68 0 0 0,0 1-1283 0 0,-77-87-2111 0 0,-28-26-4198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4:58.4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11522 0 0,'7'15'6579'0'0,"19"9"-3790"0"0,-11-11-1940 0 0,85 105 288 0 0,-82-94-2552 0 0,19 37 1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4:58.5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59 9674 0 0,'-4'-2'338'0'0,"0"0"0"0"0,0 0-1 0 0,0-1 1 0 0,0 0 0 0 0,0 1 0 0 0,-4-6 0 0 0,6 7-127 0 0,1 0 0 0 0,-1-1 0 0 0,1 1 0 0 0,0 0 1 0 0,0-1-1 0 0,-1 1 0 0 0,1-1 0 0 0,0 1 0 0 0,0-1 1 0 0,0 1-1 0 0,1-1 0 0 0,-1 0 0 0 0,0 0 0 0 0,1 1 1 0 0,-1-1-1 0 0,1 0 0 0 0,-1 0 0 0 0,1-2 0 0 0,0 3-224 0 0,1 1-1 0 0,-1 0 1 0 0,0-1-1 0 0,0 1 1 0 0,1 0-1 0 0,-1-1 0 0 0,0 1 1 0 0,1 0-1 0 0,-1 0 1 0 0,0 0-1 0 0,1-1 0 0 0,-1 1 1 0 0,1 0-1 0 0,-1 0 1 0 0,0 0-1 0 0,1 0 1 0 0,-1 0-1 0 0,1 0 0 0 0,-1 0 1 0 0,1 0-1 0 0,-1-1 1 0 0,0 2-1 0 0,1-1 0 0 0,-1 0 1 0 0,1 0-1 0 0,-1 0 1 0 0,0 0-1 0 0,1 0 1 0 0,-1 0-1 0 0,1 0 0 0 0,-1 0 1 0 0,0 1-1 0 0,1-1 1 0 0,-1 0-1 0 0,0 0 0 0 0,1 1 1 0 0,-1-1-1 0 0,0 0 1 0 0,1 0-1 0 0,-1 1 1 0 0,18 11-148 0 0,1 3 150 0 0,2 7 11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4:59.0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196 221 6913 0 0,'-4'0'287'0'0,"0"1"0"0"0,0-1-1 0 0,-1-1 1 0 0,1 1-1 0 0,0-1 1 0 0,0 1-1 0 0,0-1 1 0 0,0 0-1 0 0,0 0 1 0 0,0-1-1 0 0,1 1 1 0 0,-1-1-1 0 0,0 0 1 0 0,-6-4-1 0 0,5 2 170 0 0,-1 1 1 0 0,0 1-1 0 0,0-1 0 0 0,-1 1 0 0 0,-8-2 0 0 0,12 4-349 0 0,-1 0 0 0 0,1 0-1 0 0,0 1 1 0 0,-1-1 0 0 0,1 1-1 0 0,0 0 1 0 0,0 0-1 0 0,0 0 1 0 0,0 0 0 0 0,0 0-1 0 0,0 1 1 0 0,0 0 0 0 0,0-1-1 0 0,0 1 1 0 0,1 0 0 0 0,-1 0-1 0 0,1 1 1 0 0,-1-1 0 0 0,1 0-1 0 0,0 1 1 0 0,0 0 0 0 0,0-1-1 0 0,0 1 1 0 0,1 0-1 0 0,-1 0 1 0 0,-2 6 0 0 0,3-6-15 0 0,-1 1 1 0 0,0 0-1 0 0,1-1 1 0 0,0 1-1 0 0,0 0 1 0 0,0 0-1 0 0,0 0 1 0 0,1-1-1 0 0,0 1 1 0 0,-1 0-1 0 0,2 0 0 0 0,-1 0 1 0 0,0 0-1 0 0,1 0 1 0 0,-1 0-1 0 0,1 0 1 0 0,0-1-1 0 0,0 1 1 0 0,1 0-1 0 0,-1 0 1 0 0,1-1-1 0 0,4 7 1 0 0,-4-8-109 0 0,0 0 1 0 0,1-1-1 0 0,0 1 1 0 0,-1 0-1 0 0,1-1 1 0 0,0 1-1 0 0,0-1 1 0 0,0 0-1 0 0,0 0 1 0 0,0 0-1 0 0,0 0 1 0 0,0-1-1 0 0,1 1 1 0 0,-1-1-1 0 0,0 0 0 0 0,0 0 1 0 0,0 0-1 0 0,1 0 1 0 0,-1-1-1 0 0,0 1 1 0 0,4-2-1 0 0,4 0-180 0 0,0-1-1 0 0,-1 0 1 0 0,1 0-1 0 0,18-10 0 0 0,-20 8 78 0 0,-1-1 1 0 0,0 0-1 0 0,0 0 0 0 0,13-14 0 0 0,-14 12-75 0 0,1 1 1 0 0,0 0 0 0 0,16-10-1 0 0,-24 16 180 0 0,1 1 0 0 0,0-1-1 0 0,0 1 1 0 0,0 0 0 0 0,0-1 0 0 0,0 1-1 0 0,0 0 1 0 0,-1-1 0 0 0,1 1 0 0 0,0 0-1 0 0,0 0 1 0 0,0 0 0 0 0,0 0-1 0 0,0 0 1 0 0,0 0 0 0 0,0 0 0 0 0,0 0-1 0 0,0 0 1 0 0,0 0 0 0 0,0 1 0 0 0,0-1-1 0 0,0 0 1 0 0,0 1 0 0 0,1 0 0 0 0,0 0 9 0 0,0 1-1 0 0,-1-1 1 0 0,1 0 0 0 0,-1 1 0 0 0,0 0 0 0 0,0-1 0 0 0,1 1 0 0 0,-1 0 0 0 0,0 0 0 0 0,0 0 0 0 0,0 2 0 0 0,3 6 12 0 0,-1 0 1 0 0,-1 0 0 0 0,3 16-1 0 0,-1-2-13 0 0,-1 0 0 0 0,-1-1 0 0 0,-2 1 0 0 0,0 0 0 0 0,-6 43 0 0 0,6-67 4 0 0,0 1 0 0 0,0-1 0 0 0,0 0-1 0 0,0 1 1 0 0,0-1 0 0 0,0 0 0 0 0,0 1-1 0 0,0-1 1 0 0,0 0 0 0 0,0 1 0 0 0,0-1 0 0 0,0 0-1 0 0,0 1 1 0 0,-1-1 0 0 0,1 0 0 0 0,0 0-1 0 0,0 1 1 0 0,0-1 0 0 0,0 0 0 0 0,-1 1-1 0 0,1-1 1 0 0,0 0 0 0 0,0 0 0 0 0,0 1-1 0 0,-1-1 1 0 0,1 0 0 0 0,0 0 0 0 0,-1 0 0 0 0,1 0-1 0 0,0 1 1 0 0,0-1 0 0 0,-1 0 0 0 0,1 0-1 0 0,0 0 1 0 0,-1 0 0 0 0,1 0 0 0 0,0 0-1 0 0,-1 0 1 0 0,1 0 0 0 0,0 0 0 0 0,-1 0-1 0 0,1 0 1 0 0,0 0 0 0 0,-1 0 0 0 0,1 0-1 0 0,-13-15 171 0 0,-7-24 316 0 0,11 14-541 0 0,1 0 1 0 0,2-1 0 0 0,0 0 0 0 0,1 0 0 0 0,2 0 0 0 0,1 0-1 0 0,1-1 1 0 0,1 1 0 0 0,6-48 0 0 0,-3 61-175 0 0,1 0 1 0 0,0 1-1 0 0,1 0 0 0 0,0 0 0 0 0,1 0 1 0 0,0 1-1 0 0,1-1 0 0 0,0 1 1 0 0,17-19-1 0 0,-13 18-229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4:59.5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 1 8290 0 0,'-3'1'350'0'0,"1"0"0"0"0,0 0 1 0 0,-1 0-1 0 0,1 1 0 0 0,0-1 1 0 0,0 1-1 0 0,0 0 0 0 0,0 0 1 0 0,0 0-1 0 0,0 0 0 0 0,0 0 1 0 0,1 0-1 0 0,-1 0 0 0 0,1 0 0 0 0,-3 4 1 0 0,4-2-36 0 0,-1-1 0 0 0,0 0 0 0 0,1 0 0 0 0,0 1 0 0 0,-1-1 0 0 0,1 0 0 0 0,1 1 0 0 0,-1-1 0 0 0,0 0 0 0 0,1 0 0 0 0,0 1 0 0 0,0-1 0 0 0,1 3 0 0 0,8 24 519 0 0,2-1 0 0 0,1-1-1 0 0,24 40 1 0 0,60 75 84 0 0,-80-119-892 0 0,0 1 43 0 0,23 24 1 0 0,-35-43-84 0 0,0 0-1 0 0,1-1 1 0 0,0 0-1 0 0,0 0 1 0 0,0 0-1 0 0,1-1 1 0 0,-1 0-1 0 0,1 0 1 0 0,11 3-1 0 0,-18-7-16 0 0,1 1 0 0 0,0-1-1 0 0,-1 0 1 0 0,1 0 0 0 0,-1 0 0 0 0,1 0-1 0 0,-1 0 1 0 0,1 0 0 0 0,0 0-1 0 0,-1-1 1 0 0,1 1 0 0 0,-1 0 0 0 0,1 0-1 0 0,-1 0 1 0 0,1 0 0 0 0,-1-1 0 0 0,1 1-1 0 0,0 0 1 0 0,-1-1 0 0 0,0 1 0 0 0,1 0-1 0 0,-1-1 1 0 0,1 1 0 0 0,-1-1-1 0 0,1 1 1 0 0,-1 0 0 0 0,0-1 0 0 0,1 1-1 0 0,-1-1 1 0 0,0 1 0 0 0,0-1 0 0 0,1 1-1 0 0,-1-1 1 0 0,0 0 0 0 0,0 1 0 0 0,0-1-1 0 0,1 1 1 0 0,-1-1 0 0 0,0 1-1 0 0,0-1 1 0 0,0 0 0 0 0,0 1 0 0 0,0-1-1 0 0,0 1 1 0 0,0-1 0 0 0,-1 1 0 0 0,1-2-1 0 0,-3-35-836 0 0,2 31 771 0 0,-4-24-263 0 0,-4-40-236 0 0,9 65 597 0 0,0-1-1 0 0,0 1 1 0 0,0 0 0 0 0,1-1 0 0 0,-1 1 0 0 0,1 0 0 0 0,1-1 0 0 0,-1 1 0 0 0,1 0 0 0 0,2-5-1 0 0,-3 8 61 0 0,0 1 0 0 0,1-1 0 0 0,-1 1 0 0 0,0 0 1 0 0,0-1-1 0 0,1 1 0 0 0,-1 0 0 0 0,1 0 0 0 0,-1 0 0 0 0,1 0 0 0 0,0 0 0 0 0,-1 0 0 0 0,1 0 0 0 0,0 1 0 0 0,0-1 0 0 0,0 1 0 0 0,-1-1 0 0 0,1 1 0 0 0,0 0 0 0 0,0-1 0 0 0,0 1 0 0 0,0 0 0 0 0,0 0 0 0 0,-1 0 0 0 0,1 1 0 0 0,0-1 0 0 0,0 0 0 0 0,0 1 0 0 0,0-1 0 0 0,-1 1 0 0 0,4 1 0 0 0,8 3 180 0 0,0 0 0 0 0,-1 1 0 0 0,16 10 0 0 0,-13-8-174 0 0,-9-4-492 0 0,19 7 713 0 0,-8-7-6877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4:59.7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15 12899 0 0,'0'0'96'0'0,"0"0"1"0"0,1 0-1 0 0,-1 0 1 0 0,0 0 0 0 0,1 0-1 0 0,-1 0 1 0 0,0 0-1 0 0,1 0 1 0 0,-1 0 0 0 0,0 0-1 0 0,1 0 1 0 0,-1 0-1 0 0,0 0 1 0 0,1-1-1 0 0,-1 1 1 0 0,0 0 0 0 0,1 0-1 0 0,-1 0 1 0 0,0 0-1 0 0,1-1 1 0 0,-1 1 0 0 0,0 0-1 0 0,0 0 1 0 0,1-1-1 0 0,-1 1 1 0 0,0 0-1 0 0,0-1 1 0 0,0 1 0 0 0,0 0-1 0 0,1 0 1 0 0,-1-1-1 0 0,0 1 1 0 0,0 0-1 0 0,0-1 1 0 0,-2-7 3566 0 0,8 10-2601 0 0,7 3-766 0 0,1 1-1 0 0,-1 0 0 0 0,-1 1 0 0 0,1 1 0 0 0,-1 0 0 0 0,0 1 0 0 0,-1 0 0 0 0,16 16 1 0 0,10 15-68 0 0,31 45 0 0 0,31 32-140 0 0,-72-90-319 0 0,-14-11-371 0 0,2-2 0 0 0,0 0 0 0 0,1 0 0 0 0,34 22 0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4:59.9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0 341 10594 0 0,'2'-7'6508'0'0,"19"-37"-3438"0"0,-13 31-2631 0 0,29-51 338 0 0,2 0 1 0 0,55-64 0 0 0,-77 108-1133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5:01.6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96 0 10594 0 0,'-5'4'455'0'0,"1"-1"0"0"0,-1 1-1 0 0,0 0 1 0 0,1 0 0 0 0,0 0-1 0 0,0 0 1 0 0,0 1 0 0 0,1-1-1 0 0,-1 1 1 0 0,-4 10 0 0 0,1-2 128 0 0,1 0 1 0 0,0 1 0 0 0,-4 15 0 0 0,5-13-555 0 0,2-1 1 0 0,0 1-1 0 0,0 0 1 0 0,2 0-1 0 0,0 0 1 0 0,0 0 0 0 0,2 0-1 0 0,0 0 1 0 0,1 0-1 0 0,6 24 1 0 0,-8-38-101 0 0,1 0 0 0 0,-1 0 0 0 0,1 0 0 0 0,0-1 1 0 0,-1 1-1 0 0,1 0 0 0 0,0 0 0 0 0,0-1 0 0 0,0 1 0 0 0,0-1 0 0 0,1 1 1 0 0,-1-1-1 0 0,0 1 0 0 0,1-1 0 0 0,-1 0 0 0 0,3 2 0 0 0,-3-2-25 0 0,1-1-1 0 0,-1 0 0 0 0,0 1 1 0 0,0-1-1 0 0,0 0 0 0 0,0 0 1 0 0,1 0-1 0 0,-1 0 0 0 0,0 0 1 0 0,0 0-1 0 0,0 0 0 0 0,1 0 1 0 0,-1 0-1 0 0,0 0 0 0 0,0-1 1 0 0,0 1-1 0 0,0 0 0 0 0,0-1 1 0 0,3-1-1 0 0,-1 0-50 0 0,0 0-1 0 0,1 0 1 0 0,-1-1-1 0 0,0 0 1 0 0,-1 0 0 0 0,1 1-1 0 0,0-2 1 0 0,-1 1-1 0 0,0 0 1 0 0,1 0-1 0 0,-1-1 1 0 0,-1 1 0 0 0,1-1-1 0 0,1-4 1 0 0,2-14 168 0 0,-1 0 1 0 0,-1 0-1 0 0,-1 0 1 0 0,-1 0 0 0 0,-1 0-1 0 0,0-1 1 0 0,-6-25-1 0 0,2-9 968 0 0,4 56-851 0 0,-1-1 1 0 0,1 0-1 0 0,0 1 0 0 0,0-1 0 0 0,0 0 0 0 0,0 0 0 0 0,0 1 0 0 0,0-1 0 0 0,1 0 0 0 0,-1 1 0 0 0,1-1 0 0 0,-1 1 1 0 0,1-1-1 0 0,-1 0 0 0 0,1 1 0 0 0,0-1 0 0 0,0 1 0 0 0,0-1 0 0 0,0 1 0 0 0,0 0 0 0 0,1-2 0 0 0,0 2-40 0 0,-1 1-1 0 0,0-1 0 0 0,1 1 1 0 0,-1-1-1 0 0,1 1 0 0 0,-1 0 1 0 0,0 0-1 0 0,1-1 0 0 0,-1 1 1 0 0,1 0-1 0 0,-1 0 0 0 0,1 0 1 0 0,-1 1-1 0 0,0-1 0 0 0,1 0 1 0 0,-1 1-1 0 0,1-1 0 0 0,-1 0 1 0 0,2 2-1 0 0,7 2 137 0 0,-1 1 0 0 0,0 0 0 0 0,0 1 0 0 0,0 0 0 0 0,10 9-1 0 0,150 146 835 0 0,-92-85-779 0 0,-65-65-315 0 0,-1 1 0 0 0,0 0 1 0 0,-1 1-1 0 0,12 18 1 0 0,-20-27 17 0 0,0-1 1 0 0,-1 0 0 0 0,1 0-1 0 0,-1 1 1 0 0,0-1 0 0 0,0 1-1 0 0,0-1 1 0 0,0 1 0 0 0,-1-1-1 0 0,1 1 1 0 0,-1 5 0 0 0,-1-7 5 0 0,1 1 0 0 0,-1-1 0 0 0,1 0 0 0 0,-1 1 0 0 0,0-1 0 0 0,0 0 0 0 0,0 0 0 0 0,0 0 0 0 0,0 0 0 0 0,0 0 0 0 0,-1 0 0 0 0,1 0 0 0 0,-1 0 0 0 0,1 0 0 0 0,-1-1 0 0 0,0 1 0 0 0,0-1 0 0 0,0 1 0 0 0,-2 1 0 0 0,-1-1-24 0 0,1 0 1 0 0,0 0-1 0 0,0-1 1 0 0,-1 0-1 0 0,1 0 0 0 0,-1 0 1 0 0,1 0-1 0 0,-1 0 1 0 0,1-1-1 0 0,-1 0 1 0 0,0 0-1 0 0,1 0 1 0 0,-1-1-1 0 0,1 0 1 0 0,-1 1-1 0 0,1-1 1 0 0,-6-3-1 0 0,-6-1-148 0 0,1 0 0 0 0,-1-2 1 0 0,-20-11-1 0 0,29 14-224 0 0,1 0 0 0 0,0 0 0 0 0,0 0 0 0 0,0-1 0 0 0,0 0 0 0 0,1 0 0 0 0,-1 0 0 0 0,1-1 0 0 0,1 0 0 0 0,-1 0 0 0 0,-3-6 0 0 0,1-4-945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5:02.0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137 377 10594 0 0,'-1'-14'6663'0'0,"-4"-58"-3574"0"0,1 32-2590 0 0,-17-63 1 0 0,16 85-562 0 0,-1-1 1 0 0,-1 2-1 0 0,0-1 0 0 0,-1 1 1 0 0,-17-25-1 0 0,25 40 40 0 0,-1 1 1 0 0,0 0-1 0 0,0 0 0 0 0,0 0 1 0 0,0-1-1 0 0,0 1 0 0 0,0 0 1 0 0,0 0-1 0 0,0 1 0 0 0,0-1 1 0 0,0 0-1 0 0,-1 0 0 0 0,1 1 0 0 0,0-1 1 0 0,-1 0-1 0 0,-1 0 0 0 0,2 1-9 0 0,1 0 0 0 0,-1 0 0 0 0,0 0 1 0 0,1 0-1 0 0,-1 0 0 0 0,0 1 0 0 0,0-1 0 0 0,1 0 0 0 0,-1 0 0 0 0,0 0 0 0 0,1 1 0 0 0,-1-1 0 0 0,0 0 0 0 0,1 1 0 0 0,-1-1 0 0 0,1 1 0 0 0,-1-1 0 0 0,0 1 0 0 0,1-1 0 0 0,-1 1 0 0 0,1-1 0 0 0,-1 2 1 0 0,-1 0-52 0 0,0 1 0 0 0,1 0 0 0 0,0 0 0 0 0,0 0 0 0 0,-1 0 0 0 0,2 0 0 0 0,-1 0 0 0 0,0 0 0 0 0,1 0 1 0 0,-1 0-1 0 0,1 0 0 0 0,0 0 0 0 0,0 4 0 0 0,1 5 4 0 0,1-1 0 0 0,1 0 0 0 0,-1 0 1 0 0,2 0-1 0 0,0 0 0 0 0,0-1 0 0 0,1 1 0 0 0,0-1 0 0 0,0 0 0 0 0,1 0 0 0 0,1-1 0 0 0,0 0 1 0 0,8 9-1 0 0,-12-14 132 0 0,1-1 0 0 0,0 1 0 0 0,0-1 0 0 0,0 1 0 0 0,0-1 0 0 0,1-1 0 0 0,-1 1 0 0 0,1 0 0 0 0,0-1 0 0 0,0 0 0 0 0,0 0 0 0 0,0-1 0 0 0,0 1 0 0 0,0-1 0 0 0,0 0 0 0 0,0-1 0 0 0,1 1 0 0 0,-1-1 0 0 0,0 0 0 0 0,0 0 0 0 0,1-1 0 0 0,-1 1 0 0 0,0-1 0 0 0,0-1 0 0 0,0 1 0 0 0,0-1 0 0 0,0 1 0 0 0,0-1 0 0 0,0-1 0 0 0,4-2 0 0 0,0 0-111 0 0,-1-1-1 0 0,0 0 0 0 0,0 0 1 0 0,0-1-1 0 0,-1 0 1 0 0,0-1-1 0 0,0 1 0 0 0,-1-1 1 0 0,0-1-1 0 0,0 1 0 0 0,4-10 1 0 0,-3 3-980 0 0,0 1 0 0 0,-1-1 0 0 0,6-23-1 0 0,-6 11-4380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5:02.2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167 183 3225 0 0,'-6'-8'119'0'0,"-89"-107"2612"0"0,74 92 1516 0 0,-24-14 5310 0 0,65 72-7813 0 0,0-11-1409 0 0,0-2 0 0 0,2 0 0 0 0,0-1 1 0 0,33 23-1 0 0,38 36-144 0 0,63 86-791 0 0,-128-138 163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5:02.5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1 423 10594 0 0,'12'-12'858'0'0,"-1"-1"-1"0"0,14-22 1 0 0,41-79-1649 0 0,8-11 439 0 0,-47 82 259 0 0,-18 27-471 0 0,1 0 0 0 0,1 1 0 0 0,17-19 0 0 0,-36 51 7229 0 0,2 9-3284 0 0,1 26-633 0 0,5-46-2652 0 0,0 0 0 0 0,0-1 1 0 0,0 1-1 0 0,1 0 0 0 0,0 0 1 0 0,0 0-1 0 0,0-1 0 0 0,1 1 1 0 0,0-1-1 0 0,0 1 0 0 0,0-1 0 0 0,1 1 1 0 0,0-1-1 0 0,0 0 0 0 0,0 0 1 0 0,0-1-1 0 0,1 1 0 0 0,0-1 1 0 0,0 0-1 0 0,0 0 0 0 0,1 0 0 0 0,-1 0 1 0 0,1-1-1 0 0,9 6 0 0 0,6 1 18 0 0,1-1 0 0 0,0-2 0 0 0,1 0 0 0 0,-1-1-1 0 0,25 4 1 0 0,-7-2 174 0 0,-37-7-285 0 0,0-1 0 0 0,0 1 0 0 0,0-1 0 0 0,0 1 0 0 0,0 0 0 0 0,0 0 0 0 0,0 0 0 0 0,0 0 0 0 0,0 0 0 0 0,0 0 0 0 0,-1 1 0 0 0,1-1 0 0 0,0 1 0 0 0,-1-1 0 0 0,1 1 0 0 0,-1-1 0 0 0,0 1 0 0 0,1 0-1 0 0,-1 0 1 0 0,0-1 0 0 0,1 5 0 0 0,1 17-1404 0 0,-9 5-5005 0 0,-2-6-1377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5:03.4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135 321 10594 0 0,'-5'-7'338'0'0,"-1"1"0"0"0,1-1 0 0 0,-1 1 0 0 0,0 0 0 0 0,-1 0 0 0 0,-11-7 0 0 0,16 11-222 0 0,1 1 0 0 0,-1 0 1 0 0,1 1-1 0 0,-1-1 0 0 0,1 0 0 0 0,-1 0 0 0 0,0 1 1 0 0,1-1-1 0 0,-1 1 0 0 0,0-1 0 0 0,1 1 0 0 0,-1 0 1 0 0,0-1-1 0 0,0 1 0 0 0,1 0 0 0 0,-1 0 0 0 0,0 0 0 0 0,0 1 1 0 0,1-1-1 0 0,-1 0 0 0 0,0 1 0 0 0,1-1 0 0 0,-1 1 1 0 0,0-1-1 0 0,1 1 0 0 0,-1 0 0 0 0,1 0 0 0 0,-1 0 1 0 0,1 0-1 0 0,-1 0 0 0 0,1 0 0 0 0,0 0 0 0 0,-1 0 0 0 0,1 0 1 0 0,0 1-1 0 0,0-1 0 0 0,0 0 0 0 0,0 1 0 0 0,0-1 1 0 0,-1 3-1 0 0,-1 3 1 0 0,0 0 1 0 0,0 0-1 0 0,1 1 1 0 0,0-1-1 0 0,0 1 0 0 0,1-1 1 0 0,0 1-1 0 0,0 13 1 0 0,5 63 36 0 0,-2-69-170 0 0,0 0 1 0 0,1 0-1 0 0,1 0 0 0 0,0-1 1 0 0,13 29-1 0 0,-14-37 10 0 0,0 0-1 0 0,0-1 1 0 0,0 1 0 0 0,1-1-1 0 0,0 1 1 0 0,0-1-1 0 0,0-1 1 0 0,1 1-1 0 0,0 0 1 0 0,0-1 0 0 0,0 0-1 0 0,0 0 1 0 0,1-1-1 0 0,-1 1 1 0 0,1-1-1 0 0,9 4 1 0 0,-12-6 0 0 0,-1-1 0 0 0,0 1 1 0 0,1 0-1 0 0,-1-1 0 0 0,1 1 0 0 0,-1-1 0 0 0,1 0 0 0 0,-1 0 1 0 0,0 0-1 0 0,1 0 0 0 0,-1 0 0 0 0,1-1 0 0 0,-1 1 1 0 0,1-1-1 0 0,-1 1 0 0 0,0-1 0 0 0,1 0 0 0 0,-1 0 0 0 0,0 0 1 0 0,1 0-1 0 0,-1-1 0 0 0,2-1 0 0 0,-1 0-18 0 0,0 0 1 0 0,-1 0-1 0 0,1 0 0 0 0,-1 0 0 0 0,0-1 0 0 0,0 1 1 0 0,0-1-1 0 0,0 1 0 0 0,-1-1 0 0 0,0 0 0 0 0,1 0 1 0 0,0-6-1 0 0,0-2-42 0 0,-1 0 0 0 0,0 1 0 0 0,0-1 0 0 0,-2 0 0 0 0,1 0 0 0 0,-1 1 1 0 0,-1-1-1 0 0,-5-18 0 0 0,-2 6-140 0 0,-2 1 0 0 0,-1 0 0 0 0,-29-41 0 0 0,33 53 635 0 0,18 18 3820 0 0,19 16-3986 0 0,-2 2-70 0 0,1-2 0 0 0,50 34 0 0 0,-61-47-181 0 0,1 0 0 0 0,0-2 0 0 0,0 1 0 0 0,1-2 1 0 0,0-1-1 0 0,28 6 0 0 0,-46-11-12 0 0,1-1 0 0 0,-1 0 0 0 0,0 0 0 0 0,0 0 0 0 0,1 0 0 0 0,-1 0 0 0 0,0 0 0 0 0,0 0 0 0 0,1 0 0 0 0,-1 0 0 0 0,0-1 0 0 0,0 1 0 0 0,1 0 0 0 0,-1-1 0 0 0,0 1 0 0 0,0-1 0 0 0,0 0 0 0 0,0 1 0 0 0,0-1 0 0 0,0 0 0 0 0,0 1 0 0 0,0-1 0 0 0,0 0 0 0 0,0 0 0 0 0,0 0 0 0 0,0 0 0 0 0,-1 0 0 0 0,1 0 0 0 0,0 0 1 0 0,-1 0-1 0 0,1 0 0 0 0,-1-1 0 0 0,1 1 0 0 0,-1 0 0 0 0,1 0 0 0 0,-1 0 0 0 0,0-1 0 0 0,0 1 0 0 0,0 0 0 0 0,0 0 0 0 0,1-1 0 0 0,-2 1 0 0 0,1-2 0 0 0,0-9-2 0 0,-1 0-1 0 0,0 1 1 0 0,-5-22 0 0 0,4 23-6 0 0,-2-14-12 0 0,0 1 1 0 0,-2 0-1 0 0,-1 0 0 0 0,-1 0 1 0 0,-1 1-1 0 0,-1 0 1 0 0,-1 1-1 0 0,0 0 0 0 0,-2 1 1 0 0,-1 0-1 0 0,0 1 1 0 0,-21-21-1 0 0,6 8 14 0 0,21 22 0 0 0,-1 0-1 0 0,-1 0 1 0 0,0 1 0 0 0,0 0 0 0 0,0 1 0 0 0,-14-9 0 0 0,63 59 593 0 0,-1-11-451 0 0,2-2 1 0 0,44 24 0 0 0,-66-43-94 0 0,0 0 0 0 0,1-2 1 0 0,0 0-1 0 0,0-1 1 0 0,1-1-1 0 0,0-1 1 0 0,33 4-1 0 0,-53-9-44 0 0,1 0 0 0 0,0 0 0 0 0,0 0 0 0 0,0 0 0 0 0,0 0 0 0 0,-1 0 0 0 0,1 0 0 0 0,0 0 0 0 0,0 0 1 0 0,0 0-1 0 0,-1-1 0 0 0,1 1 0 0 0,0 0 0 0 0,0-1 0 0 0,-1 1 0 0 0,1 0 0 0 0,0-1 0 0 0,-1 1 0 0 0,1-1 0 0 0,0 1 0 0 0,-1-1 0 0 0,1 1 0 0 0,0-1 0 0 0,-1 0 0 0 0,1 1 0 0 0,-1-1 0 0 0,1 0 0 0 0,-1 1 0 0 0,0-1 1 0 0,1 0-1 0 0,-1 1 0 0 0,0-1 0 0 0,1-1 0 0 0,1-29-343 0 0,-3 16-168 0 0,2 2-128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5:03.8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 41 2761 0 0,'-4'-1'908'0'0,"0"1"0"0"0,1-1 0 0 0,0 0 0 0 0,-1 0 1 0 0,1-1-1 0 0,-1 1 0 0 0,1 0 0 0 0,0-1 0 0 0,0 0 1 0 0,0 0-1 0 0,0 0 0 0 0,0 0 0 0 0,0 0 0 0 0,1-1 0 0 0,-1 1 1 0 0,1-1-1 0 0,0 0 0 0 0,-1 0 0 0 0,-1-3 0 0 0,9 20 576 0 0,-4-12-1472 0 0,-1 0 1 0 0,1 0-1 0 0,0 0 1 0 0,0 0-1 0 0,0 0 1 0 0,0 0-1 0 0,0 0 1 0 0,0 0-1 0 0,0 0 0 0 0,0 0 1 0 0,1-1-1 0 0,-1 1 1 0 0,1 0-1 0 0,-1-1 1 0 0,1 1-1 0 0,0-1 1 0 0,0 0-1 0 0,0 0 0 0 0,2 2 1 0 0,6 1-15 0 0,0-1 0 0 0,1 0 0 0 0,-1 0 0 0 0,1-1-1 0 0,-1-1 1 0 0,20 1 0 0 0,28 6 5 0 0,-52-7 12 0 0,-1 0 0 0 0,1 0 0 0 0,-1 1 0 0 0,0 0 1 0 0,0 0-1 0 0,0 0 0 0 0,0 0 0 0 0,-1 1 0 0 0,1 0 0 0 0,0 0 0 0 0,-1 1 1 0 0,0-1-1 0 0,4 5 0 0 0,-5-4 1 0 0,-1-1-1 0 0,0 1 1 0 0,0 0 0 0 0,0 0 0 0 0,0 0-1 0 0,-1 0 1 0 0,0 0 0 0 0,1 1 0 0 0,-2-1 0 0 0,1 0-1 0 0,0 1 1 0 0,-1-1 0 0 0,0 0 0 0 0,0 1-1 0 0,0-1 1 0 0,-2 9 0 0 0,0 3-173 0 0,-2 0-1 0 0,1 0 1 0 0,-2-1 0 0 0,0 1 0 0 0,-1-1 0 0 0,0 0-1 0 0,-1-1 1 0 0,-1 0 0 0 0,-18 26 0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5:04.0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21661 0 0,'13'2'960'0'0,"-7"-2"192"0"0,1 1-920 0 0,-3-1-232 0 0,-1 2 0 0 0,-1-2 0 0 0,-1 1-224 0 0,2 2-88 0 0,1 3-16 0 0,1 1-8 0 0,-2 1 336 0 0,-5 1 0 0 0,1 1 64 0 0,-4 0 0 0 0,-2 2-64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5:08.9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72 46 2761 0 0,'-11'0'1193'0'0,"0"-1"1"0"0,0 0 0 0 0,1-1 0 0 0,-19-4 0 0 0,68-4 5250 0 0,-32 8-6384 0 0,81-10 2289 0 0,147 1-1 0 0,-214 10-2120 0 0,225 12 804 0 0,-131-3-738 0 0,-106-8-292 0 0,-4 1-7 0 0,-1-1 1 0 0,1 1 0 0 0,0-1 0 0 0,0 0 0 0 0,0-1 0 0 0,0 1 0 0 0,0-1 0 0 0,0 0 0 0 0,0 0 0 0 0,6-3 0 0 0,-3-9-2671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5:09.5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88 38 1840 0 0,'0'-2'211'0'0,"0"1"0"0"0,0-1-1 0 0,0 1 1 0 0,0 0 0 0 0,0-1-1 0 0,0 1 1 0 0,0-1 0 0 0,-1 1-1 0 0,1 0 1 0 0,0-1 0 0 0,-1 1-1 0 0,1 0 1 0 0,-1-1 0 0 0,1 1-1 0 0,-1 0 1 0 0,0 0 0 0 0,0-1-1 0 0,1 1 1 0 0,-1 0 0 0 0,0 0 0 0 0,0 0-1 0 0,0 0 1 0 0,0 0 0 0 0,0 0-1 0 0,-1 0 1 0 0,1 1 0 0 0,0-1-1 0 0,0 0 1 0 0,-2 0 0 0 0,0 1 153 0 0,0-1 0 0 0,1 1-1 0 0,-1 0 1 0 0,0 0 0 0 0,0 0 0 0 0,0 0 0 0 0,0 1 0 0 0,0-1 0 0 0,0 1 0 0 0,1 0 0 0 0,-1-1 0 0 0,0 1 0 0 0,1 1 0 0 0,-4 0 0 0 0,3 0 390 0 0,-16 13 7077 0 0,30-10-7807 0 0,0-2 1 0 0,0 0-1 0 0,0 0 1 0 0,20 1-1 0 0,-22-3-9 0 0,1 0-1 0 0,-1 1 0 0 0,0 0 1 0 0,0 0-1 0 0,1 1 0 0 0,-2 0 1 0 0,1 0-1 0 0,0 1 0 0 0,-1 1 0 0 0,11 6 1 0 0,-5 0 11 0 0,0 1 1 0 0,13 17 0 0 0,-23-25-4 0 0,0 1 1 0 0,0-1-1 0 0,-1 1 0 0 0,0 0 1 0 0,0 0-1 0 0,0 0 1 0 0,0 1-1 0 0,-1-1 0 0 0,0 1 1 0 0,2 8-1 0 0,-4-7 54 0 0,-1 0 0 0 0,1 0-1 0 0,-2 0 1 0 0,1 0 0 0 0,-1 0-1 0 0,0 0 1 0 0,-1 0 0 0 0,-5 11 0 0 0,-3 8 34 0 0,7-14-382 0 0,0 0 1 0 0,-2-1 0 0 0,1 0 0 0 0,-2 0 0 0 0,1 0-1 0 0,-1-1 1 0 0,-14 15 0 0 0,5-6-7453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5:12.9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14 7370 0 0,'1'-1'231'0'0,"0"0"1"0"0,0 0-1 0 0,0 0 1 0 0,0-1-1 0 0,0 2 1 0 0,1-1-1 0 0,-1 0 1 0 0,0 0-1 0 0,1 0 1 0 0,-1 1-1 0 0,0-1 1 0 0,1 0-1 0 0,-1 1 1 0 0,1-1-1 0 0,-1 1 1 0 0,1 0-1 0 0,-1 0 1 0 0,1-1-1 0 0,-1 1 1 0 0,1 0-1 0 0,-1 0 1 0 0,1 0-1 0 0,-1 1 1 0 0,1-1-1 0 0,-1 0 1 0 0,1 0-1 0 0,-1 1 1 0 0,1-1-1 0 0,-1 1 1 0 0,1-1-1 0 0,-1 1 1 0 0,0 0-1 0 0,1 0 1 0 0,-1 0-1 0 0,0-1 1 0 0,0 1-1 0 0,0 0 1 0 0,1 0-1 0 0,-1 1 1 0 0,0-1-1 0 0,0 0 1 0 0,1 3-1 0 0,2 1 135 0 0,0 1 0 0 0,0 0 0 0 0,-1 0 1 0 0,0 0-1 0 0,0 1 0 0 0,-1-1 0 0 0,1 1 0 0 0,1 8 0 0 0,6 58 401 0 0,-3 1-1 0 0,-4 134 1 0 0,-3-77-604 0 0,24 430-579 0 0,-20-526-1842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5:13.3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1 214 6449 0 0,'5'-10'341'0'0,"0"-1"0"0"0,2 1 0 0 0,-1 0 0 0 0,1 1 0 0 0,0 0 0 0 0,15-14-1 0 0,-3 1 184 0 0,-10 11 1 0 0,1 0 0 0 0,0 1 0 0 0,0 0 1 0 0,1 1-1 0 0,1 0 0 0 0,-1 1 0 0 0,1 0 0 0 0,1 0 0 0 0,15-6 0 0 0,-21 12-284 0 0,-1 0 0 0 0,0 0 0 0 0,1 0 0 0 0,-1 1 0 0 0,1 0 0 0 0,-1 0 0 0 0,1 1 1 0 0,-1 0-1 0 0,1 0 0 0 0,-1 1 0 0 0,1-1 0 0 0,0 2 0 0 0,-1-1 0 0 0,0 0 0 0 0,1 1 0 0 0,-1 1 0 0 0,0-1 0 0 0,0 1 1 0 0,0 0-1 0 0,0 0 0 0 0,-1 0 0 0 0,7 6 0 0 0,-6-5-219 0 0,0 1 0 0 0,0 0 1 0 0,0 0-1 0 0,-1 1 0 0 0,0-1 0 0 0,0 1 1 0 0,0 0-1 0 0,-1 1 0 0 0,0-1 0 0 0,0 1 0 0 0,-1 0 1 0 0,0 0-1 0 0,0 0 0 0 0,0 0 0 0 0,-1 0 1 0 0,0 1-1 0 0,-1-1 0 0 0,1 1 0 0 0,-1-1 0 0 0,-1 1 1 0 0,0 0-1 0 0,0-1 0 0 0,0 1 0 0 0,-1 0 1 0 0,-1 8-1 0 0,-3 2 12 0 0,0 0 1 0 0,-1 0-1 0 0,-1 0 0 0 0,0-1 1 0 0,-1 0-1 0 0,-1 0 0 0 0,-1-1 1 0 0,0 0-1 0 0,-14 15 0 0 0,3-5 75 0 0,-51 60 753 0 0,122-100 560 0 0,-43 13-1412 0 0,-1 1 0 0 0,1 0 0 0 0,0 0 0 0 0,-1 0 0 0 0,1 1 0 0 0,0 0 0 0 0,-1 0 0 0 0,1 1 0 0 0,-1-1 1 0 0,0 2-1 0 0,1-1 0 0 0,-1 1 0 0 0,0 0 0 0 0,0 0 0 0 0,7 5 0 0 0,9 8-13 0 0,-1 0 1 0 0,30 31-1 0 0,-2-3-3 0 0,-29-28-149 0 0,1 0 0 0 0,37 20 1 0 0,-12-16-2492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5:13.8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14 496 11522 0 0,'-14'13'5318'0'0,"36"-22"-3162"0"0,7-6-1328 0 0,0 0 1 0 0,-2-3-1 0 0,0 0 1 0 0,47-42-1 0 0,-60 46-845 0 0,-1 0 0 0 0,0-1 0 0 0,-1 0 0 0 0,-1-1 0 0 0,-1 0 0 0 0,0-1 0 0 0,-1 0 0 0 0,0 0 0 0 0,9-31 0 0 0,-13 33-106 0 0,-1-1 1 0 0,-1 0-1 0 0,2-22 1 0 0,-4 33 7 0 0,-1 0 0 0 0,0-1 0 0 0,0 1 0 0 0,0 0 0 0 0,-1-1 0 0 0,0 1 0 0 0,0 0 0 0 0,0 0 0 0 0,-1 0 0 0 0,1 0 0 0 0,-1 0-1 0 0,-1 0 1 0 0,1 0 0 0 0,-4-4 0 0 0,5 7 84 0 0,0 1-1 0 0,0-1 1 0 0,0 1 0 0 0,0 0-1 0 0,-1 0 1 0 0,1-1-1 0 0,-1 1 1 0 0,1 0-1 0 0,0 0 1 0 0,-1 0-1 0 0,0 1 1 0 0,1-1-1 0 0,-1 0 1 0 0,0 0-1 0 0,1 1 1 0 0,-1-1-1 0 0,0 1 1 0 0,0 0-1 0 0,1 0 1 0 0,-1-1-1 0 0,0 1 1 0 0,-2 0-1 0 0,0 1 31 0 0,0 0-1 0 0,0 0 0 0 0,0 0 1 0 0,0 0-1 0 0,1 1 0 0 0,-1-1 1 0 0,0 1-1 0 0,1 0 0 0 0,-6 5 1 0 0,-3 2 114 0 0,0 1 1 0 0,1 1 0 0 0,0 0 0 0 0,-11 15-1 0 0,9-9 58 0 0,1 1 0 0 0,1 0-1 0 0,0 0 1 0 0,1 1 0 0 0,2 0-1 0 0,0 1 1 0 0,-8 27 0 0 0,13-34-70 0 0,0 0 1 0 0,1 0 0 0 0,1 0 0 0 0,0 1 0 0 0,0-1-1 0 0,1 0 1 0 0,1 0 0 0 0,0 1 0 0 0,1-1 0 0 0,0 0-1 0 0,1 0 1 0 0,9 23 0 0 0,-6-23-106 0 0,0 1 1 0 0,1-1 0 0 0,0 0-1 0 0,1-1 1 0 0,1 0-1 0 0,0 0 1 0 0,0-1-1 0 0,1 0 1 0 0,14 11-1 0 0,-18-17-249 0 0,1 0-1 0 0,0-1 1 0 0,-1 0-1 0 0,1 0 1 0 0,1-1-1 0 0,-1 1 0 0 0,15 3 1 0 0,-15-6-444 0 0,1 1 1 0 0,-1-2-1 0 0,0 1 0 0 0,0-1 0 0 0,0 0 1 0 0,0 0-1 0 0,0-1 0 0 0,0 0 1 0 0,14-3-1 0 0,10-7-5452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5:14.3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232 363 9074 0 0,'0'1'115'0'0,"-1"0"1"0"0,1-1-1 0 0,-1 1 0 0 0,1 0 0 0 0,-1 0 1 0 0,1 0-1 0 0,-1 0 0 0 0,1-1 0 0 0,-1 1 1 0 0,0 0-1 0 0,1-1 0 0 0,-1 1 1 0 0,0 0-1 0 0,0-1 0 0 0,0 1 0 0 0,1-1 1 0 0,-1 1-1 0 0,0-1 0 0 0,0 1 1 0 0,0-1-1 0 0,0 0 0 0 0,0 1 0 0 0,-1-1 1 0 0,-29 9 4427 0 0,22-8-3621 0 0,2 1-672 0 0,0 0 0 0 0,0 1 0 0 0,1 0 0 0 0,-1 0 0 0 0,1 0 0 0 0,-1 1 0 0 0,1-1 0 0 0,0 2-1 0 0,0-1 1 0 0,1 1 0 0 0,-1-1 0 0 0,1 2 0 0 0,0-1 0 0 0,1 0 0 0 0,-1 1 0 0 0,1 0 0 0 0,0 0-1 0 0,0 0 1 0 0,1 1 0 0 0,-4 9 0 0 0,-4 9-48 0 0,0 0 0 0 0,2 1-1 0 0,-11 54 1 0 0,18-68-194 0 0,0 0 1 0 0,1 1-1 0 0,1-1 0 0 0,0 1 1 0 0,0-1-1 0 0,1 1 0 0 0,1-1 1 0 0,0 1-1 0 0,0-1 0 0 0,2 0 1 0 0,4 12-1 0 0,-7-21-8 0 0,0 0 1 0 0,0-1-1 0 0,0 1 1 0 0,1 0-1 0 0,-1-1 1 0 0,1 0-1 0 0,0 1 1 0 0,0-1-1 0 0,0 0 1 0 0,0 0-1 0 0,0 0 1 0 0,0 0-1 0 0,1 0 0 0 0,-1 0 1 0 0,4 1-1 0 0,-5-2-23 0 0,1 0 0 0 0,0-1 0 0 0,0 1 0 0 0,0-1 0 0 0,0 0 0 0 0,0 0 0 0 0,0 0 0 0 0,0 0 0 0 0,0 0 0 0 0,0 0 0 0 0,0 0-1 0 0,0 0 1 0 0,-1-1 0 0 0,1 1 0 0 0,0-1 0 0 0,0 1 0 0 0,3-3 0 0 0,1 0-87 0 0,-1-1 0 0 0,1 0 0 0 0,-1 0 0 0 0,0 0 0 0 0,0 0 0 0 0,0-1 1 0 0,-1 0-1 0 0,0 0 0 0 0,0-1 0 0 0,0 1 0 0 0,6-12 0 0 0,5-15-127 0 0,-2 0-1 0 0,-1-1 1 0 0,-1 0 0 0 0,-2-1 0 0 0,-1 0-1 0 0,-2 0 1 0 0,-2-1 0 0 0,0 0 0 0 0,-3 0-1 0 0,-5-68 1 0 0,0 72 511 0 0,-2 1-1 0 0,-1-1 1 0 0,-2 1 0 0 0,-1 1-1 0 0,-1 0 1 0 0,-1 0 0 0 0,-1 1-1 0 0,-2 0 1 0 0,-22-29 0 0 0,37 56-188 0 0,-1 0 1 0 0,1 0 0 0 0,-1 0-1 0 0,0 0 1 0 0,1 0 0 0 0,-1 0 0 0 0,0 0-1 0 0,0 0 1 0 0,0 0 0 0 0,0 1-1 0 0,0-1 1 0 0,0 0 0 0 0,0 1-1 0 0,0-1 1 0 0,0 0 0 0 0,0 1 0 0 0,0 0-1 0 0,0-1 1 0 0,0 1 0 0 0,-1-1-1 0 0,1 2-33 0 0,0-1-1 0 0,1 1 0 0 0,-1-1 1 0 0,1 0-1 0 0,-1 1 1 0 0,1-1-1 0 0,-1 1 0 0 0,1 0 1 0 0,0-1-1 0 0,-1 1 0 0 0,1-1 1 0 0,0 1-1 0 0,-1 0 1 0 0,1-1-1 0 0,0 1 0 0 0,0 0 1 0 0,-1-1-1 0 0,1 1 0 0 0,0 0 1 0 0,0-1-1 0 0,0 1 1 0 0,0 0-1 0 0,0 1 0 0 0,3 56 947 0 0,-2-51-1018 0 0,67 465 995 0 0,-60-423-982 0 0,29 141-600 0 0,-32-169 189 0 0,2-1-1 0 0,0 0 1 0 0,1-1-1 0 0,1 0 1 0 0,0 0-1 0 0,24 33 1 0 0,-16-32-8052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5:14.6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 79 10138 0 0,'-2'1'-373'0'0,"-23"22"7376"0"0,41-24-4319 0 0,133-39 786 0 0,-48 11-3275 0 0,-53 16-883 0 0,-17 2-5171 0 0,-7 2-1261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5:15.4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225 39 8754 0 0,'-5'-4'873'0'0,"1"-1"316"0"0,0 1 0 0 0,0 0 0 0 0,-1 0 0 0 0,1 1 1 0 0,-1-1-1 0 0,-9-4 0 0 0,13 7-1031 0 0,-1 1-1 0 0,0-1 1 0 0,1 1 0 0 0,-1 0 0 0 0,1 0 0 0 0,-1-1 0 0 0,0 1 0 0 0,1 0-1 0 0,-1 1 1 0 0,0-1 0 0 0,1 0 0 0 0,-1 0 0 0 0,0 1 0 0 0,1-1 0 0 0,-1 0 0 0 0,1 1-1 0 0,-1 0 1 0 0,1-1 0 0 0,-1 1 0 0 0,1 0 0 0 0,-1 0 0 0 0,1 0 0 0 0,0 0-1 0 0,-1 0 1 0 0,1 0 0 0 0,0 0 0 0 0,0 0 0 0 0,-2 3 0 0 0,-8 10-84 0 0,0 1 1 0 0,0 0-1 0 0,2 1 0 0 0,0 0 1 0 0,1 1-1 0 0,0-1 0 0 0,1 2 1 0 0,-4 19-1 0 0,-4 18 202 0 0,-9 74-1 0 0,19-91-288 0 0,1 0 0 0 0,2 0 0 0 0,2 0 0 0 0,1 0 0 0 0,9 53-1 0 0,-6-73 4 0 0,0 0-1 0 0,1 0 1 0 0,1-1-1 0 0,1 1 1 0 0,14 25-1 0 0,-15-33 7 0 0,0 0-1 0 0,1 0 0 0 0,0-1 0 0 0,0 0 1 0 0,1 0-1 0 0,1-1 0 0 0,-1 0 0 0 0,1-1 0 0 0,18 12 1 0 0,-20-15-36 0 0,1 0 1 0 0,0-1 0 0 0,0 0-1 0 0,0 0 1 0 0,0 0 0 0 0,0-1-1 0 0,1-1 1 0 0,-1 1 0 0 0,1-1-1 0 0,-1-1 1 0 0,1 0 0 0 0,0 0-1 0 0,-1 0 1 0 0,1-1 0 0 0,12-3-1 0 0,-17 3 40 0 0,1 0-1 0 0,-1-1 0 0 0,0 1 0 0 0,0-1 1 0 0,1 0-1 0 0,-1 0 0 0 0,0-1 0 0 0,0 1 1 0 0,-1-1-1 0 0,1 0 0 0 0,-1 0 1 0 0,1 0-1 0 0,-1 0 0 0 0,0-1 0 0 0,0 1 1 0 0,0-1-1 0 0,-1 0 0 0 0,1 1 0 0 0,-1-1 1 0 0,0-1-1 0 0,0 1 0 0 0,0 0 0 0 0,-1 0 1 0 0,1-1-1 0 0,-1 1 0 0 0,0-1 1 0 0,0 1-1 0 0,-1-1 0 0 0,0 0 0 0 0,1-6 1 0 0,-1 5 34 0 0,0 0 1 0 0,-1 0 0 0 0,1 0 0 0 0,-1 0 0 0 0,-1 0 0 0 0,1 0 0 0 0,-1 0 0 0 0,0 0 0 0 0,0 1-1 0 0,0-1 1 0 0,-1 1 0 0 0,0-1 0 0 0,0 1 0 0 0,0 0 0 0 0,-5-5 0 0 0,4 6-15 0 0,1 1 0 0 0,-1 0 0 0 0,0 0 0 0 0,1 1 0 0 0,-1-1 0 0 0,-1 1 0 0 0,1 0 0 0 0,0 0 0 0 0,0 0 0 0 0,-1 1 0 0 0,1-1 0 0 0,-1 1 0 0 0,1 0 0 0 0,-1 1 0 0 0,0-1 0 0 0,1 1 0 0 0,-1 0 0 0 0,0 0 0 0 0,1 0 0 0 0,-7 1 0 0 0,-4 2-192 0 0,0 0 0 0 0,1 0-1 0 0,0 2 1 0 0,0 0-1 0 0,0 0 1 0 0,0 1-1 0 0,1 1 1 0 0,0 0-1 0 0,0 1 1 0 0,1 0-1 0 0,0 1 1 0 0,0 1 0 0 0,1-1-1 0 0,1 2 1 0 0,-19 22-1 0 0,17-16-1174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5:15.9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180 20 2761 0 0,'-14'-17'8837'0'0,"13"17"-8372"0"0,0-1 0 0 0,0 1 1 0 0,-1 0-1 0 0,1-1 0 0 0,0 1 0 0 0,0 0 0 0 0,0 0 0 0 0,-3 0 0 0 0,2 0-50 0 0,0 1-1 0 0,-1 0 1 0 0,1 0-1 0 0,0 0 0 0 0,0 0 1 0 0,0 0-1 0 0,-1 0 0 0 0,1 0 1 0 0,0 1-1 0 0,0-1 1 0 0,1 1-1 0 0,-4 3 0 0 0,-3 4-88 0 0,0 0 0 0 0,1 1 0 0 0,0 0 0 0 0,-8 16 0 0 0,1 5-276 0 0,1 0 0 0 0,2 0 0 0 0,1 2 0 0 0,2-1 0 0 0,1 1 0 0 0,2 0 0 0 0,-2 38 0 0 0,5-42-63 0 0,2-1 1 0 0,1 1 0 0 0,1-1 0 0 0,2 0-1 0 0,0 0 1 0 0,2 0 0 0 0,1 0 0 0 0,19 46-1 0 0,-21-64-12 0 0,0-1 0 0 0,1 0 0 0 0,0 0 0 0 0,0-1 0 0 0,1 1 0 0 0,0-1 0 0 0,0-1 0 0 0,1 1 0 0 0,0-1 0 0 0,0 0 0 0 0,1-1 0 0 0,0 0-1 0 0,0-1 1 0 0,13 7 0 0 0,-17-10-32 0 0,0 0 0 0 0,0 0-1 0 0,0 0 1 0 0,1-1 0 0 0,-1 0 0 0 0,1 0-1 0 0,-1 0 1 0 0,1-1 0 0 0,-1 1-1 0 0,1-1 1 0 0,-1-1 0 0 0,1 1-1 0 0,0-1 1 0 0,-1 0 0 0 0,0 0-1 0 0,1-1 1 0 0,-1 1 0 0 0,0-1 0 0 0,1 0-1 0 0,-1-1 1 0 0,0 1 0 0 0,-1-1-1 0 0,1 0 1 0 0,0 0 0 0 0,-1-1-1 0 0,0 1 1 0 0,0-1 0 0 0,0 0-1 0 0,4-5 1 0 0,1-2 27 0 0,-1-1 0 0 0,0 0-1 0 0,-1-1 1 0 0,0 0 0 0 0,-1 0 0 0 0,-1 0-1 0 0,0-1 1 0 0,-1 1 0 0 0,0-1 0 0 0,3-25-1 0 0,-5 27 148 0 0,-1 0 0 0 0,0 0 0 0 0,-1 0 0 0 0,0 0 0 0 0,-1 0 0 0 0,-1 0 0 0 0,0 1 0 0 0,0-1 0 0 0,-1 0 0 0 0,-1 1 0 0 0,0-1 0 0 0,0 1-1 0 0,-8-13 1 0 0,10 20-104 0 0,0 1 0 0 0,-1-1 0 0 0,0 1 0 0 0,1 0 0 0 0,-1-1 0 0 0,0 1-1 0 0,0 1 1 0 0,-1-1 0 0 0,1 0 0 0 0,-1 1 0 0 0,1 0 0 0 0,-1-1 0 0 0,0 2-1 0 0,0-1 1 0 0,0 0 0 0 0,0 1 0 0 0,0-1 0 0 0,0 1 0 0 0,0 1 0 0 0,-7-2-1 0 0,4 2-305 0 0,0 0-1 0 0,0 1 0 0 0,0-1 0 0 0,1 1 1 0 0,-1 1-1 0 0,0-1 0 0 0,1 1 0 0 0,0 0 1 0 0,-1 1-1 0 0,1 0 0 0 0,0 0 0 0 0,-7 4 1 0 0,-12 10-6583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5:16.4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126 38 920 0 0,'0'-2'372'0'0,"0"1"0"0"0,0-1 0 0 0,0 0 0 0 0,0 1 0 0 0,-1-1 0 0 0,1 1 0 0 0,0-1 0 0 0,-1 1 0 0 0,1-1 0 0 0,-1 1 0 0 0,0 0 0 0 0,0-1 0 0 0,1 1 0 0 0,-1 0 0 0 0,0-1 0 0 0,0 1 0 0 0,0 0 0 0 0,0 0 0 0 0,-1 0 0 0 0,1 0 0 0 0,0 0 0 0 0,0 0 0 0 0,-1 0 0 0 0,1 0 0 0 0,0 0 0 0 0,-1 1 0 0 0,1-1 0 0 0,-1 1 0 0 0,1-1 0 0 0,-1 1 0 0 0,1-1 0 0 0,-1 1 0 0 0,1 0 0 0 0,-1 0 0 0 0,1 0 0 0 0,-1 0 0 0 0,0 0 0 0 0,1 0 0 0 0,-1 0 0 0 0,1 0 0 0 0,-1 1 0 0 0,1-1 0 0 0,-1 0 0 0 0,1 1 0 0 0,-1-1 0 0 0,1 1 0 0 0,-1 0 0 0 0,1 0 0 0 0,-2 1 0 0 0,-3 3-146 0 0,0 1 1 0 0,1 1-1 0 0,0-1 0 0 0,0 1 0 0 0,0 0 0 0 0,1 0 0 0 0,0 0 1 0 0,1 0-1 0 0,-1 1 0 0 0,1-1 0 0 0,1 1 0 0 0,0 0 1 0 0,0 0-1 0 0,-2 13 0 0 0,0 13-292 0 0,0 70 0 0 0,15 135 66 0 0,-7-206 0 0 0,2 1 0 0 0,0-2 0 0 0,3 1 0 0 0,1-1 0 0 0,15 34 0 0 0,-21-57-64 0 0,0-1-1 0 0,1 0 1 0 0,0 0-1 0 0,0 0 1 0 0,1 0 0 0 0,0-1-1 0 0,0 0 1 0 0,1 0 0 0 0,-1 0-1 0 0,12 7 1 0 0,-15-12 16 0 0,0 0 0 0 0,1 0 0 0 0,-1-1 0 0 0,0 1-1 0 0,1-1 1 0 0,-1 0 0 0 0,1 0 0 0 0,-1 0 0 0 0,1 0 0 0 0,-1-1 0 0 0,1 1 0 0 0,0-1 0 0 0,-1 0-1 0 0,1 0 1 0 0,0-1 0 0 0,-1 1 0 0 0,1-1 0 0 0,-1 1 0 0 0,1-1 0 0 0,-1 0 0 0 0,1-1 0 0 0,-1 1 0 0 0,0 0-1 0 0,1-1 1 0 0,-1 0 0 0 0,0 0 0 0 0,0 0 0 0 0,0 0 0 0 0,4-4 0 0 0,3-3-90 0 0,0 0 0 0 0,-1-1 0 0 0,0 0 0 0 0,0-1 0 0 0,-1 0 1 0 0,0 0-1 0 0,-1-1 0 0 0,-1 0 0 0 0,0 0 0 0 0,6-15 0 0 0,-6 9 159 0 0,-1 0 0 0 0,-1 0 0 0 0,0-1 0 0 0,-2 1 0 0 0,0-1 0 0 0,0 0 0 0 0,-3-19 0 0 0,0 18 35 0 0,-1-1 0 0 0,0 1 0 0 0,-2 0 0 0 0,-1 0 0 0 0,0 1 0 0 0,-1-1 0 0 0,-1 1 0 0 0,-1 0 0 0 0,-1 1 0 0 0,0 0 0 0 0,-2 0-1 0 0,0 1 1 0 0,-1 0 0 0 0,-20-22 0 0 0,24 32-220 0 0,0-1-1 0 0,-1 1 0 0 0,0 0 0 0 0,0 1 1 0 0,-12-6-1 0 0,0 1-787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5:17.0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12 8290 0 0,'15'9'11860'0'0,"-14"-7"-11163"0"0,16 25 1824 0 0,7 31-3084 0 0,24 138 40 0 0,-34-130-731 0 0,-14-66 1246 0 0,0 0-1 0 0,0 0 0 0 0,0 0 0 0 0,0 0 0 0 0,0 0 0 0 0,0 1 1 0 0,0-1-1 0 0,0 0 0 0 0,0 0 0 0 0,0 0 0 0 0,0 0 0 0 0,0 1 0 0 0,0-1 1 0 0,0 0-1 0 0,0 0 0 0 0,0 0 0 0 0,0 0 0 0 0,0 0 0 0 0,1 1 0 0 0,-1-1 1 0 0,0 0-1 0 0,0 0 0 0 0,0 0 0 0 0,0 0 0 0 0,0 0 0 0 0,0 1 0 0 0,0-1 1 0 0,0 0-1 0 0,1 0 0 0 0,-1 0 0 0 0,0 0 0 0 0,0 0 0 0 0,0 0 0 0 0,0 0 1 0 0,0 0-1 0 0,0 0 0 0 0,1 0 0 0 0,-1 1 0 0 0,0-1 0 0 0,0 0 0 0 0,0 0 1 0 0,0 0-1 0 0,1 0 0 0 0,-1 0 0 0 0,0 0 0 0 0,0 0 0 0 0,0 0 0 0 0,0 0 1 0 0,0 0-1 0 0,1 0 0 0 0,-1 0 0 0 0,0-1 0 0 0,0 1 0 0 0,0 0 0 0 0,0 0 1 0 0,1 0-1 0 0,6-12-217 0 0,3-16 36 0 0,15-74-694 0 0,1-8 439 0 0,-22 96 580 0 0,1 1 0 0 0,1-1 0 0 0,0 1 0 0 0,1 1 0 0 0,14-21 1 0 0,-20 31-57 0 0,0 0 0 0 0,0 1 0 0 0,0-1 0 0 0,0 1 0 0 0,0-1 0 0 0,1 1 0 0 0,-1 0 1 0 0,1 0-1 0 0,-1-1 0 0 0,1 1 0 0 0,-1 0 0 0 0,1 0 0 0 0,-1 0 0 0 0,1 1 0 0 0,0-1 0 0 0,0 0 1 0 0,0 1-1 0 0,2-1 0 0 0,-2 1-8 0 0,0 0 0 0 0,-1 1 0 0 0,1-1 0 0 0,-1 1 1 0 0,1-1-1 0 0,-1 1 0 0 0,1 0 0 0 0,-1 0 0 0 0,0 0 0 0 0,1 0 1 0 0,-1 0-1 0 0,0 0 0 0 0,0 0 0 0 0,0 0 0 0 0,0 0 0 0 0,0 0 0 0 0,0 1 1 0 0,0-1-1 0 0,0 0 0 0 0,0 1 0 0 0,0 1 0 0 0,14 26 111 0 0,-1 1 1 0 0,-1 0-1 0 0,10 42 0 0 0,-3-13-6939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5:17.7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62 1840 0 0,'12'11'11787'0'0,"6"18"-8578"0"0,-4-1-703 0 0,16 47-1 0 0,-21-51-2475 0 0,0-1 0 0 0,1 0-1 0 0,19 29 1 0 0,-42-122-1712 0 0,12 62 1576 0 0,1 0 1 0 0,0 0-1 0 0,0 0 0 0 0,0 0 0 0 0,1 1 0 0 0,1-1 0 0 0,-1 0 0 0 0,1 0 0 0 0,0 1 1 0 0,1-1-1 0 0,0 1 0 0 0,0 0 0 0 0,7-12 0 0 0,0 5-128 0 0,0 0-1 0 0,0 0 1 0 0,1 1-1 0 0,1 0 1 0 0,17-13 0 0 0,-27 24 283 0 0,0-1 0 0 0,0 1 0 0 0,0 0 0 0 0,1 0 0 0 0,-1 1 1 0 0,1-1-1 0 0,-1 0 0 0 0,1 1 0 0 0,0 0 0 0 0,0 0 0 0 0,-1-1 0 0 0,1 2 1 0 0,0-1-1 0 0,0 0 0 0 0,0 0 0 0 0,0 1 0 0 0,0 0 0 0 0,0 0 1 0 0,0 0-1 0 0,0 0 0 0 0,0 0 0 0 0,0 0 0 0 0,0 1 0 0 0,0-1 0 0 0,0 1 1 0 0,0 0-1 0 0,0 0 0 0 0,0 0 0 0 0,0 0 0 0 0,-1 1 0 0 0,1-1 0 0 0,0 1 1 0 0,-1 0-1 0 0,1-1 0 0 0,-1 1 0 0 0,0 0 0 0 0,0 1 0 0 0,0-1 1 0 0,0 0-1 0 0,4 5 0 0 0,2 5 201 0 0,-1-1 0 0 0,0 1-1 0 0,-1 0 1 0 0,0 0 0 0 0,0 1 0 0 0,-2 0 0 0 0,7 24 0 0 0,-2 23-498 0 0,-7-44 147 0 0,0-1 0 0 0,1 0 0 0 0,0 0 0 0 0,1 0 0 0 0,9 21 0 0 0,-13-36 86 0 0,0 1-1 0 0,1 0 0 0 0,-1-1 1 0 0,0 1-1 0 0,0-1 1 0 0,1 1-1 0 0,-1-1 0 0 0,0 1 1 0 0,1-1-1 0 0,-1 1 0 0 0,1-1 1 0 0,-1 1-1 0 0,1-1 0 0 0,-1 1 1 0 0,1-1-1 0 0,-1 0 0 0 0,1 1 1 0 0,-1-1-1 0 0,1 0 1 0 0,-1 1-1 0 0,1-1 0 0 0,-1 0 1 0 0,1 0-1 0 0,0 0 0 0 0,-1 1 1 0 0,1-1-1 0 0,0 0 0 0 0,-1 0 1 0 0,2 0-1 0 0,-1-1-24 0 0,0 1-1 0 0,1-1 0 0 0,-1 1 1 0 0,0-1-1 0 0,0 0 0 0 0,0 0 1 0 0,0 1-1 0 0,0-1 1 0 0,0 0-1 0 0,0 0 0 0 0,0 0 1 0 0,0 0-1 0 0,1-2 1 0 0,21-39-804 0 0,-22 40 821 0 0,35-101-849 0 0,-31 82 1079 0 0,1 0 1 0 0,1 1-1 0 0,1-1 0 0 0,1 2 0 0 0,1-1 1 0 0,23-34-1 0 0,-32 53-110 0 0,1-1 0 0 0,-1 1 0 0 0,0-1 1 0 0,1 1-1 0 0,-1-1 0 0 0,0 1 0 0 0,1 0 1 0 0,0-1-1 0 0,-1 1 0 0 0,1 0 0 0 0,0 0 1 0 0,-1 0-1 0 0,1 1 0 0 0,0-1 0 0 0,0 0 1 0 0,0 1-1 0 0,0-1 0 0 0,0 1 0 0 0,0 0 1 0 0,0-1-1 0 0,0 1 0 0 0,3 0 0 0 0,-3 1-1 0 0,1 0-1 0 0,0 0 1 0 0,-1 0-1 0 0,1 0 1 0 0,0 0-1 0 0,-1 1 0 0 0,0-1 1 0 0,1 1-1 0 0,-1-1 1 0 0,0 1-1 0 0,0 0 1 0 0,0 0-1 0 0,4 4 1 0 0,4 8 120 0 0,-1 0 1 0 0,0 0-1 0 0,-1 1 0 0 0,8 18 1 0 0,-14-29-178 0 0,9 23-29 0 0,19 35 182 0 0,-28-57-415 0 0,1-1 0 0 0,0 0-1 0 0,0 0 1 0 0,0-1 0 0 0,1 1-1 0 0,-1 0 1 0 0,1-1 0 0 0,0 0-1 0 0,0 0 1 0 0,0 0 0 0 0,5 3-1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5:18.9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11058 0 0,'0'0'1145'0'0,"3"12"3139"0"0,10 7-2326 0 0,-4-3-983 0 0,7 22-548 0 0,-2 1-1 0 0,-2 0 0 0 0,-2 1 1 0 0,-1 1-1 0 0,4 56 1 0 0,-6-6-474 0 0,-7 123 0 0 0,-2-169-276 0 0,-2 0-1 0 0,-10 50 1 0 0,14-94 275 0 0,-3 8-934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5:19.2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7 139 456 0 0,'-6'-39'21833'0'0,"7"39"-21583"0"0,15 4-1969 0 0,-1 6 1880 0 0,0 0-1 0 0,0 0 0 0 0,-1 1 0 0 0,0 1 0 0 0,13 15 0 0 0,59 74 152 0 0,-20-22-184 0 0,-47-56-83 0 0,2-1 0 0 0,1-1-1 0 0,1 0 1 0 0,0-2 0 0 0,47 29 0 0 0,-69-47-36 0 0,1 0 0 0 0,-1-1 1 0 0,0 1-1 0 0,0 0 0 0 0,1-1 0 0 0,-1 1 0 0 0,0-1 0 0 0,1 0 0 0 0,-1 1 0 0 0,1-1 1 0 0,-1 0-1 0 0,0 0 0 0 0,1 0 0 0 0,-1 0 0 0 0,1 0 0 0 0,-1 0 0 0 0,1 0 0 0 0,-1 0 1 0 0,0-1-1 0 0,1 1 0 0 0,-1 0 0 0 0,0-1 0 0 0,3 0 0 0 0,-3-1 5 0 0,1 1 0 0 0,-1-1 0 0 0,1 1 1 0 0,-1-1-1 0 0,0 1 0 0 0,0-1 0 0 0,0 0 0 0 0,0 0 0 0 0,0 1 0 0 0,0-1 0 0 0,0 0 0 0 0,0 0 0 0 0,-1 0 0 0 0,1-4 0 0 0,1-8 66 0 0,0-1 0 0 0,-1 1 0 0 0,-2-27 0 0 0,0 30-43 0 0,-12-349-1305 0 0,12 324 408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5:19.5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12 2761 0 0,'19'-11'19920'0'0,"-18"26"-20788"0"0,8 66 1408 0 0,4-1 0 0 0,37 132 1 0 0,-25-118-346 0 0,-6-25-355 0 0,33 75 0 0 0,-51-136-943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5:19.8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12899 0 0,'1'7'4178'0'0,"9"9"-2483"0"0,-2-4-759 0 0,16 54-190 0 0,-2 0-1 0 0,24 126 0 0 0,2 9-455 0 0,-47-196-694 0 0,2 6 131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5:20.2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1 131 9218 0 0,'1'-6'569'0'0,"1"1"-1"0"0,0-1 1 0 0,1 0-1 0 0,-1 1 1 0 0,1-1-1 0 0,0 1 1 0 0,0 0 0 0 0,1 0-1 0 0,0 0 1 0 0,0 1-1 0 0,5-6 1 0 0,1-2 458 0 0,-7 8-883 0 0,0 0 0 0 0,0 0 0 0 0,0 1 0 0 0,1-1 0 0 0,-1 1 0 0 0,1 0 0 0 0,0 0 0 0 0,0 0 0 0 0,0 0 0 0 0,0 1 0 0 0,1-1 0 0 0,-1 1 0 0 0,1 0 0 0 0,-1 0 0 0 0,1 1 0 0 0,0 0 0 0 0,0 0 0 0 0,0 0 0 0 0,0 0 0 0 0,-1 1 0 0 0,1-1 0 0 0,0 1 0 0 0,0 1 0 0 0,0-1 0 0 0,0 1 0 0 0,0-1 0 0 0,0 1 1 0 0,0 1-1 0 0,-1-1 0 0 0,1 1 0 0 0,0 0 0 0 0,-1 0 0 0 0,1 0 0 0 0,-1 1 0 0 0,7 4 0 0 0,0 0-256 0 0,0 0 0 0 0,0 1 0 0 0,0 0 0 0 0,-1 1 0 0 0,0 0 1 0 0,-1 1-1 0 0,0 0 0 0 0,12 17 0 0 0,-18-22 40 0 0,0 0 1 0 0,-1 0 0 0 0,0 0-1 0 0,1 0 1 0 0,-2 0-1 0 0,1 0 1 0 0,0 1-1 0 0,-1-1 1 0 0,0 1-1 0 0,-1-1 1 0 0,1 1-1 0 0,-1-1 1 0 0,0 1-1 0 0,0-1 1 0 0,-1 1 0 0 0,1-1-1 0 0,-1 1 1 0 0,-1-1-1 0 0,1 1 1 0 0,-1-1-1 0 0,0 0 1 0 0,0 0-1 0 0,-3 6 1 0 0,-2 1-313 0 0,-1 0 0 0 0,-1-1 0 0 0,0 0 0 0 0,0 0-1 0 0,-1 0 1 0 0,-1-2 0 0 0,-18 15 0 0 0,-22 21 883 0 0,51-45-465 0 0,0 1-1 0 0,0-1 1 0 0,-1 1-1 0 0,1-1 1 0 0,0 1 0 0 0,0 0-1 0 0,0-1 1 0 0,0 1-1 0 0,0-1 1 0 0,0 1 0 0 0,0-1-1 0 0,0 1 1 0 0,0-1-1 0 0,0 1 1 0 0,0-1 0 0 0,0 1-1 0 0,0 0 1 0 0,0-1-1 0 0,1 1 1 0 0,-1-1 0 0 0,0 1-1 0 0,0-1 1 0 0,1 1-1 0 0,-1-1 1 0 0,0 1 0 0 0,1-1-1 0 0,-1 0 1 0 0,0 1-1 0 0,1-1 1 0 0,-1 1 0 0 0,1-1-1 0 0,-1 0 1 0 0,0 1-1 0 0,1-1 1 0 0,-1 0 0 0 0,1 0-1 0 0,-1 1 1 0 0,1-1-1 0 0,-1 0 1 0 0,1 0 0 0 0,0 1-1 0 0,28 13 1605 0 0,-25-12-1536 0 0,115 48 744 0 0,-78-35-261 0 0,-1 2-1 0 0,0 1 1 0 0,65 43 0 0 0,-99-57-576 0 0,-2 0-189 0 0,0 0 0 0 0,1-1 0 0 0,-1 0 0 0 0,1 0 0 0 0,0 0 0 0 0,0-1 0 0 0,0 0 0 0 0,0 0 0 0 0,0 0 0 0 0,1 0 0 0 0,-1-1 0 0 0,0 0 0 0 0,7 1 0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5:20.6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39 7370 0 0,'-3'8'8876'0'0,"41"-13"-7511"0"0,3-1 868 0 0,133 8 197 0 0,-57 0-1403 0 0,-114-2-1069 0 0,1 0 0 0 0,0 0 0 0 0,-1 0 0 0 0,1 0-1 0 0,0-1 1 0 0,-1 0 0 0 0,1 1 0 0 0,-1-1 0 0 0,1-1 0 0 0,-1 1 0 0 0,0 0 0 0 0,1-1-1 0 0,-1 0 1 0 0,0 0 0 0 0,0 0 0 0 0,0 0 0 0 0,0 0 0 0 0,5-5 0 0 0,0-7-270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5:22.4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418 25 3225 0 0,'5'-25'11030'0'0,"-6"36"-7377"0"0,0 3-2362 0 0,1-1 0 0 0,2 26 0 0 0,0-24-1076 0 0,-1-1 0 0 0,-2 24 0 0 0,-2-19-209 0 0,0-1 0 0 0,-2 0 0 0 0,0 0 0 0 0,0-1 0 0 0,-2 0 0 0 0,0 0 0 0 0,-2 0-1 0 0,1-1 1 0 0,-2 0 0 0 0,-17 22 0 0 0,20-28-84 0 0,-1-1 1 0 0,0 0-1 0 0,0-1 0 0 0,-1 0 1 0 0,0 0-1 0 0,-1-1 0 0 0,0 0 1 0 0,0 0-1 0 0,0-1 0 0 0,-1-1 0 0 0,0 0 1 0 0,0 0-1 0 0,0-1 0 0 0,-1 0 1 0 0,1-1-1 0 0,-1-1 0 0 0,-14 2 1 0 0,20-3 59 0 0,1-1 1 0 0,0 0-1 0 0,0-1 1 0 0,0 1 0 0 0,0-1-1 0 0,-1 0 1 0 0,1 0 0 0 0,0-1-1 0 0,0 1 1 0 0,1-1 0 0 0,-1 0-1 0 0,0 0 1 0 0,1-1 0 0 0,-1 0-1 0 0,1 1 1 0 0,0-1 0 0 0,-5-4-1 0 0,4 2-23 0 0,1 0-1 0 0,0-1 0 0 0,-1 1 1 0 0,2-1-1 0 0,-1 0 0 0 0,1 0 1 0 0,0 0-1 0 0,0 0 0 0 0,0 0 1 0 0,1-1-1 0 0,-3-12 0 0 0,3 10 11 0 0,1 1-1 0 0,-1-1 0 0 0,2 0 0 0 0,-1 1 0 0 0,1-1 0 0 0,1 0 1 0 0,0 1-1 0 0,0-1 0 0 0,0 0 0 0 0,1 1 0 0 0,0 0 1 0 0,1-1-1 0 0,0 1 0 0 0,0 0 0 0 0,1 0 0 0 0,0 0 0 0 0,1 1 1 0 0,-1 0-1 0 0,1-1 0 0 0,10-9 0 0 0,10-6 313 0 0,1 2 0 0 0,1 0 0 0 0,43-24 0 0 0,-59 39-182 0 0,1 0 0 0 0,0 0 1 0 0,0 1-1 0 0,1 1 0 0 0,-1 0 0 0 0,1 0 0 0 0,0 1 0 0 0,0 1 1 0 0,0 0-1 0 0,0 1 0 0 0,24 1 0 0 0,-30 1-80 0 0,-1 0 1 0 0,1 1-1 0 0,-1-1 1 0 0,1 1-1 0 0,-1 0 0 0 0,0 1 1 0 0,0 0-1 0 0,0 0 1 0 0,0 0-1 0 0,0 1 0 0 0,-1-1 1 0 0,8 8-1 0 0,-5-4-5 0 0,-1 1 1 0 0,0 0-1 0 0,0 1 0 0 0,-1-1 1 0 0,0 1-1 0 0,0 1 0 0 0,4 10 1 0 0,0 4 7 0 0,-1 1-1 0 0,-1 0 1 0 0,-1 0 0 0 0,-1 1 0 0 0,4 39-1 0 0,-7-36-10 0 0,-1 0 0 0 0,-2 0-1 0 0,-1 1 1 0 0,-1-1 0 0 0,-10 48-1 0 0,8-60 25 0 0,0 0-1 0 0,-2-1 1 0 0,0 0-1 0 0,-1 0 0 0 0,0 0 1 0 0,-2-1-1 0 0,0 0 1 0 0,0-1-1 0 0,-1 0 1 0 0,-23 24-1 0 0,1-8-1 0 0,-28 31 223 0 0,55-55-884 0 0,0 0 1 0 0,1 0-1 0 0,0 1 1 0 0,-6 13 0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5:22.7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 5065 0 0,'2'-1'347'0'0,"0"0"-1"0"0,-1 1 1 0 0,1 0 0 0 0,0-1-1 0 0,0 1 1 0 0,0 0-1 0 0,-1 0 1 0 0,1 0 0 0 0,0 0-1 0 0,0 1 1 0 0,0-1-1 0 0,-1 0 1 0 0,1 1 0 0 0,0-1-1 0 0,0 1 1 0 0,-1 0-1 0 0,1-1 1 0 0,0 1 0 0 0,-1 0-1 0 0,1 0 1 0 0,-1 0-1 0 0,1 0 1 0 0,-1 0 0 0 0,0 0-1 0 0,1 1 1 0 0,-1-1 0 0 0,0 0-1 0 0,0 1 1 0 0,0-1-1 0 0,0 1 1 0 0,1 2 0 0 0,4 3 186 0 0,-2 1 1 0 0,1 0 0 0 0,-1 0-1 0 0,0 0 1 0 0,3 10 0 0 0,0 12-87 0 0,-1 0 1 0 0,-2 1-1 0 0,-1 0 1 0 0,-1 0-1 0 0,-3 44 1 0 0,0-42-231 0 0,1 1 0 0 0,2-1 1 0 0,1 0-1 0 0,10 45 0 0 0,-12-75-205 0 0,0 0 0 0 0,0 0 0 0 0,0 0 0 0 0,1 0-1 0 0,-1 0 1 0 0,1 0 0 0 0,-1 0 0 0 0,1 0 0 0 0,0-1-1 0 0,0 1 1 0 0,0-1 0 0 0,1 0 0 0 0,-1 1 0 0 0,0-1-1 0 0,1 0 1 0 0,-1 0 0 0 0,1-1 0 0 0,5 4 0 0 0,-2-3-8 0 0,-1 0 1 0 0,1-1-1 0 0,-1 1 1 0 0,1-1-1 0 0,0 0 1 0 0,-1-1-1 0 0,1 1 1 0 0,0-1 0 0 0,11-1-1 0 0,1-2-20 0 0,1-1 1 0 0,0-1-1 0 0,-1 0 1 0 0,0-1-1 0 0,25-12 0 0 0,-19 6-400 0 0,-1-1-1 0 0,0-1 0 0 0,-1-1 1 0 0,35-32-1 0 0,-35 26-1050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5:22.9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 1 8290 0 0,'-1'0'278'0'0,"-1"1"1"0"0,1-1 0 0 0,-1 1 0 0 0,0 0-1 0 0,1 0 1 0 0,0 0 0 0 0,-1 0-1 0 0,1 0 1 0 0,0 0 0 0 0,-1 0 0 0 0,1 0-1 0 0,0 0 1 0 0,0 1 0 0 0,0-1-1 0 0,0 0 1 0 0,0 1 0 0 0,0-1 0 0 0,0 1-1 0 0,0 1 1 0 0,0 1 545 0 0,1 0 0 0 0,-1 0 1 0 0,1 0-1 0 0,0 0 0 0 0,0 0 0 0 0,1 0 1 0 0,0 4-1 0 0,0 0-1142 0 0,23 129 3417 0 0,2 29-1973 0 0,-20-43-661 0 0,0 15-812 0 0,8-48-6558 0 0,-8-68-655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5:23.3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0 9674 0 0,'-5'13'4240'0'0,"3"18"-2518"0"0,2-22-1348 0 0,-1 23 160 0 0,2 1 0 0 0,0 0 0 0 0,3-1 0 0 0,0 0 0 0 0,2 0-1 0 0,2 0 1 0 0,1 0 0 0 0,14 34 0 0 0,-16-52-408 0 0,1-1-1 0 0,0 1 0 0 0,1-2 1 0 0,1 1-1 0 0,0-1 1 0 0,19 18-1 0 0,-25-26-99 0 0,0 0-1 0 0,0 0 0 0 0,0-1 0 0 0,1 0 1 0 0,-1 0-1 0 0,1 0 0 0 0,-1 0 0 0 0,1-1 1 0 0,0 0-1 0 0,0 0 0 0 0,0 0 0 0 0,1-1 1 0 0,-1 1-1 0 0,0-1 0 0 0,1 0 0 0 0,-1-1 1 0 0,0 1-1 0 0,1-1 0 0 0,-1 0 0 0 0,1-1 1 0 0,-1 1-1 0 0,10-3 0 0 0,-11 1 9 0 0,0-1 0 0 0,0 1 1 0 0,0-1-1 0 0,-1 1 0 0 0,1-1 0 0 0,0 0 0 0 0,-1-1 0 0 0,0 1 0 0 0,0-1 1 0 0,0 1-1 0 0,0-1 0 0 0,-1 0 0 0 0,1 0 0 0 0,-1 0 0 0 0,0 0 0 0 0,2-7 1 0 0,2-3 28 0 0,-1 0 0 0 0,-1-1 0 0 0,4-27 1 0 0,-6 29-41 0 0,-1 0 1 0 0,0-1-1 0 0,-1 1 1 0 0,-1 0-1 0 0,0 0 1 0 0,-1-1-1 0 0,0 1 1 0 0,-1 0-1 0 0,0 1 1 0 0,-1-1 0 0 0,-1 0-1 0 0,0 1 1 0 0,-1 0-1 0 0,0 0 1 0 0,0 1-1 0 0,-10-12 1 0 0,6 10-117 0 0,-1 1 1 0 0,0 0 0 0 0,-1 0-1 0 0,-1 1 1 0 0,0 1-1 0 0,0 0 1 0 0,-1 1-1 0 0,0 0 1 0 0,0 1-1 0 0,-1 1 1 0 0,0 0 0 0 0,-24-7-1 0 0,0 3-2447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5:24.0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1840 0 0,'9'20'15509'0'0,"4"17"-11024"0"0,27 63-4661 0 0,-37-95 28 0 0,-1 0 1 0 0,-1-1-1 0 0,1 1 0 0 0,-1 0 1 0 0,0 0-1 0 0,0 0 0 0 0,0 0 1 0 0,-1 0-1 0 0,0 0 0 0 0,0 0 1 0 0,0 0-1 0 0,0 0 0 0 0,-1 0 1 0 0,-2 7-1 0 0,15-20-4337 0 0,3-11 2939 0 0,12-33 276 0 0,-20 36 1943 0 0,1 0-1 0 0,0 1 1 0 0,1 0 0 0 0,1 0 0 0 0,0 1 0 0 0,16-17 0 0 0,-25 31-537 0 0,1-1-1 0 0,-1 0 1 0 0,0 0 0 0 0,0 0 0 0 0,1 1 0 0 0,-1-1 0 0 0,1 1 0 0 0,-1-1 0 0 0,1 1 0 0 0,-1-1 0 0 0,0 1 0 0 0,1 0 0 0 0,-1 0-1 0 0,1 0 1 0 0,0 0 0 0 0,-1 0 0 0 0,1 0 0 0 0,-1 0 0 0 0,1 0 0 0 0,-1 1 0 0 0,0-1 0 0 0,1 0 0 0 0,-1 1 0 0 0,1-1 0 0 0,-1 1-1 0 0,0 0 1 0 0,1 0 0 0 0,-1-1 0 0 0,0 1 0 0 0,1 0 0 0 0,-1 0 0 0 0,0 0 0 0 0,0 0 0 0 0,2 2 0 0 0,5 6 107 0 0,1 0 0 0 0,-1 1 0 0 0,9 14 0 0 0,-7-10 37 0 0,46 70 307 0 0,-43-62-845 0 0,1 0-1 0 0,0-1 1 0 0,2-1 0 0 0,21 22 0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5:24.9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73 5985 0 0,'19'-11'9508'0'0,"-18"11"-8949"0"0,3 0 1 0 0,9 4 3695 0 0,2 7-3939 0 0,-7-4-236 0 0,0 1-1 0 0,-1 0 0 0 0,0 0 1 0 0,-1 1-1 0 0,0-1 1 0 0,0 1-1 0 0,-1 0 1 0 0,7 16-1 0 0,-1 4 497 0 0,12 48 0 0 0,-20-58-432 0 0,2-1 0 0 0,1 0 1 0 0,0 0-1 0 0,1 0 1 0 0,1 0-1 0 0,1-1 1 0 0,14 21-1 0 0,-20-37-249 0 0,-5-12-156 0 0,-10-27-393 0 0,5 15 379 0 0,3 6 129 0 0,0 0 0 0 0,2 0 0 0 0,0 0 0 0 0,1 0-1 0 0,1-1 1 0 0,0 1 0 0 0,1 0 0 0 0,1 0 0 0 0,1 0 0 0 0,7-25 0 0 0,-7 31 98 0 0,1 1 1 0 0,0 0 0 0 0,1 0 0 0 0,0 0 0 0 0,1 0 0 0 0,-1 1 0 0 0,14-15-1 0 0,-14 18 54 0 0,0 1-1 0 0,0 0 1 0 0,1 0-1 0 0,0 1 0 0 0,0 0 1 0 0,0 0-1 0 0,0 0 0 0 0,1 0 1 0 0,0 1-1 0 0,-1 0 0 0 0,1 1 1 0 0,10-3-1 0 0,-14 4 67 0 0,0 1-1 0 0,1-1 0 0 0,-1 1 1 0 0,0 0-1 0 0,1 0 0 0 0,-1 0 1 0 0,0 0-1 0 0,1 1 1 0 0,-1-1-1 0 0,0 1 0 0 0,0 0 1 0 0,1 0-1 0 0,-1 0 1 0 0,0 0-1 0 0,0 1 0 0 0,4 1 1 0 0,-2 1 21 0 0,0 0 0 0 0,0 0 0 0 0,0 0 0 0 0,0 1 0 0 0,-1 0 0 0 0,0 0 0 0 0,7 10 0 0 0,0 3 10 0 0,-2-1 1 0 0,0 2-1 0 0,-2-1 0 0 0,9 28 0 0 0,-1 17-9 0 0,-11-42-59 0 0,0-1 1 0 0,13 32-1 0 0,-17-51-38 0 0,0-1-1 0 0,0 0 1 0 0,0 0-1 0 0,0 1 1 0 0,0-1-1 0 0,0 0 1 0 0,1 0-1 0 0,-1 0 1 0 0,0 1-1 0 0,0-1 1 0 0,0 0 0 0 0,0 0-1 0 0,0 0 1 0 0,0 1-1 0 0,1-1 1 0 0,-1 0-1 0 0,0 0 1 0 0,0 0-1 0 0,0 0 1 0 0,1 1-1 0 0,-1-1 1 0 0,0 0 0 0 0,0 0-1 0 0,0 0 1 0 0,1 0-1 0 0,-1 0 1 0 0,0 0-1 0 0,0 0 1 0 0,1 0-1 0 0,-1 0 1 0 0,0 1-1 0 0,0-1 1 0 0,1 0-1 0 0,-1 0 1 0 0,0 0 0 0 0,0 0-1 0 0,1-1 1 0 0,-1 1-1 0 0,0 0 1 0 0,0 0-1 0 0,1 0 1 0 0,-1 0-1 0 0,9-11-201 0 0,4-18-113 0 0,10-53 106 0 0,6-21 164 0 0,-25 92 49 0 0,1 0-1 0 0,0 0 1 0 0,1 0-1 0 0,0 0 1 0 0,1 1-1 0 0,12-15 1 0 0,-17 23 12 0 0,-1 0 0 0 0,1 0 0 0 0,0 0 1 0 0,0 0-1 0 0,0 1 0 0 0,0-1 0 0 0,0 1 0 0 0,0-1 1 0 0,1 1-1 0 0,-1 0 0 0 0,0 0 0 0 0,1 0 0 0 0,-1 0 0 0 0,1 0 1 0 0,-1 1-1 0 0,1-1 0 0 0,-1 1 0 0 0,1-1 0 0 0,-1 1 1 0 0,1 0-1 0 0,0 0 0 0 0,-1 0 0 0 0,1 0 0 0 0,-1 1 0 0 0,1-1 1 0 0,0 1-1 0 0,-1 0 0 0 0,1-1 0 0 0,-1 1 0 0 0,0 0 1 0 0,1 0-1 0 0,-1 1 0 0 0,0-1 0 0 0,0 0 0 0 0,1 1 0 0 0,-1-1 1 0 0,0 1-1 0 0,0 0 0 0 0,2 3 0 0 0,8 7 157 0 0,0 1 0 0 0,-1 1-1 0 0,-1-1 1 0 0,14 26 0 0 0,-20-33-142 0 0,16 29 195 0 0,-11-17-51 0 0,22 30 0 0 0,-28-44-187 0 0,0 0-1 0 0,0 0 1 0 0,0-1 0 0 0,1 0-1 0 0,-1 1 1 0 0,1-1-1 0 0,0 0 1 0 0,0-1 0 0 0,0 1-1 0 0,1-1 1 0 0,-1 0-1 0 0,9 3 1 0 0,3-1-316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5:45.3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238 7019 2304 0 0,'0'2'970'0'0,"6"-20"5170"0"0,-5 16-6004 0 0,0 0-1 0 0,0 0 1 0 0,0 1-1 0 0,-1-1 1 0 0,1 0 0 0 0,0 0-1 0 0,-1 0 1 0 0,0 0 0 0 0,1 0-1 0 0,-1 0 1 0 0,0 0-1 0 0,0 0 1 0 0,0 0 0 0 0,0 0-1 0 0,-1-2 1 0 0,-3-20 809 0 0,-4-42 1 0 0,0-7-1337 0 0,2 25 676 0 0,-1-82 1 0 0,-3-29 1086 0 0,0 84-933 0 0,3 1-1 0 0,3-1 1 0 0,4 1-1 0 0,3-1 1 0 0,17-103-1 0 0,-13 129-272 0 0,-1-56-1 0 0,-5 60 91 0 0,13-78-1 0 0,-6 67 412 0 0,-3 0 1 0 0,-1-72-1 0 0,-3 44-645 0 0,0 57-6 0 0,-2-1 0 0 0,-2 0-1 0 0,0 0 1 0 0,-2 1-1 0 0,-14-47 1 0 0,12 39 55 0 0,1 0 0 0 0,1 0 0 0 0,2-1 0 0 0,2 1 0 0 0,3-43 0 0 0,-4-80 146 0 0,-27-193 489 0 0,18 203-516 0 0,9 88-171 0 0,10-107 1 0 0,-2 113 52 0 0,-4-1 0 0 0,-5-83 1 0 0,-5 7-40 0 0,12-194 1 0 0,3 87-37 0 0,-8 155 45 0 0,-3 1 1 0 0,-23-132 0 0 0,-4-7 32 0 0,9 45-22 0 0,-31-155 139 0 0,34 238-174 0 0,13 69-11 0 0,1 1 1 0 0,1-1 0 0 0,1 0-1 0 0,2 0 1 0 0,0-33 0 0 0,8-37 7 0 0,-4 35 9 0 0,16-82 1 0 0,-10 90-4 0 0,-2 1 1 0 0,1-93-1 0 0,-5 92-15 0 0,8-52 0 0 0,-6 71 1 0 0,-1 1 0 0 0,-1-1 0 0 0,-2 0-1 0 0,-2 0 1 0 0,-6-53 0 0 0,3 60 9 0 0,1-1 0 0 0,1 1 0 0 0,1-1 0 0 0,2-27 0 0 0,18-99-22 0 0,-3 44 71 0 0,-16 88-57 0 0,1 0 0 0 0,-2 0-1 0 0,-6-37 1 0 0,3 38-110 0 0,2 0 1 0 0,0-1-1 0 0,3-38 0 0 0,1 47-304 0 0,1 0-116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5:48.3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82 94 3137 0 0,'0'-1'169'0'0,"0"-1"0"0"0,0 1 0 0 0,-1 0-1 0 0,1 0 1 0 0,-1 0 0 0 0,1 0 0 0 0,-1 0 0 0 0,1 0 0 0 0,-1 0 0 0 0,1 0 0 0 0,-1 0 0 0 0,0 0 0 0 0,0 0 0 0 0,1 0 0 0 0,-1 0 0 0 0,0 1 0 0 0,0-1 0 0 0,0 0 0 0 0,0 1 0 0 0,0-1 0 0 0,0 1 0 0 0,0-1-1 0 0,0 1 1 0 0,0-1 0 0 0,0 1 0 0 0,0-1 0 0 0,-1 1 0 0 0,1 0 0 0 0,0 0 0 0 0,0 0 0 0 0,0 0 0 0 0,0 0 0 0 0,-1 0 0 0 0,1 0 0 0 0,0 0 0 0 0,0 0 0 0 0,-2 1 0 0 0,2 1 4 0 0,0 0 1 0 0,0 0-1 0 0,1 1 1 0 0,-1-1 0 0 0,1 13 6254 0 0,-4-16-6352 0 0,2 0-47 0 0,0 0 0 0 0,0 1 0 0 0,0-1 0 0 0,0 1 0 0 0,0 0-1 0 0,-1 0 1 0 0,1 0 0 0 0,0 0 0 0 0,0 0 0 0 0,0 0 0 0 0,-3 1 0 0 0,4-1-11 0 0,0 1 0 0 0,1-1 0 0 0,-1 0 0 0 0,0 1 0 0 0,1-1 0 0 0,-1 0 0 0 0,1 1 0 0 0,-1-1 0 0 0,0 1 0 0 0,1-1 0 0 0,-1 1 0 0 0,1-1 0 0 0,0 1 0 0 0,-1-1 0 0 0,1 1 0 0 0,-1 0 0 0 0,1-1 0 0 0,0 1 0 0 0,-1-1 0 0 0,1 1 0 0 0,0 0 0 0 0,0-1 0 0 0,-1 1 0 0 0,1 0 0 0 0,0 0 0 0 0,0-1 0 0 0,0 1 0 0 0,0 0 0 0 0,0-1 0 0 0,0 1 0 0 0,0 0 0 0 0,0-1 0 0 0,0 1 0 0 0,1 0 0 0 0,-1 0 0 0 0,0-1 0 0 0,0 1 0 0 0,1 0 0 0 0,-1-1 0 0 0,0 1 0 0 0,1-1 0 0 0,-1 1 0 0 0,0 0 0 0 0,1-1 0 0 0,0 1 0 0 0,0 2-16 0 0,18 30-113 0 0,-18-31 103 0 0,0 0 0 0 0,1 0 0 0 0,-1 0 0 0 0,0 0 0 0 0,1 0 0 0 0,0 0 0 0 0,-1-1 1 0 0,1 1-1 0 0,0-1 0 0 0,0 1 0 0 0,0-1 0 0 0,0 0 0 0 0,3 1 0 0 0,-4-2 7 0 0,0 0-1 0 0,-1 0 1 0 0,1-1 0 0 0,0 1-1 0 0,0 0 1 0 0,0-1 0 0 0,0 1 0 0 0,-1-1-1 0 0,1 1 1 0 0,0-1 0 0 0,0 1 0 0 0,-1-1-1 0 0,1 0 1 0 0,0 1 0 0 0,-1-1-1 0 0,1 0 1 0 0,-1 0 0 0 0,1 1 0 0 0,-1-1-1 0 0,1 0 1 0 0,-1 0 0 0 0,0 0 0 0 0,1 1-1 0 0,-1-1 1 0 0,0 0 0 0 0,1-1-1 0 0,8-29-1 0 0,-8 28 18 0 0,2-9 92 0 0,0 1-1 0 0,-1-1 1 0 0,0 0-1 0 0,0-16 1 0 0,-2 26-57 0 0,1 0-1 0 0,-1-1 1 0 0,0 1 0 0 0,-1 0 0 0 0,1 0-1 0 0,0 0 1 0 0,0 0 0 0 0,-1 0 0 0 0,1 0 0 0 0,-1 0-1 0 0,0 0 1 0 0,0 0 0 0 0,0 0 0 0 0,0 0-1 0 0,0 0 1 0 0,0 0 0 0 0,0 0 0 0 0,0 1-1 0 0,-1-1 1 0 0,1 0 0 0 0,-1 1 0 0 0,1 0 0 0 0,-1-1-1 0 0,0 1 1 0 0,1 0 0 0 0,-1 0 0 0 0,0-1-1 0 0,0 1 1 0 0,0 1 0 0 0,0-1 0 0 0,0 0 0 0 0,-3 0-1 0 0,4 1-47 0 0,0 0-1 0 0,0 0 1 0 0,0 0 0 0 0,0 0-1 0 0,0 0 1 0 0,0 0-1 0 0,0 1 1 0 0,0-1 0 0 0,0 0-1 0 0,0 1 1 0 0,0-1-1 0 0,0 1 1 0 0,0-1 0 0 0,0 1-1 0 0,0-1 1 0 0,0 1 0 0 0,0 0-1 0 0,0-1 1 0 0,1 1-1 0 0,-1 0 1 0 0,0 0 0 0 0,0 0-1 0 0,1 0 1 0 0,-1 0-1 0 0,1-1 1 0 0,-1 1 0 0 0,1 0-1 0 0,-1 0 1 0 0,1 0-1 0 0,0 0 1 0 0,-1 1 0 0 0,1-1-1 0 0,0 0 1 0 0,0 0-1 0 0,0 0 1 0 0,0 2 0 0 0,-3 46-1482 0 0,3-40 1112 0 0,0-7 287 0 0,0-1 1 0 0,0 1 0 0 0,1 0-1 0 0,-1 0 1 0 0,0 0-1 0 0,0 0 1 0 0,1-1-1 0 0,-1 1 1 0 0,1 0 0 0 0,0 0-1 0 0,1 2 1 0 0,-1-3 45 0 0,-1 0 0 0 0,1-1 0 0 0,-1 1 0 0 0,1-1 1 0 0,-1 1-1 0 0,1-1 0 0 0,-1 0 0 0 0,1 1 0 0 0,0-1 0 0 0,-1 1 0 0 0,1-1 1 0 0,-1 0-1 0 0,1 0 0 0 0,0 1 0 0 0,0-1 0 0 0,-1 0 0 0 0,1 0 0 0 0,0 0 1 0 0,-1 0-1 0 0,3 0 0 0 0,1 0-378 0 0,0-1 0 0 0,0 0 0 0 0,0-1 0 0 0,0 1 0 0 0,0-1 0 0 0,0 1 1 0 0,0-1-1 0 0,4-3 0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5:48.8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90 2400 1808 0 0,'-22'8'3348'0'0,"-45"18"6769"0"0,82-56-9378 0 0,-10 18-147 0 0,23-45 242 0 0,3 2 1 0 0,2 0-1 0 0,65-80 1 0 0,146-192 197 0 0,-35 42-185 0 0,-81 137-431 0 0,70-93 56 0 0,179-275 40 0 0,-373 511-505 0 0,336-393 330 0 0,-308 365-418 0 0,97-104-1521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5:49.4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 53 5985 0 0,'5'-28'4144'0'0,"-4"27"-3854"0"0,-1 0 1 0 0,0 0-1 0 0,0 0 1 0 0,0 0 0 0 0,0-1-1 0 0,0 1 1 0 0,0 0-1 0 0,0 0 1 0 0,-1 0-1 0 0,1 0 1 0 0,0 0-1 0 0,-1 0 1 0 0,1 0 0 0 0,0 0-1 0 0,-1-1 1 0 0,1 1-1 0 0,-1 0 1 0 0,0 1-1 0 0,1-1 1 0 0,-1 0-1 0 0,0 0 1 0 0,-1-1 0 0 0,2 2-191 0 0,-1 0 1 0 0,1 1 0 0 0,-1-1 0 0 0,0 0 0 0 0,1 0 0 0 0,-1 1 0 0 0,0-1 0 0 0,1 0-1 0 0,-1 1 1 0 0,1-1 0 0 0,-1 0 0 0 0,1 1 0 0 0,-1-1 0 0 0,1 1 0 0 0,-1-1-1 0 0,1 1 1 0 0,-1-1 0 0 0,1 1 0 0 0,0-1 0 0 0,-1 1 0 0 0,1 0 0 0 0,0-1 0 0 0,-1 1-1 0 0,1-1 1 0 0,0 1 0 0 0,0 0 0 0 0,0-1 0 0 0,-1 1 0 0 0,1 0 0 0 0,0 0-1 0 0,-8 26 213 0 0,8-25-150 0 0,-7 28-15 0 0,1 0 1 0 0,1 1-1 0 0,0 40 1 0 0,5-60-154 0 0,0 0 0 0 0,0 0 1 0 0,1 1-1 0 0,1-1 1 0 0,0 0-1 0 0,0 0 1 0 0,1 0-1 0 0,1 0 1 0 0,0-1-1 0 0,0 1 1 0 0,1-1-1 0 0,9 14 0 0 0,-12-20 6 0 0,1-1 0 0 0,0 1 0 0 0,0-1 0 0 0,1 0-1 0 0,-1 0 1 0 0,1 0 0 0 0,0 0 0 0 0,-1-1 0 0 0,1 1-1 0 0,0-1 1 0 0,0 0 0 0 0,1-1 0 0 0,-1 1 0 0 0,0 0-1 0 0,5 0 1 0 0,-1-1 51 0 0,0 0 0 0 0,0 0 0 0 0,-1-1-1 0 0,1 0 1 0 0,0-1 0 0 0,0 0 0 0 0,-1 0 0 0 0,10-3 0 0 0,10-4 180 0 0,0-2 1 0 0,0-1-1 0 0,43-25 1 0 0,-60 31-221 0 0,-9 4-111 0 0,0 0 0 0 0,0 1 0 0 0,0-1-1 0 0,0 1 1 0 0,0 0 0 0 0,0-1 0 0 0,0 1 0 0 0,0 0 0 0 0,1-1-1 0 0,-1 1 1 0 0,0 0 0 0 0,0 0 0 0 0,0 0 0 0 0,0 0 0 0 0,0 0-1 0 0,2 1 1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5:50.1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190 128 5985 0 0,'-5'-5'464'0'0,"1"1"-1"0"0,-1-1 1 0 0,0 1-1 0 0,0 1 1 0 0,0-1-1 0 0,-1 1 1 0 0,1 0-1 0 0,-1 0 1 0 0,0 0-1 0 0,0 1 1 0 0,0 0-1 0 0,0 0 1 0 0,0 1-1 0 0,0-1 1 0 0,-1 1-1 0 0,1 1 1 0 0,0-1-1 0 0,-1 1 1 0 0,1 0 0 0 0,0 1-1 0 0,-1-1 1 0 0,1 1-1 0 0,0 1 1 0 0,-8 1-1 0 0,11-1-322 0 0,0 1 0 0 0,0-1 0 0 0,1 1-1 0 0,-1-1 1 0 0,1 1 0 0 0,0 0 0 0 0,0-1 0 0 0,0 1-1 0 0,0 0 1 0 0,0 1 0 0 0,0-1 0 0 0,1 0 0 0 0,0 0-1 0 0,-1 1 1 0 0,1-1 0 0 0,1 1 0 0 0,-1-1 0 0 0,0 1-1 0 0,1-1 1 0 0,0 6 0 0 0,-1 7-46 0 0,0 1-1 0 0,2-1 1 0 0,2 17-1 0 0,-1-21-78 0 0,0-1-1 0 0,1 1 1 0 0,0-1-1 0 0,1 0 1 0 0,1 0-1 0 0,-1-1 0 0 0,2 1 1 0 0,0-1-1 0 0,0 0 1 0 0,0 0-1 0 0,1-1 1 0 0,1 0-1 0 0,8 9 0 0 0,-12-14-6 0 0,0 0-1 0 0,0-1 0 0 0,1 1 0 0 0,-1-1 1 0 0,1 0-1 0 0,0 0 0 0 0,0 0 1 0 0,0-1-1 0 0,0 0 0 0 0,0 0 0 0 0,0 0 1 0 0,0 0-1 0 0,1-1 0 0 0,-1 0 0 0 0,1 0 1 0 0,-1 0-1 0 0,1-1 0 0 0,-1 0 1 0 0,1 0-1 0 0,-1-1 0 0 0,1 1 0 0 0,-1-1 1 0 0,1 0-1 0 0,-1 0 0 0 0,1-1 0 0 0,-1 0 1 0 0,0 0-1 0 0,0 0 0 0 0,8-5 1 0 0,-5 1 4 0 0,1 0 0 0 0,-1-1 1 0 0,0 0-1 0 0,0 0 0 0 0,-1-1 0 0 0,0 0 1 0 0,0 0-1 0 0,-1-1 0 0 0,0 0 1 0 0,-1 0-1 0 0,0 0 0 0 0,0-1 1 0 0,-1 0-1 0 0,0 0 0 0 0,-1 0 1 0 0,0 0-1 0 0,0 0 0 0 0,-1-1 1 0 0,1-14-1 0 0,-2 16 33 0 0,-1 0-1 0 0,0 1 1 0 0,0-1-1 0 0,0 0 1 0 0,-1 0-1 0 0,-1 1 1 0 0,1-1 0 0 0,-1 1-1 0 0,-1-1 1 0 0,0 1-1 0 0,0 0 1 0 0,0 0 0 0 0,-1 0-1 0 0,0 0 1 0 0,-1 1-1 0 0,0-1 1 0 0,0 1-1 0 0,0 0 1 0 0,-1 1 0 0 0,0 0-1 0 0,-1-1 1 0 0,1 2-1 0 0,-15-11 1 0 0,12 11-7 0 0,-1 1 1 0 0,1 0 0 0 0,-1 0-1 0 0,1 1 1 0 0,-1 1-1 0 0,0-1 1 0 0,0 1-1 0 0,-1 1 1 0 0,1 0-1 0 0,-11 1 1 0 0,-13 1-633 0 0,-55 8 0 0 0,70-6-296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5:50.5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44 10594 0 0,'1'-1'155'0'0,"0"-1"-1"0"0,-1 1 1 0 0,1-1 0 0 0,0 1-1 0 0,0 0 1 0 0,0-1-1 0 0,1 1 1 0 0,-1 0 0 0 0,0 0-1 0 0,0-1 1 0 0,1 1-1 0 0,-1 0 1 0 0,0 0-1 0 0,1 1 1 0 0,-1-1 0 0 0,1 0-1 0 0,-1 0 1 0 0,1 1-1 0 0,0-1 1 0 0,-1 1 0 0 0,1-1-1 0 0,2 1 1 0 0,45-12 3180 0 0,-45 12-2855 0 0,17-4 310 0 0,-1 2-1 0 0,1 0 1 0 0,0 2 0 0 0,32 2-1 0 0,-29 1-744 0 0,0 2-1 0 0,-1 0 0 0 0,1 1 1 0 0,-1 2-1 0 0,-1 0 0 0 0,30 15 0 0 0,-38-16-344 0 0,24 11-1129 0 0,-13-13-2475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5:50.7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 6 5529 0 0,'-5'-2'1098'0'0,"-25"-1"10702"0"0,38 27-11383 0 0,-2 0 0 0 0,0 1 0 0 0,-2 0 0 0 0,-1 0 0 0 0,-1 0 1 0 0,-1 27-1 0 0,8 62-191 0 0,-3-70-1925 0 0,19 65 0 0 0,-17-84-4946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5:51.1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0 182 5985 0 0,'5'1'250'0'0,"-1"-1"-1"0"0,0 1 0 0 0,0 0 1 0 0,1 1-1 0 0,-1-1 0 0 0,0 1 0 0 0,0-1 1 0 0,0 1-1 0 0,0 1 0 0 0,-1-1 1 0 0,1 0-1 0 0,-1 1 0 0 0,1 0 1 0 0,-1 0-1 0 0,0 0 0 0 0,3 3 1 0 0,10 12 2888 0 0,24 36 1 0 0,-16-20-1852 0 0,-24-33-1286 0 0,1 0 0 0 0,0 1 0 0 0,0-1 0 0 0,0 0 0 0 0,0 1 0 0 0,0-1 1 0 0,0 0-1 0 0,0 0 0 0 0,0 0 0 0 0,0 0 0 0 0,0 0 0 0 0,1 0 0 0 0,-1 0 0 0 0,0 0 0 0 0,1-1 0 0 0,-1 1 1 0 0,1 0-1 0 0,-1-1 0 0 0,1 1 0 0 0,-1-1 0 0 0,1 0 0 0 0,-1 1 0 0 0,1-1 0 0 0,-1 0 0 0 0,1 0 1 0 0,0 0-1 0 0,-1 0 0 0 0,3 0 0 0 0,-2-2 6 0 0,1 0 1 0 0,-1 0-1 0 0,1 0 0 0 0,-1 0 1 0 0,1-1-1 0 0,-1 1 1 0 0,0-1-1 0 0,0 1 0 0 0,0-1 1 0 0,-1 0-1 0 0,1 1 0 0 0,2-7 1 0 0,1-2 84 0 0,0-1 0 0 0,-1 1-1 0 0,0-1 1 0 0,-1 0 0 0 0,0 0 0 0 0,-1-1 0 0 0,-1 1 0 0 0,1 0 0 0 0,-2-1-1 0 0,-1-21 1 0 0,0 24 127 0 0,0 0 0 0 0,-1 0 0 0 0,0 0-1 0 0,-1 0 1 0 0,0 0 0 0 0,0 1 0 0 0,-1 0-1 0 0,0-1 1 0 0,-1 1 0 0 0,0 1-1 0 0,0-1 1 0 0,-1 1 0 0 0,-11-14 0 0 0,4 13 693 0 0,19 21-582 0 0,17 21-316 0 0,5 4-3 0 0,-2 2 0 0 0,-2 0 0 0 0,-1 2 0 0 0,-2 0 0 0 0,15 46 1 0 0,-24-53 31 0 0,-1 0 0 0 0,-2 1 0 0 0,-2 1 0 0 0,-1-1 0 0 0,-2 1 0 0 0,-1 0 0 0 0,-3 38 0 0 0,-6 23-67 0 0,1-48-91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5:54.0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109 2679 1376 0 0,'-24'15'2384'0'0,"-29"23"0"0"0,22-6 5054 0 0,37-34-6407 0 0,-5 1-1242 0 0,0 1 389 0 0,3-3-67 0 0,106-106 426 0 0,-2 0-274 0 0,139-95-311 0 0,158-143 1130 0 0,-343 287-822 0 0,281-261 508 0 0,-192 182-731 0 0,185-153 286 0 0,-98 93-82 0 0,83-60 886 0 0,-226 188-908 0 0,101-100-1 0 0,-11 8-54 0 0,-60 70-5 0 0,8-5 130 0 0,-110 79-251 0 0,-1-1 1 0 0,-1-1 0 0 0,27-35-1 0 0,-45 49-1783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5:54.9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28 121 456 0 0,'13'-47'1809'0'0,"2"-26"6231"0"0,-22 110-1446 0 0,-4 10-3666 0 0,-1 2-3062 0 0,2 1-1 0 0,-6 86 1 0 0,16-133 141 0 0,0 0 0 0 0,1 0 0 0 0,-1 0 0 0 0,0 0 0 0 0,1 0 0 0 0,0 0 0 0 0,-1 0 0 0 0,1 0 0 0 0,0 0 0 0 0,1 0 0 0 0,-1-1 0 0 0,0 1 0 0 0,1-1 0 0 0,0 1 0 0 0,-1-1 0 0 0,1 1 0 0 0,0-1 0 0 0,4 3 0 0 0,-3-2 133 0 0,2 0 0 0 0,-1 0 0 0 0,0-1 0 0 0,1 0 1 0 0,-1 0-1 0 0,1 0 0 0 0,0 0 0 0 0,-1-1 1 0 0,1 1-1 0 0,6 0 0 0 0,6 0 172 0 0,1-1-1 0 0,-1-1 1 0 0,0 0 0 0 0,1-1-1 0 0,21-5 1 0 0,-4 3-3697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5:55.9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207 414 4145 0 0,'-3'-4'345'0'0,"0"0"0"0"0,1 0 0 0 0,-1 0 0 0 0,1 0 0 0 0,0-1 0 0 0,0 1 0 0 0,0-1 0 0 0,-2-8 0 0 0,3 9 161 0 0,0 0 0 0 0,0 0 0 0 0,0 0 0 0 0,-1 0 0 0 0,0 0 0 0 0,1 1-1 0 0,-1-1 1 0 0,-1 0 0 0 0,1 1 0 0 0,-1 0 0 0 0,1 0 0 0 0,-7-6 0 0 0,9 8-359 0 0,-1 1-1 0 0,1 0 1 0 0,-1-1 0 0 0,0 1 0 0 0,1 0 0 0 0,-1-1-1 0 0,0 1 1 0 0,1 0 0 0 0,-1 0 0 0 0,0-1-1 0 0,0 1 1 0 0,1 0 0 0 0,-1 0 0 0 0,0 0-1 0 0,0 0 1 0 0,1 0 0 0 0,-1 0 0 0 0,0 0 0 0 0,0 0-1 0 0,1 0 1 0 0,-1 1 0 0 0,0-1 0 0 0,0 0-1 0 0,1 0 1 0 0,-1 1 0 0 0,0-1 0 0 0,0 1-1 0 0,-16 19 1688 0 0,13-11-1609 0 0,0-1-1 0 0,0 1 1 0 0,-2 14-1 0 0,2-10-188 0 0,1 1-1 0 0,1 0 1 0 0,1 0-1 0 0,0 0 1 0 0,0 0-1 0 0,2 0 1 0 0,3 27-1 0 0,-2-33-41 0 0,0 0 0 0 0,0 0 1 0 0,1 0-1 0 0,0 0 0 0 0,1-1 0 0 0,0 1 0 0 0,0-1 0 0 0,0 0 1 0 0,1 0-1 0 0,0 0 0 0 0,1-1 0 0 0,-1 1 0 0 0,1-1 0 0 0,10 7 0 0 0,-9-7 56 0 0,1 0-1 0 0,0 0 1 0 0,0-1-1 0 0,0 0 0 0 0,12 5 1 0 0,-19-10-69 0 0,1 1 0 0 0,-1-1 0 0 0,1 1 0 0 0,-1-1 1 0 0,1 1-1 0 0,-1-1 0 0 0,1 0 0 0 0,-1 0 0 0 0,1 0 0 0 0,-1 0 1 0 0,1 0-1 0 0,-1 0 0 0 0,1 0 0 0 0,-1-1 0 0 0,1 1 0 0 0,-1 0 1 0 0,1-1-1 0 0,-1 1 0 0 0,1-1 0 0 0,-1 0 0 0 0,0 1 0 0 0,1-1 1 0 0,-1 0-1 0 0,0 0 0 0 0,0 0 0 0 0,1 0 0 0 0,-1 0 0 0 0,0 0 1 0 0,0 0-1 0 0,0 0 0 0 0,0-1 0 0 0,-1 1 0 0 0,1 0 0 0 0,0 0 1 0 0,0-1-1 0 0,-1 1 0 0 0,1-1 0 0 0,-1 1 0 0 0,1-1 0 0 0,-1 1 0 0 0,1-3 1 0 0,1-7-293 0 0,1 0 0 0 0,-2 0 0 0 0,0 0 0 0 0,0 0-1 0 0,-1 0 1 0 0,0 0 0 0 0,-1 0 0 0 0,0 0 0 0 0,-1 0 0 0 0,0 0 0 0 0,-1 0 0 0 0,-4-12 0 0 0,-8-16-983 0 0,-40-72-1 0 0,16 37 642 0 0,7 0 464 0 0,14 32 1108 0 0,-39-69 1 0 0,36 84 739 0 0,21 27-1515 0 0,-1-1 0 0 0,1 0 0 0 0,-1 0 0 0 0,1 0-1 0 0,-1 1 1 0 0,0-1 0 0 0,1 0 0 0 0,-1 1 0 0 0,0-1-1 0 0,0 0 1 0 0,1 1 0 0 0,-1-1 0 0 0,0 1 0 0 0,0-1-1 0 0,0 1 1 0 0,1 0 0 0 0,-1-1 0 0 0,0 1 0 0 0,0 0-1 0 0,0 0 1 0 0,0-1 0 0 0,0 1 0 0 0,0 0 0 0 0,0 0-1 0 0,0 0 1 0 0,0 0 0 0 0,0 0 0 0 0,0 0 0 0 0,0 1-1 0 0,-1-1 1 0 0,2 2-51 0 0,0 1 0 0 0,1-1 0 0 0,-1 0 0 0 0,1 0 1 0 0,0 1-1 0 0,0-1 0 0 0,-1 0 0 0 0,1 0 0 0 0,0 0 0 0 0,1 0 0 0 0,-1 0 0 0 0,0 0 0 0 0,1-1 0 0 0,-1 1 0 0 0,3 2 0 0 0,-1 0 12 0 0,90 147 105 0 0,52 72 124 0 0,-131-206-1833 0 0,32 29-1 0 0,4 5-3648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5:56.3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9 351 1376 0 0,'34'-30'10202'0'0,"-25"20"-8575"0"0,0 0-1 0 0,-1 0 0 0 0,0-1 0 0 0,8-15 0 0 0,-10 15-1189 0 0,-1 0 1 0 0,0 0-1 0 0,-1 0 0 0 0,6-24 1 0 0,-8 28-447 0 0,-1-1-1 0 0,0 1 1 0 0,0-1 0 0 0,-1 1-1 0 0,0-1 1 0 0,0 1 0 0 0,-1-1-1 0 0,0 1 1 0 0,0 0 0 0 0,-1-1 0 0 0,1 1-1 0 0,-2 0 1 0 0,1 0 0 0 0,-1 0-1 0 0,0 0 1 0 0,0 0 0 0 0,-1 1 0 0 0,0 0-1 0 0,0-1 1 0 0,-7-6 0 0 0,10 11-24 0 0,-1 1 1 0 0,1-1-1 0 0,0 1 1 0 0,0 0 0 0 0,-1 0-1 0 0,1-1 1 0 0,-1 1 0 0 0,1 0-1 0 0,-1 0 1 0 0,1 0-1 0 0,-1 1 1 0 0,0-1 0 0 0,1 0-1 0 0,-1 1 1 0 0,0-1-1 0 0,0 1 1 0 0,1-1 0 0 0,-1 1-1 0 0,0 0 1 0 0,-3-1-1 0 0,3 2 9 0 0,0 0 0 0 0,1-1 0 0 0,-1 1 0 0 0,1 0 0 0 0,-1-1 0 0 0,1 1 0 0 0,-1 0 0 0 0,1 0 0 0 0,0 0 0 0 0,-1 1 0 0 0,1-1 0 0 0,0 0 0 0 0,0 0 0 0 0,0 1 0 0 0,0-1 0 0 0,0 1 0 0 0,-2 2 0 0 0,0 4-3 0 0,-1-1 0 0 0,1 2-1 0 0,0-1 1 0 0,1 0 0 0 0,0 0-1 0 0,0 1 1 0 0,0 10 0 0 0,1-6-2 0 0,1-1-1 0 0,0 0 1 0 0,1 0 0 0 0,0 1 0 0 0,1-1 0 0 0,1 0 0 0 0,0 0-1 0 0,0 0 1 0 0,1-1 0 0 0,1 1 0 0 0,0-1 0 0 0,8 13 0 0 0,-10-18 6 0 0,1-1 0 0 0,0 0 0 0 0,0 0 0 0 0,0 0 1 0 0,1-1-1 0 0,-1 0 0 0 0,1 0 0 0 0,0 0 0 0 0,1 0 1 0 0,-1-1-1 0 0,0 1 0 0 0,1-1 0 0 0,0-1 0 0 0,0 1 0 0 0,0-1 1 0 0,0 0-1 0 0,0-1 0 0 0,0 1 0 0 0,1-1 0 0 0,-1 0 1 0 0,0-1-1 0 0,1 0 0 0 0,-1 0 0 0 0,0 0 0 0 0,8-1 0 0 0,-2-2-363 0 0,0 0-1 0 0,0 0 0 0 0,0-1 0 0 0,-1-1 0 0 0,0 0 0 0 0,0 0 1 0 0,0-1-1 0 0,-1-1 0 0 0,1 0 0 0 0,-2 0 0 0 0,1-1 0 0 0,-1 0 1 0 0,0 0-1 0 0,-1-1 0 0 0,9-11 0 0 0,3-8-4571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5:56.7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81 8210 0 0,'-2'-1'199'0'0,"-1"1"0"0"0,1 0 0 0 0,0 1 0 0 0,0-1 0 0 0,0 0 0 0 0,0 0 0 0 0,0 1 1 0 0,0-1-1 0 0,0 1 0 0 0,1 0 0 0 0,-1 0 0 0 0,0 0 0 0 0,0-1 0 0 0,0 2 0 0 0,1-1 0 0 0,-1 0 0 0 0,0 0 0 0 0,1 0 1 0 0,-1 1-1 0 0,1-1 0 0 0,0 1 0 0 0,-1-1 0 0 0,1 1 0 0 0,0 0 0 0 0,0 0 0 0 0,0-1 0 0 0,0 1 0 0 0,0 0 1 0 0,0 0-1 0 0,1 0 0 0 0,-1 0 0 0 0,1 0 0 0 0,-1 0 0 0 0,1 3 0 0 0,-1 0 371 0 0,1 0-1 0 0,0 0 1 0 0,0 0-1 0 0,0 0 1 0 0,1 0-1 0 0,0-1 1 0 0,2 9 0 0 0,9 14-478 0 0,-7-19 57 0 0,0-1 1 0 0,0 1-1 0 0,0-1 1 0 0,1 0-1 0 0,0-1 1 0 0,1 0-1 0 0,-1 0 1 0 0,1 0-1 0 0,0-1 0 0 0,1 0 1 0 0,-1 0-1 0 0,1 0 1 0 0,0-1-1 0 0,0-1 1 0 0,1 1-1 0 0,16 3 1 0 0,-18-5-126 0 0,1-1 0 0 0,0-1 0 0 0,0 1 0 0 0,-1-2 0 0 0,1 1 0 0 0,0-1 0 0 0,-1 0 1 0 0,1 0-1 0 0,-1-1 0 0 0,1 0 0 0 0,-1 0 0 0 0,0-1 0 0 0,1 0 0 0 0,-1 0 0 0 0,-1-1 1 0 0,1 0-1 0 0,-1 0 0 0 0,1 0 0 0 0,-1-1 0 0 0,6-5 0 0 0,-9 7-15 0 0,1 0 0 0 0,-1-1 1 0 0,0 1-1 0 0,1-1 0 0 0,-1 0 0 0 0,-1 0 0 0 0,1 0 0 0 0,-1 0 0 0 0,1 0 1 0 0,-1 0-1 0 0,0-1 0 0 0,-1 1 0 0 0,1-1 0 0 0,-1 1 0 0 0,0-1 0 0 0,1-5 1 0 0,-2 5-3 0 0,-1 1 1 0 0,1-1-1 0 0,-1 1 1 0 0,0-1-1 0 0,0 1 1 0 0,0-1-1 0 0,-1 1 1 0 0,1 0-1 0 0,-1 0 1 0 0,0-1-1 0 0,0 1 1 0 0,-1 1-1 0 0,1-1 1 0 0,-1 0-1 0 0,0 0 1 0 0,0 1-1 0 0,-4-4 1 0 0,-3-3-147 0 0,0 1 0 0 0,-1 0 0 0 0,0 0 0 0 0,0 1 0 0 0,-1 1 0 0 0,0 0 0 0 0,-1 0 1 0 0,1 2-1 0 0,-1-1 0 0 0,-1 1 0 0 0,1 1 0 0 0,-1 1 0 0 0,1 0 0 0 0,-1 0 0 0 0,0 1 0 0 0,-26 1 0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5:57.0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38 7834 0 0,'25'-9'3790'0'0,"-5"2"-2146"0"0,0 1 0 0 0,0 2 1 0 0,0-1-1 0 0,26 0 0 0 0,-26 4-1289 0 0,0 1-1 0 0,1 1 1 0 0,-1 1-1 0 0,0 0 1 0 0,0 2-1 0 0,-1 0 0 0 0,30 11 1 0 0,-39-11-753 0 0,0-1 0 0 0,1 0 1 0 0,20 2-1 0 0,-3-6-7697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5:57.2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 10594 0 0,'0'-1'96'0'0,"0"1"0"0"0,0 0-1 0 0,0-1 1 0 0,-1 1 0 0 0,1-1 0 0 0,0 1-1 0 0,0 0 1 0 0,0-1 0 0 0,0 1-1 0 0,0 0 1 0 0,0-1 0 0 0,0 1 0 0 0,0 0-1 0 0,1-1 1 0 0,-1 1 0 0 0,0 0-1 0 0,0-1 1 0 0,0 1 0 0 0,0 0 0 0 0,0-1-1 0 0,0 1 1 0 0,1 0 0 0 0,-1-1-1 0 0,0 1 1 0 0,0 0 0 0 0,1-1 0 0 0,-1 1-1 0 0,0 0 1 0 0,0 0 0 0 0,1-1-1 0 0,-1 1 1 0 0,0 0 0 0 0,1 0 0 0 0,-1 0-1 0 0,0 0 1 0 0,1-1 0 0 0,-1 1 0 0 0,0 0-1 0 0,1 0 1 0 0,-1 0 0 0 0,0 0-1 0 0,1 0 1 0 0,-1 0 0 0 0,0 0 0 0 0,1 0-1 0 0,-1 0 1 0 0,0 0 0 0 0,1 0-1 0 0,-1 0 1 0 0,1 0 0 0 0,-1 0 0 0 0,0 0-1 0 0,1 1 1 0 0,19 1 3216 0 0,-17 0-3097 0 0,-1 0 1 0 0,0 0 0 0 0,0 0-1 0 0,1 0 1 0 0,-2 0 0 0 0,1 1-1 0 0,0-1 1 0 0,0 1 0 0 0,-1-1-1 0 0,1 1 1 0 0,-1 0 0 0 0,0-1-1 0 0,0 1 1 0 0,0 0 0 0 0,1 5-1 0 0,8 49 32 0 0,-9-45-29 0 0,10 105 46 0 0,-5-51-838 0 0,21 104 0 0 0,-9-99-3169 0 0,-13-49-1109 0 0,0-3-993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5:57.8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1 301 3225 0 0,'2'-12'46'0'0,"30"-59"11327"0"0,-25 90-8984 0 0,-2-10-2128 0 0,-1 0 0 0 0,1 1-1 0 0,0-2 1 0 0,1 1 0 0 0,0-1 0 0 0,1 0 0 0 0,-1 0 0 0 0,2 0-1 0 0,-1-1 1 0 0,1 0 0 0 0,0-1 0 0 0,0 0 0 0 0,1 0 0 0 0,0 0-1 0 0,0-1 1 0 0,0-1 0 0 0,0 0 0 0 0,20 6 0 0 0,-27-9-258 0 0,0-1 1 0 0,0 1 0 0 0,0-1-1 0 0,0 1 1 0 0,0-1 0 0 0,0 0 0 0 0,0 0-1 0 0,0 0 1 0 0,0 0 0 0 0,1-1-1 0 0,-1 1 1 0 0,0 0 0 0 0,0-1-1 0 0,0 1 1 0 0,0-1 0 0 0,0 0-1 0 0,0 0 1 0 0,0 0 0 0 0,0 0 0 0 0,-1 0-1 0 0,1 0 1 0 0,3-3 0 0 0,-2 1 11 0 0,-1 0 1 0 0,1 0 0 0 0,-1-1-1 0 0,0 1 1 0 0,0-1 0 0 0,0 0 0 0 0,0 0-1 0 0,-1 1 1 0 0,0-1 0 0 0,1 0-1 0 0,-1-5 1 0 0,2-8 42 0 0,-1 0 0 0 0,0 0 0 0 0,-2 0 0 0 0,-2-27-1 0 0,-4-8-6 0 0,3 29-27 0 0,0 0 0 0 0,2 0 0 0 0,0 0 0 0 0,4-34 0 0 0,-3 57-20 0 0,0 0-1 0 0,0 0 0 0 0,0 0 1 0 0,0 0-1 0 0,0 0 1 0 0,0-1-1 0 0,0 1 1 0 0,0 0-1 0 0,0 0 1 0 0,0 0-1 0 0,0 0 0 0 0,0 0 1 0 0,1 0-1 0 0,-1-1 1 0 0,0 1-1 0 0,0 0 1 0 0,0 0-1 0 0,0 0 0 0 0,0 0 1 0 0,0 0-1 0 0,0 0 1 0 0,0 0-1 0 0,1 0 1 0 0,-1-1-1 0 0,0 1 0 0 0,0 0 1 0 0,0 0-1 0 0,0 0 1 0 0,0 0-1 0 0,0 0 1 0 0,1 0-1 0 0,-1 0 0 0 0,0 0 1 0 0,0 0-1 0 0,0 0 1 0 0,0 0-1 0 0,0 0 1 0 0,1 0-1 0 0,-1 0 0 0 0,0 0 1 0 0,0 0-1 0 0,0 0 1 0 0,0 0-1 0 0,0 0 1 0 0,1 0-1 0 0,-1 0 0 0 0,9 7 135 0 0,10 14 35 0 0,-16-18-155 0 0,20 23 62 0 0,-2 1 1 0 0,0 0-1 0 0,-2 2 1 0 0,25 51-1 0 0,-34-58-14 0 0,-1 1 0 0 0,-1 0 0 0 0,-1 0 0 0 0,-1 1 0 0 0,-1-1 0 0 0,-2 1 0 0 0,2 36 1 0 0,-5 8 438 0 0,-3 1 1 0 0,-14 75 0 0 0,-9-4-1293 0 0,-6-3-5878 0 0,26-112-1157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6:19.53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393 7643 1376 0 0,'18'-32'8739'0'0,"-8"-23"-2900"0"0,-11 53-5398 0 0,1 0 0 0 0,-1 1 0 0 0,1-1 0 0 0,-1 0-1 0 0,1 1 1 0 0,-1-1 0 0 0,0 1 0 0 0,0-1 0 0 0,0 1 0 0 0,-2-3 0 0 0,-9-18 37 0 0,13-5-425 0 0,-1 24-7 0 0,1 1 1 0 0,-1-1-1 0 0,0 1 1 0 0,0-1 0 0 0,0 0-1 0 0,0 1 1 0 0,0-1 0 0 0,-1 1-1 0 0,1-1 1 0 0,-1 1-1 0 0,0-1 1 0 0,-1-2 0 0 0,0-2-20 0 0,0 1 1 0 0,1-1-1 0 0,0 0 1 0 0,0 0-1 0 0,0 1 0 0 0,1-1 1 0 0,0-10-1 0 0,-2-21-30 0 0,0 7 8 0 0,0 0 1 0 0,2 0-1 0 0,2 0 1 0 0,6-37-1 0 0,-3 26 14 0 0,0-61-1 0 0,-18-468 430 0 0,27 166-448 0 0,-3-75 0 0 0,-14 235 0 0 0,0-22 0 0 0,-3 167 0 0 0,-50-488 0 0 0,39 495 13 0 0,5 36 12 0 0,-7-118 1 0 0,16-1-26 0 0,-21-332 0 0 0,13 371 80 0 0,10-198 1 0 0,2 42 11 0 0,-2 275-88 0 0,-1-25-2 0 0,1 0 0 0 0,3 0-1 0 0,9-58 1 0 0,0 45-26 0 0,-2 0 0 0 0,-3 0 0 0 0,-2-1 1 0 0,-3 0-1 0 0,-2 0 0 0 0,-12-80 0 0 0,1 64-16 0 0,-2-90-1 0 0,11 106 41 0 0,0 14 0 0 0,3 1 0 0 0,7-81 0 0 0,-4 107 0 0 0,0-1 0 0 0,-2 0 0 0 0,0 0 0 0 0,-1 0 0 0 0,-1 0 0 0 0,0 0 0 0 0,-2 0 0 0 0,-4-20 0 0 0,-8-26 3 0 0,3-1 1 0 0,-4-78 0 0 0,-14-109 113 0 0,25 203-10 0 0,-2 0 1 0 0,-2 1 0 0 0,-2 0-1 0 0,-2 0 1 0 0,-35-83-1 0 0,44 120-81 0 0,1 0-1 0 0,1 0 0 0 0,0-1 0 0 0,0 1 1 0 0,1-1-1 0 0,0-18 0 0 0,1 20-19 0 0,0 0 1 0 0,0 0-1 0 0,-1 1 0 0 0,0-1 0 0 0,-1 0 1 0 0,0 1-1 0 0,0-1 0 0 0,-1 1 0 0 0,0 0 1 0 0,-6-12-1 0 0,3 10 11 0 0,4 5-2 0 0,-1 0 1 0 0,0 0 0 0 0,-1 0-1 0 0,1 1 1 0 0,-1-1 0 0 0,0 1-1 0 0,0 0 1 0 0,0 0 0 0 0,-1 1-1 0 0,-6-6 1 0 0,43-16-16 0 0,-21 14 38 0 0,-16 9-192 0 0,3 2-72 0 0,0 1 0 0 0,-1-1 1 0 0,1 1-1 0 0,0 0 0 0 0,0 0 0 0 0,0 0 1 0 0,0 0-1 0 0,1 0 0 0 0,-1 0 1 0 0,-2 2-1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6:26.6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55 2194 2761 0 0,'-10'6'1536'0'0,"0"0"1"0"0,1 0 0 0 0,-17 15 918 0 0,34-29 750 0 0,38-31-2469 0 0,-1-2 1 0 0,40-46 0 0 0,184-192 502 0 0,-120 129-833 0 0,236-221 1045 0 0,-88 89-656 0 0,-212 198-626 0 0,244-259 478 0 0,92-125 89 0 0,-407 454-739 0 0,-8 9-2 0 0,0 0-1 0 0,0 0 1 0 0,-1-1-1 0 0,0 0 1 0 0,0 0 0 0 0,0 0-1 0 0,6-14 1 0 0,-11 20-26 0 0,1 0 0 0 0,-1-1-1 0 0,0 1 1 0 0,0 0 0 0 0,0 0 0 0 0,0 0 0 0 0,0-1 0 0 0,0 1 0 0 0,0 0 0 0 0,0 0 0 0 0,0 0-1 0 0,0-1 1 0 0,0 1 0 0 0,0 0 0 0 0,0 0 0 0 0,0 0 0 0 0,0-1 0 0 0,0 1 0 0 0,0 0 0 0 0,-1 0 0 0 0,1 0-1 0 0,0-1 1 0 0,0 1 0 0 0,0 0 0 0 0,0 0 0 0 0,0 0 0 0 0,0-1 0 0 0,-1 1 0 0 0,1 0 0 0 0,0 0 0 0 0,0 0-1 0 0,0 0 1 0 0,0 0 0 0 0,-1 0 0 0 0,1-1 0 0 0,0 1 0 0 0,0 0 0 0 0,0 0 0 0 0,-1 0 0 0 0,1 0-1 0 0,0 0 1 0 0,0 0 0 0 0,0 0 0 0 0,-1 0 0 0 0,1 0 0 0 0,0 0 0 0 0,0 0 0 0 0,0 0 0 0 0,-1 0 0 0 0,1 0-1 0 0,0 0 1 0 0,0 0 0 0 0,-1 0 0 0 0,1 0 0 0 0,0 0 0 0 0,0 0 0 0 0,0 0 0 0 0,0 0 0 0 0,-1 1-1 0 0,1-1 1 0 0,0 0 0 0 0,0 0 0 0 0,0 0 0 0 0,-1 0 0 0 0,1 0 0 0 0,0 1 0 0 0,0-1 0 0 0,-15 8-3075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6:27.53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7 263 2336 0 0,'0'0'42'0'0,"-1"0"-1"0"0,1 0 0 0 0,0 0 1 0 0,0 0-1 0 0,-1-1 0 0 0,1 1 0 0 0,0 0 1 0 0,0 0-1 0 0,-1 0 0 0 0,1 0 1 0 0,0 0-1 0 0,0 0 0 0 0,-1 0 0 0 0,1-1 1 0 0,0 1-1 0 0,0 0 0 0 0,0 0 0 0 0,-1 0 1 0 0,1-1-1 0 0,0 1 0 0 0,0 0 1 0 0,0 0-1 0 0,0-1 0 0 0,-1 1 0 0 0,1 0 1 0 0,0 0-1 0 0,0-1 0 0 0,0 1 0 0 0,0 0 1 0 0,0 0-1 0 0,0-1 0 0 0,0 1 1 0 0,0 0-1 0 0,0 0 0 0 0,0-1 0 0 0,0 1 1 0 0,0 0-1 0 0,0-1 0 0 0,0 1 0 0 0,0 0 1 0 0,0-1-1 0 0,6-18 561 0 0,13-15-2072 0 0,-1 14-231 0 0,-12 14 1677 0 0,-1 1 0 0 0,1-1 0 0 0,-1-1-1 0 0,-1 1 1 0 0,1-1 0 0 0,-1 0 0 0 0,0 0-1 0 0,0 0 1 0 0,4-14 0 0 0,24-80 13506 0 0,-45 139-12090 0 0,4 5-915 0 0,6-30-303 0 0,0 0 1 0 0,-2 23 0 0 0,5-31-126 0 0,0-1 0 0 0,0 0 1 0 0,1 0-1 0 0,-1 1 1 0 0,1-1-1 0 0,0 0 0 0 0,0 0 1 0 0,1 0-1 0 0,-1 0 1 0 0,1 0-1 0 0,0 0 0 0 0,3 6 1 0 0,-3-8 3 0 0,0 0 0 0 0,0 1 0 0 0,0-1-1 0 0,0 0 1 0 0,0 0 0 0 0,0-1 0 0 0,0 1 0 0 0,1 0 0 0 0,-1-1 0 0 0,1 1 0 0 0,-1-1 0 0 0,1 0 0 0 0,0 0-1 0 0,0 0 1 0 0,-1 0 0 0 0,1 0 0 0 0,4 0 0 0 0,4 0 336 0 0,1 0 0 0 0,0-1 0 0 0,12-1-1 0 0,18 0 133 0 0,-32 1-847 0 0,-1-1 0 0 0,0 0 0 0 0,1-1 0 0 0,-1 0 0 0 0,0-1 0 0 0,0 0 0 0 0,0 0 0 0 0,0-1 0 0 0,13-8 0 0 0,-2 3-956 0 0,-3 1-4730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6:28.99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87 154 5065 0 0,'1'-1'369'0'0,"-1"-1"0"0"0,0 1 0 0 0,0-1 0 0 0,0 1 0 0 0,0 0 1 0 0,0-1-1 0 0,-1 1 0 0 0,1-1 0 0 0,0 1 0 0 0,-1 0 0 0 0,1-1 0 0 0,-1 1 0 0 0,1 0 0 0 0,-1-1 0 0 0,1 1 0 0 0,-1 0 0 0 0,0 0 1 0 0,0 0-1 0 0,0-1 0 0 0,0 1 0 0 0,0 0 0 0 0,0 0 0 0 0,0 0 0 0 0,0 0 0 0 0,0 1 0 0 0,0-1 0 0 0,0 0 0 0 0,-1 0 0 0 0,1 1 1 0 0,0-1-1 0 0,-1 1 0 0 0,1-1 0 0 0,-2 0 0 0 0,1 1-267 0 0,0 1-1 0 0,1-1 1 0 0,-1 0 0 0 0,0 0-1 0 0,1 1 1 0 0,-1-1 0 0 0,0 1-1 0 0,1 0 1 0 0,-1-1 0 0 0,1 1 0 0 0,-1 0-1 0 0,1 0 1 0 0,-1 0 0 0 0,1 0-1 0 0,0 0 1 0 0,0 0 0 0 0,-1 0-1 0 0,1 0 1 0 0,0 1 0 0 0,0-1-1 0 0,0 0 1 0 0,0 1 0 0 0,0-1 0 0 0,0 1-1 0 0,1-1 1 0 0,-1 1 0 0 0,0 0-1 0 0,0 1 1 0 0,-4 12-50 0 0,0 0 0 0 0,1 1 0 0 0,1-1 0 0 0,0 1 0 0 0,2 0 0 0 0,-1 0 0 0 0,2 0 0 0 0,0 0 1 0 0,1 0-1 0 0,0 0 0 0 0,5 18 0 0 0,-5-28-63 0 0,1 1 1 0 0,0-1-1 0 0,0 0 1 0 0,0 0 0 0 0,1 0-1 0 0,0 0 1 0 0,0-1-1 0 0,0 1 1 0 0,1-1-1 0 0,0 0 1 0 0,0 0 0 0 0,0 0-1 0 0,1 0 1 0 0,-1-1-1 0 0,1 0 1 0 0,0 0-1 0 0,1 0 1 0 0,-1-1 0 0 0,1 1-1 0 0,-1-1 1 0 0,1 0-1 0 0,0-1 1 0 0,0 0-1 0 0,0 0 1 0 0,0 0 0 0 0,1 0-1 0 0,-1-1 1 0 0,0 0-1 0 0,1-1 1 0 0,7 1-1 0 0,-4-2-8 0 0,1 0-1 0 0,-1 0 1 0 0,1-1-1 0 0,-1 0 0 0 0,0-1 1 0 0,0 0-1 0 0,0-1 1 0 0,0 0-1 0 0,0 0 0 0 0,-1-1 1 0 0,0-1-1 0 0,0 1 1 0 0,0-2-1 0 0,-1 1 0 0 0,0-1 1 0 0,12-13-1 0 0,-11 11 18 0 0,0-1 1 0 0,-1 0-1 0 0,0 0 0 0 0,-1 0 0 0 0,-1-1 0 0 0,1 0 0 0 0,-2-1 1 0 0,1 1-1 0 0,-2-1 0 0 0,1 0 0 0 0,-2-1 0 0 0,0 1 1 0 0,3-20-1 0 0,-6 25 28 0 0,0 1 1 0 0,0 0 0 0 0,0-1-1 0 0,-1 1 1 0 0,0 0 0 0 0,0-1-1 0 0,-1 1 1 0 0,0 0 0 0 0,0 0-1 0 0,0 0 1 0 0,-1 0 0 0 0,1 1-1 0 0,-1-1 1 0 0,-6-6-1 0 0,3 4 7 0 0,-1 0-1 0 0,1 1 0 0 0,-2 0 0 0 0,1 1 0 0 0,-1-1 0 0 0,0 1 0 0 0,0 1 0 0 0,-14-7 0 0 0,2 3-59 0 0,0 0 1 0 0,0 2-1 0 0,-1 0 1 0 0,0 1-1 0 0,-1 2 1 0 0,1 0-1 0 0,-38-2 1 0 0,56 6-69 0 0,1 0-35 0 0,0-1 1 0 0,0 1-1 0 0,0 0 0 0 0,-1 0 1 0 0,1 0-1 0 0,0 0 1 0 0,0 0-1 0 0,0 1 0 0 0,0-1 1 0 0,0 0-1 0 0,0 1 1 0 0,0 0-1 0 0,0-1 0 0 0,0 1 1 0 0,0 0-1 0 0,0 0 1 0 0,1 0-1 0 0,-1 0 0 0 0,0 0 1 0 0,-2 3-1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6:29.32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 9218 0 0,'5'-1'1082'0'0,"0"1"-1"0"0,1-1 1 0 0,-1 1-1 0 0,0 1 1 0 0,6 0-1 0 0,10 2 215 0 0,-1 1-1 0 0,0 1 0 0 0,24 9 0 0 0,55 27-2629 0 0,-50-19-2138 0 0,-45-20 3108 0 0,1 0 0 0 0,0 0 0 0 0,0-1-1 0 0,1 1 1 0 0,-1-1 0 0 0,0 0 0 0 0,0 0 0 0 0,1-1-1 0 0,-1 0 1 0 0,0 0 0 0 0,1 0 0 0 0,-1 0 0 0 0,0-1-1 0 0,1 0 1 0 0,-1 0 0 0 0,0-1 0 0 0,0 1 0 0 0,0-1-1 0 0,0 0 1 0 0,0 0 0 0 0,0-1 0 0 0,6-4 0 0 0,-8 4 364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6:29.5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88 0 5985 0 0,'11'2'12347'0'0,"-10"32"-10107"0"0,-9 2-1614 0 0,-1 0 1 0 0,-21 49-1 0 0,18-58-736 0 0,2 1 0 0 0,1 1 0 0 0,2 0 0 0 0,-7 49 0 0 0,13-74-34 0 0,1 1 0 0 0,0 0 0 0 0,0-1 0 0 0,1 1 0 0 0,0-1 0 0 0,2 10 0 0 0,-3-13-376 0 0,1 1 0 0 0,0 0-1 0 0,-1-1 1 0 0,1 1-1 0 0,0-1 1 0 0,0 1 0 0 0,0-1-1 0 0,0 1 1 0 0,0-1 0 0 0,1 0-1 0 0,-1 0 1 0 0,0 0 0 0 0,3 2-1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6:29.9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0 163 7834 0 0,'5'-2'453'0'0,"0"-1"1"0"0,-1 1 0 0 0,1 0 0 0 0,0 0 0 0 0,0 0-1 0 0,1 1 1 0 0,-1-1 0 0 0,0 1 0 0 0,9 0 0 0 0,-12 1-248 0 0,0 0 0 0 0,0 0 1 0 0,-1 0-1 0 0,1 0 0 0 0,0 0 1 0 0,0 1-1 0 0,-1-1 0 0 0,1 1 1 0 0,0-1-1 0 0,-1 1 0 0 0,1 0 0 0 0,0 0 1 0 0,-1 0-1 0 0,1 0 0 0 0,-1 0 1 0 0,1 0-1 0 0,-1 0 0 0 0,0 0 1 0 0,0 0-1 0 0,1 1 0 0 0,-1-1 1 0 0,0 0-1 0 0,0 1 0 0 0,0-1 1 0 0,0 1-1 0 0,0-1 0 0 0,-1 1 1 0 0,1 0-1 0 0,0-1 0 0 0,-1 1 0 0 0,1 0 1 0 0,-1 1-1 0 0,1 3-113 0 0,1 0 0 0 0,-1-1 0 0 0,1 1 0 0 0,0-1 0 0 0,1 1-1 0 0,-1-1 1 0 0,5 7 0 0 0,-6-11-124 0 0,0 0-1 0 0,0 0 1 0 0,0 0 0 0 0,0 0-1 0 0,0 0 1 0 0,0-1-1 0 0,0 1 1 0 0,0 0-1 0 0,0 0 1 0 0,0-1-1 0 0,1 1 1 0 0,-1-1 0 0 0,0 1-1 0 0,0-1 1 0 0,1 0-1 0 0,-1 1 1 0 0,0-1-1 0 0,1 0 1 0 0,-1 0 0 0 0,0 0-1 0 0,1 0 1 0 0,-1 0-1 0 0,0 0 1 0 0,0 0-1 0 0,1-1 1 0 0,-1 1 0 0 0,0 0-1 0 0,1-1 1 0 0,-1 1-1 0 0,0-1 1 0 0,0 1-1 0 0,0-1 1 0 0,1 1 0 0 0,-1-1-1 0 0,0 0 1 0 0,0 0-1 0 0,0 0 1 0 0,1-1-1 0 0,7-6 92 0 0,-1 1 1 0 0,0-1-1 0 0,0-1 0 0 0,-1 0 0 0 0,0 0 0 0 0,-1 0 0 0 0,0-1 0 0 0,0 0 1 0 0,4-11-1 0 0,36-99 976 0 0,-42 108-893 0 0,-5 55 2348 0 0,-5 37-2495 0 0,-38 262 750 0 0,6-57-879 0 0,34-246-1636 0 0,-2 0-6069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6:31.76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71 514 3241 0 0,'-2'1'378'0'0,"-39"15"2949"0"0,40-15-3158 0 0,1-1 0 0 0,-1 0 0 0 0,0 0 0 0 0,0 1 0 0 0,0-1 0 0 0,1 0 0 0 0,-1 0 0 0 0,0 0 0 0 0,0 0 0 0 0,0 0 0 0 0,0 0 0 0 0,1 0 0 0 0,-1 0 0 0 0,0 0 0 0 0,0-1 0 0 0,0 1 0 0 0,0 0 0 0 0,1 0 0 0 0,-1-1 0 0 0,0 1 0 0 0,0-1 0 0 0,1 1 0 0 0,-1 0 0 0 0,0-1 0 0 0,1 1 0 0 0,-1-1 0 0 0,0 0 0 0 0,1 1 0 0 0,-1-1 0 0 0,1 1 0 0 0,-1-1 0 0 0,1 0 0 0 0,-1 0 0 0 0,1 1 0 0 0,0-1 0 0 0,-1 0 0 0 0,1 0 0 0 0,0 1 0 0 0,-1-1 0 0 0,1 0 0 0 0,0 0 0 0 0,0 0 0 0 0,0 1 0 0 0,0-1 0 0 0,0 0 0 0 0,0-1 0 0 0,0 1-13 0 0,0 0 0 0 0,0 0 0 0 0,1 0 0 0 0,-1 0 1 0 0,0 0-1 0 0,1 0 0 0 0,-1 1 0 0 0,1-1 0 0 0,-1 0 1 0 0,1 0-1 0 0,-1 1 0 0 0,1-1 0 0 0,-1 0 1 0 0,1 0-1 0 0,0 1 0 0 0,-1-1 0 0 0,1 1 0 0 0,0-1 1 0 0,0 1-1 0 0,1-2 0 0 0,27-10 610 0 0,41-4-1619 0 0,-56 13 1170 0 0,194-34-337 0 0,37-8 286 0 0,350-71 1754 0 0,-236 49-1138 0 0,-171 28-425 0 0,170-30 300 0 0,-314 63-603 0 0,-21 4-21 0 0,-1-1 0 0 0,0 0-1 0 0,-1-2 1 0 0,1-1 0 0 0,31-12 0 0 0,-51 17-226 0 0,-1 0 1 0 0,1-1 0 0 0,-1 1-1 0 0,1 0 1 0 0,-1-1 0 0 0,0 1-1 0 0,1-1 1 0 0,-1 1-1 0 0,0-1 1 0 0,0 1 0 0 0,0-1-1 0 0,0 0 1 0 0,0 0 0 0 0,-1 1-1 0 0,1-1 1 0 0,0 0 0 0 0,-1 0-1 0 0,0 0 1 0 0,1 0-1 0 0,-1 0 1 0 0,0 0 0 0 0,0 0-1 0 0,0 0 1 0 0,0 0 0 0 0,0 0-1 0 0,-1-2 1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6:32.38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16 126 1376 0 0,'-1'-1'143'0'0,"0"0"-1"0"0,0 0 1 0 0,1 0-1 0 0,-1 0 0 0 0,1 0 1 0 0,-1 0-1 0 0,1 0 1 0 0,-1 0-1 0 0,1 0 0 0 0,0 0 1 0 0,-1-1-1 0 0,1 1 1 0 0,0 0-1 0 0,0 0 1 0 0,0-1-1 0 0,0 1 0 0 0,0 0 1 0 0,0 0-1 0 0,0 0 1 0 0,1-1-1 0 0,-1 1 1 0 0,0 0-1 0 0,1 0 0 0 0,-1 0 1 0 0,1 0-1 0 0,-1 0 1 0 0,1 0-1 0 0,-1 0 0 0 0,1 0 1 0 0,0 0-1 0 0,1-2 1 0 0,29-31 2711 0 0,-25 28-2507 0 0,2-2 205 0 0,-5 4-482 0 0,0 1 0 0 0,0-1 0 0 0,1 0 0 0 0,0 1 0 0 0,0 0 1 0 0,0 0-1 0 0,0 0 0 0 0,0 0 0 0 0,0 0 0 0 0,1 1 0 0 0,0 0 0 0 0,5-2 0 0 0,-10 5 14 0 0,0-1 0 0 0,1 0 0 0 0,-1 1 0 0 0,0-1 0 0 0,1 1-1 0 0,-1-1 1 0 0,0 0 0 0 0,0 1 0 0 0,0-1 0 0 0,1 1 0 0 0,-1-1 0 0 0,0 1-1 0 0,0-1 1 0 0,0 1 0 0 0,0-1 0 0 0,0 1 0 0 0,0 0 0 0 0,0-1 0 0 0,0 1-1 0 0,0-1 1 0 0,0 1 0 0 0,0-1 0 0 0,0 1 0 0 0,0-1 0 0 0,0 1 0 0 0,-1-1-1 0 0,1 1 1 0 0,0-1 0 0 0,0 1 0 0 0,0-1 0 0 0,-1 0 0 0 0,1 1 0 0 0,0-1-1 0 0,-1 1 1 0 0,1-1 0 0 0,-1 1 0 0 0,-10 20 1688 0 0,-3 4-707 0 0,-8 13 283 0 0,-24 56 0 0 0,41-82-1154 0 0,1 0-1 0 0,0 1 1 0 0,1-1 0 0 0,0 1 0 0 0,1 0-1 0 0,0-1 1 0 0,1 1 0 0 0,1 0-1 0 0,1 18 1 0 0,-1-29-152 0 0,0 1 0 0 0,1-1 0 0 0,-1 0 0 0 0,1 0 0 0 0,-1 1 0 0 0,1-1 0 0 0,0 0 0 0 0,0 0 0 0 0,0 0 0 0 0,0 0 0 0 0,1 0 0 0 0,-1 0 0 0 0,0 0 0 0 0,1 0 0 0 0,-1-1 0 0 0,1 1 0 0 0,0 0 0 0 0,0-1 0 0 0,-1 1 0 0 0,4 1 0 0 0,0-1-11 0 0,-1 0 1 0 0,0-1-1 0 0,1 1 1 0 0,-1-1-1 0 0,1 0 1 0 0,-1 0-1 0 0,1-1 1 0 0,0 1-1 0 0,8-1 1 0 0,6-1-21 0 0,1-2-1 0 0,-1 0 1 0 0,34-10-1 0 0,84-33-2489 0 0,-88 28-4729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6:33.25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156 470 4145 0 0,'0'0'319'0'0,"-3"0"354"0"0,1-1 1 0 0,-1 0 0 0 0,1 0 0 0 0,-1 0 0 0 0,1 0-1 0 0,-1 0 1 0 0,1 0 0 0 0,-4-3 0 0 0,-8-4 1625 0 0,11 6-1949 0 0,1 1 0 0 0,0 1 1 0 0,-1-1-1 0 0,0 0 0 0 0,1 1 1 0 0,-1-1-1 0 0,1 1 0 0 0,-1 0 1 0 0,0-1-1 0 0,1 1 0 0 0,-1 1 1 0 0,0-1-1 0 0,1 0 0 0 0,-1 1 1 0 0,1-1-1 0 0,-1 1 0 0 0,-3 1 0 0 0,3 0-204 0 0,0 0 0 0 0,-1 1 0 0 0,1-1 0 0 0,0 1 0 0 0,0 0-1 0 0,1 0 1 0 0,-1 0 0 0 0,0 0 0 0 0,1 1 0 0 0,-4 6-1 0 0,1-2-120 0 0,1 0-1 0 0,0 0 0 0 0,1 0 0 0 0,0 1 1 0 0,0 0-1 0 0,1-1 0 0 0,0 1 0 0 0,0 0 1 0 0,1 0-1 0 0,0 1 0 0 0,1 11 0 0 0,0-18-17 0 0,0 1-1 0 0,0-1 0 0 0,1 0 0 0 0,0 1 0 0 0,-1-1 0 0 0,1 0 1 0 0,0 0-1 0 0,1 0 0 0 0,-1 0 0 0 0,0 0 0 0 0,1 0 0 0 0,0 0 0 0 0,-1 0 1 0 0,1 0-1 0 0,1-1 0 0 0,-1 1 0 0 0,0-1 0 0 0,0 1 0 0 0,1-1 0 0 0,0 0 1 0 0,-1 0-1 0 0,1 0 0 0 0,0 0 0 0 0,0-1 0 0 0,0 1 0 0 0,0-1 0 0 0,0 0 1 0 0,0 0-1 0 0,0 0 0 0 0,1 0 0 0 0,-1 0 0 0 0,0-1 0 0 0,6 1 1 0 0,-1 0-104 0 0,-1-1 1 0 0,0 0-1 0 0,1 0 1 0 0,-1 0 0 0 0,0-1-1 0 0,1 0 1 0 0,-1-1 0 0 0,0 1-1 0 0,0-1 1 0 0,0-1-1 0 0,0 1 1 0 0,0-1 0 0 0,0-1-1 0 0,-1 1 1 0 0,0-1 0 0 0,8-6-1 0 0,-9 6-5 0 0,0-1-1 0 0,0-1 1 0 0,-1 1 0 0 0,0 0-1 0 0,0-1 1 0 0,0 0 0 0 0,-1 0-1 0 0,1 0 1 0 0,-2-1 0 0 0,1 1-1 0 0,-1-1 1 0 0,0 1 0 0 0,0-1-1 0 0,0 0 1 0 0,-1 0 0 0 0,-1 0-1 0 0,1-10 1 0 0,-2-21-477 0 0,-1 1 0 0 0,-11-57 0 0 0,-3-26 543 0 0,14 64 261 0 0,2 35 540 0 0,0 0 0 0 0,-2 0-1 0 0,0 1 1 0 0,-1-1 0 0 0,-11-36-1 0 0,2 38 597 0 0,9 19-625 0 0,5 13-499 0 0,3 0-175 0 0,2 0 0 0 0,-1 0-1 0 0,1-1 1 0 0,1 0-1 0 0,0-1 1 0 0,14 15 0 0 0,11 17 170 0 0,130 237-920 0 0,-158-271 444 0 0,5 9-293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6:33.62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40 340 4785 0 0,'4'-10'9116'0'0,"10"-20"-5275"0"0,30-66-1764 0 0,-37 77-1843 0 0,-2 0 0 0 0,7-38 0 0 0,-11 52-206 0 0,0 0 1 0 0,-1 0-1 0 0,1 1 0 0 0,-1-1 1 0 0,0 0-1 0 0,-1 0 1 0 0,1 1-1 0 0,-1-1 0 0 0,0 0 1 0 0,0 0-1 0 0,0 1 1 0 0,-1-1-1 0 0,1 1 0 0 0,-1-1 1 0 0,0 1-1 0 0,-1 0 1 0 0,1 0-1 0 0,-4-4 0 0 0,5 6-29 0 0,0 1 0 0 0,-1-1 0 0 0,1 1 0 0 0,-1 0 0 0 0,0-1 0 0 0,1 1 0 0 0,-1 0 0 0 0,0 0 0 0 0,0 0 0 0 0,0 0 0 0 0,1 1 0 0 0,-1-1 0 0 0,0 0 0 0 0,0 1 0 0 0,0-1 0 0 0,0 1 0 0 0,0 0 0 0 0,0 0 0 0 0,0-1 0 0 0,0 2 0 0 0,-1-1 0 0 0,1 0 0 0 0,0 0 0 0 0,0 0 0 0 0,0 1 0 0 0,0-1 0 0 0,0 1 0 0 0,1 0 0 0 0,-1 0 0 0 0,0-1 0 0 0,0 1 0 0 0,0 0 0 0 0,0 1 0 0 0,1-1 0 0 0,-1 0 0 0 0,1 0 0 0 0,-3 3 0 0 0,1-1-5 0 0,-1 1 0 0 0,1 0 0 0 0,0 0 0 0 0,0 0 0 0 0,0 0 0 0 0,1 1 0 0 0,0-1 0 0 0,-1 1 0 0 0,2-1 0 0 0,-1 1 0 0 0,0 0 0 0 0,1 0 0 0 0,0 0 0 0 0,-1 6 0 0 0,2-3-11 0 0,0 1-1 0 0,1-1 0 0 0,0 1 1 0 0,0-1-1 0 0,1 0 0 0 0,0 1 0 0 0,0-1 1 0 0,1 0-1 0 0,0 0 0 0 0,1-1 0 0 0,0 1 1 0 0,0-1-1 0 0,0 1 0 0 0,1-1 0 0 0,0 0 1 0 0,0-1-1 0 0,1 1 0 0 0,0-1 0 0 0,0 0 1 0 0,0-1-1 0 0,1 0 0 0 0,0 0 0 0 0,0 0 1 0 0,12 5-1 0 0,-11-5-755 0 0,1-2 0 0 0,0 1 0 0 0,0-1 1 0 0,0 0-1 0 0,0-1 0 0 0,1 0 0 0 0,-1-1 0 0 0,13 1 1 0 0,5-3-5064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6:33.9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51 28 9218 0 0,'-4'3'389'0'0,"1"-1"0"0"0,0 1 1 0 0,0 0-1 0 0,0 1 0 0 0,0-1 0 0 0,1 0 1 0 0,-1 1-1 0 0,1-1 0 0 0,0 1 1 0 0,0 0-1 0 0,0 0 0 0 0,1 0 0 0 0,-1 0 1 0 0,1 0-1 0 0,-2 8 0 0 0,0 4 546 0 0,-1 1 0 0 0,0 30 0 0 0,3-38-757 0 0,1 0 1 0 0,1 0 0 0 0,0 0-1 0 0,0 0 1 0 0,0-1 0 0 0,1 1-1 0 0,1 0 1 0 0,-1-1 0 0 0,2 1-1 0 0,-1-1 1 0 0,1 0 0 0 0,0 0-1 0 0,0 0 1 0 0,9 10 0 0 0,-10-14-151 0 0,1 0 0 0 0,1 0 0 0 0,-1 0-1 0 0,0 0 1 0 0,1-1 0 0 0,0 1 0 0 0,0-1 0 0 0,0 0 0 0 0,0-1 0 0 0,0 1 0 0 0,1-1 0 0 0,-1 0 0 0 0,1-1 0 0 0,-1 1-1 0 0,1-1 1 0 0,0 0 0 0 0,0 0 0 0 0,0-1 0 0 0,-1 0 0 0 0,1 0 0 0 0,0 0 0 0 0,0-1 0 0 0,6-1 0 0 0,-1 0-38 0 0,0-1 0 0 0,0 0 0 0 0,-1 0 0 0 0,1-1 1 0 0,-1 0-1 0 0,0-1 0 0 0,0 0 0 0 0,-1-1 1 0 0,1 0-1 0 0,10-9 0 0 0,-16 12 44 0 0,-1 0 1 0 0,1-1-1 0 0,-1 1 1 0 0,0-1 0 0 0,0 1-1 0 0,-1-1 1 0 0,1 0-1 0 0,-1 0 1 0 0,1 0-1 0 0,-1-1 1 0 0,-1 1-1 0 0,1 0 1 0 0,-1-1-1 0 0,1 1 1 0 0,-1-1-1 0 0,0 0 1 0 0,-1 1-1 0 0,1-1 1 0 0,-1 0-1 0 0,0 1 1 0 0,0-1-1 0 0,-1 0 1 0 0,1 1-1 0 0,-1-1 1 0 0,0 1-1 0 0,-2-7 1 0 0,-2-1-41 0 0,0 1 0 0 0,-1 0-1 0 0,0 0 1 0 0,-1 1 0 0 0,0 0 0 0 0,-1 0 0 0 0,0 0 0 0 0,0 1 0 0 0,-1 0 0 0 0,0 1 0 0 0,-1 0 0 0 0,0 0-1 0 0,-11-6 1 0 0,10 8-1400 0 0,0 0 0 0 0,0 0 0 0 0,0 1 0 0 0,-16-4 0 0 0,8 4-5181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6:34.23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6913 0 0,'37'24'4435'0'0,"1"-2"0"0"0,63 29 0 0 0,-95-49-4578 0 0,51 21 2940 0 0,-27-18-3864 0 0,-2-9-5881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6:34.54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99 1 7370 0 0,'1'1'154'0'0,"0"0"0"0"0,0 0 0 0 0,-1 0 0 0 0,1 1 0 0 0,0-1 0 0 0,-1 0 0 0 0,1 1 0 0 0,-1-1 0 0 0,0 0 0 0 0,1 1 0 0 0,-1-1 0 0 0,0 0 0 0 0,0 1 0 0 0,0-1 0 0 0,0 1 0 0 0,0-1 0 0 0,0 0 0 0 0,0 1 0 0 0,-1-1 0 0 0,1 0 0 0 0,0 1 0 0 0,-1-1 0 0 0,1 0 0 0 0,-1 1 0 0 0,-1 1 0 0 0,-23 41 3072 0 0,8-15-1224 0 0,7-2-1589 0 0,0 0 0 0 0,-7 39-1 0 0,-2 57-4265 0 0,16-98-1308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6:35.05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365 20 2737 0 0,'8'-20'11358'0'0,"-13"22"-10391"0"0,4-2-871 0 0,0 1-1 0 0,0-1 1 0 0,0 1 0 0 0,0 0 0 0 0,0-1-1 0 0,-1 1 1 0 0,1 0 0 0 0,0 0 0 0 0,0 0-1 0 0,1-1 1 0 0,-1 1 0 0 0,0 0 0 0 0,0 0-1 0 0,0 0 1 0 0,1 1 0 0 0,-1-1 0 0 0,0 0-1 0 0,1 0 1 0 0,-1 0 0 0 0,1 0 0 0 0,0 1-1 0 0,-1 1 1 0 0,0 1 84 0 0,1 1 0 0 0,0-1 0 0 0,0 1-1 0 0,1-1 1 0 0,-1 1 0 0 0,1-1 0 0 0,1 5 0 0 0,1 2 29 0 0,1 0-1 0 0,-1 0 1 0 0,2 0 0 0 0,-1 0 0 0 0,1-1 0 0 0,1 1 0 0 0,9 11 0 0 0,-14-19-168 0 0,1-1 0 0 0,-1 0 0 0 0,1 0 0 0 0,0 0 0 0 0,-1-1 1 0 0,1 1-1 0 0,0 0 0 0 0,0-1 0 0 0,0 1 0 0 0,0-1 0 0 0,1 1 0 0 0,-1-1 0 0 0,0 0 0 0 0,0 0 0 0 0,1 0 1 0 0,-1 0-1 0 0,1-1 0 0 0,-1 1 0 0 0,1-1 0 0 0,-1 1 0 0 0,1-1 0 0 0,-1 0 0 0 0,1 0 0 0 0,-1 0 0 0 0,1 0 1 0 0,-1 0-1 0 0,1-1 0 0 0,-1 1 0 0 0,1-1 0 0 0,-1 0 0 0 0,1 0 0 0 0,-1 0 0 0 0,0 0 0 0 0,1 0 0 0 0,-1 0 1 0 0,0 0-1 0 0,0-1 0 0 0,0 1 0 0 0,3-4 0 0 0,-3 3-56 0 0,-1 1 1 0 0,1-1-1 0 0,-1 0 1 0 0,1 0-1 0 0,-1 0 1 0 0,0 0-1 0 0,0 0 0 0 0,0 0 1 0 0,0-1-1 0 0,-1 1 1 0 0,1 0-1 0 0,0-1 0 0 0,-1 1 1 0 0,0 0-1 0 0,1-1 1 0 0,-1 1-1 0 0,0 0 0 0 0,0-1 1 0 0,-1 1-1 0 0,1 0 1 0 0,0-1-1 0 0,-1 1 1 0 0,1 0-1 0 0,-1 0 0 0 0,0-1 1 0 0,-1-1-1 0 0,-1-5 80 0 0,0 0 0 0 0,-1 1 0 0 0,-1 0 0 0 0,1-1 0 0 0,-8-8 0 0 0,11 25 174 0 0,0 0-1 0 0,1 0 1 0 0,-1 0-1 0 0,3 11 1 0 0,-2-18-209 0 0,1 38 116 0 0,-2 1 0 0 0,-1-1 0 0 0,-1 1 0 0 0,-3-1-1 0 0,-1 0 1 0 0,-2 0 0 0 0,-2-1 0 0 0,-1-1 0 0 0,-32 68 0 0 0,9-39-102 0 0,-2-1 1 0 0,-3-1 0 0 0,-3-3-1 0 0,-87 96 1 0 0,116-143-1086 0 0,-30 24 1 0 0,16-18-7171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4:06.58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3574 38 2304 0 0,'-5'-4'225'0'0,"0"0"0"0"0,0 0 0 0 0,0 1 0 0 0,-1-1 0 0 0,0 1-1 0 0,0 1 1 0 0,0-1 0 0 0,0 1 0 0 0,0 0 0 0 0,0 0-1 0 0,-1 1 1 0 0,1-1 0 0 0,-1 2 0 0 0,1-1 0 0 0,-1 1-1 0 0,1 0 1 0 0,-1 0 0 0 0,-8 2 0 0 0,-8 1 87 0 0,1 1 1 0 0,-1 1-1 0 0,-38 15 1 0 0,30-10 123 0 0,0-1 0 0 0,-1-1 0 0 0,0-2 0 0 0,0-1 0 0 0,0-2 0 0 0,-1-1 0 0 0,-34-3 0 0 0,-229 4 1989 0 0,167-5-1800 0 0,29 1 227 0 0,-167-22-1 0 0,230 17-967 0 0,-1 3 0 0 0,1 1-1 0 0,-38 3 1 0 0,-110 17-628 0 0,78-6 569 0 0,-137-9 317 0 0,37-2-124 0 0,121 5-201 0 0,17 1 1009 0 0,0-4 0 0 0,-116-10 0 0 0,147 5-708 0 0,0 1 0 0 0,0 3 0 0 0,0 0 0 0 0,0 3 0 0 0,-54 13 0 0 0,7-2 464 0 0,-85-1 1227 0 0,23-4-1554 0 0,118-8-495 0 0,0-2-1 0 0,0-1 1 0 0,0-1-1 0 0,1-1 1 0 0,-36-8-1 0 0,56 9-1642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5:40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451 111 4609 0 0,'-4'-4'195'0'0,"0"0"-1"0"0,0 1 1 0 0,0-1 0 0 0,-1 1 0 0 0,1 0-1 0 0,-1 0 1 0 0,0 0 0 0 0,0 1-1 0 0,0 0 1 0 0,0 0 0 0 0,0 0-1 0 0,-1 0 1 0 0,1 1 0 0 0,0 0 0 0 0,-1 0-1 0 0,-7 0 1 0 0,5 2-35 0 0,0-1 0 0 0,0 1 0 0 0,1 1 0 0 0,-1 0 0 0 0,0 0 0 0 0,1 0 1 0 0,-1 1-1 0 0,1 0 0 0 0,0 0 0 0 0,-9 6 0 0 0,-9 9 290 0 0,1 0 0 0 0,1 1 0 0 0,1 1 0 0 0,-37 44 1 0 0,47-49-299 0 0,0 1 1 0 0,0 0-1 0 0,2 1 1 0 0,0 0 0 0 0,1 1-1 0 0,1 0 1 0 0,0 0 0 0 0,1 1-1 0 0,2 0 1 0 0,-8 38 0 0 0,8-19 182 0 0,2 1 0 0 0,2-1 0 0 0,1 1 1 0 0,9 63-1 0 0,-8-95-370 0 0,33 205-188 0 0,-27-185 213 0 0,1 1-1 0 0,1-1 1 0 0,2-1 0 0 0,0 1 0 0 0,23 36 0 0 0,-14-31 103 0 0,2-2 0 0 0,0 0-1 0 0,41 40 1 0 0,-45-53-72 0 0,0-1 1 0 0,1-1-1 0 0,1-1 0 0 0,0 0 1 0 0,1-2-1 0 0,33 15 0 0 0,-25-15-36 0 0,1-1-1 0 0,1-1 1 0 0,-1-2-1 0 0,1-1 1 0 0,1-1-1 0 0,-1-2 1 0 0,1-2-1 0 0,0 0 1 0 0,0-2-1 0 0,0-1 1 0 0,0-2-1 0 0,33-7 1 0 0,-38 4-39 0 0,1 0 0 0 0,-1-2 0 0 0,0-1 0 0 0,0-1 1 0 0,43-23-1 0 0,-50 21 44 0 0,-1-1 1 0 0,-1 0-1 0 0,0-1 0 0 0,0-1 1 0 0,-2-1-1 0 0,0-1 0 0 0,22-29 1 0 0,-15 14 226 0 0,-1 0 1 0 0,-1-2 0 0 0,-2-1-1 0 0,-2 0 1 0 0,22-64-1 0 0,-31 73-122 0 0,-2 1 0 0 0,0-1 0 0 0,-2 0 0 0 0,-1-1-1 0 0,-1 1 1 0 0,-2-1 0 0 0,0 1 0 0 0,-2 0 0 0 0,-6-38 0 0 0,-2 17-116 0 0,-1 1 0 0 0,-3 1 0 0 0,-2 0 0 0 0,-32-66 0 0 0,30 78 136 0 0,-2 0-1 0 0,0 2 0 0 0,-3 0 1 0 0,0 2-1 0 0,-2 0 0 0 0,-34-30 1 0 0,42 43 18 0 0,-2 0-1 0 0,0 2 1 0 0,-1 0 0 0 0,0 1 0 0 0,-1 1 0 0 0,0 1-1 0 0,-1 1 1 0 0,-28-9 0 0 0,35 14-63 0 0,0 2-1 0 0,-1 0 1 0 0,1 1 0 0 0,-1 0-1 0 0,0 1 1 0 0,1 1 0 0 0,-1 0 0 0 0,0 2-1 0 0,1-1 1 0 0,-1 2 0 0 0,1 0 0 0 0,0 1-1 0 0,-24 9 1 0 0,20-5-321 0 0,1 0 0 0 0,1 1 0 0 0,0 1 0 0 0,0 1 0 0 0,1 0 0 0 0,0 1 0 0 0,1 1 0 0 0,0 0 0 0 0,1 1 0 0 0,-15 20 0 0 0,8-4-6033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8:44.9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84 206 5985 0 0,'-5'-5'495'0'0,"0"1"1"0"0,-1 0-1 0 0,0 0 0 0 0,0 0 0 0 0,-10-4 0 0 0,14 7-325 0 0,1 0 0 0 0,-1 0 0 0 0,0 1 0 0 0,0-1 0 0 0,0 1 0 0 0,0 0 0 0 0,1-1 0 0 0,-1 1 0 0 0,0 0 0 0 0,0 0 0 0 0,-3 0 0 0 0,4 1-65 0 0,0-1 0 0 0,0 0 1 0 0,1 1-1 0 0,-1-1 0 0 0,0 0 0 0 0,0 1 1 0 0,1-1-1 0 0,-1 1 0 0 0,0-1 0 0 0,1 1 1 0 0,-1-1-1 0 0,0 1 0 0 0,1 0 0 0 0,-1-1 1 0 0,1 1-1 0 0,-1 0 0 0 0,1 0 0 0 0,-1-1 1 0 0,1 1-1 0 0,0 0 0 0 0,-1 0 0 0 0,1-1 1 0 0,0 1-1 0 0,0 0 0 0 0,-1 0 0 0 0,1 1 1 0 0,0-1-82 0 0,0 0 0 0 0,0-1 0 0 0,0 1 0 0 0,0 0 0 0 0,0-1 0 0 0,1 1 1 0 0,-1 0-1 0 0,0-1 0 0 0,0 1 0 0 0,1-1 0 0 0,-1 1 0 0 0,0 0 0 0 0,1-1 1 0 0,-1 1-1 0 0,0-1 0 0 0,1 1 0 0 0,-1-1 0 0 0,1 1 0 0 0,-1-1 0 0 0,1 1 1 0 0,-1-1-1 0 0,1 1 0 0 0,0-1 0 0 0,-1 0 0 0 0,1 1 0 0 0,-1-1 0 0 0,1 0 1 0 0,0 0-1 0 0,-1 1 0 0 0,1-1 0 0 0,0 0 0 0 0,-1 0 0 0 0,1 0 0 0 0,0 0 1 0 0,-1 0-1 0 0,1 0 0 0 0,1 0 0 0 0,34 1 923 0 0,-24-1-69 0 0,17 2-422 0 0,0-3 1 0 0,0 0-1 0 0,37-7 1 0 0,88-24 251 0 0,-30 5 118 0 0,131-31 414 0 0,2-1-526 0 0,-202 49-620 0 0,1 3-1 0 0,98 1 1 0 0,-4 12-5 0 0,103 1 29 0 0,-177-4 129 0 0,-1 4 0 0 0,0 3-1 0 0,112 30 1 0 0,51 2 43 0 0,-10-1-152 0 0,-222-40-133 0 0,0 0-1 0 0,0-1 1 0 0,0 1-1 0 0,0-1 1 0 0,0-1-1 0 0,0 1 1 0 0,0-1-1 0 0,0 0 1 0 0,0 0-1 0 0,-1-1 1 0 0,1 1-1 0 0,0-1 1 0 0,-1-1-1 0 0,1 1 1 0 0,-1-1-1 0 0,0 0 1 0 0,0 0-1 0 0,7-6 1 0 0,-7 5-377 0 0,0-1 0 0 0,-1 1-1 0 0,0-1 1 0 0,0 1 0 0 0,0-1 0 0 0,5-8 0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8:45.5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 13 6913 0 0,'-29'-8'92'0'0,"27"6"497"0"0,-1 1-1 0 0,0 0 1 0 0,-15 6 7055 0 0,29 18-6796 0 0,-10-22-771 0 0,11 18 18 0 0,1-1 0 0 0,0-1 0 0 0,2 0 0 0 0,0-1-1 0 0,1 0 1 0 0,0-1 0 0 0,1-1 0 0 0,1-1 0 0 0,0 0 0 0 0,1-2 0 0 0,0 0 0 0 0,1-1 0 0 0,0 0 0 0 0,34 9 0 0 0,-40-14-42 0 0,0 1 0 0 0,0 0-1 0 0,-1 1 1 0 0,1 0 0 0 0,-2 1 0 0 0,1 1 0 0 0,-1 0-1 0 0,0 0 1 0 0,17 20 0 0 0,-25-25-32 0 0,0 1-1 0 0,-1-1 1 0 0,0 1-1 0 0,0-1 1 0 0,0 1-1 0 0,-1 0 1 0 0,1 0-1 0 0,-1 0 1 0 0,0 1 0 0 0,-1-1-1 0 0,1 0 1 0 0,-1 1-1 0 0,0-1 1 0 0,-1 1-1 0 0,1-1 1 0 0,-1 1-1 0 0,0-1 1 0 0,0 1-1 0 0,-1-1 1 0 0,0 1-1 0 0,0-1 1 0 0,0 1 0 0 0,0-1-1 0 0,-1 0 1 0 0,0 1-1 0 0,0-1 1 0 0,-1 0-1 0 0,1 0 1 0 0,-5 6-1 0 0,-34 48 1149 0 0,-68 76-1 0 0,63-81-875 0 0,33-41-239 0 0,-1 0 0 0 0,1-2-1 0 0,-2 0 1 0 0,0 0 0 0 0,0-1-1 0 0,-1-1 1 0 0,-19 8 0 0 0,2 1-153 0 0,27-14-149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8:46.2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103 125 6913 0 0,'-13'-11'666'0'0,"0"0"-1"0"0,1-1 0 0 0,1 0 0 0 0,0-1 0 0 0,0 0 1 0 0,-20-39 5401 0 0,41 59-4788 0 0,13 14-877 0 0,19 37 699 0 0,45 81 0 0 0,-55-84-701 0 0,1-2-1 0 0,53 63 1 0 0,283 370 460 0 0,-338-442-801 0 0,50 56-158 0 0,-43-60-3281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8:46.4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5 500 2761 0 0,'-1'-3'141'0'0,"0"1"0"0"0,0-1 0 0 0,1 1 0 0 0,-1-1 0 0 0,1 1 0 0 0,-1-1 0 0 0,1 1 0 0 0,0-1 0 0 0,0 1 0 0 0,0-1 0 0 0,0 0 0 0 0,1 1 0 0 0,-1-1 0 0 0,1 1 0 0 0,-1-1 0 0 0,1 1 0 0 0,1-4 0 0 0,23-46 2194 0 0,-18 39-1749 0 0,8-13 951 0 0,0 1 0 0 0,2 0 0 0 0,24-25 0 0 0,65-65 846 0 0,-92 101-2348 0 0,11-11-528 0 0,1 2 0 0 0,1 0 0 0 0,35-22 0 0 0,-37 30-4895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8:46.7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1 249 10594 0 0,'10'-9'472'0'0,"-4"3"96"0"0,1-2-455 0 0,-1 0-113 0 0,-2 4 0 0 0,2-2 0 0 0,2-1 96 0 0,5-7 0 0 0,9-6 0 0 0,5-6 0 0 0,2-1 48 0 0,-3 2 8 0 0,-2 5 0 0 0,-1 0 0 0 0,0 4-1088 0 0,0 3-217 0 0,1 3-47 0 0,-5 0-8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8:46.9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14283 0 0,'11'15'2029'0'0,"-1"1"-1"0"0,13 24 1 0 0,42 68-1522 0 0,-54-93-682 0 0,38 47 265 0 0,-12-26-3939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8:47.2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0 10594 0 0,'-6'0'472'0'0,"4"0"96"0"0,1 0-455 0 0,5 6-1946 0 0,2 0 785 0 0,1 4-8 0 0,5 1 880 0 0,1 2 176 0 0,2 0 0 0 0,0 0 72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8:47.5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1 155 1376 0 0,'27'30'7059'0'0,"0"5"-4107"0"0,36 40-1202 0 0,-63-74-1738 0 0,1 0-1 0 0,0-1 0 0 0,-1 1 0 0 0,1 0 0 0 0,-1 0 1 0 0,1-1-1 0 0,0 1 0 0 0,0-1 0 0 0,-1 1 0 0 0,1 0 1 0 0,0-1-1 0 0,0 1 0 0 0,0-1 0 0 0,-1 0 0 0 0,1 1 0 0 0,0-1 1 0 0,0 0-1 0 0,0 1 0 0 0,0-1 0 0 0,0 0 0 0 0,0 0 1 0 0,0 0-1 0 0,0 0 0 0 0,0 0 0 0 0,0 0 0 0 0,0 0 1 0 0,0 0-1 0 0,1-1 0 0 0,-1 1-10 0 0,0-2 0 0 0,-1 1 0 0 0,1 0 0 0 0,0 0 1 0 0,0 0-1 0 0,-1 0 0 0 0,1 0 0 0 0,0-1 0 0 0,-1 1 0 0 0,1 0 0 0 0,-1 0 0 0 0,0-1 0 0 0,1 1 1 0 0,-1 0-1 0 0,0-1 0 0 0,0-1 0 0 0,1-9 132 0 0,-1 0 0 0 0,0 0-1 0 0,-3-14 1 0 0,-3-8 368 0 0,-6-49 458 0 0,11 76-847 0 0,1-1 1 0 0,0 1-1 0 0,1 0 1 0 0,-1-1-1 0 0,1 1 0 0 0,1 0 1 0 0,-1-1-1 0 0,5-9 1 0 0,-6 15-80 0 0,1 1 1 0 0,0-1 0 0 0,-1 0 0 0 0,1 1 0 0 0,0-1 0 0 0,0 1 0 0 0,0 0 0 0 0,0-1 0 0 0,0 1 0 0 0,1 0-1 0 0,-1 0 1 0 0,0-1 0 0 0,1 1 0 0 0,-1 0 0 0 0,1 0 0 0 0,-1 1 0 0 0,1-1 0 0 0,-1 0 0 0 0,1 0 0 0 0,-1 1 0 0 0,4-2-1 0 0,-2 2 24 0 0,0 0-1 0 0,0 0 0 0 0,0 0 0 0 0,-1 0 0 0 0,1 1 0 0 0,0-1 0 0 0,0 1 0 0 0,0 0 0 0 0,0-1 0 0 0,0 1 1 0 0,4 3-1 0 0,5 2 111 0 0,1 2 0 0 0,-2-1 0 0 0,1 2 0 0 0,10 9 0 0 0,-20-16-157 0 0,62 57-2425 0 0,-48-43-3524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8:47.9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89 52 5529 0 0,'-12'-23'2024'0'0,"11"21"-1478"0"0,0-1-1 0 0,-1 0 1 0 0,1 1 0 0 0,0-1-1 0 0,-1 1 1 0 0,1-1 0 0 0,-1 1-1 0 0,0 0 1 0 0,-2-3 0 0 0,3 5-423 0 0,0 0 1 0 0,0-1 0 0 0,0 1-1 0 0,0 0 1 0 0,0 0-1 0 0,0-1 1 0 0,0 1 0 0 0,1 0-1 0 0,-1 0 1 0 0,0 0 0 0 0,0 0-1 0 0,0 0 1 0 0,0 1-1 0 0,0-1 1 0 0,0 0 0 0 0,0 0-1 0 0,0 1 1 0 0,0-1-1 0 0,0 0 1 0 0,0 1 0 0 0,0-1-1 0 0,0 1 1 0 0,0-1-1 0 0,1 1 1 0 0,-1-1 0 0 0,0 1-1 0 0,0 0 1 0 0,1-1 0 0 0,-1 1-1 0 0,0 0 1 0 0,1 0-1 0 0,-2 1 1 0 0,-1 3 29 0 0,-1 0 0 0 0,1 0 0 0 0,0 0-1 0 0,0 0 1 0 0,1 0 0 0 0,0 1 0 0 0,0 0 0 0 0,0-1 0 0 0,0 1 0 0 0,1 0 0 0 0,0 0-1 0 0,0-1 1 0 0,1 1 0 0 0,-1 7 0 0 0,1 10-13 0 0,1 0 0 0 0,4 28 0 0 0,-4-44-112 0 0,0-1 0 0 0,0 0 1 0 0,1 1-1 0 0,0-1 1 0 0,0 0-1 0 0,0 0 0 0 0,1 0 1 0 0,0 0-1 0 0,0-1 1 0 0,0 1-1 0 0,1-1 0 0 0,-1 0 1 0 0,1 0-1 0 0,1 0 1 0 0,8 8-1 0 0,-9-10 37 0 0,0-1 0 0 0,1 1-1 0 0,0-1 1 0 0,0 1 0 0 0,-1-1 0 0 0,1-1-1 0 0,0 1 1 0 0,1-1 0 0 0,-1 0 0 0 0,0 0-1 0 0,0 0 1 0 0,1-1 0 0 0,-1 0 0 0 0,0 0-1 0 0,0 0 1 0 0,1 0 0 0 0,-1-1 0 0 0,0 0-1 0 0,9-3 1 0 0,-2 0 79 0 0,0 0-1 0 0,0-1 0 0 0,-1-1 0 0 0,1 0 1 0 0,-1 0-1 0 0,0-1 0 0 0,-1-1 1 0 0,0 0-1 0 0,13-13 0 0 0,7-9-1071 0 0,37-51-1 0 0,-46 51-6643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8:41.3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155 64 1840 0 0,'-27'-26'1206'0'0,"21"19"7"0"0,0 1 0 0 0,-1-1 0 0 0,-13-9 0 0 0,19 16-976 0 0,-1 0 0 0 0,1-1 0 0 0,0 1-1 0 0,0 0 1 0 0,-1 0 0 0 0,1 0 0 0 0,0 0 0 0 0,-1 0 0 0 0,1 0 0 0 0,0 0 0 0 0,-1 1 0 0 0,1-1 0 0 0,0 0 0 0 0,-1 1 0 0 0,1-1 0 0 0,0 1 0 0 0,0-1 0 0 0,0 1 0 0 0,0 0 0 0 0,-1 0-1 0 0,1-1 1 0 0,0 1 0 0 0,0 0 0 0 0,0 0 0 0 0,1 0 0 0 0,-2 1 0 0 0,-27 31 690 0 0,26-30-674 0 0,0 2-199 0 0,0 0 0 0 0,1 0 0 0 0,-1-1 0 0 0,1 2-1 0 0,0-1 1 0 0,0 0 0 0 0,0 0 0 0 0,1 1 0 0 0,0-1-1 0 0,0 1 1 0 0,0 8 0 0 0,0 9 127 0 0,5 36 0 0 0,-1-14 44 0 0,47 598 1201 0 0,-44-589-1460 0 0,2 23 47 0 0,44 524 838 0 0,-50-237-588 0 0,-4-94 196 0 0,16-38 296 0 0,-1 34-111 0 0,10 41 505 0 0,-11-208-1060 0 0,-3 171 1 0 0,-33-55 16 0 0,8-99-20 0 0,5 145 232 0 0,11-248-316 0 0,1 48 46 0 0,1-23 32 0 0,-3 1 0 0 0,-5 38 0 0 0,-23 79 368 0 0,-3 24-184 0 0,31-179-523 0 0,-1 42 1070 0 0,8-25-2066 0 0,1-14-1643 0 0,-6-4 2691 0 0,-1 0 0 0 0,1 0 0 0 0,-1 0 0 0 0,1 0 1 0 0,-1 0-1 0 0,1 0 0 0 0,0 0 0 0 0,-1 0 0 0 0,1 0 0 0 0,-1 0 0 0 0,1-1 0 0 0,-1 1 0 0 0,1 0 0 0 0,-1 0 0 0 0,2-1 0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8:42.0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55 5065 0 0,'32'5'3324'0'0,"-14"0"-2271"0"0,-10-5-941 0 0,-1 1-1 0 0,1-2 1 0 0,-1 1-1 0 0,1-1 1 0 0,-1 0-1 0 0,13-4 1 0 0,19-2 827 0 0,94-6 1597 0 0,135-7-739 0 0,133 7-1481 0 0,-160 9-263 0 0,175 4 1239 0 0,133 46 659 0 0,-412-39-1886 0 0,-117-8 137 0 0,-1 0-1 0 0,1-2 1 0 0,0 0 0 0 0,35-11-1 0 0,-38 12 22 0 0,-17 2-250 0 0,1 1 0 0 0,-1-1 0 0 0,0 0-1 0 0,0 0 1 0 0,1 0 0 0 0,-1 0 0 0 0,0 1 0 0 0,0-1 0 0 0,0 0-1 0 0,1 0 1 0 0,-1 0 0 0 0,0 1 0 0 0,0-1 0 0 0,0 0-1 0 0,0 0 1 0 0,1 1 0 0 0,-1-1 0 0 0,0 0 0 0 0,0 0 0 0 0,0 1-1 0 0,0-1 1 0 0,0 0 0 0 0,0 1 0 0 0,0-1 0 0 0,0 0-1 0 0,0 0 1 0 0,0 1 0 0 0,0-1 0 0 0,0 0 0 0 0,0 1 0 0 0,-12 28-4419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8:43.4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2273 1 7370 0 0,'1'0'189'0'0,"0"0"1"0"0,1 0-1 0 0,-1 1 1 0 0,0-1 0 0 0,0 0-1 0 0,0 1 1 0 0,0 0 0 0 0,1-1-1 0 0,-1 1 1 0 0,0-1 0 0 0,0 1-1 0 0,0 0 1 0 0,0 0-1 0 0,-1 0 1 0 0,1 0 0 0 0,0 0-1 0 0,0 0 1 0 0,0 0 0 0 0,-1 0-1 0 0,1 0 1 0 0,0 0 0 0 0,-1 0-1 0 0,1 0 1 0 0,-1 0-1 0 0,1 0 1 0 0,-1 1 0 0 0,0-1-1 0 0,0 0 1 0 0,1 0 0 0 0,-1 0-1 0 0,0 1 1 0 0,0-1 0 0 0,0 0-1 0 0,0 0 1 0 0,0 1-1 0 0,-1 1 1 0 0,0 11 543 0 0,0 0 0 0 0,-5 21-1 0 0,3-18-274 0 0,-14 120 743 0 0,5 1 0 0 0,12 242-1 0 0,106 549-1200 0 0,-80-755 268 0 0,5 284 1 0 0,-28-381 70 0 0,4 0 1 0 0,26 113 0 0 0,55 146-338 0 0,-66-259 17 0 0,2 32 45 0 0,21 225 0 0 0,-38-265 42 0 0,5 253 6 0 0,-6-74-418 0 0,-4-222 544 0 0,1-1-1 0 0,9 35 1 0 0,-12-50-230 0 0,-9 5-5 0 0,-19 9-13 0 0,-2 2 0 0 0,27-23 5 0 0,0 0 1 0 0,0 0 0 0 0,0 0-1 0 0,0 0 1 0 0,-1-1-1 0 0,1 1 1 0 0,-1-1-1 0 0,0 0 1 0 0,0 0-1 0 0,0 0 1 0 0,-5 1-1 0 0,-49 11-94 0 0,0 0 44 0 0,17 2 55 0 0,28-10 0 0 0,-1 0 0 0 0,0-1 0 0 0,0 0 0 0 0,-1-2 0 0 0,1 1 0 0 0,-1-2 0 0 0,-23 2 0 0 0,21-4 1 0 0,-1 2 0 0 0,1-1 0 0 0,0 2 0 0 0,0 0 0 0 0,-20 7 0 0 0,0 4-44 0 0,-42 21 0 0 0,62-29 32 0 0,0 0 0 0 0,-1-1 0 0 0,0-1 0 0 0,0 0 0 0 0,0-2 0 0 0,-22 2 0 0 0,15-2-13 0 0,1 1 0 0 0,-40 10-1 0 0,13 2-20 0 0,-3 3-106 0 0,0-3 0 0 0,-1-3-1 0 0,-79 9 1 0 0,82-15 19 0 0,-82 20 1 0 0,-29 5-86 0 0,131-30 190 0 0,1-1 1 0 0,0-2 0 0 0,-1-1-1 0 0,1-1 1 0 0,-51-15 0 0 0,-7 0-8 0 0,63 15 113 0 0,-1 1 1 0 0,0 1 0 0 0,0 2 0 0 0,0 1 0 0 0,0 0-1 0 0,-37 8 1 0 0,3 5 208 0 0,-96 35-1 0 0,119-36-223 0 0,-47 10 0 0 0,74-20-63 0 0,-1-1 0 0 0,0-1 0 0 0,1 0 1 0 0,-1 0-1 0 0,0-1 0 0 0,0-1 0 0 0,0 0 1 0 0,-20-4-1 0 0,29 4-45 0 0,1 0 1 0 0,-1 0 0 0 0,0 0-1 0 0,1 0 1 0 0,-1-1-1 0 0,1 1 1 0 0,0-1-1 0 0,-1 0 1 0 0,1 1 0 0 0,0-1-1 0 0,0 0 1 0 0,0 0-1 0 0,0 0 1 0 0,0-1 0 0 0,1 1-1 0 0,-1 0 1 0 0,1-1-1 0 0,-3-4 1 0 0,1-1-375 0 0,0-1 1 0 0,1 1-1 0 0,0-1 1 0 0,-1-14-1 0 0,-2-8-638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8:50.0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204 27 6497 0 0,'-1'-1'16'0'0,"1"0"-1"0"0,0 0 1 0 0,0 0-1 0 0,0 0 0 0 0,0-1 1 0 0,-1 1-1 0 0,1 0 0 0 0,-1 0 1 0 0,1 0-1 0 0,-1 0 1 0 0,1 0-1 0 0,-1 0 0 0 0,1 0 1 0 0,-1 0-1 0 0,0 0 0 0 0,0 0 1 0 0,1 0-1 0 0,-1 0 1 0 0,0 0-1 0 0,0 1 0 0 0,0-1 1 0 0,0 0-1 0 0,0 1 0 0 0,0-1 1 0 0,0 1-1 0 0,0-1 1 0 0,0 1-1 0 0,0-1 0 0 0,-1 1 1 0 0,1 0-1 0 0,-2-1 0 0 0,0 2 2 0 0,0 0 1 0 0,0 0-1 0 0,1 0 0 0 0,-1 0 0 0 0,0 1 0 0 0,0-1 0 0 0,1 1 0 0 0,-1 0 0 0 0,1 0 0 0 0,0 0 0 0 0,-5 4 0 0 0,-15 15-17 0 0,-36 32 0 0 0,52-48 0 0 0,0-1 0 0 0,0 1 0 0 0,-1-1 0 0 0,1 0 0 0 0,-1-1 0 0 0,0 0 0 0 0,-11 4 0 0 0,18-3 32 0 0,11-4 0 0 0,8-7-32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8:51.8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1 241 1840 0 0,'0'-3'496'0'0,"1"1"0"0"0,0-1 0 0 0,0 0-1 0 0,1 1 1 0 0,-1-1 0 0 0,1 0-1 0 0,-1 1 1 0 0,1 0 0 0 0,0-1-1 0 0,0 1 1 0 0,0 0 0 0 0,0 0 0 0 0,0 0-1 0 0,0 0 1 0 0,0 0 0 0 0,1 1-1 0 0,-1-1 1 0 0,1 1 0 0 0,4-2 0 0 0,2 0 143 0 0,1 1 0 0 0,0 0 1 0 0,0 1-1 0 0,0 0 1 0 0,20 1-1 0 0,26-3-265 0 0,-1-3 3 0 0,0 2 0 0 0,87 5 1 0 0,-89 0-391 0 0,15-3 279 0 0,-1-3 0 0 0,118-24 1 0 0,33-5 537 0 0,-162 27-524 0 0,84-23 0 0 0,-97 18-120 0 0,1 2-1 0 0,1 3 1 0 0,70-4 0 0 0,294-10 1372 0 0,-232 13-873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8:52.4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164 21 5065 0 0,'-70'-10'776'0'0,"12"2"3295"0"0,23 6 7134 0 0,39 3-11127 0 0,383 114 598 0 0,-367-109-619 0 0,56 19-102 0 0,-70-22 60 0 0,1 0 0 0 0,-1 0-1 0 0,0 0 1 0 0,0 1 0 0 0,0 0 0 0 0,0 0 0 0 0,-1 1 0 0 0,9 8 0 0 0,-13-12 11 0 0,-1 0 0 0 0,1 0 1 0 0,-1 1-1 0 0,0-1 0 0 0,1 0 1 0 0,-1 1-1 0 0,0-1 0 0 0,1 0 1 0 0,-1 1-1 0 0,0-1 0 0 0,0 0 1 0 0,0 1-1 0 0,0-1 0 0 0,-1 0 1 0 0,1 1-1 0 0,0-1 0 0 0,-1 0 1 0 0,1 0-1 0 0,0 1 0 0 0,-1-1 1 0 0,1 0-1 0 0,-1 0 0 0 0,-1 2 1 0 0,-19 32 251 0 0,14-24-232 0 0,-33 46 69 0 0,-2-2 1 0 0,-3-2-1 0 0,-77 72 0 0 0,93-95-88 0 0,28-29-42 0 0,-14 13-218 0 0,0 1 1 0 0,1 0-1 0 0,1 1 0 0 0,1 1 1 0 0,-13 21-1 0 0,25-38 178 0 0,0 0 1 0 0,0 0-1 0 0,0 0 0 0 0,0 1 0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8:53.9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105 166 7834 0 0,'-105'-166'10446'0'0,"141"219"-7219"0"0,162 271-1697 0 0,-141-207-1408 0 0,2 7-31 0 0,132 207 0 0 0,-190-329-96 0 0,8 10-129 0 0,0 1 0 0 0,0-2 1 0 0,1 1-1 0 0,12 10 1 0 0,-22-22 70 0 0,1 0 1 0 0,-1 0 0 0 0,1 0 0 0 0,-1 0 0 0 0,0 0 0 0 0,1 0 0 0 0,-1 0 0 0 0,0 0 0 0 0,1 0-1 0 0,-1 0 1 0 0,0 0 0 0 0,1 0 0 0 0,-1 0 0 0 0,0 0 0 0 0,1 0 0 0 0,-1 0 0 0 0,0-1 0 0 0,1 1 0 0 0,-1 0-1 0 0,0 0 1 0 0,1 0 0 0 0,-1-1 0 0 0,0 1 0 0 0,0 0 0 0 0,1 0 0 0 0,-1-1 0 0 0,0 1 0 0 0,0 0 0 0 0,1 0-1 0 0,-1-1 1 0 0,0 1 0 0 0,0 0 0 0 0,0-1 0 0 0,1 1 0 0 0,-1 0 0 0 0,0-1 0 0 0,0 1 0 0 0,0 0 0 0 0,0-1-1 0 0,0 1 1 0 0,0 0 0 0 0,0-1 0 0 0,0 1 0 0 0,0 0 0 0 0,0-1 0 0 0,0 1 0 0 0,0-1 0 0 0,0 1 0 0 0,0 0-1 0 0,0-1 1 0 0,0 1 0 0 0,-1-1 0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8:54.2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17 442 3681 0 0,'-1'0'57'0'0,"0"0"1"0"0,1 0 0 0 0,-1 0 0 0 0,0 0-1 0 0,1 0 1 0 0,-1 0 0 0 0,0 0-1 0 0,1-1 1 0 0,-1 1 0 0 0,0 0-1 0 0,1-1 1 0 0,-1 1 0 0 0,1 0 0 0 0,-1-1-1 0 0,1 1 1 0 0,-1-1 0 0 0,1 1-1 0 0,-1 0 1 0 0,1-1 0 0 0,-1 0-1 0 0,1 1 1 0 0,-1-1 0 0 0,1 1-1 0 0,0-1 1 0 0,-1 1 0 0 0,1-1 0 0 0,0 0-1 0 0,0 1 1 0 0,-1-1 0 0 0,1 0-1 0 0,0 1 1 0 0,0-1 0 0 0,0 0-1 0 0,0 1 1 0 0,0-1 0 0 0,0 0 0 0 0,0 0-1 0 0,0 1 1 0 0,0-1 0 0 0,0 0-1 0 0,0 1 1 0 0,0-1 0 0 0,1 0-1 0 0,-1 1 1 0 0,0-1 0 0 0,0 0-1 0 0,1 1 1 0 0,-1-1 0 0 0,1 0 0 0 0,17-34 1783 0 0,0 11-385 0 0,2 2 1 0 0,0 0-1 0 0,29-24 0 0 0,-15 15-173 0 0,11-6-502 0 0,2 1 0 0 0,1 3-1 0 0,1 1 1 0 0,73-33 0 0 0,-110 59-1178 0 0,1 0 0 0 0,-1 1 1 0 0,1 1-1 0 0,0 0 0 0 0,15-2 0 0 0,-7 4-1198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8:54.4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1 288 6913 0 0,'2'0'132'0'0,"-1"1"-1"0"0,1-1 0 0 0,0 1 1 0 0,0-1-1 0 0,-1 0 0 0 0,1 0 0 0 0,0 0 1 0 0,0 0-1 0 0,0 0 0 0 0,-1 0 0 0 0,1 0 1 0 0,0-1-1 0 0,0 1 0 0 0,-1-1 0 0 0,1 1 1 0 0,0-1-1 0 0,-1 0 0 0 0,1 0 0 0 0,2-1 1 0 0,32-22 1765 0 0,-27 16-1302 0 0,24-19 874 0 0,-1-2 1 0 0,-2-1-1 0 0,44-56 1 0 0,-23 25-6363 0 0,-36 44-705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8:55.8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 90 5529 0 0,'-39'-89'14208'0'0,"47"95"-13304"0"0,9 13-882 0 0,10 35 197 0 0,-1 1 1 0 0,21 67-1 0 0,26 58 508 0 0,-61-156-667 0 0,0-1-1 0 0,2-1 1 0 0,1 0-1 0 0,0-1 0 0 0,24 25 1 0 0,-29-36-46 0 0,1-1 1 0 0,-1-1-1 0 0,1 1 0 0 0,1-2 1 0 0,0 0-1 0 0,0 0 1 0 0,0-1-1 0 0,0 0 0 0 0,15 3 1 0 0,-21-7-5 0 0,0 0 0 0 0,1-1 0 0 0,-1 0-1 0 0,1 0 1 0 0,-1-1 0 0 0,1 0 0 0 0,-1 0 0 0 0,1 0 0 0 0,8-2 0 0 0,-11 1-7 0 0,0 0-1 0 0,0-1 1 0 0,0 1 0 0 0,0-1 0 0 0,0 0 0 0 0,-1 0 0 0 0,1 0-1 0 0,0 0 1 0 0,-1-1 0 0 0,0 1 0 0 0,1-1 0 0 0,-1 0-1 0 0,0 0 1 0 0,-1 0 0 0 0,5-5 0 0 0,-4 1-10 0 0,1 1 1 0 0,-1-1-1 0 0,0 0 1 0 0,0 0-1 0 0,0 0 1 0 0,-1 0-1 0 0,2-13 0 0 0,4-57-625 0 0,-6 50-74 0 0,0-16-2360 0 0,-2 24-3640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8:56.0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36 217 11522 0 0,'-35'28'1302'0'0,"79"-57"1697"0"0,-5-5-1480 0 0,56-66-1 0 0,-36 36-4925 0 0,-41 46-2316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28:56.8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27 365 3225 0 0,'-26'-49'18656'0'0,"30"48"-18576"0"0,1 1-1 0 0,0-1 1 0 0,0 1-1 0 0,0 0 1 0 0,0 1-1 0 0,0-1 1 0 0,0 1-1 0 0,6 1 1 0 0,43 22 50 0 0,77 46-1 0 0,26 12 36 0 0,-122-69-165 0 0,-23-9 0 0 0,0 1 0 0 0,-1 0 0 0 0,17 9 0 0 0,-66-15 432 0 0,31-1-371 0 0,-1 0 1 0 0,1 0-1 0 0,0-1 1 0 0,0-1-1 0 0,0 1 1 0 0,0-1-1 0 0,0 0 1 0 0,1 0-1 0 0,-1-1 1 0 0,1 0-1 0 0,1 0 1 0 0,-8-9-1 0 0,5 5-24 0 0,1-1 0 0 0,0 0-1 0 0,1 0 1 0 0,0-1 0 0 0,0 0 0 0 0,1 0 0 0 0,-5-18-1 0 0,5 12-44 0 0,1 0-1 0 0,0-1 0 0 0,2 1 0 0 0,0-1 0 0 0,1 1 0 0 0,0-1 0 0 0,2 0 0 0 0,0 1 1 0 0,1-1-1 0 0,1 1 0 0 0,5-20 0 0 0,-2 21-364 0 0,0 0 1 0 0,1 1 0 0 0,1-1-1 0 0,0 2 1 0 0,1-1-1 0 0,17-20 1 0 0,-10 16-7482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16.7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61 138 6913 0 0,'0'-10'711'0'0,"-1"0"0"0"0,0 1 0 0 0,-1-1 0 0 0,1 1 0 0 0,-2-1 0 0 0,1 1 0 0 0,-5-10 0 0 0,4 13 247 0 0,0 0 1 0 0,0 0-1 0 0,-1 1 1 0 0,1-1 0 0 0,-1 1-1 0 0,-8-9 1 0 0,12 14-896 0 0,0 0 1 0 0,0 0-1 0 0,0-1 0 0 0,-1 1 1 0 0,1 0-1 0 0,0 0 1 0 0,0 0-1 0 0,0-1 1 0 0,0 1-1 0 0,-1 0 0 0 0,1 0 1 0 0,0 0-1 0 0,0 0 1 0 0,-1-1-1 0 0,1 1 1 0 0,0 0-1 0 0,0 0 0 0 0,0 0 1 0 0,-1 0-1 0 0,1 0 1 0 0,0 0-1 0 0,0 0 1 0 0,-1 0-1 0 0,1 0 0 0 0,0 0 1 0 0,-1 0-1 0 0,1 0 1 0 0,0 0-1 0 0,0 0 1 0 0,-1 0-1 0 0,1 0 0 0 0,0 0 1 0 0,0 0-1 0 0,-1 0 1 0 0,1 0-1 0 0,0 0 0 0 0,0 0 1 0 0,-1 1-1 0 0,1-1 1 0 0,0 0-1 0 0,0 0 1 0 0,0 0-1 0 0,-1 0 0 0 0,1 1 1 0 0,0-1-1 0 0,0 0 1 0 0,0 0-1 0 0,0 0 1 0 0,-1 1-1 0 0,1-1 0 0 0,0 0 1 0 0,0 0-1 0 0,0 1 1 0 0,0-1-1 0 0,0 0 1 0 0,0 0-1 0 0,0 1 0 0 0,0-1 1 0 0,0 0-1 0 0,0 1 1 0 0,0-1 89 0 0,0 4-26 0 0,55 339 52 0 0,-4-33-61 0 0,-32-175-121 0 0,35 305-18 0 0,-52-421 21 0 0,-1 0 0 0 0,0-1 0 0 0,-2 1 0 0 0,0 0 0 0 0,-4 21 0 0 0,2-40-64 0 0,3-3-256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17.0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1 138 9674 0 0,'49'-26'3860'0'0,"-7"2"-2095"0"0,1 3-1 0 0,74-27 1 0 0,-101 43-1683 0 0,0 1 0 0 0,0 1 0 0 0,1 0 0 0 0,31-1 1 0 0,-39 4-108 0 0,1 1 1 0 0,-1 0 0 0 0,0 0 0 0 0,1 1 0 0 0,-1 0 0 0 0,0 1 0 0 0,0-1 0 0 0,0 2-1 0 0,14 7 1 0 0,-1 3-797 0 0,-3 4-247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17.2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1 180 14283 0 0,'17'-7'853'0'0,"1"0"1"0"0,0 1-1 0 0,24-4 0 0 0,19-6 779 0 0,43-22 759 0 0,-75 26-2967 0 0,-1-1-1 0 0,-1-2 0 0 0,37-25 0 0 0,-43 25 321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17.6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32 10594 0 0,'5'-32'6814'0'0,"-10"45"-5577"0"0,-2 12-1181 0 0,1 21 299 0 0,1 1-1 0 0,3 1 0 0 0,5 56 0 0 0,0-73-223 0 0,1 1-1 0 0,1-1 0 0 0,2 1 1 0 0,1-1-1 0 0,21 50 0 0 0,-23-69-71 0 0,0-1-1 0 0,1 1 1 0 0,0-1-1 0 0,0-1 1 0 0,2 1-1 0 0,13 13 1 0 0,-19-20-58 0 0,0-1 0 0 0,1 0 1 0 0,-1 0-1 0 0,1 0 0 0 0,0 0 1 0 0,0-1-1 0 0,0 0 0 0 0,0 1 1 0 0,0-1-1 0 0,0-1 0 0 0,1 1 1 0 0,-1-1-1 0 0,1 1 1 0 0,-1-1-1 0 0,1 0 0 0 0,-1-1 1 0 0,1 1-1 0 0,0-1 0 0 0,-1 0 1 0 0,1 0-1 0 0,7-2 0 0 0,-10 1-39 0 0,1 0-1 0 0,-1 0 1 0 0,0 0-1 0 0,1 0 1 0 0,-1 0-1 0 0,0-1 1 0 0,0 1-1 0 0,0-1 1 0 0,0 0 0 0 0,0 0-1 0 0,0 0 1 0 0,-1 0-1 0 0,1 0 1 0 0,-1 0-1 0 0,3-4 1 0 0,14-36-1455 0 0,-17 41 1433 0 0,5-19-635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17.8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 53 10138 0 0,'-30'10'7426'0'0,"45"-16"-6982"0"0,80-39-3162 0 0,-71 33-2882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18.2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13 191 3225 0 0,'0'0'11'0'0,"-1"0"1"0"0,1 0 0 0 0,-1 0-1 0 0,1 0 1 0 0,-1 0-1 0 0,1 0 1 0 0,-1 0 0 0 0,1-1-1 0 0,-1 1 1 0 0,1 0 0 0 0,-1 0-1 0 0,1 0 1 0 0,-1-1 0 0 0,1 1-1 0 0,-1 0 1 0 0,1 0-1 0 0,0-1 1 0 0,-1 1 0 0 0,1 0-1 0 0,-1-1 1 0 0,1 1 0 0 0,0-1-1 0 0,-1 1 1 0 0,1-1 0 0 0,0 1-1 0 0,0 0 1 0 0,-1-1-1 0 0,1 1 1 0 0,0-1 0 0 0,0 1-1 0 0,0-1 1 0 0,-1 1 0 0 0,1-1-1 0 0,0 0 1 0 0,0 1-1 0 0,0-1 1 0 0,1-1 111 0 0,-1 1 0 0 0,1-1 0 0 0,0 1-1 0 0,-1-1 1 0 0,1 1 0 0 0,0-1 0 0 0,0 1 0 0 0,0 0 0 0 0,0-1-1 0 0,0 1 1 0 0,3-2 0 0 0,1-2 546 0 0,0 0 1 0 0,1 1-1 0 0,0 0 0 0 0,13-7 0 0 0,-16 10-398 0 0,1-1 0 0 0,0 1 0 0 0,-1 0 0 0 0,1 0 0 0 0,0 1 0 0 0,-1-1 0 0 0,1 1 0 0 0,0 0 0 0 0,0 0 0 0 0,-1 0 0 0 0,1 0 0 0 0,0 0 0 0 0,0 1 0 0 0,-1 0 0 0 0,1 0 0 0 0,0 0 0 0 0,-1 0 0 0 0,1 1 0 0 0,-1-1 0 0 0,1 1 0 0 0,-1 0 0 0 0,0 0 0 0 0,5 4 0 0 0,3 4 267 0 0,-1 0 0 0 0,-1 1-1 0 0,0 0 1 0 0,-1 1 0 0 0,9 13 0 0 0,-11-14-344 0 0,1 0-1 0 0,0-1 1 0 0,1 0 0 0 0,0 0 0 0 0,1-1 0 0 0,12 11 0 0 0,-21-20-171 0 0,0 1-1 0 0,0-1 1 0 0,1 0 0 0 0,-1 0 0 0 0,0 1-1 0 0,1-1 1 0 0,-1 0 0 0 0,0 0 0 0 0,0 1-1 0 0,1-1 1 0 0,-1 0 0 0 0,1 0 0 0 0,-1 0-1 0 0,0 0 1 0 0,1 0 0 0 0,-1 0 0 0 0,0 1-1 0 0,1-1 1 0 0,-1 0 0 0 0,1 0 0 0 0,-1 0-1 0 0,0 0 1 0 0,1 0 0 0 0,-1 0 0 0 0,0-1-1 0 0,1 1 1 0 0,-1 0 0 0 0,1 0 0 0 0,-1 0 0 0 0,1 0-1 0 0,0-13 607 0 0,-13-31 283 0 0,6 24-664 0 0,2-3-411 0 0,0 0 0 0 0,2 0-1 0 0,1-1 1 0 0,0 0 0 0 0,2 1 0 0 0,5-30 0 0 0,0 16-7333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18.5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50 10594 0 0,'-1'0'944'0'0,"1"-2"-751"0"0,1 2-193 0 0,1-1 0 0 0,-1-1 0 0 0,2 1 72 0 0,1-2-72 0 0,2-1 0 0 0,4-2-233 0 0,2-1-103 0 0,1 0-16 0 0,1-1-8 0 0,-1 4 264 0 0,0 1 96 0 0,-3 2 0 0 0,-2 1-72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18.6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68 6449 0 0,'0'0'24'0'0,"0"1"-1"0"0,0-1 0 0 0,0 0 0 0 0,0 1 0 0 0,0-1 0 0 0,0 0 1 0 0,0 1-1 0 0,0-1 0 0 0,0 1 0 0 0,0-1 0 0 0,0 0 1 0 0,0 1-1 0 0,0-1 0 0 0,0 0 0 0 0,0 1 0 0 0,0-1 1 0 0,0 0-1 0 0,1 1 0 0 0,-1-1 0 0 0,0 0 0 0 0,0 1 0 0 0,0-1 1 0 0,1 0-1 0 0,-1 1 0 0 0,0-1 0 0 0,0 0 0 0 0,1 0 1 0 0,-1 1-1 0 0,0-1 0 0 0,1 0 0 0 0,-1 0 0 0 0,0 0 1 0 0,1 1-1 0 0,-1-1 0 0 0,19 2 843 0 0,27-9 675 0 0,-37 5-1198 0 0,8-1 32 0 0,69-15-1751 0 0,-78 16 1308 0 0,0-1-1 0 0,0 0 0 0 0,0 0 0 0 0,0-1 1 0 0,-1 0-1 0 0,1 0 0 0 0,12-11 0 0 0,-7 2 3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18.9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32 6913 0 0,'1'-3'532'0'0,"22"-25"4975"0"0,-22 29-5234 0 0,0 0 0 0 0,0 1-1 0 0,0-1 1 0 0,-1 0 0 0 0,1 1-1 0 0,0-1 1 0 0,-1 1 0 0 0,1-1 0 0 0,-1 1-1 0 0,1-1 1 0 0,-1 1 0 0 0,0-1 0 0 0,0 1-1 0 0,1-1 1 0 0,-1 1 0 0 0,-1 3-1 0 0,2 0 29 0 0,27 244 2845 0 0,7 55-2224 0 0,25-4-742 0 0,-11-164 27 0 0,-5-14-2857 0 0,-41-112 402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19.1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9 145 8754 0 0,'-1'-1'98'0'0,"0"1"-1"0"0,1-1 1 0 0,-1 1 0 0 0,1-1 0 0 0,-1 1 0 0 0,1-1-1 0 0,-1 1 1 0 0,1-1 0 0 0,-1 1 0 0 0,1-1 0 0 0,-1 1-1 0 0,1-1 1 0 0,0 0 0 0 0,-1 1 0 0 0,1-1 0 0 0,0 0-1 0 0,0 1 1 0 0,0-1 0 0 0,-1 0 0 0 0,1 0 0 0 0,0 1-1 0 0,0-1 1 0 0,0 0 0 0 0,0 0 0 0 0,0 1-1 0 0,0-2 1 0 0,1 1 82 0 0,0-1 0 0 0,-1 0-1 0 0,1 1 1 0 0,0-1-1 0 0,0 1 1 0 0,0 0 0 0 0,0-1-1 0 0,0 1 1 0 0,0 0 0 0 0,0 0-1 0 0,2-2 1 0 0,45-28 2497 0 0,-38 26-2359 0 0,-8 3-318 0 0,86-45 2113 0 0,-40 30-2826 0 0,0 11-4039 0 0,-21 8-927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19.3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1 224 8754 0 0,'7'-1'793'0'0,"-1"-1"-1"0"0,1 0 1 0 0,-1 0 0 0 0,0-1-1 0 0,1 0 1 0 0,-1 0 0 0 0,0 0-1 0 0,8-7 1 0 0,0 1 11 0 0,91-56 2780 0 0,-54 31-5450 0 0,91-43 1 0 0,-117 67 1828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19.9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11058 0 0,'3'3'585'0'0,"0"1"0"0"0,0 0 1 0 0,0 0-1 0 0,0 1 0 0 0,-1-1 0 0 0,0 1 0 0 0,0-1 0 0 0,0 1 0 0 0,-1 0 0 0 0,1-1 0 0 0,-1 1 0 0 0,0 0 0 0 0,0 6 0 0 0,0 10 676 0 0,-1 38 1 0 0,-1-26-1397 0 0,1-27 42 0 0,-1-2-383 0 0,1 0 1 0 0,1 0-1 0 0,-1-1 1 0 0,0 1-1 0 0,1 0 1 0 0,0 0-1 0 0,1 5 1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20.0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2 8290 0 0,'-2'-2'1384'0'0,"0"4"-816"0"0,1-1 8 0 0,-2 2 8 0 0,0 1 89 0 0,0 2 7 0 0,0 1 8 0 0,2 1 0 0 0,-1-1-968 0 0,4-2-192 0 0,1 3-40 0 0,1-4 0 0 0,5 0 408 0 0,-2-1 104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20.4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45 2304 0 0,'10'-4'-1176'0'0,"31"4"16513"0"0,-40 1-15029 0 0,3 16 1075 0 0,26 174 817 0 0,26-289-3764 0 0,-44 78 1250 0 0,1 1 0 0 0,0 0 1 0 0,1 1-1 0 0,1 1 0 0 0,1 0 0 0 0,25-20 1 0 0,-40 36 324 0 0,0 1 0 0 0,-1-1 0 0 0,1 1 0 0 0,-1 0 0 0 0,1-1 0 0 0,-1 1 0 0 0,1 0 0 0 0,0 0 0 0 0,-1-1 0 0 0,1 1 0 0 0,0 0 0 0 0,-1 0 0 0 0,1 0 0 0 0,0 0 0 0 0,-1 0 0 0 0,1 0 0 0 0,0 0 0 0 0,0 0 0 0 0,-1 0 0 0 0,1 0 0 0 0,0 0 0 0 0,-1 1 0 0 0,1-1 0 0 0,-1 0 0 0 0,1 0 0 0 0,0 1 0 0 0,-1-1 0 0 0,1 0 0 0 0,-1 1 0 0 0,1-1 0 0 0,0 0 0 0 0,-1 1 0 0 0,1-1 0 0 0,-1 1 0 0 0,0-1 0 0 0,1 1 0 0 0,-1-1 0 0 0,1 1 0 0 0,-1 0 0 0 0,0-1 0 0 0,1 1 0 0 0,-1-1 0 0 0,0 1 0 0 0,0 0 0 0 0,1-1 0 0 0,-1 1 0 0 0,0 0 0 0 0,0-1 0 0 0,0 1 0 0 0,0 1 0 0 0,8 46 455 0 0,-6-32-381 0 0,0-3-461 0 0,1-1 1 0 0,0 0-1 0 0,1 0 0 0 0,0 0 1 0 0,12 22-1 0 0,-2-12-5244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20.7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154 20 6449 0 0,'0'-1'151'0'0,"0"0"-1"0"0,0 0 1 0 0,0 1 0 0 0,0-1-1 0 0,0 0 1 0 0,0 0-1 0 0,0 1 1 0 0,0-1-1 0 0,-1 0 1 0 0,1 0 0 0 0,0 1-1 0 0,0-1 1 0 0,-1 0-1 0 0,1 1 1 0 0,-1-1-1 0 0,1 0 1 0 0,0 1-1 0 0,-1-1 1 0 0,0 1 0 0 0,1-1-1 0 0,-1 1 1 0 0,1-1-1 0 0,-1 1 1 0 0,1-1-1 0 0,-1 1 1 0 0,0 0-1 0 0,1-1 1 0 0,-1 1 0 0 0,0 0-1 0 0,0-1 1 0 0,1 1-1 0 0,-1 0 1 0 0,0 0-1 0 0,0 0 1 0 0,1 0 0 0 0,-1 0-1 0 0,0-1 1 0 0,0 1-1 0 0,1 1 1 0 0,-1-1-1 0 0,0 0 1 0 0,0 0-1 0 0,1 0 1 0 0,-1 0 0 0 0,0 0-1 0 0,0 1 1 0 0,0 0-1 0 0,-3 0 200 0 0,1 0 1 0 0,0 0-1 0 0,-1 0 0 0 0,1 1 0 0 0,0-1 0 0 0,0 1 0 0 0,0 0 0 0 0,-5 4 1 0 0,-2 7-55 0 0,-1 1 1 0 0,2-1-1 0 0,0 2 1 0 0,0-1 0 0 0,1 1-1 0 0,1 1 1 0 0,1-1 0 0 0,0 1-1 0 0,1 0 1 0 0,1 1 0 0 0,0-1-1 0 0,1 1 1 0 0,-1 24-1 0 0,4-37-277 0 0,0-1-1 0 0,1 1 0 0 0,-1 0 0 0 0,1 0 0 0 0,0 0 0 0 0,0 0 0 0 0,0-1 0 0 0,0 1 0 0 0,1 0 0 0 0,0-1 0 0 0,-1 1 0 0 0,1-1 0 0 0,1 0 0 0 0,-1 1 0 0 0,0-1 0 0 0,1 0 0 0 0,3 3 0 0 0,-2-3 25 0 0,1 0 0 0 0,-1 0 0 0 0,0 0 0 0 0,1-1 0 0 0,0 1 0 0 0,0-1 0 0 0,0-1 0 0 0,0 1 0 0 0,0-1 0 0 0,0 1 0 0 0,8 0 0 0 0,1-2 25 0 0,-1 1 1 0 0,0-1 0 0 0,1-1 0 0 0,-1-1 0 0 0,1 0 0 0 0,-1 0-1 0 0,0-1 1 0 0,0-1 0 0 0,14-6 0 0 0,-5-1-555 0 0,0-1 0 0 0,-1-1 1 0 0,-1 0-1 0 0,0-2 1 0 0,28-26-1 0 0,-28 23 199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21.5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19 11979 0 0,'0'0'119'0'0,"0"-1"0"0"0,0 0 0 0 0,0 0 1 0 0,0 1-1 0 0,0-1 0 0 0,0 0 1 0 0,0 0-1 0 0,0 1 0 0 0,1-1 1 0 0,-1 0-1 0 0,0 0 0 0 0,1 1 0 0 0,-1-1 1 0 0,0 0-1 0 0,1 1 0 0 0,-1-1 1 0 0,1 1-1 0 0,-1-1 0 0 0,1 0 1 0 0,-1 1-1 0 0,1-1 0 0 0,-1 1 0 0 0,1 0 1 0 0,0-1-1 0 0,-1 1 0 0 0,1-1 1 0 0,0 1-1 0 0,-1 0 0 0 0,1-1 1 0 0,0 1-1 0 0,-1 0 0 0 0,1 0 0 0 0,0 0 1 0 0,0-1-1 0 0,-1 1 0 0 0,1 0 1 0 0,0 0-1 0 0,0 0 0 0 0,-1 0 1 0 0,1 0-1 0 0,0 0 0 0 0,0 1 0 0 0,-1-1 1 0 0,1 0-1 0 0,0 0 0 0 0,-1 1 1 0 0,1-1-1 0 0,0 0 0 0 0,-1 0 1 0 0,1 1-1 0 0,0-1 0 0 0,-1 1 0 0 0,1-1 1 0 0,0 1-1 0 0,-1-1 0 0 0,1 1 1 0 0,-1-1-1 0 0,1 1 0 0 0,-1-1 1 0 0,0 1-1 0 0,1 0 0 0 0,-1-1 0 0 0,1 1 1 0 0,-1 0-1 0 0,0-1 0 0 0,0 1 1 0 0,1 1-1 0 0,4 15 148 0 0,0 0 1 0 0,-1 0-1 0 0,-1 0 0 0 0,-1 0 1 0 0,0 0-1 0 0,-1 25 0 0 0,0-16-64 0 0,4 104 337 0 0,14 181-195 0 0,-12-258-374 0 0,2 0 0 0 0,3-1 0 0 0,32 93 0 0 0,-7-61-613 0 0,-7-32-3007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21.8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94 134 1840 0 0,'-10'-25'1561'0'0,"7"20"-202"0"0,0 1-1 0 0,-1-1 0 0 0,1 1 0 0 0,-1 0 0 0 0,0 1 0 0 0,0-1 0 0 0,-1 1 0 0 0,1 0 0 0 0,-1 0 0 0 0,-5-3 0 0 0,10 6-1224 0 0,-1 1 0 0 0,0 0-1 0 0,0-1 1 0 0,1 1 0 0 0,-1 0 0 0 0,0-1 0 0 0,1 1-1 0 0,-1 0 1 0 0,1 0 0 0 0,-1 0 0 0 0,1-1 0 0 0,0 1 0 0 0,-1 0-1 0 0,1 0 1 0 0,0 0 0 0 0,-1 0 0 0 0,1 0 0 0 0,0 0-1 0 0,0 0 1 0 0,0 0 0 0 0,0 0 0 0 0,0 1 0 0 0,-5 27 163 0 0,2-3-121 0 0,-15 206 418 0 0,18-209-595 0 0,1 0 0 0 0,1 0 0 0 0,1-1 0 0 0,1 1 0 0 0,1-1 0 0 0,1 0 1 0 0,1 0-1 0 0,11 22 0 0 0,-17-39 1 0 0,2 0 0 0 0,-1-1 0 0 0,0 0 0 0 0,1 0 0 0 0,0 0 0 0 0,0 0 0 0 0,0 0 0 0 0,0 0 0 0 0,1-1 0 0 0,0 1 0 0 0,-1-1 0 0 0,1 0 0 0 0,0 0 0 0 0,1-1 0 0 0,-1 1 0 0 0,0-1 0 0 0,1 0 0 0 0,-1 0 0 0 0,1 0 0 0 0,0-1 0 0 0,0 0 0 0 0,-1 0 0 0 0,1 0 0 0 0,0 0 0 0 0,0-1 0 0 0,0 1 0 0 0,0-1 0 0 0,0-1 0 0 0,0 1 0 0 0,0-1 0 0 0,0 0 0 0 0,0 0 0 0 0,-1 0 0 0 0,1-1 0 0 0,0 1 0 0 0,-1-1 0 0 0,1 0 0 0 0,-1-1 0 0 0,1 1 0 0 0,-1-1 0 0 0,0 0 0 0 0,0 0 0 0 0,5-5 0 0 0,-2 2 20 0 0,0 0 1 0 0,0 0-1 0 0,0-1 1 0 0,-1 0-1 0 0,0 0 0 0 0,0-1 1 0 0,-1 0-1 0 0,0 0 1 0 0,0 0-1 0 0,-1-1 1 0 0,0 1-1 0 0,-1-1 1 0 0,0 0-1 0 0,0 0 1 0 0,-1 0-1 0 0,0 0 0 0 0,0-1 1 0 0,-1 1-1 0 0,0-1 1 0 0,-1 1-1 0 0,0 0 1 0 0,-1-1-1 0 0,0 1 1 0 0,0-1-1 0 0,-1 1 0 0 0,-4-12 1 0 0,-13-36 37 0 0,-3 1 0 0 0,-42-77 0 0 0,41 88-217 0 0,4 9-1016 0 0,-1 1-4130 0 0,0 1-1817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22.5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69 29 3225 0 0,'-29'14'1733'0'0,"23"-12"-836"0"0,0 0 0 0 0,1 0 1 0 0,-1 1-1 0 0,1 0 1 0 0,-7 9 4149 0 0,37-13-3264 0 0,79-17 2248 0 0,50-23-2668 0 0,-139 35-2754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24.5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161 58 4145 0 0,'31'-57'15073'0'0,"-54"74"-13861"0"0,-1 3-1124 0 0,-10 12 41 0 0,16-16 50 0 0,0 1 1 0 0,-23 31 0 0 0,37-43-158 0 0,0 1 0 0 0,0-1 0 0 0,1 1 0 0 0,0 0 0 0 0,0 0 0 0 0,1 0 0 0 0,-1 0 0 0 0,1 0 0 0 0,1 1 0 0 0,-1-1 0 0 0,1 1 0 0 0,0-1 0 0 0,1 1 1 0 0,0 8-1 0 0,0-12-21 0 0,0 0 1 0 0,1 0-1 0 0,-1 0 1 0 0,1 0-1 0 0,0-1 1 0 0,0 1 0 0 0,0 0-1 0 0,0-1 1 0 0,1 1-1 0 0,-1 0 1 0 0,1-1-1 0 0,-1 0 1 0 0,1 1 0 0 0,0-1-1 0 0,0 0 1 0 0,0 0-1 0 0,0 0 1 0 0,0 0 0 0 0,1 0-1 0 0,-1-1 1 0 0,0 1-1 0 0,1-1 1 0 0,0 1-1 0 0,-1-1 1 0 0,1 0 0 0 0,0 0-1 0 0,-1 0 1 0 0,1 0-1 0 0,0-1 1 0 0,3 1-1 0 0,11 2 14 0 0,0-1-1 0 0,0-1 0 0 0,0-1 0 0 0,19-2 0 0 0,-3 1-5 0 0,-14-1 7 0 0,-15 1-11 0 0,0 0 0 0 0,-1 0-1 0 0,1 1 1 0 0,0 0 0 0 0,0 0 0 0 0,-1 0-1 0 0,1 0 1 0 0,0 1 0 0 0,5 0 0 0 0,-31 22-5 0 0,11-10 26 0 0,1 0 1 0 0,0 1-1 0 0,1 0 1 0 0,0 0-1 0 0,1 1 1 0 0,1 0-1 0 0,-6 18 1 0 0,9-24-11 0 0,1 1 0 0 0,1 0 1 0 0,0 0-1 0 0,0 0 0 0 0,1 0 1 0 0,0 0-1 0 0,1 1 0 0 0,0-1 0 0 0,0 0 1 0 0,1 0-1 0 0,1 0 0 0 0,4 19 1 0 0,-5-27-21 0 0,0 0 0 0 0,0 1 1 0 0,0-1-1 0 0,0 0 1 0 0,0 0-1 0 0,0 0 0 0 0,1 0 1 0 0,-1 0-1 0 0,0 0 1 0 0,1-1-1 0 0,0 1 0 0 0,-1 0 1 0 0,1-1-1 0 0,0 1 1 0 0,0-1-1 0 0,0 0 0 0 0,0 1 1 0 0,0-1-1 0 0,3 1 1 0 0,-2-1-56 0 0,1 0 0 0 0,0 0 0 0 0,0-1 1 0 0,0 1-1 0 0,0-1 0 0 0,0 0 1 0 0,0 0-1 0 0,0 0 0 0 0,0 0 0 0 0,6-2 1 0 0,3-1-624 0 0,0-1 0 0 0,-1 0 0 0 0,0-1 0 0 0,1-1 1 0 0,21-13-1 0 0,-2-3-1096 0 0,2-3-13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24.9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0 119 4145 0 0,'1'-1'261'0'0,"-1"-1"0"0"0,1 1-1 0 0,-1 0 1 0 0,1-1 0 0 0,0 1 0 0 0,0 0 0 0 0,0-1 0 0 0,-1 1 0 0 0,1 0-1 0 0,1 0 1 0 0,-1 0 0 0 0,0 0 0 0 0,0 0 0 0 0,0 0 0 0 0,0 0 0 0 0,1 0-1 0 0,-1 1 1 0 0,0-1 0 0 0,1 0 0 0 0,-1 1 0 0 0,3-1 0 0 0,38-14 1979 0 0,-34 13-1631 0 0,15-5 22 0 0,164-46 5786 0 0,-124 41-7249 0 0,1 5-3515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25.4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20 4609 0 0,'0'-1'92'0'0,"0"1"0"0"0,-1-1-1 0 0,1 0 1 0 0,0 0 0 0 0,0 1 0 0 0,0-1 0 0 0,-1 0-1 0 0,1 0 1 0 0,0 0 0 0 0,0 1 0 0 0,0-1 0 0 0,0 0-1 0 0,1 0 1 0 0,-1 0 0 0 0,0 0 0 0 0,0 1 0 0 0,0-1-1 0 0,1-1 1 0 0,9-1 3732 0 0,-8 3-3519 0 0,-1 1 0 0 0,1-1 1 0 0,0 1-1 0 0,-1-1 0 0 0,1 1 0 0 0,-1 0 0 0 0,1 0 0 0 0,-1 0 0 0 0,1-1 0 0 0,-1 2 1 0 0,1-1-1 0 0,-1 0 0 0 0,0 0 0 0 0,0 0 0 0 0,2 2 0 0 0,2 7 299 0 0,1 0 0 0 0,-1 0 0 0 0,-1 1 0 0 0,0 0 0 0 0,0 0 1 0 0,-1 0-1 0 0,-1 0 0 0 0,3 19 0 0 0,-1 99 598 0 0,-4-66-978 0 0,0-54-219 0 0,2 68 118 0 0,13 77 0 0 0,-12-132-23 0 0,1-1-1 0 0,1-1 1 0 0,1 1-1 0 0,1-1 1 0 0,1 1-1 0 0,0-2 1 0 0,2 1-1 0 0,19 29 1 0 0,-26-45-57 0 0,0 0-1 0 0,0-1 1 0 0,0 1 0 0 0,0-1-1 0 0,1 0 1 0 0,-1 0 0 0 0,1 0-1 0 0,0 0 1 0 0,0-1 0 0 0,0 1 0 0 0,0-1-1 0 0,0 0 1 0 0,0-1 0 0 0,1 1-1 0 0,-1-1 1 0 0,1 1 0 0 0,-1-1-1 0 0,1-1 1 0 0,0 1 0 0 0,-1-1-1 0 0,1 1 1 0 0,7-2 0 0 0,4-1-321 0 0,1-1-1 0 0,-1-1 1 0 0,0-1 0 0 0,0 0-1 0 0,15-7 1 0 0,12-5-5071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26.6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177 94 4609 0 0,'3'-5'10890'0'0,"-2"0"-10608"0"0,0 0-1 0 0,0 1 0 0 0,0-1 0 0 0,-1 0 1 0 0,0 0-1 0 0,0 0 0 0 0,0 0 1 0 0,0 0-1 0 0,-2-6 0 0 0,1 10-206 0 0,1-1 0 0 0,-1 0 0 0 0,0 0 0 0 0,1 1 0 0 0,-1-1 0 0 0,0 0 0 0 0,0 1 0 0 0,0-1 0 0 0,-1 0 1 0 0,1 1-1 0 0,0 0 0 0 0,0-1 0 0 0,-1 1 0 0 0,1 0 0 0 0,-1 0 0 0 0,1 0 0 0 0,-1-1 0 0 0,0 2 0 0 0,1-1 0 0 0,-1 0 0 0 0,0 0 0 0 0,0 1 0 0 0,0-1 0 0 0,0 0 0 0 0,1 1 0 0 0,-1 0 0 0 0,0-1 0 0 0,-3 1 0 0 0,0 0-62 0 0,-1-1 0 0 0,1 1-1 0 0,0 0 1 0 0,0 1 0 0 0,0-1-1 0 0,-1 1 1 0 0,1 0 0 0 0,0 0 0 0 0,0 1-1 0 0,0-1 1 0 0,0 1 0 0 0,1 0-1 0 0,-1 1 1 0 0,0-1 0 0 0,1 1-1 0 0,0 0 1 0 0,-1 0 0 0 0,1 0-1 0 0,1 1 1 0 0,-1-1 0 0 0,0 1-1 0 0,1 0 1 0 0,-1 0 0 0 0,1 0-1 0 0,0 0 1 0 0,1 1 0 0 0,-4 6-1 0 0,3-4 3 0 0,1 0-1 0 0,0 0 1 0 0,0 0-1 0 0,0 0 1 0 0,1 1-1 0 0,0-1 1 0 0,0 0-1 0 0,1 1 1 0 0,0-1-1 0 0,0 0 0 0 0,1 1 1 0 0,0-1-1 0 0,0 0 1 0 0,1 0-1 0 0,0 1 1 0 0,0-1-1 0 0,1 0 1 0 0,0-1-1 0 0,3 8 1 0 0,1-4-93 0 0,0 1 0 0 0,0-1 0 0 0,1 0 1 0 0,0 0-1 0 0,1-1 0 0 0,0 0 0 0 0,10 8 1 0 0,-15-15 30 0 0,-1 1 1 0 0,0 0 0 0 0,1-1 0 0 0,0 1 0 0 0,-1-1-1 0 0,1 0 1 0 0,0-1 0 0 0,0 1 0 0 0,0 0-1 0 0,0-1 1 0 0,1 0 0 0 0,-1 0 0 0 0,0 0-1 0 0,0-1 1 0 0,1 0 0 0 0,-1 1 0 0 0,0-1-1 0 0,1-1 1 0 0,-1 1 0 0 0,0-1 0 0 0,1 1 0 0 0,-1-1-1 0 0,0-1 1 0 0,4-1 0 0 0,0-1-1073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27.3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1 5841 0 0,'-8'4'-170'0'0,"-8"13"5698"0"0,31-14-4255 0 0,32-2 1033 0 0,63-7 1 0 0,-37 1-1994 0 0,-34 1-204 0 0,-30 2 11 0 0,0 1 0 0 0,1 0 0 0 0,-1 0 0 0 0,0 1 1 0 0,0 0-1 0 0,0 1 0 0 0,17 3 0 0 0,-25-4-108 0 0,0 1 1 0 0,0 0-1 0 0,0-1 0 0 0,-1 1 1 0 0,1 0-1 0 0,0-1 1 0 0,0 1-1 0 0,-1 0 0 0 0,1 0 1 0 0,0 0-1 0 0,-1 0 0 0 0,1 0 1 0 0,-1 0-1 0 0,1 0 1 0 0,-1 0-1 0 0,0 0 0 0 0,1 0 1 0 0,-1 0-1 0 0,0 1 0 0 0,5 30 491 0 0,0-7-181 0 0,38 139 86 0 0,-22-76-273 0 0,-13-63-9 0 0,21 45-1 0 0,-19-49-97 0 0,-1-1 0 0 0,-2 1 0 0 0,8 31 0 0 0,-13-45 32 0 0,-1 1 0 0 0,-1-1 0 0 0,1 0-1 0 0,-1 1 1 0 0,0-1 0 0 0,-1 0 0 0 0,0 0 0 0 0,0 1 0 0 0,0-1 0 0 0,-1 0 0 0 0,0 0 0 0 0,-1 0 0 0 0,1 0 0 0 0,-7 10 0 0 0,2-5 102 0 0,-1-1-1 0 0,0 1 1 0 0,-1-1 0 0 0,0-1 0 0 0,0 0 0 0 0,-1 0 0 0 0,-1-1 0 0 0,0 0 0 0 0,0-1 0 0 0,-13 7 0 0 0,12-8-538 0 0,-1-1 1 0 0,0 0-1 0 0,0-1 1 0 0,0 0-1 0 0,-26 5 0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28.7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8 920 0 0,'2'-6'20925'0'0,"-1"5"-20916"0"0,-1 1 0 0 0,1 0 1 0 0,0 0-1 0 0,0 0 0 0 0,-1 0 1 0 0,1 0-1 0 0,0 0 0 0 0,-1 0 1 0 0,1 0-1 0 0,0 0 0 0 0,-1 0 1 0 0,1 1-1 0 0,0-1 0 0 0,-1 0 1 0 0,1 0-1 0 0,0 1 0 0 0,-1-1 1 0 0,1 0-1 0 0,0 1 0 0 0,-1-1 1 0 0,1 0-1 0 0,-1 1 0 0 0,1-1 1 0 0,-1 1-1 0 0,1-1 0 0 0,-1 1 1 0 0,1-1-1 0 0,-1 1 0 0 0,1 0 1 0 0,4 27 249 0 0,-4-22-273 0 0,10 69 39 0 0,3 0 0 0 0,43 133 0 0 0,-43-172 10 0 0,30 54-1 0 0,-9-18 29 0 0,-34-70-42 0 0,0 0 1 0 0,0 0 0 0 0,0 0-1 0 0,0-1 1 0 0,1 1-1 0 0,-1 0 1 0 0,0 0 0 0 0,1-1-1 0 0,-1 1 1 0 0,1-1-1 0 0,0 1 1 0 0,-1-1-1 0 0,1 0 1 0 0,0 0 0 0 0,0 1-1 0 0,0-1 1 0 0,0-1-1 0 0,0 1 1 0 0,4 1 0 0 0,-2-1 6 0 0,-1-1 0 0 0,1 0 0 0 0,0 1 0 0 0,0-1 0 0 0,0-1 0 0 0,0 1 0 0 0,-1-1 1 0 0,1 1-1 0 0,0-1 0 0 0,5-2 0 0 0,1-1 23 0 0,-1 0 0 0 0,1-1 0 0 0,-1 0-1 0 0,0 0 1 0 0,-1-1 0 0 0,1 0 0 0 0,10-11 0 0 0,-10 8-51 0 0,-1-2 0 0 0,0 1 0 0 0,-1-1 0 0 0,0 0 0 0 0,0 0 0 0 0,-2-1 0 0 0,1 0 0 0 0,7-23-1 0 0,-9 24-149 0 0,10-25-1525 0 0,-7 23 1053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36.3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1720 457 3225 0 0,'-37'-44'430'0'0,"-162"-171"1394"0"0,172 191-1486 0 0,0 0 0 0 0,-2 2-1 0 0,0 1 1 0 0,-2 1 0 0 0,0 2-1 0 0,-34-15 1 0 0,46 26-101 0 0,0 0 0 0 0,0 2 1 0 0,0 0-1 0 0,-1 1 0 0 0,0 0 0 0 0,0 2 1 0 0,-33 0-1 0 0,25 4-155 0 0,-1 0 0 0 0,2 2 1 0 0,-1 1-1 0 0,-51 17 0 0 0,29-3-165 0 0,2 2-1 0 0,0 2 0 0 0,1 2 0 0 0,2 2 1 0 0,-59 47-1 0 0,65-43 127 0 0,1 2 0 0 0,1 2 0 0 0,2 1 0 0 0,2 2 0 0 0,1 1-1 0 0,-42 70 1 0 0,41-50 363 0 0,2 0 0 0 0,4 2 0 0 0,1 1 0 0 0,-24 98 0 0 0,28-69 175 0 0,4 0 1 0 0,5 1-1 0 0,3 1 1 0 0,5 0-1 0 0,8 117 0 0 0,7-80-93 0 0,6 0-1 0 0,6-1 1 0 0,45 147-1 0 0,-45-201-429 0 0,3-1 0 0 0,3-1 0 0 0,3-1 0 0 0,3-2 0 0 0,4-1-1 0 0,2-3 1 0 0,69 88 0 0 0,44 29 194 0 0,263 246-1 0 0,-248-267-168 0 0,-84-79-102 0 0,156 121-1 0 0,-179-162-137 0 0,0-3-1 0 0,3-2 1 0 0,69 28-1 0 0,-93-48 17 0 0,0-3 0 0 0,1-1 0 0 0,0-2 0 0 0,1-2 1 0 0,0-2-1 0 0,68 3 0 0 0,-71-10 274 0 0,-1-2 0 0 0,0-1 0 0 0,0-2 0 0 0,0-2 0 0 0,-1-1 0 0 0,0-2 0 0 0,0-2 0 0 0,-1-1 0 0 0,60-32 1 0 0,-65 28 73 0 0,-1-1 0 0 0,-1-2 0 0 0,0-1 0 0 0,-2-1 0 0 0,0-1 0 0 0,-2-2 0 0 0,-1 0 0 0 0,0-2 0 0 0,-2 0 0 0 0,32-55 0 0 0,-21 20 69 0 0,-2-2-1 0 0,-4-1 0 0 0,22-75 1 0 0,35-210 253 0 0,-56 201-434 0 0,-7-2-1 0 0,-6-1 0 0 0,-6-159 1 0 0,-12 214-10 0 0,-5-1 0 0 0,-4 2 1 0 0,-4 0-1 0 0,-5 0 1 0 0,-61-172-1 0 0,48 182 8 0 0,-82-147 0 0 0,91 191-63 0 0,-1 2 1 0 0,-3 1-1 0 0,-1 1 0 0 0,-2 2 1 0 0,-48-43-1 0 0,-255-183-254 0 0,283 224 180 0 0,-2 3 0 0 0,-84-40 0 0 0,107 61 66 0 0,-1 1-1 0 0,-1 1 1 0 0,0 2-1 0 0,-1 1 1 0 0,0 2-1 0 0,-41-4 1 0 0,62 10-275 0 0,-1 0 0 0 0,0 1 1 0 0,1 1-1 0 0,-1 0 0 0 0,1 1 1 0 0,-19 5-1 0 0,-20 12-7399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37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646 130 10138 0 0,'-1'-7'372'0'0,"0"-1"1"0"0,1 1-1 0 0,0 0 0 0 0,0-1 0 0 0,2-10 1 0 0,-1 9 137 0 0,-1 0 0 0 0,0 0 0 0 0,-1-15 0 0 0,1 23-409 0 0,0 0 0 0 0,0 0-1 0 0,0 0 1 0 0,0 0-1 0 0,-1 0 1 0 0,1 0 0 0 0,0 0-1 0 0,-1 0 1 0 0,1 0-1 0 0,0 0 1 0 0,-1 1 0 0 0,1-1-1 0 0,-1 0 1 0 0,0 0-1 0 0,1 0 1 0 0,-1 0 0 0 0,0 1-1 0 0,1-1 1 0 0,-1 0-1 0 0,0 1 1 0 0,0-1 0 0 0,1 0-1 0 0,-1 1 1 0 0,0-1-1 0 0,0 1 1 0 0,0-1 0 0 0,0 1-1 0 0,0 0 1 0 0,0-1-1 0 0,0 1 1 0 0,0 0 0 0 0,0 0-1 0 0,0-1 1 0 0,0 1-1 0 0,0 0 1 0 0,0 0 0 0 0,0 0-1 0 0,0 1 1 0 0,0-1-1 0 0,0 0 1 0 0,0 0-1 0 0,0 0 1 0 0,0 1 0 0 0,0-1-1 0 0,0 0 1 0 0,0 1-1 0 0,0-1 1 0 0,0 1 0 0 0,0-1-1 0 0,-1 2 1 0 0,-4 1 103 0 0,0 1 1 0 0,1 0 0 0 0,-1 0-1 0 0,1 0 1 0 0,0 1 0 0 0,-8 9-1 0 0,-2 6-73 0 0,1 1-1 0 0,1 1 1 0 0,1 0-1 0 0,-16 41 1 0 0,-26 100-114 0 0,42-122 17 0 0,-23 86-23 0 0,-27 192 0 0 0,11 136 9 0 0,-14 86-8 0 0,-86 158 308 0 0,140-655-275 0 0,-4 10 4 0 0,-7 59 1 0 0,22-112-546 0 0,0-6 47 0 0,1 0-995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37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74 1840 0 0,'-46'27'1881'0'0,"1"2"5003"0"0,58-28-3378 0 0,8-3-2574 0 0,8-9-677 0 0,-1-1 0 0 0,0-2 0 0 0,29-18-1 0 0,-23 13 212 0 0,44-19-1 0 0,-76 37-445 0 0,0 1 0 0 0,1-1 0 0 0,-1 1 0 0 0,1 0 0 0 0,-1 0 0 0 0,1 0 0 0 0,-1 0 0 0 0,0 0 0 0 0,1 1 0 0 0,-1-1 0 0 0,1 1 0 0 0,-1-1 0 0 0,0 1 0 0 0,1 0 0 0 0,-1 0 0 0 0,0 0 0 0 0,0 0 0 0 0,0 1 0 0 0,0-1 1 0 0,0 0-1 0 0,0 1 0 0 0,0-1 0 0 0,0 1 0 0 0,1 2 0 0 0,1 0 188 0 0,0 0 1 0 0,0 1 0 0 0,0-1 0 0 0,-1 1 0 0 0,0 0-1 0 0,0-1 1 0 0,0 2 0 0 0,-1-1 0 0 0,3 6 0 0 0,24 133 2721 0 0,0 5-2099 0 0,-24-133-1033 0 0,0 1-1 0 0,2-1 1 0 0,-1 0-1 0 0,2 0 1 0 0,0-1-1 0 0,16 22 1 0 0,-9-18-7633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38.9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73 9674 0 0,'-1'-4'402'0'0,"-1"0"-1"0"0,0 0 1 0 0,0 0-1 0 0,-1 0 1 0 0,1 0 0 0 0,-1 0-1 0 0,0 1 1 0 0,1 0-1 0 0,-2-1 1 0 0,-5-4 0 0 0,-16-19 2820 0 0,64 56-29 0 0,-18-4-2830 0 0,-1 1-1 0 0,-2 0 1 0 0,0 2-1 0 0,19 40 1 0 0,44 125 17 0 0,-1-4-355 0 0,-69-167-550 0 0,4 9 1084 0 0,26 42 0 0 0,-4-28-2108 0 0,-32-41 524 0 0,1 1-1 0 0,-1-1 0 0 0,1 0 1 0 0,0 0-1 0 0,12 6 0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39.1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 10594 0 0,'3'-11'6048'0'0,"-2"10"-5824"0"0,8 8 2764 0 0,10 20-1685 0 0,17 44-590 0 0,-24-46-1344 0 0,1 0 1 0 0,1 0 0 0 0,21 25-1 0 0,-35-49 404 0 0,1 1 1 0 0,0-1-1 0 0,0 0 0 0 0,0 0 1 0 0,0 0-1 0 0,0 0 0 0 0,1 0 0 0 0,-1 0 1 0 0,0-1-1 0 0,0 1 0 0 0,1 0 1 0 0,-1-1-1 0 0,0 1 0 0 0,2 0 0 0 0,2-2-989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39.3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0 16131 0 0,'-7'4'713'0'0,"4"-2"151"0"0,0-1-696 0 0,2 1-168 0 0,-1-1 0 0 0,2 1 0 0 0,0-1-312 0 0,2 2 120 0 0,-1 0-8 0 0,3-2-609 0 0,4 2-119 0 0,2-2-32 0 0,1 1 0 0 0,2 1 736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39.8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220 107 5985 0 0,'-4'-8'588'0'0,"0"1"0"0"0,-1-1-1 0 0,0 1 1 0 0,-1 0 0 0 0,0 0 0 0 0,0 0-1 0 0,0 1 1 0 0,0 0 0 0 0,-12-8 0 0 0,13 11-236 0 0,1-1 1 0 0,-1 1-1 0 0,0 0 1 0 0,0 1-1 0 0,0-1 1 0 0,-1 1 0 0 0,1 0-1 0 0,-1 0 1 0 0,1 1-1 0 0,-1-1 1 0 0,1 1-1 0 0,-1 1 1 0 0,0-1 0 0 0,1 1-1 0 0,-12 0 1 0 0,15 1-263 0 0,-1 0 0 0 0,0 0 0 0 0,1 0 0 0 0,-1 1 0 0 0,1-1 0 0 0,-1 1 0 0 0,1-1 0 0 0,0 1 0 0 0,0 0 0 0 0,0 0 0 0 0,0 0 0 0 0,0 0 0 0 0,0 0 0 0 0,0 0 1 0 0,0 0-1 0 0,1 1 0 0 0,-1-1 0 0 0,1 1 0 0 0,0-1 0 0 0,0 1 0 0 0,0-1 0 0 0,0 1 0 0 0,0 0 0 0 0,-1 5 0 0 0,-1 7-60 0 0,1 1-1 0 0,0 0 1 0 0,0 18 0 0 0,2-23 11 0 0,-1 4-106 0 0,1 91-303 0 0,1-95 333 0 0,0 0-1 0 0,0-1 1 0 0,1 1-1 0 0,0 0 1 0 0,1-1 0 0 0,1 0-1 0 0,6 16 1 0 0,-9-24 24 0 0,0 0 1 0 0,0 0 0 0 0,0 0-1 0 0,0 0 1 0 0,0-1 0 0 0,0 1-1 0 0,1 0 1 0 0,-1-1-1 0 0,0 1 1 0 0,1-1 0 0 0,-1 1-1 0 0,1-1 1 0 0,0 0-1 0 0,-1 0 1 0 0,1 1 0 0 0,0-1-1 0 0,0-1 1 0 0,0 1 0 0 0,0 0-1 0 0,0 0 1 0 0,0-1-1 0 0,0 1 1 0 0,0-1 0 0 0,0 1-1 0 0,0-1 1 0 0,0 0 0 0 0,0 0-1 0 0,0 0 1 0 0,0 0-1 0 0,0 0 1 0 0,4-1 0 0 0,-3-1-84 0 0,0 1-1 0 0,0-1 1 0 0,-1 1 0 0 0,1-1 0 0 0,0 0 0 0 0,-1 0-1 0 0,0 0 1 0 0,1 0 0 0 0,-1 0 0 0 0,0-1 0 0 0,0 1 0 0 0,0-1-1 0 0,0 0 1 0 0,-1 1 0 0 0,1-1 0 0 0,-1 0 0 0 0,0 0-1 0 0,1 0 1 0 0,-1 0 0 0 0,1-5 0 0 0,3-22-312 0 0,0 0 0 0 0,0-31 0 0 0,-4 37 615 0 0,1 0 1 0 0,1 0-1 0 0,1 1 0 0 0,11-36 0 0 0,-15 57-140 0 0,1-1 1 0 0,-1 1-1 0 0,1 0 1 0 0,0 1-1 0 0,0-1 1 0 0,0 0-1 0 0,0 0 1 0 0,0 0-1 0 0,0 0 1 0 0,1 1-1 0 0,-1-1 1 0 0,0 1-1 0 0,1-1 1 0 0,-1 1-1 0 0,1-1 1 0 0,0 1-1 0 0,-1 0 1 0 0,1 0-1 0 0,0 0 1 0 0,0 0-1 0 0,0 0 1 0 0,2-1-1 0 0,-1 2 13 0 0,-1 0 0 0 0,0 0 0 0 0,0 0 0 0 0,1 1 0 0 0,-1-1 0 0 0,0 0 0 0 0,0 1 0 0 0,0 0 0 0 0,0 0 0 0 0,1-1 0 0 0,-1 1-1 0 0,0 0 1 0 0,0 1 0 0 0,-1-1 0 0 0,1 0 0 0 0,0 0 0 0 0,2 3 0 0 0,5 4 118 0 0,0 2-1 0 0,0-1 1 0 0,-1 2-1 0 0,0-1 1 0 0,12 21-1 0 0,-8-7-152 0 0,0 0-1 0 0,-2 1 1 0 0,-1 0-1 0 0,-1 1 1 0 0,0 0-1 0 0,-3 0 1 0 0,0 1 0 0 0,-1-1-1 0 0,0 42 1 0 0,-5-63-65 0 0,1 0 1 0 0,-1-1-1 0 0,0 1 1 0 0,0 0-1 0 0,0-1 1 0 0,-1 0 0 0 0,1 1-1 0 0,-1-1 1 0 0,0 0-1 0 0,-1 0 1 0 0,-2 4 0 0 0,5-7 8 0 0,-1 0 0 0 0,0 0 0 0 0,1 0 1 0 0,-1-1-1 0 0,0 1 0 0 0,0 0 1 0 0,0-1-1 0 0,1 1 0 0 0,-1-1 0 0 0,0 1 1 0 0,0-1-1 0 0,0 1 0 0 0,0-1 1 0 0,0 1-1 0 0,0-1 0 0 0,0 0 1 0 0,0 0-1 0 0,0 0 0 0 0,0 1 0 0 0,0-1 1 0 0,-1 0-1 0 0,0-1-1 0 0,0 1-1 0 0,1-1 1 0 0,-1 0-1 0 0,1 1 1 0 0,-1-1-1 0 0,1 0 1 0 0,-1 0 0 0 0,1 0-1 0 0,-1 0 1 0 0,1 0-1 0 0,0 0 1 0 0,0-1 0 0 0,-1 1-1 0 0,1 0 1 0 0,0-1-1 0 0,0 1 1 0 0,-1-2-1 0 0,-1-3-230 0 0,0 0 0 0 0,0 1-1 0 0,0-1 1 0 0,1 0-1 0 0,0 0 1 0 0,0-1-1 0 0,0 1 1 0 0,1 0-1 0 0,-1-12 1 0 0,1-1-1705 0 0,3-38 0 0 0,0 30-3458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40.3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 2761 0 0,'-4'4'2025'0'0,"3"-2"-1350"0"0,0-1 0 0 0,0 1 0 0 0,0 0 0 0 0,0-1 0 0 0,1 1 0 0 0,-1 0 0 0 0,0 0 0 0 0,1 0 0 0 0,-1 0 0 0 0,1-1 0 0 0,-1 5 1 0 0,1-2-83 0 0,0 0 1 0 0,1 0 0 0 0,-1 0 0 0 0,1 0-1 0 0,0 0 1 0 0,2 7 0 0 0,3 5-350 0 0,1 1-1 0 0,15 23 1 0 0,-8-16 954 0 0,38 88-84 0 0,14 26-549 0 0,-53-115-532 0 0,1 0 1 0 0,0-2-1 0 0,33 37 0 0 0,-46-57-41 0 0,0 0-1 0 0,0 0 0 0 0,0 1 0 0 0,0-1 0 0 0,0 0 1 0 0,0 0-1 0 0,1-1 0 0 0,-1 1 0 0 0,0 0 0 0 0,0 0 0 0 0,1 0 1 0 0,-1-1-1 0 0,1 1 0 0 0,-1-1 0 0 0,1 1 0 0 0,-1-1 1 0 0,3 1-1 0 0,-3-2-16 0 0,-1 1-1 0 0,1 0 1 0 0,0 0 0 0 0,0-1-1 0 0,0 1 1 0 0,-1 0 0 0 0,1-1 0 0 0,0 1-1 0 0,-1-1 1 0 0,1 1 0 0 0,0-1 0 0 0,-1 1-1 0 0,1-1 1 0 0,0 1 0 0 0,-1-1 0 0 0,1 0-1 0 0,-1 1 1 0 0,1-1 0 0 0,-1 0 0 0 0,0 0-1 0 0,1 1 1 0 0,0-2 0 0 0,1-7-261 0 0,1 1 0 0 0,-1 0 0 0 0,-1-1-1 0 0,2-15 1 0 0,-2 15 115 0 0,3-68-656 0 0,-3 42 564 0 0,6-44-1 0 0,-6 70 457 0 0,1 0 0 0 0,0 0 0 0 0,1 0 0 0 0,0 1 1 0 0,0-1-1 0 0,1 1 0 0 0,0 0 0 0 0,0 0 0 0 0,11-14 0 0 0,-14 21-126 0 0,0-1-1 0 0,0 1 1 0 0,0 0-1 0 0,0 0 1 0 0,1 0 0 0 0,-1 0-1 0 0,0 0 1 0 0,1 0-1 0 0,-1 1 1 0 0,0-1 0 0 0,1 0-1 0 0,-1 1 1 0 0,1-1-1 0 0,-1 1 1 0 0,1-1 0 0 0,0 1-1 0 0,-1 0 1 0 0,1 0-1 0 0,-1-1 1 0 0,1 1 0 0 0,0 0-1 0 0,-1 0 1 0 0,1 1-1 0 0,-1-1 1 0 0,1 0 0 0 0,-1 1-1 0 0,1-1 1 0 0,0 1-1 0 0,-1-1 1 0 0,1 1 0 0 0,-1-1-1 0 0,0 1 1 0 0,1 0-1 0 0,-1 0 1 0 0,0 0 0 0 0,1 0-1 0 0,-1 0 1 0 0,0 0-1 0 0,0 0 1 0 0,2 2 0 0 0,7 7 65 0 0,-1 0 0 0 0,0 1 1 0 0,13 21-1 0 0,-11-17-109 0 0,-9-12-133 0 0,0-1-1 0 0,0 1 0 0 0,0-1 1 0 0,0 0-1 0 0,1 0 0 0 0,-1 0 1 0 0,1 0-1 0 0,0-1 0 0 0,4 3 1 0 0,9 2-5561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40.5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 10594 0 0,'0'0'49'0'0,"0"0"-1"0"0,0 0 0 0 0,0 0 0 0 0,0-1 1 0 0,0 1-1 0 0,0 0 0 0 0,0 0 0 0 0,-1 0 1 0 0,1 0-1 0 0,0-1 0 0 0,0 1 1 0 0,0 0-1 0 0,0 0 0 0 0,0 0 0 0 0,0-1 1 0 0,0 1-1 0 0,0 0 0 0 0,0 0 1 0 0,0 0-1 0 0,0-1 0 0 0,0 1 0 0 0,0 0 1 0 0,0 0-1 0 0,0 0 0 0 0,0-1 0 0 0,1 1 1 0 0,-1 0-1 0 0,0 0 0 0 0,0 0 1 0 0,0 0-1 0 0,0-1 0 0 0,0 1 0 0 0,0 0 1 0 0,0 0-1 0 0,1 0 0 0 0,-1 0 1 0 0,0 0-1 0 0,0-1 0 0 0,0 1 0 0 0,0 0 1 0 0,1 0-1 0 0,-1 0 0 0 0,0 0 0 0 0,0 0 1 0 0,0 0-1 0 0,0 0 0 0 0,1 0 1 0 0,-1 0-1 0 0,0 0 0 0 0,0 0 0 0 0,0 0 1 0 0,1 0-1 0 0,-1 0 0 0 0,0 0 1 0 0,0 0-1 0 0,1 0 0 0 0,15 8 2116 0 0,15 18 211 0 0,6 14-159 0 0,59 88 1 0 0,-1-2-2168 0 0,-18-39-2236 0 0,-53-59-5086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40.7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51 314 11522 0 0,'-2'0'253'0'0,"-1"-1"-1"0"0,0 0 1 0 0,1 0-1 0 0,-1 0 1 0 0,1 0-1 0 0,-1 0 1 0 0,1 0-1 0 0,0-1 0 0 0,0 1 1 0 0,-1-1-1 0 0,1 1 1 0 0,0-1-1 0 0,0 0 1 0 0,1 0-1 0 0,-1 0 1 0 0,0 0-1 0 0,1 0 0 0 0,-1-1 1 0 0,1 1-1 0 0,-1 0 1 0 0,1-1-1 0 0,0 1 1 0 0,0-1-1 0 0,0 1 1 0 0,1-1-1 0 0,-1 1 0 0 0,1-1 1 0 0,-1 0-1 0 0,1 1 1 0 0,0-4-1 0 0,-1-2-79 0 0,1 1-1 0 0,0 0 0 0 0,1 0 0 0 0,0-1 1 0 0,0 1-1 0 0,1 0 0 0 0,-1 0 0 0 0,1 0 1 0 0,1 0-1 0 0,3-8 0 0 0,3-1-365 0 0,0 0-1 0 0,2 1 1 0 0,-1 0 0 0 0,2 0-1 0 0,0 1 1 0 0,1 1 0 0 0,0 0-1 0 0,23-17 1 0 0,-9 11-6827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41.1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0 17972 0 0,'-2'3'606'0'0,"-9"12"486"0"0,16 7-1434 0 0,16 25 406 0 0,1-2 1 0 0,37 58-1 0 0,67 79 99 0 0,39 24-2558 0 0,-145-180 1125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41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18 276 15667 0 0,'-1'-1'94'0'0,"-1"0"-1"0"0,1 0 0 0 0,0-1 0 0 0,-1 1 0 0 0,1 0 1 0 0,0 0-1 0 0,0-1 0 0 0,0 1 0 0 0,0-1 0 0 0,0 1 1 0 0,1-1-1 0 0,-1 1 0 0 0,0-1 0 0 0,1 1 0 0 0,-1-1 1 0 0,1 0-1 0 0,-1 1 0 0 0,1-1 0 0 0,0 0 0 0 0,0 1 1 0 0,-1-1-1 0 0,1 0 0 0 0,1 0 0 0 0,-1-1 0 0 0,8-48 529 0 0,-6 41-361 0 0,0-1-150 0 0,1 1 0 0 0,0 0-1 0 0,0 0 1 0 0,1 0 0 0 0,0 0 0 0 0,1 0-1 0 0,0 1 1 0 0,1 0 0 0 0,-1 0-1 0 0,15-15 1 0 0,-14 18-572 0 0,-1 1 0 0 0,1 0 0 0 0,0 0 0 0 0,1 1 0 0 0,-1 0 0 0 0,1 0 1 0 0,0 0-1 0 0,0 1 0 0 0,14-5 0 0 0,1 2-1153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41.7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10 230 14283 0 0,'0'0'57'0'0,"-1"0"0"0"0,1 0-1 0 0,0 0 1 0 0,-1 0 0 0 0,1 0 0 0 0,0 0-1 0 0,-1 0 1 0 0,1 0 0 0 0,0 0 0 0 0,-1 0-1 0 0,1 0 1 0 0,0 0 0 0 0,-1 0 0 0 0,1 0-1 0 0,0 0 1 0 0,-1 0 0 0 0,1 0 0 0 0,0-1-1 0 0,0 1 1 0 0,-1 0 0 0 0,1 0 0 0 0,0 0-1 0 0,0-1 1 0 0,-1 1 0 0 0,1 0 0 0 0,0 0-1 0 0,0-1 1 0 0,-1 1 0 0 0,1 0 0 0 0,0 0-1 0 0,0-1 1 0 0,0 1 0 0 0,0 0 0 0 0,0-1-1 0 0,-1 1 1 0 0,1 0 0 0 0,0-1 0 0 0,0 1-1 0 0,0 0 1 0 0,0-1 0 0 0,4-6 3251 0 0,2 7-2995 0 0,3 0-224 0 0,0 1 0 0 0,1 1 0 0 0,-1 0 0 0 0,0 0 0 0 0,0 0 0 0 0,0 1 0 0 0,0 1 0 0 0,0 0 0 0 0,0 0 0 0 0,-1 1 0 0 0,0-1 0 0 0,8 8 0 0 0,-1-1 86 0 0,0 0 0 0 0,-1 1-1 0 0,0 1 1 0 0,-1 0 0 0 0,18 25 0 0 0,-30-33-124 0 0,-10-9 64 0 0,-10-10 68 0 0,9 2-269 0 0,1 0 0 0 0,0 0 0 0 0,0-1 0 0 0,1 0 0 0 0,1 0 0 0 0,0-1 0 0 0,1 0 0 0 0,1 0-1 0 0,0-1 1 0 0,1 0 0 0 0,0 1 0 0 0,1-1 0 0 0,1 0 0 0 0,1-1 0 0 0,0 1 0 0 0,0 0 0 0 0,2 0 0 0 0,0-1 0 0 0,4-20 0 0 0,3 14-2031 0 0,3 3-4836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42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35 3225 0 0,'-4'0'436'0'0,"0"-2"1"0"0,0 1-1 0 0,0 0 1 0 0,0-1-1 0 0,0 0 1 0 0,0 0-1 0 0,1 0 1 0 0,-5-3-1 0 0,-16-7 3581 0 0,23 11-3783 0 0,0 0-1 0 0,-1 0 0 0 0,1 1 0 0 0,0-1 0 0 0,-1 1 0 0 0,1-1 0 0 0,-1 1 1 0 0,1 0-1 0 0,-1-1 0 0 0,1 1 0 0 0,-1 0 0 0 0,1 0 0 0 0,-1 0 1 0 0,1 0-1 0 0,-1 0 0 0 0,1 1 0 0 0,-1-1 0 0 0,1 0 0 0 0,-1 1 1 0 0,1-1-1 0 0,-1 1 0 0 0,1-1 0 0 0,0 1 0 0 0,-1 0 0 0 0,1 0 0 0 0,0-1 1 0 0,0 1-1 0 0,-1 0 0 0 0,1 0 0 0 0,0 0 0 0 0,-1 2 0 0 0,0 1 14 0 0,0 1-1 0 0,0-1 1 0 0,1 0-1 0 0,0 1 0 0 0,0-1 1 0 0,0 1-1 0 0,1 0 0 0 0,-1-1 1 0 0,1 8-1 0 0,-1 25 177 0 0,6 51 1 0 0,-4-72-469 0 0,2 1 1 0 0,0-1 0 0 0,1 0 0 0 0,1-1 0 0 0,10 25 0 0 0,-14-39 23 0 0,-1 1 0 0 0,1 0 1 0 0,0-1-1 0 0,0 1 0 0 0,0 0 1 0 0,0-1-1 0 0,0 1 0 0 0,0-1 1 0 0,0 0-1 0 0,1 1 0 0 0,-1-1 1 0 0,0 0-1 0 0,1 0 0 0 0,-1 0 1 0 0,1 0-1 0 0,-1 0 0 0 0,1 0 1 0 0,2 1-1 0 0,-2-2-13 0 0,-1 0 0 0 0,0 0 0 0 0,1 0 0 0 0,-1 0 0 0 0,0 0 0 0 0,1 0 0 0 0,-1-1 0 0 0,0 1 0 0 0,1 0 0 0 0,-1-1 0 0 0,0 1 0 0 0,0-1 0 0 0,1 1 0 0 0,-1-1 0 0 0,0 1 0 0 0,0-1 0 0 0,0 0 0 0 0,0 0 0 0 0,1-1 0 0 0,3-2-112 0 0,-1-1 0 0 0,0 1 0 0 0,0-1 0 0 0,0-1 1 0 0,-1 1-1 0 0,0 0 0 0 0,0-1 0 0 0,4-10 0 0 0,-2-1 66 0 0,-1 0 0 0 0,-1 0 0 0 0,-1 0 0 0 0,0 0 0 0 0,-1-1 0 0 0,-1 1 0 0 0,-4-32-1 0 0,0-21 1447 0 0,4 69-1296 0 0,0 0 0 0 0,0 0 0 0 0,0 1 0 0 0,0-1 0 0 0,0 0 0 0 0,-1 0 0 0 0,2 0 0 0 0,-1 1 0 0 0,0-1 0 0 0,0 0 0 0 0,0 0 0 0 0,0 1 0 0 0,0-1 0 0 0,1 0 1 0 0,-1 0-1 0 0,0 1 0 0 0,1-1 0 0 0,-1 0 0 0 0,0 1 0 0 0,1-1 0 0 0,-1 0 0 0 0,1 1 0 0 0,-1-1 0 0 0,1 0 0 0 0,-1 1 0 0 0,1-1 0 0 0,0 1 0 0 0,-1-1 0 0 0,2 1 0 0 0,-1 0-30 0 0,0 0 0 0 0,0 0 1 0 0,0 0-1 0 0,1 1 0 0 0,-1-1 1 0 0,0 0-1 0 0,0 1 0 0 0,0-1 1 0 0,0 1-1 0 0,0 0 0 0 0,0-1 1 0 0,0 1-1 0 0,0 0 0 0 0,0 0 1 0 0,0-1-1 0 0,1 3 0 0 0,36 42-19 0 0,-36-42 52 0 0,9 12-427 0 0,1 0 0 0 0,1 0 1 0 0,0-1-1 0 0,19 14 0 0 0,-14-15-7218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42.7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3 138 9218 0 0,'-3'-12'7507'0'0,"8"16"-6780"0"0,16 16-209 0 0,-1 2 0 0 0,0 0 0 0 0,-2 2 0 0 0,0 0 0 0 0,-2 1 0 0 0,0 0 1 0 0,15 38-1 0 0,-30-61-518 0 0,0 0 1 0 0,-1 0 0 0 0,1-1-1 0 0,0 1 1 0 0,0 0 0 0 0,0 0-1 0 0,0-1 1 0 0,0 1 0 0 0,1-1 0 0 0,-1 1-1 0 0,0-1 1 0 0,4 3 0 0 0,0-9-4 0 0,-3-14-15 0 0,-2-13-318 0 0,-7-53 0 0 0,4 66 209 0 0,1 0 0 0 0,0-1 1 0 0,2 1-1 0 0,0-1 0 0 0,1 1 0 0 0,1-1 1 0 0,0 1-1 0 0,6-21 0 0 0,-7 38 150 0 0,0 0 0 0 0,-1 0 0 0 0,1-1 0 0 0,0 1 0 0 0,0 0 0 0 0,0 0 0 0 0,0 0 0 0 0,0 0 0 0 0,1 0 0 0 0,-1 0 0 0 0,1 0 0 0 0,-1 0 0 0 0,1 1 0 0 0,0-1 0 0 0,-1 1 0 0 0,1-1 0 0 0,0 1 0 0 0,0 0 0 0 0,0-1 0 0 0,0 1 0 0 0,0 0 0 0 0,0 0 0 0 0,1 1 0 0 0,-1-1 0 0 0,3-1 0 0 0,-1 3 47 0 0,-1-1-1 0 0,0 0 1 0 0,0 1-1 0 0,1 0 0 0 0,-1 0 1 0 0,0 0-1 0 0,0 0 1 0 0,0 0-1 0 0,0 0 1 0 0,0 1-1 0 0,0 0 1 0 0,-1-1-1 0 0,1 1 1 0 0,0 0-1 0 0,-1 0 1 0 0,1 1-1 0 0,2 3 1 0 0,69 76-2239 0 0,-57-64-4864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43.0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60 8754 0 0,'-2'-12'310'0'0,"-5"-18"1357"0"0,7 29-1479 0 0,0 0 0 0 0,0 0-1 0 0,0 0 1 0 0,-1 0 0 0 0,1 0 0 0 0,0 0 0 0 0,-1 0 0 0 0,1 1-1 0 0,-1-1 1 0 0,1 0 0 0 0,-1 0 0 0 0,0 0 0 0 0,1 0-1 0 0,-1 1 1 0 0,0-1 0 0 0,1 0 0 0 0,-1 1 0 0 0,0-1 0 0 0,0 1-1 0 0,-1-2 1 0 0,1 2-43 0 0,0 1 0 0 0,0-1 0 0 0,0 0 0 0 0,1 0 0 0 0,-1 1 0 0 0,0-1 0 0 0,0 1 0 0 0,1-1-1 0 0,-1 0 1 0 0,0 1 0 0 0,0 0 0 0 0,1-1 0 0 0,-1 1 0 0 0,1-1 0 0 0,-1 1 0 0 0,0 0 0 0 0,1-1 0 0 0,-1 1 0 0 0,1 0 0 0 0,0 0 0 0 0,-1-1 0 0 0,1 1-1 0 0,0 0 1 0 0,-1 0 0 0 0,1 0 0 0 0,0 1 0 0 0,-9 28 583 0 0,8-24-517 0 0,-1 2-82 0 0,-4 12 72 0 0,1 1-1 0 0,1 1 0 0 0,-2 35 0 0 0,6-51-194 0 0,0 0 0 0 0,0 1 0 0 0,1-1 0 0 0,0 1 0 0 0,1-1-1 0 0,-1 0 1 0 0,1 0 0 0 0,0 0 0 0 0,0 0 0 0 0,1 0-1 0 0,0 0 1 0 0,0 0 0 0 0,0-1 0 0 0,1 0 0 0 0,0 1 0 0 0,8 7-1 0 0,-2-4-10 0 0,0-2-1 0 0,0 1 0 0 0,1-1 0 0 0,0-1 0 0 0,0 0 0 0 0,1-1 1 0 0,-1 0-1 0 0,18 5 0 0 0,35 16-14 0 0,-61-25-3 0 0,-1 0-1 0 0,1 1 0 0 0,-1 0 0 0 0,0-1 0 0 0,0 1 1 0 0,1 0-1 0 0,-1 0 0 0 0,0 0 0 0 0,-1 0 0 0 0,1 1 1 0 0,0-1-1 0 0,-1 1 0 0 0,1-1 0 0 0,-1 1 0 0 0,0-1 1 0 0,0 1-1 0 0,0 0 0 0 0,0-1 0 0 0,0 1 0 0 0,0 0 1 0 0,-1 0-1 0 0,1 0 0 0 0,-1-1 0 0 0,0 1 1 0 0,0 0-1 0 0,-1 4 0 0 0,1 1-272 0 0,-2-1 1 0 0,1 1-1 0 0,-1-1 0 0 0,0 0 1 0 0,-1 1-1 0 0,1-1 0 0 0,-2 0 1 0 0,-6 13-1 0 0,-3-2-5979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43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1 255 12899 0 0,'0'0'58'0'0,"0"0"0"0"0,0 0-1 0 0,0 0 1 0 0,0-1 0 0 0,0 1 0 0 0,0 0 0 0 0,0 0 0 0 0,0 0 0 0 0,0-1 0 0 0,0 1 0 0 0,0 0 0 0 0,0 0 0 0 0,0 0-1 0 0,0-1 1 0 0,0 1 0 0 0,0 0 0 0 0,0 0 0 0 0,0 0 0 0 0,0-1 0 0 0,1 1 0 0 0,-1 0 0 0 0,0 0 0 0 0,0 0 0 0 0,0 0-1 0 0,0-1 1 0 0,0 1 0 0 0,0 0 0 0 0,1 0 0 0 0,-1 0 0 0 0,0 0 0 0 0,0 0 0 0 0,0 0 0 0 0,0-1 0 0 0,1 1 0 0 0,-1 0-1 0 0,0 0 1 0 0,0 0 0 0 0,0 0 0 0 0,1 0 0 0 0,-1 0 0 0 0,0 0 0 0 0,0 0 0 0 0,0 0 0 0 0,1 0 0 0 0,-1 0-1 0 0,0 0 1 0 0,0 0 0 0 0,0 0 0 0 0,1 0 0 0 0,-1 0 0 0 0,13 9 1198 0 0,10 15-273 0 0,3 15-692 0 0,-2 2 0 0 0,29 65 0 0 0,-22-42-627 0 0,-36-114-152 0 0,4 48 477 0 0,-8-38-306 0 0,-9-71-1 0 0,17 100 347 0 0,1 0 1 0 0,-1 1-1 0 0,2-1 1 0 0,0 0-1 0 0,0 1 0 0 0,1-1 1 0 0,0 1-1 0 0,0-1 0 0 0,1 1 1 0 0,1 0-1 0 0,0 0 0 0 0,6-12 1 0 0,-9 21 16 0 0,0-1 0 0 0,0 1 0 0 0,0-1 0 0 0,-1 0 0 0 0,2 1 0 0 0,-1 0 0 0 0,0-1-1 0 0,0 1 1 0 0,0 0 0 0 0,0 0 0 0 0,1-1 0 0 0,-1 1 0 0 0,1 0 0 0 0,-1 0 0 0 0,1 0 0 0 0,-1 1 0 0 0,1-1 0 0 0,0 0 0 0 0,-1 1 0 0 0,1-1 0 0 0,0 1 0 0 0,-1-1 0 0 0,1 1 0 0 0,0 0 0 0 0,0 0 0 0 0,-1-1 0 0 0,1 1 0 0 0,0 1-1 0 0,0-1 1 0 0,-1 0 0 0 0,1 0 0 0 0,0 1 0 0 0,0-1 0 0 0,-1 1 0 0 0,1-1 0 0 0,0 1 0 0 0,-1 0 0 0 0,1 0 0 0 0,-1-1 0 0 0,1 1 0 0 0,-1 0 0 0 0,1 0 0 0 0,1 2 0 0 0,6 6 240 0 0,1 0 0 0 0,-2 1 0 0 0,1-1 0 0 0,12 22 0 0 0,-11-18-217 0 0,3 7 57 0 0,2-2 0 0 0,0 1 0 0 0,33 29 0 0 0,-48-48-129 0 0,1 0 0 0 0,-1 0 0 0 0,0 0 0 0 0,1 0 0 0 0,-1 1 0 0 0,1-1-1 0 0,-1 0 1 0 0,1 0 0 0 0,-1 0 0 0 0,0 0 0 0 0,1 0 0 0 0,-1 0 0 0 0,1 0 0 0 0,-1 0 0 0 0,0 0 0 0 0,1 0 0 0 0,-1 0 0 0 0,1-1 0 0 0,-1 1 0 0 0,0 0 0 0 0,1 0 0 0 0,-1 0 0 0 0,1 0 0 0 0,-1-1 0 0 0,0 1 0 0 0,1 0 0 0 0,-1 0 0 0 0,0-1 0 0 0,1 1 0 0 0,-1 0 0 0 0,0-1 0 0 0,0 1 0 0 0,1 0 0 0 0,-1-1 0 0 0,0 1 0 0 0,0 0 0 0 0,1-1 0 0 0,-1 1 0 0 0,0-1 0 0 0,0 1 0 0 0,0 0 0 0 0,0-1 0 0 0,0 1-1 0 0,0-1 1 0 0,0 1 0 0 0,0 0 0 0 0,1-1 0 0 0,-2 1 0 0 0,1-1 0 0 0,0 1 0 0 0,0-1 0 0 0,3-25-198 0 0,-15-65-502 0 0,8 71 697 0 0,0 0 0 0 0,2-1-1 0 0,0 1 1 0 0,1-1 0 0 0,1 1-1 0 0,1-1 1 0 0,6-35-1 0 0,-7 55 16 0 0,0 0 0 0 0,1 0-1 0 0,-1 0 1 0 0,0 0-1 0 0,0 0 1 0 0,0 0 0 0 0,1 0-1 0 0,-1 0 1 0 0,1 0 0 0 0,-1 0-1 0 0,0 0 1 0 0,1 0-1 0 0,0 0 1 0 0,-1 0 0 0 0,1 0-1 0 0,0 0 1 0 0,-1 1-1 0 0,1-1 1 0 0,0 0 0 0 0,0 0-1 0 0,0 1 1 0 0,-1-1-1 0 0,1 0 1 0 0,0 1 0 0 0,0-1-1 0 0,0 1 1 0 0,0 0-1 0 0,0-1 1 0 0,0 1 0 0 0,0 0-1 0 0,0-1 1 0 0,1 1-1 0 0,-1 0 1 0 0,0 0 0 0 0,0 0-1 0 0,0 0 1 0 0,0 0-1 0 0,0 0 1 0 0,0 0 0 0 0,0 0-1 0 0,0 1 1 0 0,0-1-1 0 0,0 0 1 0 0,0 0 0 0 0,0 1-1 0 0,0-1 1 0 0,0 1 0 0 0,0-1-1 0 0,0 1 1 0 0,0 0-1 0 0,0-1 1 0 0,0 1 0 0 0,1 1-1 0 0,7 5 169 0 0,-1 1 1 0 0,1 0-1 0 0,-1 1 0 0 0,8 10 1 0 0,-6-7-81 0 0,0-1-40 0 0,0-1-1 0 0,1 0 1 0 0,0 0 0 0 0,1-1 0 0 0,0-1-1 0 0,16 9 1 0 0,21 4-6646 0 0,-32-15-310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44.1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0 14283 0 0,'-1'3'155'0'0,"-1"0"-1"0"0,2 0 1 0 0,-1 0 0 0 0,0 1-1 0 0,0-1 1 0 0,1 0-1 0 0,0 0 1 0 0,0 0 0 0 0,0 1-1 0 0,0-1 1 0 0,0 0 0 0 0,1 0-1 0 0,-1 1 1 0 0,1-1-1 0 0,0 0 1 0 0,0 0 0 0 0,0 0-1 0 0,0 0 1 0 0,3 5 0 0 0,5 9 883 0 0,0-1 0 0 0,14 18 0 0 0,-15-21-487 0 0,51 66 160 0 0,-18-28-4837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44.3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0 14283 0 0,'-6'7'632'0'0,"3"-4"136"0"0,0 0-616 0 0,2-2-152 0 0,1 2 0 0 0,0-1 0 0 0,1 2 184 0 0,2 2 8 0 0,0 2 1 0 0,3 5-1 0 0,1 3-104 0 0,2 0-24 0 0,-1 0 0 0 0,2-2 0 0 0,2 0-1081 0 0,1-2-215 0 0,1-2-48 0 0,3-4 0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44.5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19 14283 0 0,'-20'-13'1584'0'0,"12"8"952"0"0,16 15 304 0 0,5 6-2642 0 0,-2 1-1 0 0,1 1 1 0 0,-2 0-1 0 0,-1 0 1 0 0,0 1 0 0 0,6 20-1 0 0,-2-8 45 0 0,18 34-1 0 0,-8-26-931 0 0,1-1 1 0 0,52 63-1 0 0,-54-77-6867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44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0 254 10594 0 0,'1'-3'132'0'0,"-1"0"0"0"0,1 1 0 0 0,-1-1 1 0 0,1 0-1 0 0,0 0 0 0 0,0 1 0 0 0,0-1 0 0 0,0 1 0 0 0,1-1 0 0 0,1-2 0 0 0,0-1 32 0 0,5-11 195 0 0,9-18 380 0 0,22-35 0 0 0,-33 61-793 0 0,0 1 1 0 0,0-1-1 0 0,0 2 1 0 0,1-1 0 0 0,0 1-1 0 0,1 0 1 0 0,-1 0-1 0 0,2 1 1 0 0,11-8 0 0 0,-16 12 25 0 0,-1 0 0 0 0,1 1 1 0 0,0-1-1 0 0,0 1 1 0 0,0 0-1 0 0,0 0 1 0 0,0 1-1 0 0,0-1 1 0 0,0 1-1 0 0,0 0 0 0 0,0 0 1 0 0,0 0-1 0 0,0 1 1 0 0,6 0-1 0 0,-3 1 290 0 0,0 1 0 0 0,0-1 0 0 0,0 1 0 0 0,-1 0 1 0 0,1 1-1 0 0,-1 0 0 0 0,9 6 0 0 0,5 6 1078 0 0,-1 1 1 0 0,-1 1-1 0 0,23 30 1 0 0,-39-46-1273 0 0,81 117 1199 0 0,-52-71-3667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44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 14283 0 0,'-5'4'3188'0'0,"5"-4"-3089"0"0,0 0 1 0 0,0 1 0 0 0,0-1-1 0 0,0 0 1 0 0,0 0 0 0 0,0 0-1 0 0,0 1 1 0 0,3 13 1752 0 0,10 11-577 0 0,-1-10-1709 0 0,1 0 0 0 0,1 0 0 0 0,0-1 1 0 0,1-1-1 0 0,0-1 0 0 0,31 19 0 0 0,-42-27 445 0 0,23 14-40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46.4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80 368 9218 0 0,'0'9'4252'0'0,"0"-9"-4161"0"0,13-7 2678 0 0,-2-4-2384 0 0,-1 0 0 0 0,0 0 0 0 0,-1-1 0 0 0,0 0 0 0 0,-1-1 0 0 0,-1 1 0 0 0,0-2 0 0 0,0 1 0 0 0,-1-1 0 0 0,5-17-1 0 0,-8 20-567 0 0,-1 1 0 0 0,1-1 0 0 0,-2 1 0 0 0,1-1-1 0 0,-2 0 1 0 0,1 0 0 0 0,-2 0 0 0 0,1 1 0 0 0,-1-1-1 0 0,-1 0 1 0 0,0 0 0 0 0,-1 1 0 0 0,1-1 0 0 0,-2 1-1 0 0,-5-11 1 0 0,8 19 77 0 0,1 0-1 0 0,-1 0 0 0 0,0 0 1 0 0,0 0-1 0 0,0 0 1 0 0,0 0-1 0 0,0 1 0 0 0,-1-1 1 0 0,1 0-1 0 0,-1 1 1 0 0,1-1-1 0 0,-1 1 1 0 0,1 0-1 0 0,-1-1 0 0 0,0 1 1 0 0,0 0-1 0 0,1 0 1 0 0,-1 0-1 0 0,0 0 0 0 0,0 0 1 0 0,0 1-1 0 0,0-1 1 0 0,0 1-1 0 0,0-1 1 0 0,0 1-1 0 0,-1 0 0 0 0,1-1 1 0 0,0 1-1 0 0,0 0 1 0 0,0 1-1 0 0,0-1 0 0 0,0 0 1 0 0,0 0-1 0 0,0 1 1 0 0,0-1-1 0 0,0 1 1 0 0,0 0-1 0 0,0 0 0 0 0,0 0 1 0 0,0 0-1 0 0,0 0 1 0 0,0 0-1 0 0,1 0 0 0 0,-1 0 1 0 0,-2 4-1 0 0,-5 1-137 0 0,2 2-1 0 0,-1-1 0 0 0,1 1 1 0 0,0 0-1 0 0,0 1 0 0 0,1-1 1 0 0,-9 17-1 0 0,10-14 253 0 0,0 0 0 0 0,0 0-1 0 0,2 0 1 0 0,-1 0 0 0 0,-1 14 0 0 0,4 11-2958 0 0,4-17-431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46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168 861 456 0 0,'11'-12'360'0'0,"-2"-2"0"0"0,1 1 1 0 0,-2-1-1 0 0,0 0 0 0 0,-1-1 0 0 0,0 0 0 0 0,-1 0 1 0 0,0 0-1 0 0,-2-1 0 0 0,6-28 0 0 0,-10 40-96 0 0,0 1 0 0 0,-1 0 0 0 0,1 0-1 0 0,-1-1 1 0 0,1 1 0 0 0,-1 0 0 0 0,0 0 0 0 0,0 0-1 0 0,0 0 1 0 0,-1 0 0 0 0,1 0 0 0 0,-1 0 0 0 0,1 0-1 0 0,-1 1 1 0 0,0-1 0 0 0,0 1 0 0 0,0-1 0 0 0,-1 1-1 0 0,1 0 1 0 0,0 0 0 0 0,-1 0 0 0 0,0 0 0 0 0,1 0-1 0 0,-1 0 1 0 0,0 1 0 0 0,0-1 0 0 0,0 1 0 0 0,0 0-1 0 0,0 0 1 0 0,0 0 0 0 0,0 0 0 0 0,0 1 0 0 0,-1-1-1 0 0,1 1 1 0 0,0 0 0 0 0,0-1 0 0 0,-1 2 0 0 0,1-1-1 0 0,0 0 1 0 0,-6 2 0 0 0,8-1-98 0 0,-1 0 0 0 0,0 0 1 0 0,1 0-1 0 0,-1 0 0 0 0,1 1 0 0 0,0-1 1 0 0,-1 0-1 0 0,1 1 0 0 0,0-1 0 0 0,0 1 0 0 0,0 0 1 0 0,0-1-1 0 0,0 1 0 0 0,0 0 0 0 0,0-1 1 0 0,1 1-1 0 0,-1 0 0 0 0,1 0 0 0 0,-1 0 1 0 0,1 0-1 0 0,0 0 0 0 0,-1 2 0 0 0,1 49 403 0 0,0-42-456 0 0,0-5-114 0 0,1 15 36 0 0,0 1 0 0 0,7 32 0 0 0,-8-50-53 0 0,1 0 0 0 0,0 0 0 0 0,0 0-1 0 0,0-1 1 0 0,0 1 0 0 0,1 0 0 0 0,-1-1 0 0 0,1 1-1 0 0,0-1 1 0 0,0 0 0 0 0,0 1 0 0 0,1-1 0 0 0,-1 0-1 0 0,1 0 1 0 0,-1-1 0 0 0,1 1 0 0 0,0 0 0 0 0,0-1-1 0 0,1 0 1 0 0,-1 0 0 0 0,6 4 0 0 0,-7-6-45 0 0,-1 0 0 0 0,0 1 0 0 0,1-1 0 0 0,-1 0 0 0 0,0 0 0 0 0,1 0 0 0 0,-1 0 0 0 0,1 0 0 0 0,-1 0 0 0 0,0 0 0 0 0,1 0 0 0 0,-1-1 0 0 0,0 1 0 0 0,1 0 0 0 0,-1-1 0 0 0,0 1 0 0 0,0-1 0 0 0,1 1 0 0 0,-1-1 0 0 0,0 0 0 0 0,1-1 0 0 0,1 0-98 0 0,-1 0 0 0 0,0 0 0 0 0,0-1 1 0 0,0 1-1 0 0,0-1 0 0 0,0 0 0 0 0,-1 1 0 0 0,3-7 0 0 0,0-1-273 0 0,0-1-1 0 0,-1 1 1 0 0,0-1-1 0 0,1-14 0 0 0,-2-2-258 0 0,0 0 0 0 0,-2 0-1 0 0,0-1 1 0 0,-2 1-1 0 0,-7-29 1 0 0,0 11 26 0 0,-3 2 0 0 0,-22-56 0 0 0,10 37 950 0 0,-92-216 5259 0 0,114 274-5292 0 0,-17-31 1374 0 0,18 34-1491 0 0,0-1 1 0 0,1 1-1 0 0,-1 0 0 0 0,0 0 0 0 0,1 0 0 0 0,-1 0 0 0 0,0 0 1 0 0,0 1-1 0 0,0-1 0 0 0,0 0 0 0 0,0 0 0 0 0,0 0 0 0 0,0 1 0 0 0,0-1 1 0 0,0 1-1 0 0,0-1 0 0 0,-1 1 0 0 0,1-1 0 0 0,0 1 0 0 0,0 0 0 0 0,0-1 1 0 0,-1 1-1 0 0,1 0 0 0 0,0 0 0 0 0,-2 0 0 0 0,2 1-34 0 0,0-1 0 0 0,0 1 0 0 0,0 0 0 0 0,0 0 1 0 0,0-1-1 0 0,0 1 0 0 0,0 0 0 0 0,1 0 0 0 0,-1 0 0 0 0,0 0 0 0 0,0 0 0 0 0,1 0 0 0 0,-1 1 0 0 0,1-1 0 0 0,-1 0 0 0 0,1 0 0 0 0,-1 0 0 0 0,1 1 1 0 0,0-1-1 0 0,0 0 0 0 0,0 0 0 0 0,-1 1 0 0 0,1-1 0 0 0,0 0 0 0 0,0 0 0 0 0,1 2 0 0 0,2 38 464 0 0,-2-34-432 0 0,3 19 26 0 0,1 0 0 0 0,2-1 0 0 0,0 1 1 0 0,2-1-1 0 0,1-1 0 0 0,24 46 0 0 0,-2-19 85 0 0,74 91 0 0 0,62 85-2464 0 0,-138-183-5742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50.68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949 221 8754 0 0,'-6'-15'184'0'0,"0"1"1"0"0,0 0-1 0 0,-2 1 1 0 0,1-1-1 0 0,-2 2 1 0 0,0-1-1 0 0,0 1 1 0 0,-1 0-1 0 0,-1 1 0 0 0,0 1 1 0 0,0-1-1 0 0,-1 2 1 0 0,0-1-1 0 0,-1 2 1 0 0,0 0-1 0 0,0 0 1 0 0,-1 1-1 0 0,-14-5 1 0 0,17 10-57 0 0,0 0 0 0 0,1 0 0 0 0,-1 1 0 0 0,0 1 0 0 0,0 0 0 0 0,0 0 0 0 0,0 1 0 0 0,0 0 0 0 0,0 1 0 0 0,1 0 0 0 0,-1 1 1 0 0,1 0-1 0 0,0 1 0 0 0,-1 0 0 0 0,1 1 0 0 0,-12 7 0 0 0,-8 6-68 0 0,1 1 0 0 0,2 2-1 0 0,-49 44 1 0 0,43-32-240 0 0,2 1-1 0 0,1 1 1 0 0,2 2-1 0 0,1 1 1 0 0,2 1 0 0 0,-32 68-1 0 0,31-46 160 0 0,2 0 1 0 0,3 2-1 0 0,3 0 0 0 0,-10 68 0 0 0,11-14 273 0 0,-3 170-1 0 0,24 110 309 0 0,26 134-335 0 0,-17-415-232 0 0,4 0 0 0 0,51 173 0 0 0,-45-221-72 0 0,4-2 0 0 0,2-1 0 0 0,2-1 0 0 0,42 60 0 0 0,178 224-330 0 0,-195-277 546 0 0,3-3 1 0 0,3-3-1 0 0,3-2 1 0 0,81 61-1 0 0,-108-96 68 0 0,0-2-1 0 0,2-2 0 0 0,1-2 0 0 0,1-1 0 0 0,1-3 0 0 0,0-1 0 0 0,1-2 0 0 0,1-2 0 0 0,82 13 1 0 0,-55-18 101 0 0,0-3 0 0 0,0-4 0 0 0,88-8 0 0 0,-111 1-212 0 0,0-1 0 0 0,0-3-1 0 0,0-2 1 0 0,-2-2 0 0 0,71-31 0 0 0,-78 24-166 0 0,0-1 1 0 0,-2-2 0 0 0,-1-1 0 0 0,45-41 0 0 0,120-133 307 0 0,-164 155-106 0 0,-2-3 0 0 0,-1 0 1 0 0,-3-2-1 0 0,-2-2 0 0 0,-2-1 0 0 0,-3 0 1 0 0,31-91-1 0 0,-34 71 46 0 0,-3 0-1 0 0,-4-1 1 0 0,-2-1 0 0 0,-4 0-1 0 0,0-117 1 0 0,-13 103-53 0 0,-4 0 0 0 0,-3 1 0 0 0,-34-126 0 0 0,-98-251 499 0 0,98 328-265 0 0,19 55-118 0 0,-4 1-1 0 0,-4 2 1 0 0,-78-135 0 0 0,92 182-185 0 0,-2 0 0 0 0,-1 1 1 0 0,-1 1-1 0 0,-2 2 0 0 0,-1 0 1 0 0,-1 2-1 0 0,-1 1 1 0 0,0 1-1 0 0,-2 2 0 0 0,-1 0 1 0 0,-40-17-1 0 0,-1 7 2 0 0,-2 3-1 0 0,0 4 1 0 0,-80-15-1 0 0,-240-28-2170 0 0,308 55 807 0 0,25 3-5973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51.41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67 45 9218 0 0,'-4'-1'346'0'0,"2"1"-304"0"0,1 0-1 0 0,0-1 1 0 0,0 1 0 0 0,0 0 0 0 0,0 0 0 0 0,0-1 0 0 0,0 1 0 0 0,0 0 0 0 0,0-1 0 0 0,0 1-1 0 0,0-1 1 0 0,0 1 0 0 0,0-1 0 0 0,0 0 0 0 0,0 0 0 0 0,0 1 0 0 0,0-1 0 0 0,0 0 0 0 0,1 0-1 0 0,-1 0 1 0 0,0 0 0 0 0,1 0 0 0 0,-1-1 0 0 0,-1 0 123 0 0,0 0 0 0 0,0 0 1 0 0,0 0-1 0 0,0 0 0 0 0,0 0 0 0 0,-1 0 0 0 0,1 0 0 0 0,-1 1 1 0 0,-3-3-1 0 0,-3-2 361 0 0,5 4 725 0 0,3 9-429 0 0,10 22-108 0 0,19 44-506 0 0,-26-68-91 0 0,43 101 212 0 0,94 157 1 0 0,-95-192-147 0 0,3-2 0 0 0,110 121 1 0 0,-119-152-184 0 0,3-2 0 0 0,0-2 0 0 0,3-2 0 0 0,67 39 0 0 0,201 87 0 0 0,-275-140 0 0 0,555 239 276 0 0,-32-15-6 0 0,565 217 160 0 0,-556-294 1168 0 0,-288-90-1052 0 0,-205-49-722 0 0,-61-17-64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52.3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79 0 6913 0 0,'-3'0'349'0'0,"1"0"0"0"0,-1 1-1 0 0,1-1 1 0 0,-1 1 0 0 0,0-1-1 0 0,1 1 1 0 0,-1 0-1 0 0,1 0 1 0 0,0 0 0 0 0,-1 0-1 0 0,1 0 1 0 0,0 1 0 0 0,-4 2-1 0 0,6-3-101 0 0,-1 1 0 0 0,0 0 0 0 0,0-1 0 0 0,1 1 0 0 0,-1 0 0 0 0,1 0 0 0 0,0-1 0 0 0,0 1 0 0 0,-1 0 1 0 0,1 0-1 0 0,0 0 0 0 0,0-1 0 0 0,1 1 0 0 0,-1 0 0 0 0,0 0 0 0 0,1-1 0 0 0,-1 1 0 0 0,1 0 0 0 0,-1 0 0 0 0,1-1 0 0 0,1 3 0 0 0,7 18 433 0 0,2 1 1 0 0,0-2-1 0 0,1 1 1 0 0,26 32-1 0 0,20 35 272 0 0,-49-72-899 0 0,-1 0 0 0 0,0 1 0 0 0,-1 0 0 0 0,-1 0 0 0 0,-1 1 0 0 0,0-1 0 0 0,2 27 0 0 0,-6-37-8 0 0,-1 0 1 0 0,1 0-1 0 0,-2 1 0 0 0,1-1 0 0 0,-1 0 1 0 0,-1 0-1 0 0,1 0 0 0 0,-1-1 0 0 0,-1 1 0 0 0,1 0 1 0 0,-1-1-1 0 0,-1 1 0 0 0,1-1 0 0 0,-1 0 1 0 0,0 0-1 0 0,-1 0 0 0 0,0-1 0 0 0,0 0 0 0 0,0 1 1 0 0,-8 5-1 0 0,10-10-3 0 0,0 0-1 0 0,0 0 1 0 0,0 0 0 0 0,0 0 0 0 0,0 0-1 0 0,-1 0 1 0 0,1-1 0 0 0,-1 0 0 0 0,1 0-1 0 0,-1 0 1 0 0,1 0 0 0 0,-1 0 0 0 0,0-1-1 0 0,1 1 1 0 0,-1-1 0 0 0,0 0-1 0 0,1 0 1 0 0,-1-1 0 0 0,0 1 0 0 0,-5-2-1 0 0,-4-2-268 0 0,-1 0-1 0 0,1-1 1 0 0,0-1-1 0 0,-13-8 1 0 0,8 5-886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52.86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70 58 5529 0 0,'-14'-17'2020'0'0,"12"14"-1466"0"0,1 0 0 0 0,-1 0-1 0 0,0 0 1 0 0,0 0-1 0 0,-1 1 1 0 0,1-1 0 0 0,0 1-1 0 0,-1-1 1 0 0,0 1 0 0 0,1 0-1 0 0,-1 0 1 0 0,0 0-1 0 0,0 1 1 0 0,0-1 0 0 0,0 1-1 0 0,-5-2 1 0 0,8 3-445 0 0,-1 1 1 0 0,1-1-1 0 0,-1 0 1 0 0,0 1-1 0 0,1-1 0 0 0,-1 1 1 0 0,1-1-1 0 0,0 1 1 0 0,-1-1-1 0 0,1 1 0 0 0,-1 0 1 0 0,1-1-1 0 0,0 1 1 0 0,-1-1-1 0 0,1 1 0 0 0,0 0 1 0 0,0-1-1 0 0,-1 1 1 0 0,1 0-1 0 0,0-1 0 0 0,0 1 1 0 0,0 0-1 0 0,0-1 1 0 0,0 1-1 0 0,0 0 0 0 0,0-1 1 0 0,0 1-1 0 0,0 0 1 0 0,0-1-1 0 0,1 1 1 0 0,-1 1-1 0 0,4 28 237 0 0,-3-25-63 0 0,86 647 1117 0 0,-86-647-1488 0 0,6 46-174 0 0,15 50-1 0 0,-19-87-356 0 0,1 0 0 0 0,1-1-1 0 0,1 1 1 0 0,0-1 0 0 0,0-1 0 0 0,1 1-1 0 0,1-1 1 0 0,15 19 0 0 0,2-7-2059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53.0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14283 0 0,'3'0'317'0'0,"1"0"-1"0"0,-1 0 1 0 0,1 0 0 0 0,-1 1-1 0 0,1-1 1 0 0,-1 1 0 0 0,0 0-1 0 0,1 0 1 0 0,-1 1 0 0 0,0-1-1 0 0,0 1 1 0 0,0-1 0 0 0,0 1-1 0 0,0 0 1 0 0,0 0 0 0 0,0 0-1 0 0,-1 0 1 0 0,4 5 0 0 0,-2-3-86 0 0,-1 1 1 0 0,0 0-1 0 0,0 1 1 0 0,0-1-1 0 0,-1 0 1 0 0,1 1 0 0 0,-1-1-1 0 0,-1 1 1 0 0,1 0-1 0 0,0 6 1 0 0,0 8-588 0 0,0 1 0 0 0,-1 0-1 0 0,-2 0 1 0 0,0-1 0 0 0,-4 24 0 0 0,1-21-7103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53.21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 0 12899 0 0,'-5'0'576'0'0,"0"0"112"0"0,2 0-552 0 0,2 0-136 0 0,0 0 0 0 0,1 2 192 0 0,1-1 0 0 0,-1 1 8 0 0,3-1 0 0 0,0 2-808 0 0,24 10-1944 0 0,-21-9 2552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53.67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132 0 4609 0 0,'-2'1'365'0'0,"-1"-1"0"0"0,1 1 1 0 0,0 0-1 0 0,0-1 0 0 0,0 1 0 0 0,0 0 0 0 0,0 0 0 0 0,0 0 1 0 0,1 1-1 0 0,-1-1 0 0 0,0 0 0 0 0,0 1 0 0 0,1-1 1 0 0,-2 3-1 0 0,-23 25 2744 0 0,23-25-2718 0 0,-8 10 506 0 0,1 1 1 0 0,1-1-1 0 0,0 2 1 0 0,-8 18-1 0 0,14-27-842 0 0,0-1 1 0 0,1 1-1 0 0,0 0 0 0 0,0 0 0 0 0,0 0 1 0 0,1 0-1 0 0,0 0 0 0 0,1 0 1 0 0,-1 0-1 0 0,1 0 0 0 0,1 0 0 0 0,0 0 1 0 0,1 9-1 0 0,-2-15-97 0 0,0 0-1 0 0,1 0 1 0 0,-1 0 0 0 0,0 0 0 0 0,1 0-1 0 0,-1 0 1 0 0,1 0 0 0 0,-1 0-1 0 0,1 0 1 0 0,-1 0 0 0 0,1 0 0 0 0,0 0-1 0 0,0 0 1 0 0,-1-1 0 0 0,1 1-1 0 0,0 0 1 0 0,0 0 0 0 0,0-1-1 0 0,0 1 1 0 0,0 0 0 0 0,0-1 0 0 0,0 1-1 0 0,0-1 1 0 0,0 0 0 0 0,0 1-1 0 0,1-1 1 0 0,0 0-123 0 0,0 0 0 0 0,0 0 0 0 0,0 0 0 0 0,0 0 0 0 0,1-1 0 0 0,-1 1 0 0 0,0-1 0 0 0,0 0 0 0 0,-1 1 0 0 0,1-1 0 0 0,0 0 0 0 0,0 0 0 0 0,2-1 0 0 0,4-4-427 0 0,0-1-1 0 0,0 1 1 0 0,0-1-1 0 0,9-11 0 0 0,21-31 1140 0 0,-29 35 351 0 0,1 1 0 0 0,0 0 1 0 0,1 0-1 0 0,0 1 0 0 0,1 1 1 0 0,16-12-1 0 0,-27 22-854 0 0,0 1 0 0 0,0-1-1 0 0,0 1 1 0 0,1 0 0 0 0,-1-1 0 0 0,0 1 0 0 0,0 0-1 0 0,0 0 1 0 0,1 0 0 0 0,-1 0 0 0 0,0 0-1 0 0,0 0 1 0 0,1 0 0 0 0,-1 0 0 0 0,0 1 0 0 0,0-1-1 0 0,0 0 1 0 0,0 1 0 0 0,1-1 0 0 0,-1 1-1 0 0,0-1 1 0 0,0 1 0 0 0,0 0 0 0 0,0-1 0 0 0,0 1-1 0 0,0 0 1 0 0,0 0 0 0 0,0-1 0 0 0,-1 1 0 0 0,1 0-1 0 0,0 0 1 0 0,0 0 0 0 0,-1 0 0 0 0,2 2-1 0 0,26 45 1672 0 0,-20-33-1497 0 0,-4-6-216 0 0,1 0 0 0 0,-1 0 0 0 0,0 1 1 0 0,-1-1-1 0 0,0 1 0 0 0,-1 0 0 0 0,0 0 1 0 0,0 0-1 0 0,-1 0 0 0 0,0 0 0 0 0,-1 0 0 0 0,0 0 1 0 0,-1 0-1 0 0,0 0 0 0 0,-1 0 0 0 0,0 0 0 0 0,0 0 1 0 0,-1-1-1 0 0,0 1 0 0 0,-1 0 0 0 0,0-1 0 0 0,0 0 1 0 0,-1 0-1 0 0,0-1 0 0 0,-1 1 0 0 0,0-1 0 0 0,0 0 1 0 0,-12 11-1 0 0,16-18-10 0 0,0 1 0 0 0,-1-1 0 0 0,1 0 0 0 0,0 1 0 0 0,-1-1 0 0 0,1 0 0 0 0,-1 0 0 0 0,1-1 0 0 0,-1 1 0 0 0,0 0 0 0 0,1-1 0 0 0,-1 0 0 0 0,0 0 0 0 0,1 1 0 0 0,-4-2 0 0 0,5 1 1 0 0,0 0-1 0 0,-1 0 1 0 0,1 0 0 0 0,-1 0 0 0 0,1 0-1 0 0,0-1 1 0 0,-1 1 0 0 0,1 0 0 0 0,0-1 0 0 0,-1 0-1 0 0,1 1 1 0 0,0-1 0 0 0,0 0 0 0 0,0 1-1 0 0,-1-1 1 0 0,1 0 0 0 0,0 0 0 0 0,0 0 0 0 0,0 0-1 0 0,0 0 1 0 0,0 0 0 0 0,1 0 0 0 0,-1 0-1 0 0,0 0 1 0 0,0-1 0 0 0,1 1 0 0 0,-1 0-1 0 0,1-1 1 0 0,-1 1 0 0 0,0-2 0 0 0,1-2-1290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54.05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 32 10594 0 0,'-4'-6'903'0'0,"-13"-13"-714"0"0,5 13 4238 0 0,14 13-992 0 0,8 12-2646 0 0,-10-18-611 0 0,26 54 322 0 0,-3 2 1 0 0,23 85-1 0 0,21 52 281 0 0,-61-180-1005 0 0,0-1 0 0 0,1 0 1 0 0,0 0-1 0 0,1-1 0 0 0,1 0 1 0 0,0 0-1 0 0,12 11 0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55.00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0 141 5529 0 0,'9'-7'924'0'0,"0"0"0"0"0,0 0 0 0 0,16-7 0 0 0,7-6 1069 0 0,-2-2-186 0 0,-20 13-1170 0 0,0 1 0 0 0,1 1 1 0 0,0-1-1 0 0,0 2 0 0 0,0 0 0 0 0,1 0 0 0 0,23-7 1 0 0,-33 13-571 0 0,-1 0 1 0 0,0 0 0 0 0,1 1-1 0 0,-1-1 1 0 0,0 0 0 0 0,1 1 0 0 0,-1-1-1 0 0,0 1 1 0 0,1 0 0 0 0,-1-1 0 0 0,0 1-1 0 0,0 0 1 0 0,0 0 0 0 0,0 0-1 0 0,0 0 1 0 0,0 0 0 0 0,0 0 0 0 0,0 0-1 0 0,0 0 1 0 0,0 0 0 0 0,-1 0 0 0 0,1 1-1 0 0,0-1 1 0 0,-1 0 0 0 0,1 0-1 0 0,-1 1 1 0 0,1 2 0 0 0,14 43 383 0 0,-14-42-382 0 0,11 51 61 0 0,12 42-200 0 0,-19-85-885 0 0,0 0 0 0 0,11 21 0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55.25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 28 12443 0 0,'-11'-27'8401'0'0,"11"27"-8356"0"0,11 13 723 0 0,-3-1-518 0 0,0 1 0 0 0,-1 1 0 0 0,0-1 0 0 0,-1 1 0 0 0,5 19 0 0 0,16 79 64 0 0,-10-40-119 0 0,-13-54-208 0 0,41 133 400 0 0,-38-134-974 0 0,0-1 1 0 0,1 1-1 0 0,0-1 0 0 0,1-1 1 0 0,1 1-1 0 0,19 21 1 0 0,-13-22-1984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0:55.41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25 116 6913 0 0,'-24'-11'4869'0'0,"25"9"-4430"0"0,0 0 1 0 0,0 0-1 0 0,0 0 0 0 0,0 0 1 0 0,1 0-1 0 0,-1 0 0 0 0,0 0 1 0 0,1 1-1 0 0,0-1 0 0 0,-1 1 0 0 0,1-1 1 0 0,3-1-1 0 0,4-5 46 0 0,2 1 0 0 0,-1 0-1 0 0,1 1 1 0 0,0 0 0 0 0,15-6 0 0 0,-6 5-949 0 0,0 1 0 0 0,1 0 0 0 0,-1 2 0 0 0,32-4 1 0 0,-16 5-488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03.90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352 83 10138 0 0,'0'-3'418'0'0,"0"0"0"0"0,0 0-1 0 0,-1 0 1 0 0,1 0 0 0 0,0-1 0 0 0,-1 1-1 0 0,0 0 1 0 0,0 0 0 0 0,0 0 0 0 0,0 1-1 0 0,0-1 1 0 0,-1 0 0 0 0,1 0 0 0 0,-1 1-1 0 0,0-1 1 0 0,0 1 0 0 0,0-1 0 0 0,-4-3-1 0 0,3 4-283 0 0,1 0 0 0 0,-1 1 0 0 0,0 0 1 0 0,0-1-1 0 0,1 1 0 0 0,-1 0 0 0 0,0 0 0 0 0,0 1 0 0 0,-1-1 0 0 0,1 1 0 0 0,0-1 0 0 0,0 1 0 0 0,0 0 0 0 0,0 0 0 0 0,0 0 0 0 0,0 1 0 0 0,0-1 0 0 0,0 1 0 0 0,-5 1 0 0 0,-7 3-40 0 0,0 0 0 0 0,0 1-1 0 0,1 1 1 0 0,-1 0-1 0 0,2 1 1 0 0,-1 0 0 0 0,1 1-1 0 0,1 1 1 0 0,-1 0-1 0 0,2 1 1 0 0,-1 0-1 0 0,1 1 1 0 0,-14 20 0 0 0,17-21-94 0 0,0 1 0 0 0,1 0 1 0 0,0 0-1 0 0,1 1 1 0 0,1-1-1 0 0,0 1 1 0 0,0 1-1 0 0,1-1 1 0 0,1 1-1 0 0,0-1 1 0 0,1 1-1 0 0,1 0 1 0 0,0 0-1 0 0,1 0 1 0 0,2 24-1 0 0,-1-34-20 0 0,-1 1 1 0 0,1-1-1 0 0,0 1 0 0 0,0-1 0 0 0,1 0 0 0 0,0 0 1 0 0,-1 1-1 0 0,1-1 0 0 0,0 0 0 0 0,1 0 1 0 0,-1-1-1 0 0,1 1 0 0 0,0 0 0 0 0,0-1 1 0 0,0 0-1 0 0,0 0 0 0 0,0 1 0 0 0,1-2 1 0 0,0 1-1 0 0,-1 0 0 0 0,1-1 0 0 0,0 0 1 0 0,0 0-1 0 0,0 0 0 0 0,1 0 0 0 0,-1-1 1 0 0,0 1-1 0 0,1-1 0 0 0,-1 0 0 0 0,1-1 1 0 0,-1 1-1 0 0,1-1 0 0 0,-1 0 0 0 0,1 0 0 0 0,7-1 1 0 0,0 0-163 0 0,1-1 1 0 0,-1-1-1 0 0,0 1 1 0 0,0-2 0 0 0,0 0-1 0 0,-1 0 1 0 0,1-1-1 0 0,-1-1 1 0 0,0 0-1 0 0,0 0 1 0 0,-1-1-1 0 0,10-9 1 0 0,-11 8 63 0 0,0-1-1 0 0,-1 0 1 0 0,0-1-1 0 0,-1 0 1 0 0,0 0-1 0 0,0-1 1 0 0,-1 0-1 0 0,0 0 1 0 0,-1 0-1 0 0,-1-1 0 0 0,0 1 1 0 0,0-1-1 0 0,3-20 1 0 0,-2-9 807 0 0,-1 0 0 0 0,-4-72 0 0 0,0 57 2005 0 0,2 71-2587 0 0,0 1 0 0 0,2-2 0 0 0,0 1 0 0 0,0 0 0 0 0,1-1 0 0 0,1 0 1 0 0,1 0-1 0 0,9 16 0 0 0,1 4-12 0 0,41 82-97 0 0,38 84-7 0 0,-81-164 8 0 0,-2 1 0 0 0,-1 1-1 0 0,10 58 1 0 0,-19-82 29 0 0,-1 0 0 0 0,-1 0 0 0 0,-1 1 0 0 0,0-1 0 0 0,0 0 0 0 0,-2 0 0 0 0,-5 27 0 0 0,5-36-18 0 0,1 0 0 0 0,-1 0 0 0 0,0-1-1 0 0,0 1 1 0 0,-1-1 0 0 0,1 1 0 0 0,-1-1 0 0 0,0 0 0 0 0,0 0-1 0 0,0 0 1 0 0,-1 0 0 0 0,0-1 0 0 0,1 1 0 0 0,-1-1 0 0 0,0 0 0 0 0,-1 0-1 0 0,1 0 1 0 0,0-1 0 0 0,-1 0 0 0 0,0 0 0 0 0,1 0 0 0 0,-1 0-1 0 0,0 0 1 0 0,0-1 0 0 0,-6 1 0 0 0,-4-1-8 0 0,1 0 0 0 0,0-1 0 0 0,-1 0 0 0 0,1-1 0 0 0,-1-1-1 0 0,1 0 1 0 0,0-1 0 0 0,0-1 0 0 0,-25-9 0 0 0,-25-18-6981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04.2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71 45 6449 0 0,'0'-1'153'0'0,"-1"1"0"0"0,1-1 0 0 0,-1 1 0 0 0,1-1 0 0 0,-1 1 0 0 0,0 0-1 0 0,1-1 1 0 0,-1 1 0 0 0,0-1 0 0 0,1 1 0 0 0,-1 0 0 0 0,0 0 0 0 0,1-1 0 0 0,-1 1-1 0 0,0 0 1 0 0,0 0 0 0 0,1 0 0 0 0,-1 0 0 0 0,0 0 0 0 0,1 0 0 0 0,-1 0-1 0 0,0 0 1 0 0,0 0 0 0 0,1 0 0 0 0,-1 0 0 0 0,0 0 0 0 0,0 1 0 0 0,1-1 0 0 0,-2 1-1 0 0,0 0 142 0 0,0 0-1 0 0,0 1 0 0 0,0-1 1 0 0,0 1-1 0 0,1 0 1 0 0,-1 0-1 0 0,1-1 0 0 0,-1 1 1 0 0,-1 3-1 0 0,-2 3 185 0 0,1 0 0 0 0,0 1 0 0 0,1-1 0 0 0,-4 10 1 0 0,5-6-162 0 0,0 0 1 0 0,0 1 0 0 0,1-1-1 0 0,0 0 1 0 0,1 1 0 0 0,1-1-1 0 0,0 0 1 0 0,1 0 0 0 0,5 24-1 0 0,-6-32-274 0 0,0-1 0 0 0,0 1-1 0 0,1 0 1 0 0,-1-1 0 0 0,1 1-1 0 0,0 0 1 0 0,0-1 0 0 0,0 0-1 0 0,0 0 1 0 0,0 1 0 0 0,1-1-1 0 0,-1-1 1 0 0,1 1 0 0 0,0 0-1 0 0,0-1 1 0 0,0 1 0 0 0,0-1-1 0 0,1 0 1 0 0,-1 0 0 0 0,0 0-1 0 0,1 0 1 0 0,0-1 0 0 0,-1 1-1 0 0,1-1 1 0 0,0 0 0 0 0,0 0-1 0 0,-1-1 1 0 0,1 1 0 0 0,0-1-1 0 0,0 0 1 0 0,0 0 0 0 0,0 0-1 0 0,0 0 1 0 0,6-2 0 0 0,-2 1-3 0 0,1-2 0 0 0,0 1 0 0 0,-1-1 1 0 0,1-1-1 0 0,-1 0 0 0 0,0 0 0 0 0,0 0 1 0 0,-1-1-1 0 0,1 0 0 0 0,-1-1 0 0 0,0 1 0 0 0,0-1 1 0 0,9-12-1 0 0,-13 15-33 0 0,0-1 0 0 0,-1 1 0 0 0,1-1 0 0 0,-1 0 0 0 0,0 0-1 0 0,0 0 1 0 0,0 0 0 0 0,0 0 0 0 0,-1-1 0 0 0,1 1 0 0 0,-1 0 0 0 0,0-1 0 0 0,-1 1 0 0 0,1-1 0 0 0,-1 1 0 0 0,0-1 0 0 0,0 0 0 0 0,0 1 0 0 0,-1-1 0 0 0,1 1-1 0 0,-1-1 1 0 0,0 1 0 0 0,0 0 0 0 0,-1-1 0 0 0,0 1 0 0 0,1 0 0 0 0,-1 0 0 0 0,-4-5 0 0 0,0-1-11 0 0,-2 1 0 0 0,0-1 0 0 0,0 1 0 0 0,0 1 0 0 0,-1 0 0 0 0,0 0 0 0 0,-1 1 0 0 0,0 0 0 0 0,0 0 0 0 0,0 1 0 0 0,-1 1 0 0 0,0 0 0 0 0,-12-4 0 0 0,9 4-1094 0 0,-1 0-1 0 0,-30-4 1 0 0,23 7-5646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04.46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9794 0 0,'4'1'388'0'0,"1"-1"-1"0"0,-1 1 0 0 0,0 0 1 0 0,0 0-1 0 0,0 1 1 0 0,0-1-1 0 0,0 1 1 0 0,0 0-1 0 0,0 0 1 0 0,-1 0-1 0 0,1 0 1 0 0,-1 1-1 0 0,1-1 1 0 0,-1 1-1 0 0,0 0 1 0 0,0 0-1 0 0,0 0 1 0 0,0 0-1 0 0,-1 1 0 0 0,1-1 1 0 0,-1 1-1 0 0,0 0 1 0 0,0-1-1 0 0,1 6 1 0 0,6 11 42 0 0,-1 1 0 0 0,-1-1 0 0 0,6 30 0 0 0,-10-39-393 0 0,24 89-246 0 0,-6-33-3564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04.62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 27 10138 0 0,'-5'-11'896'0'0,"2"6"-712"0"0,1 0-184 0 0,2 1 0 0 0,2 3 553 0 0,-1 1-265 0 0,1 0 0 0 0,-1 0-144 0 0,1 1-24 0 0,-2 3-8 0 0,-2 2 0 0 0,2 4-864 0 0,-4 3-177 0 0,-3 4-31 0 0,-1 1 0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05.02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19 1376 0 0,'27'12'3335'0'0,"-21"-10"-2557"0"0,-1 0-1 0 0,1 0 1 0 0,0 1-1 0 0,-1 0 1 0 0,0 0-1 0 0,1 1 1 0 0,-1-1 0 0 0,-1 1-1 0 0,1 0 1 0 0,-1 0-1 0 0,7 8 1 0 0,-5-3-263 0 0,-2-1 1 0 0,1 1 0 0 0,-1-1-1 0 0,-1 1 1 0 0,0 0 0 0 0,0 1-1 0 0,2 9 1 0 0,-2-7-419 0 0,0 0 1 0 0,1 0-1 0 0,6 13 0 0 0,-10-25-102 0 0,0 0 0 0 0,0 0 0 0 0,0 1 0 0 0,0-1 0 0 0,0 0 0 0 0,0 1 0 0 0,0-1 0 0 0,0 0 0 0 0,1 0 0 0 0,-1 1 0 0 0,0-1 0 0 0,0 0 0 0 0,0 0 1 0 0,1 1-1 0 0,-1-1 0 0 0,0 0 0 0 0,0 0 0 0 0,1 1 0 0 0,-1-1 0 0 0,0 0 0 0 0,0 0 0 0 0,1 0 0 0 0,-1 0 0 0 0,0 0 0 0 0,1 0 0 0 0,-1 1 0 0 0,0-1 0 0 0,1 0 0 0 0,-1 0 0 0 0,0 0 0 0 0,0 0 0 0 0,1 0 0 0 0,-1 0 0 0 0,0 0 0 0 0,1 0 0 0 0,-1 0 0 0 0,0 0 0 0 0,1 0 1 0 0,-1-1-1 0 0,1 1 0 0 0,10-14-428 0 0,7-33-1049 0 0,-15 36 774 0 0,4-7 388 0 0,1 1 0 0 0,0 1 0 0 0,20-31 0 0 0,-26 43 457 0 0,1 0 0 0 0,0 0 0 0 0,0 0 0 0 0,0 1 0 0 0,0-1 0 0 0,0 1 0 0 0,1 0 1 0 0,0 0-1 0 0,-1 0 0 0 0,1 1 0 0 0,0-1 0 0 0,0 1 0 0 0,1 0 0 0 0,-1 0 0 0 0,0 1 1 0 0,1-1-1 0 0,-1 1 0 0 0,1 0 0 0 0,-1 0 0 0 0,1 0 0 0 0,6 0 0 0 0,-8 2-27 0 0,0 0 0 0 0,0-1 0 0 0,0 1 0 0 0,1 1 1 0 0,-1-1-1 0 0,0 0 0 0 0,-1 1 0 0 0,1-1 0 0 0,0 1 0 0 0,0 0 0 0 0,-1 0 0 0 0,1 0 0 0 0,-1 0 0 0 0,1 1 0 0 0,-1-1 0 0 0,0 1 0 0 0,0-1 0 0 0,0 1 0 0 0,0 0 0 0 0,2 5 0 0 0,4 8-3 0 0,-1 0 0 0 0,8 29 1 0 0,-9-27-203 0 0,1 1-440 0 0,1-2-162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05.45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217 52 4145 0 0,'0'-1'209'0'0,"0"-1"1"0"0,0 0-1 0 0,0 1 1 0 0,0-1-1 0 0,-1 0 0 0 0,1 0 1 0 0,0 1-1 0 0,-1-1 1 0 0,1 0-1 0 0,-1 1 1 0 0,1-1-1 0 0,-1 1 0 0 0,0-1 1 0 0,0 1-1 0 0,0-1 1 0 0,1 1-1 0 0,-1-1 1 0 0,-1 1-1 0 0,1 0 0 0 0,0-1 1 0 0,0 1-1 0 0,0 0 1 0 0,-1 0-1 0 0,1 0 1 0 0,-1 0-1 0 0,1 0 0 0 0,-1 0 1 0 0,1 1-1 0 0,-1-1 1 0 0,1 0-1 0 0,-1 1 1 0 0,-2-1-1 0 0,0-1 326 0 0,0 1 0 0 0,0 0-1 0 0,0-1 1 0 0,0 2 0 0 0,0-1 0 0 0,0 0-1 0 0,-1 1 1 0 0,1 0 0 0 0,0 0 0 0 0,-1 0-1 0 0,1 0 1 0 0,-5 2 0 0 0,3 1-428 0 0,0 0-1 0 0,0 0 1 0 0,1 1 0 0 0,-1-1 0 0 0,1 1 0 0 0,0 1 0 0 0,0-1-1 0 0,0 1 1 0 0,1 0 0 0 0,-1 0 0 0 0,1 0 0 0 0,0 1-1 0 0,-3 6 1 0 0,-4 6 263 0 0,2 1 0 0 0,-15 37-1 0 0,22-49-599 0 0,0 0 0 0 0,1 0 0 0 0,-1 0 0 0 0,1 0 0 0 0,1 0 0 0 0,-1 1-1 0 0,2 9 1 0 0,-1-16 189 0 0,0 0 0 0 0,0 1 0 0 0,0-1-1 0 0,0 0 1 0 0,0 0 0 0 0,0 1 0 0 0,1-1 0 0 0,-1 0-1 0 0,1 0 1 0 0,-1 0 0 0 0,1 0 0 0 0,-1 1-1 0 0,1-1 1 0 0,-1 0 0 0 0,1 0 0 0 0,0 0 0 0 0,0 0-1 0 0,-1 0 1 0 0,1 0 0 0 0,0-1 0 0 0,0 1-1 0 0,0 0 1 0 0,0 0 0 0 0,0-1 0 0 0,0 1 0 0 0,0 0-1 0 0,1-1 1 0 0,-1 1 0 0 0,0-1 0 0 0,0 1-1 0 0,0-1 1 0 0,1 0 0 0 0,-1 0 0 0 0,0 1 0 0 0,0-1-1 0 0,1 0 1 0 0,-1 0 0 0 0,0 0 0 0 0,0 0-1 0 0,1 0 1 0 0,-1-1 0 0 0,0 1 0 0 0,0 0 0 0 0,1-1-1 0 0,-1 1 1 0 0,0 0 0 0 0,0-1 0 0 0,0 0 0 0 0,2 0-1 0 0,4-3-43 0 0,-1 1 0 0 0,1-1 0 0 0,-1-1 0 0 0,0 1 0 0 0,0-1-1 0 0,0 0 1 0 0,-1 0 0 0 0,1-1 0 0 0,4-7 0 0 0,42-61 927 0 0,-39 53-635 0 0,-3 4-8 0 0,-8 12-56 0 0,1 1 0 0 0,-1-1-1 0 0,1 1 1 0 0,0-1 0 0 0,0 1-1 0 0,0 0 1 0 0,1 0 0 0 0,-1 0 0 0 0,1 1-1 0 0,0-1 1 0 0,0 1 0 0 0,0 0 0 0 0,6-3-1 0 0,-8 6-105 0 0,-1 0-1 0 0,1 0 1 0 0,-1 0-1 0 0,1 0 0 0 0,-1 0 1 0 0,0 0-1 0 0,1 1 0 0 0,-1-1 1 0 0,1 0-1 0 0,-1 1 0 0 0,1 0 1 0 0,-1-1-1 0 0,0 1 1 0 0,1 0-1 0 0,-1-1 0 0 0,0 1 1 0 0,0 0-1 0 0,0 0 0 0 0,0 0 1 0 0,0 0-1 0 0,0 0 0 0 0,0 1 1 0 0,2 1-1 0 0,20 31 280 0 0,-23-32-302 0 0,21 35 202 0 0,-1 2 0 0 0,-3 1 0 0 0,-1 0-1 0 0,21 83 1 0 0,-33-106-152 0 0,-1 1 0 0 0,0 0-1 0 0,-1 0 1 0 0,-1 1-1 0 0,-1-1 1 0 0,-1 0 0 0 0,0 0-1 0 0,-1 0 1 0 0,-1 0 0 0 0,-1 0-1 0 0,0 0 1 0 0,-2-1 0 0 0,0 0-1 0 0,-12 25 1 0 0,15-38-35 0 0,1 1-1 0 0,-1-1 0 0 0,-1 0 1 0 0,1 0-1 0 0,0-1 1 0 0,-6 5-1 0 0,9-7-92 0 0,-1 0 1 0 0,0-1-1 0 0,1 1 0 0 0,-1-1 0 0 0,0 1 1 0 0,0 0-1 0 0,1-1 0 0 0,-1 0 0 0 0,0 1 1 0 0,0-1-1 0 0,0 1 0 0 0,0-1 0 0 0,0 0 1 0 0,0 0-1 0 0,1 1 0 0 0,-1-1 1 0 0,0 0-1 0 0,0 0 0 0 0,0 0 0 0 0,0 0 1 0 0,0 0-1 0 0,0 0 0 0 0,0 0 0 0 0,0-1 1 0 0,0 1-1 0 0,0 0 0 0 0,0 0 1 0 0,1-1-1 0 0,-1 1 0 0 0,0-1 0 0 0,0 1 1 0 0,0-1-1 0 0,0 1 0 0 0,1-1 0 0 0,-1 1 1 0 0,0-1-1 0 0,1 0 0 0 0,-1 1 0 0 0,0-1 1 0 0,1 0-1 0 0,-2 0 0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05.99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12899 0 0,'35'34'2568'0'0,"-30"-29"-2138"0"0,-2-3-679 0 0,-1-1 0 0 0,0 1 0 0 0,0 0 0 0 0,0 0 1 0 0,0 0-1 0 0,0 0 0 0 0,0 0 0 0 0,0 1 0 0 0,-1-1 1 0 0,1 1-1 0 0,-1-1 0 0 0,0 1 0 0 0,0-1 0 0 0,0 1 1 0 0,2 4-1 0 0,-4-3 216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05.79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15203 0 0,'9'6'623'0'0,"-1"-1"0"0"0,-1 1 1 0 0,1 1-1 0 0,-1 0 0 0 0,0 0 0 0 0,-1 0 0 0 0,1 1 0 0 0,-1-1 0 0 0,-1 1 0 0 0,8 16 0 0 0,-8-14-511 0 0,-1 1-1 0 0,-1 0 1 0 0,0 0-1 0 0,-1 1 1 0 0,0-1-1 0 0,0 0 1 0 0,-1 1-1 0 0,-1 21 1 0 0,-2 4-513 0 0,0-17 664 0 0,2 35-1 0 0,0-49-1377 0 0,1 0-1 0 0,0 0 1 0 0,1 0 0 0 0,-1 0-1 0 0,5 11 1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06.47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 36 6449 0 0,'-18'-36'11348'0'0,"23"54"-9976"0"0,24 47-1155 0 0,-22-50-156 0 0,0 0 0 0 0,-1 0 1 0 0,0 0-1 0 0,6 31 0 0 0,-14-38-46 0 0,2-3 16 0 0,10-15-2 0 0,129-159 1293 0 0,-138 168-1279 0 0,0 1 0 0 0,0-1 0 0 0,0 1 0 0 0,0 0 1 0 0,1-1-1 0 0,-1 1 0 0 0,0 0 0 0 0,0-1 0 0 0,1 1 1 0 0,-1 0-1 0 0,0 0 0 0 0,0 0 0 0 0,1 0 0 0 0,-1 0 1 0 0,0 0-1 0 0,0 1 0 0 0,0-1 0 0 0,1 0 0 0 0,-1 1 1 0 0,0-1-1 0 0,0 1 0 0 0,0-1 0 0 0,0 1 0 0 0,0-1 1 0 0,0 1-1 0 0,0 0 0 0 0,0 0 0 0 0,2 1 0 0 0,36 28 122 0 0,-33-25-114 0 0,19 17-175 0 0,14 11 384 0 0,-11-15-6499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14.7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12 5193 0 0,'-3'2'464'0'0,"2"-2"-368"0"0,-1 0-96 0 0,2-2 0 0 0,0 1 0 0 0,2 0 0 0 0,-1-2 0 0 0,2-3 0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15.1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51 116 1840 0 0,'-22'-71'4793'0'0,"-6"26"1154"0"0,35 61-4368 0 0,-1 0 0 0 0,7 25-1 0 0,13 84-264 0 0,-2-10-721 0 0,12 10-311 0 0,5-3-1 0 0,72 149 1 0 0,-107-260-282 0 0,6 17 0 0 0,1-1 0 0 0,1-1 0 0 0,2-1 0 0 0,25 33 0 0 0,-16-39-413 0 0,-12-13-4156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15.58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18 188 6449 0 0,'-1'0'228'0'0,"-1"-1"0"0"0,1 0 0 0 0,0 0-1 0 0,0 0 1 0 0,0 0 0 0 0,0 0 0 0 0,0 0-1 0 0,1 0 1 0 0,-1 0 0 0 0,0 0 0 0 0,0 0-1 0 0,1 0 1 0 0,-1-1 0 0 0,1 1-1 0 0,-1 0 1 0 0,0-3 0 0 0,1 4-101 0 0,0-1 0 0 0,-1 1 0 0 0,1 0-1 0 0,0-1 1 0 0,0 1 0 0 0,-1-1 0 0 0,1 0 0 0 0,0 1 0 0 0,0-1 0 0 0,0 1-1 0 0,0-1 1 0 0,0 1 0 0 0,0-1 0 0 0,0 1 0 0 0,0-1 0 0 0,0 1 0 0 0,0-1-1 0 0,0 1 1 0 0,0-1 0 0 0,0 0 0 0 0,0 1 0 0 0,0-1 0 0 0,1 1-1 0 0,-1-1 1 0 0,0 1 0 0 0,0-1 0 0 0,1 1 0 0 0,-1 0 0 0 0,0-1 0 0 0,1 1-1 0 0,-1-1 1 0 0,0 1 0 0 0,1-1 0 0 0,-1 1 0 0 0,1 0 0 0 0,-1-1 0 0 0,1 1-1 0 0,-1 0 1 0 0,1 0 0 0 0,-1-1 0 0 0,1 1 0 0 0,-1 0 0 0 0,1 0 0 0 0,-1 0-1 0 0,1 0 1 0 0,-1-1 0 0 0,1 1 0 0 0,0 0 0 0 0,3 1-19 0 0,0-1 0 0 0,0 1 0 0 0,0 0 0 0 0,0 0 0 0 0,-1 0 0 0 0,1 1 0 0 0,-1-1-1 0 0,1 1 1 0 0,-1 0 0 0 0,1 0 0 0 0,-1 0 0 0 0,0 0 0 0 0,0 1 0 0 0,0-1 0 0 0,0 1 0 0 0,4 5 0 0 0,6 7 175 0 0,-1 1 0 0 0,12 19 0 0 0,-7-8 28 0 0,-11-19-263 0 0,1 1 0 0 0,-1-2 0 0 0,2 1 0 0 0,-1-1-1 0 0,1 0 1 0 0,-1 0 0 0 0,2-1 0 0 0,-1 0 0 0 0,17 9 0 0 0,-20-13-7 0 0,0 0 0 0 0,0 0 0 0 0,0-1 1 0 0,0 0-1 0 0,1 0 0 0 0,-1 0 0 0 0,1 0 1 0 0,-1-1-1 0 0,0 0 0 0 0,1 0 0 0 0,-1 0 0 0 0,1-1 1 0 0,-1 0-1 0 0,0 0 0 0 0,1 0 0 0 0,-1 0 1 0 0,0-1-1 0 0,0 0 0 0 0,0 0 0 0 0,6-4 0 0 0,6-4 135 0 0,-2-1-1 0 0,1 0 0 0 0,-1-1 0 0 0,-1-1 1 0 0,0 0-1 0 0,-1-1 0 0 0,-1 0 0 0 0,0-1 1 0 0,13-21-1 0 0,-1-5-426 0 0,-1-2 1 0 0,25-66 0 0 0,-45 103-632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20.22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37 5985 0 0,'-3'-6'7426'0'0,"11"37"-6699"0"0,9 63 0 0 0,-15-70-426 0 0,2-1 0 0 0,0 0 0 0 0,1-1 0 0 0,2 1 0 0 0,0-1 0 0 0,16 33 0 0 0,-10-40-479 0 0,-13-15 166 0 0,1 0 0 0 0,-1 0 0 0 0,0 0-1 0 0,1 0 1 0 0,-1 0 0 0 0,0 0 0 0 0,0 0 0 0 0,1 0 0 0 0,-1 0 0 0 0,0 0 0 0 0,0 0 0 0 0,1 0 0 0 0,-1 0 0 0 0,0-1 0 0 0,1 1 0 0 0,-1 0 0 0 0,0 0 0 0 0,0 0 0 0 0,1 0-1 0 0,-1 0 1 0 0,0-1 0 0 0,0 1 0 0 0,0 0 0 0 0,1 0 0 0 0,-1 0 0 0 0,0-1 0 0 0,0 1 0 0 0,0 0 0 0 0,0 0 0 0 0,0-1 0 0 0,1 1 0 0 0,-1 0 0 0 0,0 0 0 0 0,0-1 0 0 0,0 1-1 0 0,7-40-1027 0 0,-5 18 708 0 0,5-7 338 0 0,1 0 0 0 0,1 0 0 0 0,22-45 0 0 0,-25 61 228 0 0,0 2-1 0 0,1-1 0 0 0,0 1 1 0 0,1 0-1 0 0,1 1 1 0 0,-1 0-1 0 0,2 0 0 0 0,-1 1 1 0 0,1 0-1 0 0,19-13 0 0 0,-28 21-169 0 0,0 1-1 0 0,1-1 0 0 0,-1 0 0 0 0,0 0 0 0 0,1 1 0 0 0,-1-1 0 0 0,1 1 0 0 0,-1-1 1 0 0,1 1-1 0 0,-1 0 0 0 0,1 0 0 0 0,-1-1 0 0 0,1 1 0 0 0,0 0 0 0 0,-1 0 0 0 0,1 0 1 0 0,-1 1-1 0 0,1-1 0 0 0,-1 0 0 0 0,1 1 0 0 0,-1-1 0 0 0,1 1 0 0 0,-1-1 0 0 0,1 1 1 0 0,-1 0-1 0 0,0-1 0 0 0,1 1 0 0 0,-1 0 0 0 0,0 0 0 0 0,0 0 0 0 0,0 0 0 0 0,1 0 0 0 0,-1 0 1 0 0,0 0-1 0 0,0 1 0 0 0,0-1 0 0 0,-1 0 0 0 0,1 0 0 0 0,0 1 0 0 0,0-1 0 0 0,-1 1 1 0 0,1-1-1 0 0,0 3 0 0 0,4 10 64 0 0,-1-1-1 0 0,0 1 1 0 0,4 27 0 0 0,-5-24-42 0 0,6 24-578 0 0,11 71 1045 0 0,-19-97-3032 0 0,0 0 0 0 0,-3 30 0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20.5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6 3225 0 0,'22'-6'13103'0'0,"-13"34"-12084"0"0,-9-25-1019 0 0,0-1 0 0 0,0 1 0 0 0,1-1 0 0 0,-1 0 0 0 0,1 1 0 0 0,0-1 0 0 0,0 0 1 0 0,-1 0-1 0 0,1 1 0 0 0,1-1 0 0 0,-1 0 0 0 0,0 0 0 0 0,0 0 0 0 0,1 0 0 0 0,1 2 0 0 0,-1-4 0 0 0,1-7-704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20.88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0 166 4145 0 0,'0'-13'810'0'0,"0"0"1"0"0,1 1-1 0 0,1-1 0 0 0,0 0 1 0 0,0 1-1 0 0,1-1 0 0 0,6-12 1 0 0,-8 22-605 0 0,0 0 0 0 0,1 0 0 0 0,-1 0 0 0 0,1 0 0 0 0,0 0 0 0 0,0 0 0 0 0,0 0 0 0 0,0 1 0 0 0,1-1 0 0 0,-1 1 0 0 0,1 0 0 0 0,-1 0 0 0 0,1 0 0 0 0,0 0 0 0 0,0 0 0 0 0,0 0 0 0 0,0 1 0 0 0,0 0 0 0 0,0-1 1 0 0,0 1-1 0 0,1 0 0 0 0,-1 0 0 0 0,0 1 0 0 0,1-1 0 0 0,-1 1 0 0 0,0 0 0 0 0,1 0 0 0 0,-1 0 0 0 0,1 0 0 0 0,-1 0 0 0 0,6 2 0 0 0,-6-1-141 0 0,0 0 0 0 0,0 0 0 0 0,0 1-1 0 0,0-1 1 0 0,0 1 0 0 0,0-1 0 0 0,-1 1 0 0 0,1 0 0 0 0,-1 0-1 0 0,1 1 1 0 0,-1-1 0 0 0,0 0 0 0 0,1 1 0 0 0,-1-1 0 0 0,-1 1-1 0 0,1 0 1 0 0,0 0 0 0 0,-1-1 0 0 0,1 1 0 0 0,-1 0 0 0 0,0 1 0 0 0,0-1-1 0 0,1 5 1 0 0,3 10 40 0 0,-1 1 0 0 0,3 34 1 0 0,-6-39-12 0 0,4 64 406 0 0,-2-28-1893 0 0,1-16-3401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21.31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 74 5985 0 0,'-11'3'9478'0'0,"11"-2"-9308"0"0,-5 29 1951 0 0,4 39-2127 0 0,3-53 54 0 0,0-1-1 0 0,1 1 1 0 0,0-1 0 0 0,2 0 0 0 0,10 28 0 0 0,-13-38-49 0 0,1 0 1 0 0,0 0 0 0 0,0 0-1 0 0,0-1 1 0 0,1 1-1 0 0,0-1 1 0 0,-1 1 0 0 0,9 5-1 0 0,-10-8 2 0 0,1 0-1 0 0,0 0 1 0 0,0-1-1 0 0,0 1 1 0 0,0-1-1 0 0,0 0 1 0 0,0 0-1 0 0,0 0 1 0 0,0 0-1 0 0,1 0 1 0 0,-1-1-1 0 0,0 1 1 0 0,0-1-1 0 0,1 0 1 0 0,-1 0-1 0 0,4-1 1 0 0,-2 0-22 0 0,-1 0-1 0 0,0 0 1 0 0,0-1 0 0 0,0 0 0 0 0,0 0 0 0 0,-1 0 0 0 0,1 0-1 0 0,0 0 1 0 0,-1-1 0 0 0,0 0 0 0 0,1 0 0 0 0,-1 0-1 0 0,0 0 1 0 0,0 0 0 0 0,-1 0 0 0 0,1-1 0 0 0,-1 1 0 0 0,0-1-1 0 0,1 0 1 0 0,-2 0 0 0 0,4-6 0 0 0,-1-1-7 0 0,0 0-1 0 0,-1 0 1 0 0,0 0 0 0 0,0 0-1 0 0,-1 0 1 0 0,-1 0 0 0 0,1-13 0 0 0,-3 9 73 0 0,0-1 1 0 0,0 1 0 0 0,-2-1-1 0 0,0 1 1 0 0,-8-26-1 0 0,9 35-34 0 0,-1 0-1 0 0,0 0 0 0 0,0 1 0 0 0,0-1 0 0 0,-1 1 1 0 0,1-1-1 0 0,-7-6 0 0 0,7 10-25 0 0,1 0-1 0 0,-1-1 1 0 0,1 1-1 0 0,-1 1 1 0 0,1-1 0 0 0,-1 0-1 0 0,0 1 1 0 0,0-1 0 0 0,0 1-1 0 0,0 0 1 0 0,0 0 0 0 0,0 0-1 0 0,-1 0 1 0 0,1 1-1 0 0,-5-1 1 0 0,-6 1-1309 0 0,0 4-4479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21.58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45 4145 0 0,'9'-20'36'0'0,"-8"18"661"0"0,0 0 0 0 0,0-1-1 0 0,1 1 1 0 0,-1 0 0 0 0,1 1 0 0 0,0-1 0 0 0,-1 0-1 0 0,1 0 1 0 0,4-2 591 0 0,-5 4-993 0 0,-1-1 0 0 0,1 1 1 0 0,0 0-1 0 0,-1-1 1 0 0,1 1-1 0 0,0 0 1 0 0,0 0-1 0 0,0 0 0 0 0,-1 0 1 0 0,1 0-1 0 0,0 0 1 0 0,0 0-1 0 0,-1 0 0 0 0,1 0 1 0 0,0 0-1 0 0,0 0 1 0 0,0 0-1 0 0,-1 0 0 0 0,2 1 1 0 0,0 0-169 0 0,0 0 0 0 0,-1 1 0 0 0,1-1 1 0 0,-1 0-1 0 0,1 0 0 0 0,-1 1 0 0 0,0-1 0 0 0,1 1 1 0 0,-1 0-1 0 0,0-1 0 0 0,0 1 0 0 0,1 2 0 0 0,6 14 200 0 0,-1 0-1 0 0,0 1 1 0 0,-1-1-1 0 0,-1 1 0 0 0,-1 0 1 0 0,2 35-1 0 0,-2 117-107 0 0,-15 61-3068 0 0,10-200-4032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22.11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170 85 920 0 0,'9'-18'2595'0'0,"-6"13"-1325"0"0,0-1 1 0 0,-1 1-1 0 0,0-1 1 0 0,0 1-1 0 0,2-11 1 0 0,-3 15-1072 0 0,-1 0 1 0 0,0 0-1 0 0,0 0 1 0 0,0 0-1 0 0,-1 0 1 0 0,1 1-1 0 0,0-1 1 0 0,0 0-1 0 0,0 0 1 0 0,-1 0-1 0 0,1 0 1 0 0,0 0-1 0 0,-1 1 1 0 0,1-1-1 0 0,-1 0 1 0 0,1 0-1 0 0,-1 0 1 0 0,1 1-1 0 0,-1-1 1 0 0,1 0-1 0 0,-1 1 1 0 0,0-1-1 0 0,1 1 1 0 0,-1-1-1 0 0,0 1 1 0 0,0-1-1 0 0,1 1 1 0 0,-1-1-1 0 0,0 1 1 0 0,0 0-1 0 0,0-1 1 0 0,0 1-1 0 0,0 0 1 0 0,1 0-1 0 0,-1-1 1 0 0,0 1-1 0 0,0 0 1 0 0,0 0-1 0 0,0 0 1 0 0,0 0-1 0 0,0 0 0 0 0,0 1 1 0 0,0-1-1 0 0,0 0 1 0 0,-2 1-95 0 0,1-1 0 0 0,-1 0 0 0 0,1 1-1 0 0,0 0 1 0 0,-1 0 0 0 0,1 0 0 0 0,0 0 0 0 0,0 0 0 0 0,-1 0-1 0 0,1 1 1 0 0,0-1 0 0 0,0 0 0 0 0,1 1 0 0 0,-1 0 0 0 0,0 0 0 0 0,0-1-1 0 0,-2 4 1 0 0,-25 40 8 0 0,23-34 9 0 0,-13 22-38 0 0,-23 53-1 0 0,36-70-147 0 0,0 1 0 0 0,1-1 1 0 0,0 1-1 0 0,2 0 0 0 0,-4 30 0 0 0,7-43 10 0 0,0 0 0 0 0,0-1 0 0 0,1 1 0 0 0,-1-1-1 0 0,1 1 1 0 0,0 0 0 0 0,0-1 0 0 0,0 0 0 0 0,0 1 0 0 0,1-1 0 0 0,-1 1 0 0 0,1-1 0 0 0,0 0 0 0 0,0 0 0 0 0,4 4 0 0 0,-5-6-24 0 0,0 0 0 0 0,0 0 1 0 0,1 0-1 0 0,-1 0 0 0 0,0 0 0 0 0,1 0 0 0 0,-1-1 0 0 0,0 1 1 0 0,1 0-1 0 0,-1-1 0 0 0,1 0 0 0 0,-1 1 0 0 0,1-1 1 0 0,-1 0-1 0 0,1 0 0 0 0,-1 1 0 0 0,1-1 0 0 0,0 0 1 0 0,-1-1-1 0 0,1 1 0 0 0,-1 0 0 0 0,1 0 0 0 0,-1-1 0 0 0,1 1 1 0 0,-1-1-1 0 0,1 1 0 0 0,-1-1 0 0 0,0 0 0 0 0,1 1 1 0 0,-1-1-1 0 0,0 0 0 0 0,1 0 0 0 0,-1 0 0 0 0,0 0 0 0 0,0 0 1 0 0,0 0-1 0 0,0 0 0 0 0,2-3 0 0 0,2-1-235 0 0,0-1-1 0 0,-1 0 1 0 0,1 0 0 0 0,-1 0-1 0 0,-1-1 1 0 0,1 1 0 0 0,-1-1-1 0 0,0 0 1 0 0,3-11 0 0 0,0-5-315 0 0,4-40 0 0 0,-8 46 1156 0 0,0 0 0 0 0,1 0 0 0 0,1 0 1 0 0,10-25-1 0 0,-14 42-434 0 0,0-1 0 0 0,1 0-1 0 0,-1 0 1 0 0,0 1 0 0 0,1-1 0 0 0,-1 0 0 0 0,0 0 0 0 0,1 1 0 0 0,-1-1-1 0 0,1 0 1 0 0,-1 1 0 0 0,1-1 0 0 0,0 1 0 0 0,-1-1 0 0 0,1 1 0 0 0,-1-1-1 0 0,1 1 1 0 0,0-1 0 0 0,0 1 0 0 0,-1 0 0 0 0,1-1 0 0 0,0 1 0 0 0,0 0-1 0 0,-1 0 1 0 0,1-1 0 0 0,1 1 0 0 0,0 0-30 0 0,-1 1 0 0 0,0-1 0 0 0,1 0 1 0 0,-1 1-1 0 0,0 0 0 0 0,1-1 0 0 0,-1 1 0 0 0,0-1 0 0 0,0 1 1 0 0,0 0-1 0 0,0 0 0 0 0,0 0 0 0 0,0 0 0 0 0,2 1 0 0 0,3 5 61 0 0,0 1 0 0 0,0 0 0 0 0,6 12 0 0 0,-11-17 32 0 0,47 94 822 0 0,-36-68-957 0 0,1-1 1 0 0,19 29 0 0 0,-30-54-171 0 0,-1 0 1 0 0,1-1 0 0 0,0 1-1 0 0,0-1 1 0 0,0 0 0 0 0,0 0-1 0 0,0 1 1 0 0,1-1 0 0 0,-1-1-1 0 0,1 1 1 0 0,-1 0 0 0 0,5 1 0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22.49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13 150 5065 0 0,'-1'0'123'0'0,"0"-1"1"0"0,1 1-1 0 0,-1-1 0 0 0,0 1 1 0 0,0-1-1 0 0,1 1 0 0 0,-1-1 0 0 0,0 0 1 0 0,1 1-1 0 0,-1-1 0 0 0,0 0 1 0 0,1 0-1 0 0,-1 1 0 0 0,1-1 0 0 0,-1 0 1 0 0,1 0-1 0 0,0 0 0 0 0,-1 0 1 0 0,1 1-1 0 0,0-1 0 0 0,0 0 0 0 0,-1 0 1 0 0,1 0-1 0 0,0 0 0 0 0,0 0 1 0 0,0 0-1 0 0,0 0 0 0 0,0 0 1 0 0,0 0-1 0 0,0 0 0 0 0,1 0 0 0 0,-1 0 1 0 0,0 0-1 0 0,0 1 0 0 0,1-1 1 0 0,-1 0-1 0 0,1 0 0 0 0,-1 0 0 0 0,1 0 1 0 0,-1 1-1 0 0,1-1 0 0 0,-1 0 1 0 0,1 0-1 0 0,0 1 0 0 0,-1-1 0 0 0,1 0 1 0 0,0 1-1 0 0,0-1 0 0 0,0 0 1 0 0,2-1 292 0 0,0-1 0 0 0,-1 1 0 0 0,1-1 0 0 0,0 1 0 0 0,0 0 1 0 0,1 0-1 0 0,-1 0 0 0 0,0 1 0 0 0,1-1 0 0 0,-1 1 0 0 0,1 0 0 0 0,3-1 1 0 0,-1 2-310 0 0,-1 1 1 0 0,0 0 0 0 0,0 0-1 0 0,1 0 1 0 0,-1 1 0 0 0,0 0-1 0 0,0 0 1 0 0,-1 0 0 0 0,1 0 0 0 0,0 1-1 0 0,-1 0 1 0 0,1 0 0 0 0,-1 0-1 0 0,0 0 1 0 0,0 1 0 0 0,0-1 0 0 0,-1 1-1 0 0,1 0 1 0 0,-1 1 0 0 0,4 5-1 0 0,2 3-73 0 0,0 1-1 0 0,-1 0 1 0 0,0 0 0 0 0,-1 1-1 0 0,7 22 1 0 0,-11-17 1554 0 0,-3-20-1557 0 0,-6-32 1122 0 0,5 4-1421 0 0,2 0-1 0 0,2 0 0 0 0,0 0 0 0 0,2 0 1 0 0,11-37-1 0 0,-6 31-7015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23.4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163 97 4145 0 0,'0'-4'234'0'0,"1"0"0"0"0,-1 1-1 0 0,1-1 1 0 0,-1 0 0 0 0,0 0 0 0 0,0 0 0 0 0,-1 1 0 0 0,1-1 0 0 0,-1 0-1 0 0,0 0 1 0 0,0 1 0 0 0,0-1 0 0 0,0 1 0 0 0,-1-1 0 0 0,0 1 0 0 0,1-1-1 0 0,-1 1 1 0 0,0 0 0 0 0,-1 0 0 0 0,1 0 0 0 0,-5-5 0 0 0,5 6-92 0 0,0 1 0 0 0,1 0 0 0 0,-1-1 0 0 0,0 1 0 0 0,0 0 0 0 0,0 0 0 0 0,0 0 0 0 0,0 1 1 0 0,0-1-1 0 0,0 0 0 0 0,0 1 0 0 0,0-1 0 0 0,-1 1 0 0 0,1 0 0 0 0,0-1 0 0 0,0 1 0 0 0,0 0 0 0 0,0 0 0 0 0,-1 1 1 0 0,1-1-1 0 0,0 0 0 0 0,0 1 0 0 0,0-1 0 0 0,0 1 0 0 0,0 0 0 0 0,0 0 0 0 0,0 0 0 0 0,0 0 0 0 0,0 0 0 0 0,0 0 0 0 0,0 0 1 0 0,1 1-1 0 0,-1-1 0 0 0,0 1 0 0 0,1-1 0 0 0,-1 1 0 0 0,1 0 0 0 0,-2 2 0 0 0,-4 5 8 0 0,0 1-1 0 0,1 0 0 0 0,0 0 0 0 0,1 1 1 0 0,0-1-1 0 0,0 1 0 0 0,1 1 1 0 0,1-1-1 0 0,0 0 0 0 0,-3 22 1 0 0,4-14-165 0 0,1 0-1 0 0,0 0 1 0 0,1 0 0 0 0,1 0 0 0 0,1 0 0 0 0,4 18-1 0 0,-4-31 14 0 0,-1 0 0 0 0,1 0 0 0 0,0-1 0 0 0,1 1 0 0 0,-1-1 0 0 0,1 1-1 0 0,0-1 1 0 0,1 0 0 0 0,-1 0 0 0 0,5 5 0 0 0,-7-9-13 0 0,0 0 0 0 0,0 0 0 0 0,0-1 0 0 0,0 1 0 0 0,0 0 0 0 0,1 0 1 0 0,-1 0-1 0 0,0-1 0 0 0,0 1 0 0 0,1-1 0 0 0,-1 1 0 0 0,0-1 0 0 0,1 1 1 0 0,-1-1-1 0 0,0 0 0 0 0,1 0 0 0 0,-1 0 0 0 0,1 0 0 0 0,0 0 0 0 0,0 0-31 0 0,0-1-1 0 0,0 0 0 0 0,0 1 1 0 0,0-1-1 0 0,0 0 1 0 0,-1 0-1 0 0,1 0 0 0 0,0 0 1 0 0,-1-1-1 0 0,1 1 1 0 0,-1 0-1 0 0,1-1 0 0 0,-1 1 1 0 0,0-1-1 0 0,0 1 0 0 0,1-1 1 0 0,0-2-1 0 0,4-6-135 0 0,0 0-1 0 0,-1-1 0 0 0,0 1 0 0 0,-1-1 1 0 0,0 0-1 0 0,-1 0 0 0 0,3-17 1 0 0,-1-7 503 0 0,0-39 1 0 0,-3 41 1217 0 0,7-47 1 0 0,-9 80-1490 0 0,0-1 0 0 0,0 1 1 0 0,0 0-1 0 0,0-1 0 0 0,0 1 1 0 0,0-1-1 0 0,0 1 0 0 0,1-1 1 0 0,-1 1-1 0 0,0 0 0 0 0,0-1 1 0 0,0 1-1 0 0,0-1 0 0 0,1 1 1 0 0,-1 0-1 0 0,0-1 0 0 0,0 1 1 0 0,1 0-1 0 0,-1-1 0 0 0,0 1 1 0 0,0 0-1 0 0,1 0 0 0 0,-1-1 1 0 0,0 1-1 0 0,1 0 0 0 0,-1 0 1 0 0,1-1-1 0 0,-1 1 0 0 0,0 0 1 0 0,1 0-1 0 0,-1 0 0 0 0,1 0 1 0 0,11 8 923 0 0,10 28-233 0 0,-19-31-657 0 0,26 51 321 0 0,-15-28-681 0 0,25 38-1 0 0,-34-58-170 0 0,0-2 0 0 0,1 1 1 0 0,-1-1-1 0 0,1 0 0 0 0,1 0 1 0 0,-1 0-1 0 0,1-1 0 0 0,0 0 0 0 0,0 0 1 0 0,9 4-1 0 0,3-2-1400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23.84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50 8 5065 0 0,'-1'-1'93'0'0,"1"1"0"0"0,0-1 0 0 0,-1 0-1 0 0,1 1 1 0 0,-1-1 0 0 0,1 1 0 0 0,-1 0 0 0 0,0-1 0 0 0,1 1-1 0 0,-1-1 1 0 0,1 1 0 0 0,-1 0 0 0 0,0-1 0 0 0,1 1-1 0 0,-1 0 1 0 0,0 0 0 0 0,1-1 0 0 0,-1 1 0 0 0,0 0 0 0 0,0 0-1 0 0,1 0 1 0 0,-1 0 0 0 0,0 0 0 0 0,1 0 0 0 0,-1 0 0 0 0,0 0-1 0 0,0 0 1 0 0,1 1 0 0 0,-1-1 0 0 0,0 0 0 0 0,-1 1 0 0 0,1 0 92 0 0,0 0 0 0 0,-1 1 0 0 0,1-1 1 0 0,0 1-1 0 0,0-1 0 0 0,0 1 1 0 0,0-1-1 0 0,0 1 0 0 0,0 0 0 0 0,0-1 1 0 0,1 1-1 0 0,-1 2 0 0 0,-2 6 381 0 0,0 1-1 0 0,1 0 0 0 0,-1 13 0 0 0,0 13 94 0 0,3 0 0 0 0,5 57 0 0 0,-3-76-406 0 0,1 1 0 0 0,1-1 0 0 0,0 0 1 0 0,2-1-1 0 0,0 1 0 0 0,1-1 0 0 0,9 18 1 0 0,-12-30-213 0 0,-1 1 1 0 0,1-1-1 0 0,0 0 1 0 0,0 0-1 0 0,0 0 1 0 0,1-1-1 0 0,0 0 1 0 0,-1 0-1 0 0,2 0 1 0 0,-1 0-1 0 0,0-1 1 0 0,1 1-1 0 0,6 1 1 0 0,-10-4-2 0 0,1 0 0 0 0,0 0 1 0 0,0 0-1 0 0,0-1 0 0 0,-1 1 0 0 0,1-1 0 0 0,0 0 1 0 0,0 0-1 0 0,0 0 0 0 0,0 0 0 0 0,0 0 1 0 0,0-1-1 0 0,0 1 0 0 0,-1-1 0 0 0,1 0 1 0 0,0 0-1 0 0,0 0 0 0 0,-1 0 0 0 0,1 0 0 0 0,0-1 1 0 0,-1 1-1 0 0,0-1 0 0 0,1 0 0 0 0,-1 0 1 0 0,0 0-1 0 0,0 0 0 0 0,0 0 0 0 0,0 0 0 0 0,0 0 1 0 0,2-5-1 0 0,4-4 183 0 0,-2-2 0 0 0,0 1 0 0 0,0-1 0 0 0,-1 0 0 0 0,-1 0 0 0 0,0 0 0 0 0,-1 0 0 0 0,0-1 0 0 0,-1 0 0 0 0,-1 1 0 0 0,0-20 1 0 0,0 32-272 0 0,-1 1 0 0 0,0-1 0 0 0,0 1-1 0 0,0-1 1 0 0,0 0 0 0 0,0 1 0 0 0,-1-1 0 0 0,1 1 0 0 0,0-1 0 0 0,0 0 0 0 0,0 1 0 0 0,0-1 0 0 0,-1 1 0 0 0,1-1 0 0 0,0 1 0 0 0,0-1 0 0 0,-1 1 0 0 0,1-1 0 0 0,-1 1 0 0 0,1-1 0 0 0,0 1 0 0 0,-1-1 0 0 0,1 1 0 0 0,-1 0 0 0 0,1-1 0 0 0,-1 1 0 0 0,0-1 0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25.46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103 1 1840 0 0,'-15'8'16414'0'0,"-6"12"-13412"0"0,-8 12-5581 0 0,21-22 4013 0 0,4-4-1422 0 0,1-1 1 0 0,-1 0-1 0 0,1 1 0 0 0,1 0 1 0 0,-1 0-1 0 0,1 0 0 0 0,0 0 1 0 0,0 0-1 0 0,0 0 0 0 0,0 11 1 0 0,2-15-16 0 0,0 1 0 0 0,0-1 0 0 0,0 0 1 0 0,0 1-1 0 0,1-1 0 0 0,-1 0 1 0 0,1 1-1 0 0,0-1 0 0 0,0 0 0 0 0,0 0 1 0 0,0 0-1 0 0,0 0 0 0 0,0 0 0 0 0,0 0 1 0 0,1 0-1 0 0,-1 0 0 0 0,1 0 0 0 0,-1-1 1 0 0,1 1-1 0 0,0 0 0 0 0,0-1 0 0 0,0 0 1 0 0,-1 1-1 0 0,1-1 0 0 0,1 0 0 0 0,-1 0 1 0 0,0 0-1 0 0,0 0 0 0 0,0 0 0 0 0,0-1 1 0 0,1 1-1 0 0,1 0 0 0 0,8 1 2 0 0,1 0 1 0 0,-1-1-1 0 0,22 0 0 0 0,-24-2 0 0 0,0 1 1 0 0,0 1-1 0 0,0 0 0 0 0,0 0 1 0 0,0 1-1 0 0,12 4 0 0 0,-20-6 1 0 0,0 1 0 0 0,-1 0 0 0 0,1-1 0 0 0,-1 1 0 0 0,1 0 0 0 0,-1 0 0 0 0,0 0-1 0 0,1 0 1 0 0,-1 0 0 0 0,0 0 0 0 0,0 0 0 0 0,0 0 0 0 0,0 1 0 0 0,0-1 0 0 0,0 0 0 0 0,0 1-1 0 0,0-1 1 0 0,0 1 0 0 0,-1-1 0 0 0,1 1 0 0 0,0-1 0 0 0,0 3 0 0 0,-1 0-1 0 0,0-1 1 0 0,0 0-1 0 0,0 0 1 0 0,0 0 0 0 0,0 0-1 0 0,-1 0 1 0 0,0 0-1 0 0,1 0 1 0 0,-1 0-1 0 0,0 0 1 0 0,-2 4-1 0 0,-1 1 0 0 0,0 0 0 0 0,-1 0 0 0 0,0-1 0 0 0,0 0 0 0 0,-1 0 0 0 0,1 0 0 0 0,-12 9 0 0 0,9-10-54 0 0,1-1 0 0 0,-1 0-1 0 0,0 0 1 0 0,-10 3-1 0 0,-17 6-3502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25.81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0 122 1376 0 0,'7'-5'1266'0'0,"0"1"-1"0"0,1-1 0 0 0,-1 1 0 0 0,1 1 1 0 0,0-1-1 0 0,-1 1 0 0 0,11-2 1 0 0,-10 4 1158 0 0,-7 2-2230 0 0,-1-1 0 0 0,0 1 0 0 0,1-1 0 0 0,-1 1 0 0 0,0-1 0 0 0,1 1 0 0 0,-1-1 0 0 0,0 1 0 0 0,0 0 0 0 0,0-1 0 0 0,0 1 0 0 0,1-1 0 0 0,-1 1 0 0 0,0 0 0 0 0,0-1 0 0 0,0 1 0 0 0,0-1 0 0 0,0 1 0 0 0,0 0 0 0 0,0-1 0 0 0,-1 1 0 0 0,1-1 0 0 0,0 1 0 0 0,0 0 0 0 0,-1 0 0 0 0,-2 29 740 0 0,2-23-476 0 0,0 8-220 0 0,0 1-1 0 0,1 0 1 0 0,1 0-1 0 0,2 20 1 0 0,-2-33-233 0 0,-1 0 1 0 0,1 1-1 0 0,-1-1 1 0 0,1 1 0 0 0,0-1-1 0 0,0 0 1 0 0,1 0-1 0 0,-1 0 1 0 0,1 1 0 0 0,-1-1-1 0 0,1-1 1 0 0,0 1-1 0 0,0 0 1 0 0,0 0 0 0 0,1-1-1 0 0,-1 1 1 0 0,1-1 0 0 0,-1 0-1 0 0,1 0 1 0 0,0 0-1 0 0,0 0 1 0 0,0 0 0 0 0,0 0-1 0 0,0-1 1 0 0,0 1-1 0 0,4 0 1 0 0,-5-2-7 0 0,-1 1 1 0 0,0-1-1 0 0,1 0 1 0 0,-1 0-1 0 0,1 0 1 0 0,-1 0-1 0 0,1 0 0 0 0,-1 0 1 0 0,0 0-1 0 0,1-1 1 0 0,-1 1-1 0 0,1 0 1 0 0,-1-1-1 0 0,0 1 1 0 0,0-1-1 0 0,1 0 0 0 0,-1 1 1 0 0,0-1-1 0 0,0 0 1 0 0,1 0-1 0 0,-1 0 1 0 0,0 0-1 0 0,1-1 1 0 0,0-1 9 0 0,0 0 1 0 0,0 1 0 0 0,0-1 0 0 0,-1 0 0 0 0,0-1 0 0 0,1 1 0 0 0,-1 0 0 0 0,0 0 0 0 0,1-6 0 0 0,0-4 62 0 0,-1 0 0 0 0,0 0 0 0 0,-1 0-1 0 0,-1-15 1 0 0,-1 11-2 0 0,0 1-1 0 0,-1-1 0 0 0,-1 0 0 0 0,0 1 0 0 0,-12-27 0 0 0,14 38-113 0 0,0 1 0 0 0,0 0 0 0 0,-1 0 0 0 0,0 0 0 0 0,0 0 0 0 0,0 0 0 0 0,0 0 0 0 0,0 1 0 0 0,-1 0 0 0 0,-7-6 0 0 0,9 7-82 0 0,-1 1 0 0 0,0 0 0 0 0,0-1 0 0 0,0 1 1 0 0,0 0-1 0 0,0 1 0 0 0,-1-1 0 0 0,1 0 0 0 0,0 1 0 0 0,0 0 0 0 0,0 0 0 0 0,0 0 0 0 0,-1 0 0 0 0,1 0 0 0 0,0 1 0 0 0,0-1 0 0 0,0 1 0 0 0,-4 1 1 0 0,-13 9-3127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26.11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1 244 1840 0 0,'10'-8'814'0'0,"-1"1"416"0"0,0 0-1 0 0,1 1 1 0 0,0 0 0 0 0,16-8 0 0 0,-23 13-976 0 0,-1 0 1 0 0,0 0 0 0 0,1 1 0 0 0,-1-1 0 0 0,1 1 0 0 0,-1-1 0 0 0,1 1-1 0 0,-1 0 1 0 0,1 0 0 0 0,-1 0 0 0 0,1 0 0 0 0,-1 0 0 0 0,1 1-1 0 0,-1-1 1 0 0,1 1 0 0 0,-1 0 0 0 0,0-1 0 0 0,1 1 0 0 0,-1 0-1 0 0,0 0 1 0 0,0 1 0 0 0,1-1 0 0 0,-1 0 0 0 0,0 1 0 0 0,0-1 0 0 0,2 4-1 0 0,6 3 572 0 0,19 21 513 0 0,-28-27-1274 0 0,0-1 0 0 0,1 0-1 0 0,-1 1 1 0 0,0-1 0 0 0,0 0-1 0 0,-1 1 1 0 0,1-1 0 0 0,0 1-1 0 0,0 0 1 0 0,-1-1 0 0 0,1 1-1 0 0,-1-1 1 0 0,1 1-1 0 0,-1 0 1 0 0,0 0 0 0 0,1-1-1 0 0,-1 4 1 0 0,-1-4-42 0 0,1-1 1 0 0,0 1-1 0 0,0-1 1 0 0,-1 0-1 0 0,1 1 0 0 0,0-1 1 0 0,-1 0-1 0 0,1 0 0 0 0,0 1 1 0 0,-1-1-1 0 0,1 0 1 0 0,0 0-1 0 0,-1 1 0 0 0,1-1 1 0 0,-1 0-1 0 0,1 0 0 0 0,0 0 1 0 0,-1 0-1 0 0,1 0 1 0 0,-1 1-1 0 0,1-1 0 0 0,-1 0 1 0 0,1 0-1 0 0,-1 0 0 0 0,1 0 1 0 0,0 0-1 0 0,-1-1 1 0 0,1 1-1 0 0,-1 0 0 0 0,1 0 1 0 0,-1 0-1 0 0,1 0 0 0 0,0 0 1 0 0,-1 0-1 0 0,1-1 1 0 0,-1 1-1 0 0,1 0 0 0 0,0 0 1 0 0,-1-1-1 0 0,1 1 0 0 0,0 0 1 0 0,-1-1-1 0 0,1 1 1 0 0,0 0-1 0 0,0-1 0 0 0,-1 0 1 0 0,-17-15 517 0 0,15 10-473 0 0,1 1 0 0 0,-1-1 0 0 0,1 0 0 0 0,0 0 1 0 0,0 0-1 0 0,1 0 0 0 0,0-1 0 0 0,0 1 0 0 0,1 0 0 0 0,-1-1 0 0 0,1 1 0 0 0,2-11 0 0 0,0-2-136 0 0,0 0 1 0 0,11-36 0 0 0,-9 45-484 0 0,-1-1 0 0 0,1 1-1 0 0,1 0 1 0 0,5-10 0 0 0,0 4-488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26.74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2761 0 0,'4'7'11490'0'0,"3"3"-10916"0"0,-2 1 0 0 0,1 0 0 0 0,-1 0 0 0 0,-1 0 0 0 0,0 0 0 0 0,-1 1 0 0 0,0 0 0 0 0,0-1 0 0 0,1 20 0 0 0,1 120 564 0 0,-5-130-1066 0 0,-1 36-34 0 0,4 76-1613 0 0,-2-117 235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26.95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21 4609 0 0,'6'-3'347'0'0,"0"0"0"0"0,0 0 0 0 0,0 1 0 0 0,0 0-1 0 0,0 0 1 0 0,1 0 0 0 0,-1 1 0 0 0,0 0 0 0 0,1 0 0 0 0,-1 1 0 0 0,1 0 0 0 0,-1 0-1 0 0,1 0 1 0 0,-1 1 0 0 0,1 0 0 0 0,-1 0 0 0 0,0 0 0 0 0,1 1 0 0 0,-1 0 0 0 0,10 5 0 0 0,-12-5-183 0 0,0 0 0 0 0,0 0 0 0 0,0 1 0 0 0,-1-1 0 0 0,1 1 0 0 0,-1 0 0 0 0,1 0 0 0 0,-1 0 0 0 0,0 1 0 0 0,0-1 0 0 0,0 1 0 0 0,-1-1 0 0 0,1 1 0 0 0,-1 0 1 0 0,0 0-1 0 0,0 0 0 0 0,0 0 0 0 0,-1 1 0 0 0,1-1 0 0 0,-1 0 0 0 0,0 1 0 0 0,0-1 0 0 0,-1 1 0 0 0,1-1 0 0 0,-1 1 0 0 0,0-1 0 0 0,0 1 0 0 0,-1-1 0 0 0,1 1 1 0 0,-2 5-1 0 0,-3 7-356 0 0,-1-1 1 0 0,-1 1 0 0 0,0-1 0 0 0,-1-1 0 0 0,0 1 0 0 0,-1-2 0 0 0,-1 1-1 0 0,-13 14 1 0 0,12-15-905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27.80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28 5985 0 0,'0'-3'650'0'0,"4"-21"9259"0"0,2 34-8539 0 0,60 191 1283 0 0,-29-78-2889 0 0,-31-108 297 0 0,1 8-2271 0 0,0-1 0 0 0,7 42 0 0 0,-14-59 2163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28.10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0 125 5065 0 0,'117'-51'5111'0'0,"0"0"-4958"0"0,-75 33-3411 0 0,-40 17 2976 0 0,0 0-1 0 0,0 0 0 0 0,0 1 0 0 0,0-1 0 0 0,1 1 0 0 0,-1 0 0 0 0,0-1 0 0 0,0 1 0 0 0,0 0 0 0 0,1 0 0 0 0,-1 1 1 0 0,0-1-1 0 0,0 0 0 0 0,0 1 0 0 0,1-1 0 0 0,-1 1 0 0 0,4 1 0 0 0,-5 0 406 0 0,0-1-1 0 0,0 0 1 0 0,0 1 0 0 0,0-1-1 0 0,0 1 1 0 0,0-1 0 0 0,-1 1-1 0 0,1 0 1 0 0,0-1 0 0 0,-1 1-1 0 0,1 0 1 0 0,-1 0 0 0 0,0-1-1 0 0,1 5 1 0 0,0 31 3086 0 0,-1-17-1050 0 0,3 10 574 0 0,-1 0 734 0 0,7 34-1 0 0,-7-54-3113 0 0,1 1 0 0 0,0-1 0 0 0,9 18 1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28.2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9674 0 0,'0'0'864'0'0,"0"1"-696"0"0,0 0-168 0 0,0 2 0 0 0,2 0 296 0 0,-2 0 24 0 0,0 3 8 0 0,1 2 1 0 0,1 4 47 0 0,0 2 8 0 0,1 1 0 0 0,2-1 0 0 0,-1-1-792 0 0,2-3-152 0 0,1 0-32 0 0,0-2-9 0 0,-1 1 601 0 0,-2-3 0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28.52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90 3225 0 0,'0'-1'193'0'0,"1"0"-1"0"0,-1 1 1 0 0,1-1 0 0 0,0 1 0 0 0,0-1 0 0 0,-1 1 0 0 0,1-1-1 0 0,0 1 1 0 0,0-1 0 0 0,-1 1 0 0 0,1 0 0 0 0,0-1 0 0 0,0 1-1 0 0,0 0 1 0 0,0 0 0 0 0,-1 0 0 0 0,1-1 0 0 0,0 1 0 0 0,0 0 0 0 0,0 0-1 0 0,0 0 1 0 0,0 0 0 0 0,0 1 0 0 0,1-1 0 0 0,0 1 110 0 0,-1 0 0 0 0,1 0 1 0 0,0 0-1 0 0,0 0 1 0 0,-1 0-1 0 0,1 0 0 0 0,-1 0 1 0 0,1 1-1 0 0,-1-1 0 0 0,0 1 1 0 0,2 1-1 0 0,4 7 795 0 0,-1 1 0 0 0,1 0 0 0 0,4 12 1 0 0,-4-8-220 0 0,15 19 882 0 0,-21-33-1666 0 0,0 1 1 0 0,0-1 0 0 0,0 0 0 0 0,0 1 0 0 0,0-1 0 0 0,1 0 0 0 0,-1 0 0 0 0,0 0 0 0 0,1 0 0 0 0,-1 0-1 0 0,1 0 1 0 0,-1 0 0 0 0,1 0 0 0 0,-1 0 0 0 0,1-1 0 0 0,-1 1 0 0 0,1 0 0 0 0,0-1 0 0 0,0 0 0 0 0,2 1-1 0 0,-3-2-55 0 0,0 1-1 0 0,-1-1 1 0 0,1 1 0 0 0,0-1-1 0 0,0 1 1 0 0,-1-1-1 0 0,1 0 1 0 0,0 1-1 0 0,-1-1 1 0 0,1 0-1 0 0,0 0 1 0 0,-1 0-1 0 0,1 1 1 0 0,-1-1-1 0 0,0 0 1 0 0,1 0-1 0 0,-1 0 1 0 0,0 0-1 0 0,1 0 1 0 0,-1 0 0 0 0,0 0-1 0 0,0 0 1 0 0,0-1-1 0 0,3-30 239 0 0,-3 23-166 0 0,3-29-542 0 0,12-55-1 0 0,-8 63-567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28.7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29 1 9218 0 0,'1'4'383'0'0,"0"0"0"0"0,0 0 0 0 0,0 0-1 0 0,0 0 1 0 0,-1 0 0 0 0,1 0 0 0 0,-1 1 0 0 0,0-1 0 0 0,0 0 0 0 0,-1 0-1 0 0,0 5 1 0 0,-13 52 3154 0 0,8-37-2867 0 0,2 3 103 0 0,0 2-1281 0 0,-1-14-2774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28.89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1 5065 0 0,'-1'0'544'0'0,"2"1"-544"0"0,-1 1 192 0 0,2-2 16 0 0,-2 3 8 0 0,0 0 0 0 0,1 2-216 0 0,-1 2 0 0 0,0 2-96 0 0,0 1 96 0 0,0 0-72 0 0,-3 2 72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29.12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18 5985 0 0,'2'-2'239'0'0,"0"0"0"0"0,0 1 0 0 0,0-1 0 0 0,1 0 0 0 0,-1 1 1 0 0,1 0-1 0 0,-1 0 0 0 0,1 0 0 0 0,0 0 0 0 0,-1 0 0 0 0,1 0 0 0 0,0 1 0 0 0,0-1 0 0 0,-1 1 0 0 0,1 0 0 0 0,0 0 0 0 0,4 0 0 0 0,-4 1 83 0 0,-1 0-1 0 0,0 0 1 0 0,0 0 0 0 0,0 0 0 0 0,0 0-1 0 0,0 1 1 0 0,0-1 0 0 0,0 1-1 0 0,0-1 1 0 0,0 1 0 0 0,-1 0-1 0 0,1 0 1 0 0,-1 0 0 0 0,1 0-1 0 0,-1 0 1 0 0,0 0 0 0 0,1 0 0 0 0,-1 0-1 0 0,0 0 1 0 0,1 5 0 0 0,7 25 632 0 0,0 0 1 0 0,-3 1 0 0 0,0 0-1 0 0,1 44 1 0 0,-5-55-931 0 0,3 71-2648 0 0,-6-70-4342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29.68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3 126 3681 0 0,'0'-2'222'0'0,"-1"-1"0"0"0,1 0 0 0 0,-1 0-1 0 0,1 1 1 0 0,0-1 0 0 0,0 0 0 0 0,0 0 0 0 0,0 1 0 0 0,1-1 0 0 0,-1 0 0 0 0,1 0 0 0 0,-1 1 0 0 0,1-1 0 0 0,0 1 0 0 0,0-1 0 0 0,0 0 0 0 0,1 1-1 0 0,-1 0 1 0 0,0-1 0 0 0,1 1 0 0 0,0 0 0 0 0,-1 0 0 0 0,1 0 0 0 0,0 0 0 0 0,0 0 0 0 0,0 0 0 0 0,1 0 0 0 0,-1 1 0 0 0,0-1 0 0 0,1 1-1 0 0,-1-1 1 0 0,1 1 0 0 0,-1 0 0 0 0,1 0 0 0 0,3-1 0 0 0,10-3-148 0 0,1 1 0 0 0,0 1 0 0 0,0 0 0 0 0,25-1 1 0 0,-29 3-9 0 0,-6 0-180 0 0,-1 1 1 0 0,0-1 0 0 0,0 2 0 0 0,0-1 0 0 0,0 0 0 0 0,0 1-1 0 0,0 0 1 0 0,0 1 0 0 0,0-1 0 0 0,0 1 0 0 0,0 0 0 0 0,5 4 0 0 0,-4-2-568 0 0,-1 0 0 0 0,0 1 1 0 0,-1 0-1 0 0,1 0 1 0 0,-1 1-1 0 0,0 0 1 0 0,0-1-1 0 0,-1 2 1 0 0,6 8-1 0 0,-10-15 607 0 0,19 26-892 0 0,-18-26 967 0 0,-1 1-1 0 0,1 0 0 0 0,0 0 1 0 0,-1-1-1 0 0,1 1 0 0 0,0 0 1 0 0,-1-1-1 0 0,1 1 0 0 0,0-1 1 0 0,0 1-1 0 0,-1-1 0 0 0,1 1 1 0 0,0-1-1 0 0,0 0 0 0 0,0 1 1 0 0,0-1-1 0 0,0 0 0 0 0,-1 0 1 0 0,1 1-1 0 0,0-1 0 0 0,0 0 1 0 0,0 0-1 0 0,0 0 0 0 0,0 0 1 0 0,0 0-1 0 0,0 0 0 0 0,0-1 1 0 0,0 1-1 0 0,0 0 0 0 0,0-1 1 0 0,1-1-92 0 0,0 0 1 0 0,-1-1-1 0 0,1 1 1 0 0,-1-1-1 0 0,0 1 1 0 0,0-1 0 0 0,0 0-1 0 0,1-4 1 0 0,5-11 7 0 0,27-37 1255 0 0,-31 51-753 0 0,0 0 0 0 0,0 1-1 0 0,1-1 1 0 0,-1 1 0 0 0,1-1-1 0 0,0 1 1 0 0,0 0 0 0 0,0 1-1 0 0,0-1 1 0 0,0 1 0 0 0,9 2 4250 0 0,-3 17-2481 0 0,-1-3-1578 0 0,14 13-242 0 0,-17-22-356 0 0,-1 0 1 0 0,-1 1-1 0 0,1-1 0 0 0,-1 1 0 0 0,0 0 0 0 0,0 0 0 0 0,5 12 0 0 0,-9-22 13 0 0,1 0 0 0 0,0 0 0 0 0,1 1 0 0 0,-1-1 0 0 0,0 0 0 0 0,1 1 0 0 0,0-1 0 0 0,4-5 0 0 0,-6 8-29 0 0,21-26 353 0 0,-20 26-288 0 0,-1 0 0 0 0,1 1-1 0 0,0-1 1 0 0,-1 0 0 0 0,1 0 0 0 0,0 1-1 0 0,0-1 1 0 0,0 0 0 0 0,0 1 0 0 0,0-1-1 0 0,0 1 1 0 0,0-1 0 0 0,0 1 0 0 0,0 0-1 0 0,0-1 1 0 0,0 1 0 0 0,0 0 0 0 0,0 0 0 0 0,0 0-1 0 0,0 0 1 0 0,0 0 0 0 0,1 0 0 0 0,-1 0-1 0 0,0 0 1 0 0,1 0 0 0 0,-1 1-6 0 0,-1 0 0 0 0,1 0 1 0 0,-1-1-1 0 0,1 1 0 0 0,-1 0 0 0 0,1 0 0 0 0,-1 0 1 0 0,1 0-1 0 0,-1-1 0 0 0,0 1 0 0 0,0 0 1 0 0,0 0-1 0 0,1 0 0 0 0,-1 0 0 0 0,0 0 1 0 0,0 0-1 0 0,0 0 0 0 0,0 0 0 0 0,0 0 1 0 0,-1 1-1 0 0,-2 24 583 0 0,2-20-460 0 0,-9 58 178 0 0,-3-1-1 0 0,-3 0 1 0 0,-26 65-1 0 0,-43 73-3242 0 0,64-158-3738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30.64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71 89 2761 0 0,'-1'-7'481'0'0,"-1"1"0"0"0,0-1 0 0 0,0 0 0 0 0,-1 1 1 0 0,0 0-1 0 0,-6-11 0 0 0,8 14-124 0 0,-1 1 0 0 0,1 0 1 0 0,-1 0-1 0 0,1 0 0 0 0,-1 0 0 0 0,0 0 0 0 0,0 0 0 0 0,0 0 1 0 0,0 0-1 0 0,0 1 0 0 0,0-1 0 0 0,0 1 0 0 0,-1 0 1 0 0,1 0-1 0 0,0 0 0 0 0,-1 0 0 0 0,1 0 0 0 0,-1 0 0 0 0,1 0 1 0 0,-1 1-1 0 0,-2-1 0 0 0,29 18 1145 0 0,26 5-478 0 0,76 21 0 0 0,-11-4-94 0 0,254 116 239 0 0,67 25-449 0 0,-289-135-292 0 0,2-6 1 0 0,165 20-1 0 0,-310-59-559 0 0,1 2 0 0 0,-1-1 1 0 0,0 1-1 0 0,1-1 0 0 0,-1 1 0 0 0,0 0 1 0 0,0 1-1 0 0,0-1 0 0 0,4 4 1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31.05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55 39 3225 0 0,'-30'-17'2370'0'0,"27"16"-1421"0"0,0-1-1 0 0,1 0 1 0 0,-1 0 0 0 0,0 0 0 0 0,1-1 0 0 0,0 1 0 0 0,-5-6-1 0 0,15 21-515 0 0,1-1-1 0 0,0 0 0 0 0,0 0 1 0 0,1-1-1 0 0,0-1 0 0 0,1 0 0 0 0,18 13 1 0 0,-16-13 7 0 0,-1 0 0 0 0,0 2 0 0 0,0-1 0 0 0,-1 1 0 0 0,0 1 0 0 0,15 24 0 0 0,-20-25-428 0 0,-1 0-1 0 0,0 1 1 0 0,-1-1 0 0 0,0 1-1 0 0,-1 0 1 0 0,0 0 0 0 0,-1 0-1 0 0,-1 1 1 0 0,0-1-1 0 0,-1 1 1 0 0,-1 15 0 0 0,-1-13-3 0 0,0 0 1 0 0,-1 0 0 0 0,-1 0-1 0 0,-1-1 1 0 0,0 1 0 0 0,0-1 0 0 0,-2 0-1 0 0,-15 26 1 0 0,16-33-172 0 0,0 0 0 0 0,-1 0 0 0 0,1 0 0 0 0,-2-1 0 0 0,1 0 0 0 0,-1-1 0 0 0,0 1 0 0 0,-13 6 0 0 0,1-3-1047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31.7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101 14 3225 0 0,'14'3'10225'0'0,"-14"-3"-10138"0"0,0-1 1 0 0,0 0 0 0 0,0 0-1 0 0,0 1 1 0 0,0-1 0 0 0,0 0-1 0 0,0 1 1 0 0,-1-1 0 0 0,1 0-1 0 0,0 1 1 0 0,0-1 0 0 0,-1 1-1 0 0,1-1 1 0 0,0 0 0 0 0,-1 1-1 0 0,1-1 1 0 0,-1 1 0 0 0,1-1-1 0 0,-1 1 1 0 0,1-1 0 0 0,-1 1-1 0 0,1-1 1 0 0,-1 1 0 0 0,1 0-1 0 0,-1-1 1 0 0,1 1 0 0 0,-1 0-1 0 0,0-1 1 0 0,1 1 0 0 0,-1 0-1 0 0,0 0 1 0 0,1-1 0 0 0,-2 1-1 0 0,0 1 75 0 0,0-1-1 0 0,1 0 0 0 0,-1 1 0 0 0,0 0 0 0 0,1-1 0 0 0,-1 1 0 0 0,1 0 1 0 0,-1 0-1 0 0,1 0 0 0 0,0 0 0 0 0,-1 0 0 0 0,1 0 0 0 0,0 0 0 0 0,0 0 0 0 0,-1 1 1 0 0,1-1-1 0 0,-1 2 0 0 0,-5 8 2 0 0,0 0 0 0 0,0 0 0 0 0,1 1 1 0 0,1-1-1 0 0,0 1 0 0 0,-4 16 0 0 0,0 4 31 0 0,-5 41 1 0 0,12-51-163 0 0,0 0 0 0 0,2-1 0 0 0,0 1 0 0 0,1 0-1 0 0,1-1 1 0 0,9 40 0 0 0,-8-49-48 0 0,1 1-1 0 0,0-1 0 0 0,0 0 1 0 0,1 0-1 0 0,1 0 0 0 0,0-1 1 0 0,1 0-1 0 0,0 0 0 0 0,0-1 1 0 0,1 1-1 0 0,0-2 0 0 0,18 17 0 0 0,-23-24-270 0 0,0 0-1 0 0,0 0 0 0 0,0 0 0 0 0,1 0 0 0 0,-1 0 1 0 0,0-1-1 0 0,1 1 0 0 0,-1-1 0 0 0,1 0 0 0 0,-1 0 1 0 0,1-1-1 0 0,0 1 0 0 0,-1-1 0 0 0,1 1 0 0 0,5-2 0 0 0,8-2-5773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32.04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1 167 1840 0 0,'32'-62'1015'0'0,"-23"48"-590"0"0,-1-1 0 0 0,-1 0 0 0 0,-14-27 13985 0 0,2 53-13543 0 0,5 4-581 0 0,-1 0 1 0 0,2 0-1 0 0,0 0 1 0 0,0 0-1 0 0,2 0 1 0 0,0 0-1 0 0,7 22 1 0 0,-7-31-282 0 0,-1 0 0 0 0,1 0 0 0 0,0-1 0 0 0,0 1 0 0 0,0-1 0 0 0,1 0 0 0 0,0 0 0 0 0,0 0 0 0 0,6 5 0 0 0,-7-7 1 0 0,0-1 0 0 0,0 1 0 0 0,0-1 0 0 0,1 0 1 0 0,-1-1-1 0 0,1 1 0 0 0,-1-1 0 0 0,1 1 0 0 0,0-1 1 0 0,-1 0-1 0 0,1 0 0 0 0,0-1 0 0 0,0 1 0 0 0,0-1 1 0 0,0 0-1 0 0,4 0 0 0 0,-5 0 5 0 0,-1 0 0 0 0,1 0 0 0 0,-1 0 0 0 0,1-1 0 0 0,-1 1 0 0 0,0-1 0 0 0,1 1 0 0 0,-1-1 0 0 0,0 0 0 0 0,1 0 0 0 0,-1 0 0 0 0,0 0 0 0 0,0 0 0 0 0,0-1 1 0 0,0 1-1 0 0,0-1 0 0 0,0 1 0 0 0,0-1 0 0 0,0 0 0 0 0,-1 0 0 0 0,1 1 0 0 0,-1-1 0 0 0,1-1 0 0 0,-1 1 0 0 0,0 0 0 0 0,0 0 0 0 0,0 0 0 0 0,0-1 0 0 0,0 1 0 0 0,0 0 0 0 0,-1-1 0 0 0,1 1 0 0 0,-1 0 0 0 0,1-1 0 0 0,-1 1 0 0 0,0-1 0 0 0,0 1 0 0 0,0-1 0 0 0,0 1 0 0 0,-2-5 0 0 0,1-2 25 0 0,-1 1 0 0 0,0 0-1 0 0,0 0 1 0 0,-1 0-1 0 0,0 0 1 0 0,0 0-1 0 0,-1 1 1 0 0,0-1-1 0 0,-1 1 1 0 0,1 0-1 0 0,-7-6 1 0 0,1 3-206 0 0,0 1-1 0 0,-1 0 1 0 0,-1 0 0 0 0,1 1-1 0 0,-1 1 1 0 0,-1 0 0 0 0,1 1-1 0 0,-1 0 1 0 0,-21-6 0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32.42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52 456 0 0,'2'1'604'0'0,"0"-1"-1"0"0,0 1 1 0 0,0-1-1 0 0,0 1 1 0 0,0 0 0 0 0,0 0-1 0 0,0 0 1 0 0,0 0-1 0 0,0 0 1 0 0,0 0 0 0 0,-1 1-1 0 0,1-1 1 0 0,0 0-1 0 0,-1 1 1 0 0,1 0 0 0 0,-1-1-1 0 0,0 1 1 0 0,1 0-1 0 0,-1 0 1 0 0,2 3 0 0 0,20 45 3467 0 0,-18-38-3548 0 0,0 0-425 0 0,7 17 27 0 0,-7-23-96 0 0,-3-12-19 0 0,-2-3 35 0 0,1 0 0 0 0,1 0 0 0 0,0 0 0 0 0,0 1 0 0 0,1-1-1 0 0,0 0 1 0 0,1 1 0 0 0,5-10 0 0 0,-1 2 50 0 0,2 1-1 0 0,-1 0 1 0 0,16-17 0 0 0,-25 31-102 0 0,1 0 1 0 0,0-1-1 0 0,0 1 1 0 0,0 0-1 0 0,0 0 1 0 0,0 0-1 0 0,0 0 1 0 0,1 0-1 0 0,-1 0 1 0 0,0 0-1 0 0,0 0 1 0 0,1 0-1 0 0,-1 1 1 0 0,1-1 0 0 0,-1 1-1 0 0,0-1 1 0 0,1 1-1 0 0,-1-1 1 0 0,1 1-1 0 0,-1 0 1 0 0,1-1-1 0 0,0 1 1 0 0,2 0-1 0 0,-2 1 15 0 0,-1 0 0 0 0,1 0 0 0 0,-1 0 0 0 0,0 1 0 0 0,1-1 0 0 0,-1 0 0 0 0,0 1 0 0 0,0-1 0 0 0,1 0 0 0 0,-1 1 0 0 0,0 0 0 0 0,-1-1 0 0 0,1 1 0 0 0,0-1 0 0 0,0 1 0 0 0,-1 0 0 0 0,1 0 0 0 0,-1-1 0 0 0,1 4 0 0 0,3 8 162 0 0,-1-1 0 0 0,2-1 0 0 0,-1 1 0 0 0,2 0 1 0 0,12 19-1 0 0,-13-24-583 0 0,1 1 0 0 0,0-1-1 0 0,1-1 1 0 0,-1 0 0 0 0,11 8 0 0 0,-2-3-5870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32.82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158 49 4609 0 0,'6'-18'-168'0'0,"-13"-13"12884"0"0,6 31-12504 0 0,-1 0-44 0 0,0 1 0 0 0,0-1 1 0 0,0 1-1 0 0,0-1 1 0 0,0 1-1 0 0,0 0 1 0 0,0-1-1 0 0,1 1 1 0 0,-1 0-1 0 0,-3 2 0 0 0,-5 4 45 0 0,1 0 0 0 0,0 1 0 0 0,0 0 0 0 0,0 0 1 0 0,1 1-1 0 0,0 0 0 0 0,1 1 0 0 0,0 0 0 0 0,0 0 0 0 0,1 0 0 0 0,-6 15 0 0 0,6-12-179 0 0,1-1 0 0 0,1 1 0 0 0,0 0 0 0 0,0 0 0 0 0,2 0 1 0 0,-1 0-1 0 0,2 1 0 0 0,0-1 0 0 0,1 25 0 0 0,0-33-100 0 0,1 0 0 0 0,-1 0-1 0 0,1 0 1 0 0,1 0 0 0 0,-1-1 0 0 0,1 1-1 0 0,-1 0 1 0 0,1-1 0 0 0,1 1-1 0 0,-1-1 1 0 0,1 0 0 0 0,-1 0-1 0 0,1 0 1 0 0,0 0 0 0 0,1 0-1 0 0,-1-1 1 0 0,1 1 0 0 0,-1-1-1 0 0,1 0 1 0 0,0 0 0 0 0,0 0 0 0 0,1-1-1 0 0,-1 1 1 0 0,0-1 0 0 0,1 0-1 0 0,0-1 1 0 0,-1 1 0 0 0,11 1-1 0 0,5-1-7198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33.4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0 309 5817 0 0,'2'1'118'0'0,"0"0"-1"0"0,0-1 1 0 0,0 1 0 0 0,0-1-1 0 0,1 1 1 0 0,-1-1-1 0 0,0 0 1 0 0,0 0 0 0 0,0 0-1 0 0,1 0 1 0 0,-1 0 0 0 0,0-1-1 0 0,0 1 1 0 0,0-1-1 0 0,0 1 1 0 0,4-2 0 0 0,36-16 2334 0 0,-38 16-2264 0 0,6-3 332 0 0,-1-1 0 0 0,0 0-1 0 0,0 0 1 0 0,0-1 0 0 0,-1 0 0 0 0,0 0 0 0 0,0-1-1 0 0,-1 0 1 0 0,0 0 0 0 0,0-1 0 0 0,-1 0 0 0 0,9-16 0 0 0,-12 20-369 0 0,-1-1 1 0 0,1 0-1 0 0,-1 0 1 0 0,0 0-1 0 0,-1 0 1 0 0,1 0 0 0 0,-1 0-1 0 0,0 0 1 0 0,-1-1-1 0 0,1 1 1 0 0,-1 0-1 0 0,-1-1 1 0 0,1 1 0 0 0,-1 0-1 0 0,0 0 1 0 0,0 0-1 0 0,-1-1 1 0 0,0 1 0 0 0,0 1-1 0 0,0-1 1 0 0,-1 0-1 0 0,0 0 1 0 0,-4-6-1 0 0,6 10-137 0 0,0 0 0 0 0,0 1 0 0 0,-1-1 0 0 0,1 0 0 0 0,0 1 0 0 0,0-1 0 0 0,-1 1 0 0 0,1-1 0 0 0,-1 1-1 0 0,1 0 1 0 0,-1-1 0 0 0,0 1 0 0 0,0 0 0 0 0,1 0 0 0 0,-1 0 0 0 0,0 1 0 0 0,0-1 0 0 0,0 0 0 0 0,0 1-1 0 0,0-1 1 0 0,0 1 0 0 0,-3-1 0 0 0,3 2-35 0 0,0-1 0 0 0,0 1 0 0 0,0 0 0 0 0,0 0 0 0 0,0-1 0 0 0,0 1 0 0 0,0 1 0 0 0,0-1 0 0 0,1 0-1 0 0,-1 0 1 0 0,0 1 0 0 0,1-1 0 0 0,-1 1 0 0 0,1-1 0 0 0,0 1 0 0 0,-1 0 0 0 0,-1 3 0 0 0,-2 4-89 0 0,0 0 1 0 0,1 1-1 0 0,-1 0 1 0 0,2 0-1 0 0,0 0 0 0 0,0 0 1 0 0,-2 16-1 0 0,4-15 90 0 0,0 0 0 0 0,1 0 0 0 0,0 0 0 0 0,1 0 0 0 0,0-1 0 0 0,0 1 0 0 0,4 11 0 0 0,-4-19 17 0 0,0 0-1 0 0,0 1 0 0 0,0-1 0 0 0,1 0 1 0 0,-1 0-1 0 0,1 0 0 0 0,-1 0 1 0 0,1 0-1 0 0,0-1 0 0 0,1 1 0 0 0,-1 0 1 0 0,0-1-1 0 0,1 0 0 0 0,-1 1 1 0 0,1-1-1 0 0,0 0 0 0 0,-1 0 0 0 0,1-1 1 0 0,0 1-1 0 0,0 0 0 0 0,1-1 1 0 0,-1 0-1 0 0,0 0 0 0 0,0 0 0 0 0,1 0 1 0 0,-1 0-1 0 0,4 0 0 0 0,-4-2-5 0 0,0 1 0 0 0,-1 0 0 0 0,1-1 0 0 0,0 0 0 0 0,0 1 0 0 0,-1-1 0 0 0,1 0 0 0 0,0-1 0 0 0,-1 1 0 0 0,1 0 0 0 0,-1-1 0 0 0,1 1 0 0 0,-1-1 0 0 0,0 0 0 0 0,0 0 0 0 0,0 0-1 0 0,0 0 1 0 0,0 0 0 0 0,2-2 0 0 0,35-54-224 0 0,-27 40 227 0 0,-5 7 75 0 0,1-2 125 0 0,1 0 1 0 0,0 1-1 0 0,13-14 1 0 0,-21 24-167 0 0,1 1 1 0 0,-1-1 0 0 0,1 0-1 0 0,0 1 1 0 0,-1-1 0 0 0,1 1-1 0 0,0 0 1 0 0,0 0 0 0 0,0-1-1 0 0,0 1 1 0 0,0 0-1 0 0,0 1 1 0 0,0-1 0 0 0,1 0-1 0 0,-1 1 1 0 0,0-1 0 0 0,0 1-1 0 0,0-1 1 0 0,1 1-1 0 0,-1 0 1 0 0,0 0 0 0 0,0 0-1 0 0,1 0 1 0 0,-1 1 0 0 0,0-1-1 0 0,0 1 1 0 0,1-1 0 0 0,-1 1-1 0 0,2 1 1 0 0,0 1-8 0 0,-1 0 0 0 0,1 0 1 0 0,-1 0-1 0 0,0 0 0 0 0,-1 1 0 0 0,1 0 1 0 0,-1-1-1 0 0,1 1 0 0 0,-1 0 1 0 0,0 0-1 0 0,0 1 0 0 0,-1-1 0 0 0,2 5 1 0 0,-2-5-33 0 0,0 0 1 0 0,0 0 0 0 0,1-1-1 0 0,-1 1 1 0 0,1 0 0 0 0,0-1-1 0 0,0 0 1 0 0,0 1 0 0 0,0-1-1 0 0,0 0 1 0 0,1 0 0 0 0,0 0-1 0 0,-1-1 1 0 0,1 1 0 0 0,0 0-1 0 0,0-1 1 0 0,5 3 0 0 0,-6-5 7 0 0,0 0 1 0 0,0 1 0 0 0,0-1-1 0 0,0 0 1 0 0,0 0 0 0 0,1 0-1 0 0,-1-1 1 0 0,0 1 0 0 0,0 0-1 0 0,0-1 1 0 0,0 1-1 0 0,0-1 1 0 0,0 0 0 0 0,0 0-1 0 0,0 0 1 0 0,0 0 0 0 0,0 0-1 0 0,0 0 1 0 0,0 0-1 0 0,-1-1 1 0 0,1 1 0 0 0,-1-1-1 0 0,1 1 1 0 0,1-3 0 0 0,6-6 7 0 0,0-1 0 0 0,12-18 0 0 0,-14 19-4 0 0,-4 5 7 0 0,-1 2-4 0 0,0 0 0 0 0,0-1 0 0 0,1 1 1 0 0,-1 0-1 0 0,1 1 0 0 0,0-1 0 0 0,-1 0 0 0 0,1 1 0 0 0,0-1 0 0 0,7-3 1 0 0,-8 9-6 0 0,0 0 1 0 0,-1 0-1 0 0,1 0 1 0 0,-1 0 0 0 0,0 0-1 0 0,1 0 1 0 0,-2 0 0 0 0,2 7-1 0 0,0-4-21 0 0,21 53-1664 0 0,-17-49 461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33.92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4 10138 0 0,'9'-4'9109'0'0,"1"22"-8289"0"0,-1 8-249 0 0,-2-1-1 0 0,0 2 1 0 0,-2-1-1 0 0,5 53 1 0 0,2 17-322 0 0,11-1-157 0 0,-2-7-2999 0 0,-18-68-4460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34.25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0 217 1840 0 0,'1'-4'390'0'0,"0"0"-1"0"0,0-1 1 0 0,0 1-1 0 0,0 0 1 0 0,1 0-1 0 0,0-1 1 0 0,0 1-1 0 0,0 1 0 0 0,0-1 1 0 0,0 0-1 0 0,1 0 1 0 0,0 1-1 0 0,0 0 1 0 0,0-1-1 0 0,0 1 1 0 0,0 0-1 0 0,1 0 1 0 0,-1 1-1 0 0,6-4 0 0 0,6-4 991 0 0,0 1-1 0 0,1 1 1 0 0,23-10-1 0 0,-26 13-975 0 0,-1 0 0 0 0,1 1-1 0 0,-1 1 1 0 0,1 0 0 0 0,0 1-1 0 0,0 0 1 0 0,15 0-1 0 0,-24 2-414 0 0,-1 0-1 0 0,1 1 0 0 0,0-1 0 0 0,-1 1 0 0 0,1-1 1 0 0,-1 1-1 0 0,1 0 0 0 0,-1 0 0 0 0,1 1 0 0 0,-1-1 1 0 0,0 1-1 0 0,0 0 0 0 0,0 0 0 0 0,0 0 0 0 0,0 0 1 0 0,0 0-1 0 0,0 0 0 0 0,-1 1 0 0 0,1 0 0 0 0,-1-1 1 0 0,0 1-1 0 0,1 0 0 0 0,-1 0 0 0 0,-1 0 0 0 0,1 0 1 0 0,0 1-1 0 0,-1-1 0 0 0,0 0 0 0 0,2 8 1 0 0,0 3-646 0 0,0 0 1 0 0,0 22 0 0 0,-2-23 125 0 0,0-1 0 0 0,1 1 1 0 0,5 21-1 0 0,-9-41 750 0 0,0 0-1 0 0,0-1 1 0 0,1 1 0 0 0,0 0 0 0 0,0-1-1 0 0,1 1 1 0 0,0 0 0 0 0,0-1-1 0 0,0 1 1 0 0,1 0 0 0 0,1-1 0 0 0,-1 1-1 0 0,1 0 1 0 0,0 0 0 0 0,0 0-1 0 0,7-11 1 0 0,-1 0-810 0 0,1 1 0 0 0,1 0 0 0 0,1 1 0 0 0,0 0 0 0 0,17-18 0 0 0,-10 15-4662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34.6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146 6 4753 0 0,'0'0'7'0'0,"0"0"0"0"0,0 0 0 0 0,0 0 1 0 0,0 0-1 0 0,0 0 0 0 0,0 0 0 0 0,0 0 0 0 0,0 0 0 0 0,-1 0 0 0 0,1 0 0 0 0,0 0 0 0 0,0 0 1 0 0,0 0-1 0 0,0 0 0 0 0,0-1 0 0 0,0 1 0 0 0,0 0 0 0 0,0 0 0 0 0,0 0 0 0 0,0 0 1 0 0,0 0-1 0 0,0 0 0 0 0,0 0 0 0 0,0 0 0 0 0,0 0 0 0 0,0 0 0 0 0,0-1 0 0 0,0 1 1 0 0,0 0-1 0 0,0 0 0 0 0,0 0 0 0 0,0 0 0 0 0,0 0 0 0 0,0 0 0 0 0,0 0 0 0 0,0 0 1 0 0,0-1-1 0 0,0 1 0 0 0,0 0 0 0 0,0 0 0 0 0,0 0 0 0 0,0 0 0 0 0,0 0 0 0 0,0 0 1 0 0,0 0-1 0 0,0 0 0 0 0,0 0 0 0 0,1 0 0 0 0,-1 0 0 0 0,0 0 0 0 0,0-1 0 0 0,0 1 1 0 0,0 0-1 0 0,0 0 0 0 0,0 0 0 0 0,0 0 0 0 0,0 0 0 0 0,0 0 0 0 0,0 0 0 0 0,1 0 1 0 0,-1 0-1 0 0,0 0 0 0 0,0 0 0 0 0,0 0 0 0 0,0 0 0 0 0,0 0 0 0 0,0 0 0 0 0,0 0 0 0 0,0 0 1 0 0,-11-2 2179 0 0,-16 3 2302 0 0,21 1-4156 0 0,-1 0 0 0 0,1 1 0 0 0,0 0 0 0 0,1 0 0 0 0,-1 1 0 0 0,0-1 0 0 0,1 1 0 0 0,0 1 1 0 0,0-1-1 0 0,0 1 0 0 0,0 0 0 0 0,-5 7 0 0 0,7-8-330 0 0,-1 1 0 0 0,1-1 0 0 0,0 1 0 0 0,0 0 0 0 0,0 0 0 0 0,1 1-1 0 0,0-1 1 0 0,0 0 0 0 0,0 1 0 0 0,1-1 0 0 0,0 1 0 0 0,0 0 0 0 0,0 0 0 0 0,0 9 0 0 0,1-14-16 0 0,0-1 0 0 0,0 1 0 0 0,0 0 0 0 0,0 0-1 0 0,1-1 1 0 0,-1 1 0 0 0,0 0 0 0 0,0 0 0 0 0,0-1 0 0 0,1 1 0 0 0,-1 0 0 0 0,0 0-1 0 0,1-1 1 0 0,-1 1 0 0 0,1-1 0 0 0,-1 1 0 0 0,1 0 0 0 0,-1-1 0 0 0,1 1 0 0 0,-1-1-1 0 0,1 1 1 0 0,-1-1 0 0 0,1 1 0 0 0,0-1 0 0 0,-1 1 0 0 0,1-1 0 0 0,0 0 0 0 0,0 0-1 0 0,-1 1 1 0 0,2-1 0 0 0,0 0-41 0 0,0 0 1 0 0,0 0-1 0 0,0 0 1 0 0,1 0-1 0 0,-1 0 0 0 0,0-1 1 0 0,0 1-1 0 0,0-1 0 0 0,0 1 1 0 0,4-3-1 0 0,5-2-209 0 0,-1 0 0 0 0,19-14 0 0 0,-28 19 262 0 0,23-20-215 0 0,-20 16 224 0 0,0-1 0 0 0,1 1 0 0 0,-1 1 1 0 0,1-1-1 0 0,0 1 0 0 0,0-1 0 0 0,0 1 1 0 0,1 1-1 0 0,-1-1 0 0 0,1 1 0 0 0,-1 0 1 0 0,9-2-1 0 0,-13 4 43 0 0,0 1 0 0 0,0-1 0 0 0,0 0 1 0 0,0 1-1 0 0,0-1 0 0 0,0 1 0 0 0,0-1 0 0 0,0 1 1 0 0,0-1-1 0 0,0 1 0 0 0,-1 0 0 0 0,1-1 0 0 0,0 1 1 0 0,0 0-1 0 0,-1 0 0 0 0,1 0 0 0 0,0-1 1 0 0,-1 1-1 0 0,1 0 0 0 0,-1 0 0 0 0,1 0 0 0 0,-1 0 1 0 0,1 0-1 0 0,-1 0 0 0 0,0 0 0 0 0,1 0 0 0 0,-1 0 1 0 0,0 0-1 0 0,0 1 0 0 0,0-1 0 0 0,0 0 0 0 0,0 1 1 0 0,0 43 1120 0 0,-1-37-851 0 0,1 1-122 0 0,0-1 0 0 0,0 1-1 0 0,1-1 1 0 0,0 0 0 0 0,1 1 0 0 0,-1-1 0 0 0,5 11-1 0 0,-5-16-348 0 0,0 0 0 0 0,1-1 0 0 0,-1 1 0 0 0,0-1 1 0 0,1 1-1 0 0,-1-1 0 0 0,1 0 0 0 0,0 1 0 0 0,0-1 0 0 0,0 0 0 0 0,0 0 0 0 0,0-1 0 0 0,1 1 0 0 0,-1 0 0 0 0,0-1 0 0 0,1 1 0 0 0,-1-1 0 0 0,1 0 0 0 0,0 1 0 0 0,-1-1 0 0 0,1-1 0 0 0,0 1 0 0 0,0 0 0 0 0,0-1 1 0 0,2 1-1 0 0,15-2-5521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34.8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1 157 456 0 0,'1'-5'-237'0'0,"13"-74"1798"0"0,-11 68 741 0 0,0 0 0 0 0,1 0-1 0 0,0 0 1 0 0,10-18-1 0 0,-15 57 2900 0 0,0-9-4377 0 0,0 17-345 0 0,2 0-1 0 0,1-1 0 0 0,2 1 0 0 0,2-1 0 0 0,0 0 1 0 0,18 50-1 0 0,-14-46-1757 0 0,10 67 0 0 0,-17-84-5997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35.11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96 4145 0 0,'11'-9'811'0'0,"1"1"-1"0"0,1 0 1 0 0,-1 0 0 0 0,1 1 0 0 0,1 1 0 0 0,-1 0-1 0 0,1 0 1 0 0,29-6 0 0 0,1-2-763 0 0,-37 11-136 0 0,1 1 0 0 0,-1 0 0 0 0,1 1 0 0 0,-1-1 0 0 0,1 2 0 0 0,0-1 0 0 0,-1 1 0 0 0,1 0 0 0 0,15 2 0 0 0,-20-1-9 0 0,1-1 0 0 0,-1 1 0 0 0,1 1 0 0 0,-1-1 0 0 0,1 0 0 0 0,-1 1 0 0 0,1 0 0 0 0,-1 0 0 0 0,0 0 0 0 0,0 0 0 0 0,0 0 0 0 0,0 1 0 0 0,-1-1 0 0 0,1 1 0 0 0,-1 0 0 0 0,1 0 0 0 0,-1 0 0 0 0,0 0 0 0 0,0 0 0 0 0,0 0 0 0 0,-1 1 0 0 0,2 3 0 0 0,24 77 1195 0 0,-23-64-686 0 0,2-1 1 0 0,0-1-1 0 0,1 1 0 0 0,1-1 0 0 0,0 0 0 0 0,20 29 1 0 0,-14-34-1295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35.31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67 30 5065 0 0,'-20'-1'223'0'0,"17"1"-25"0"0,1 1 0 0 0,-1-1 1 0 0,0 0-1 0 0,0 0 0 0 0,1-1 0 0 0,-1 1 0 0 0,0 0 0 0 0,1-1 0 0 0,-1 0 1 0 0,0 1-1 0 0,1-1 0 0 0,-1 0 0 0 0,1 0 0 0 0,-1-1 0 0 0,1 1 0 0 0,-3-2 1 0 0,8-11-1014 0 0,-2 10 815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36.01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113 54 4145 0 0,'-1'-1'189'0'0,"1"1"1"0"0,-1-1-1 0 0,0 1 0 0 0,1 0 0 0 0,-1-1 1 0 0,1 1-1 0 0,-1 0 0 0 0,0 0 1 0 0,1 0-1 0 0,-1-1 0 0 0,0 1 1 0 0,1 0-1 0 0,-1 0 0 0 0,0 0 1 0 0,0 0-1 0 0,1 0 0 0 0,-1 0 0 0 0,0 0 1 0 0,1 0-1 0 0,-1 0 0 0 0,0 1 1 0 0,1-1-1 0 0,-1 0 0 0 0,0 0 1 0 0,0 1-1 0 0,-21 5 2451 0 0,16-3-2358 0 0,1 0 0 0 0,1 1 0 0 0,-1-1 1 0 0,0 1-1 0 0,1 0 0 0 0,0 0 1 0 0,0 0-1 0 0,0 1 0 0 0,0 0 1 0 0,1-1-1 0 0,0 1 0 0 0,0 0 1 0 0,0 1-1 0 0,0-1 0 0 0,1 0 1 0 0,0 1-1 0 0,0 0 0 0 0,1-1 0 0 0,-1 1 1 0 0,1 0-1 0 0,0 11 0 0 0,0-13-250 0 0,1 0-1 0 0,-1 0 1 0 0,1 0-1 0 0,0 0 1 0 0,1 1-1 0 0,-1-1 1 0 0,1 0-1 0 0,-1 0 1 0 0,1 0-1 0 0,1 0 1 0 0,-1 0-1 0 0,0-1 1 0 0,1 1-1 0 0,0 0 1 0 0,0 0-1 0 0,0-1 1 0 0,0 0-1 0 0,1 1 1 0 0,-1-1-1 0 0,1 0 1 0 0,0 0-1 0 0,0 0 1 0 0,0 0-1 0 0,0-1 1 0 0,0 1-1 0 0,1-1 1 0 0,-1 0-1 0 0,1 0 1 0 0,0 0-1 0 0,-1 0 1 0 0,7 1-1 0 0,-9-3-83 0 0,0 0 0 0 0,0 1-1 0 0,0-1 1 0 0,0 0-1 0 0,0 0 1 0 0,0 0-1 0 0,0 0 1 0 0,0 0 0 0 0,0-1-1 0 0,0 1 1 0 0,0 0-1 0 0,0 0 1 0 0,0-1-1 0 0,0 1 1 0 0,0-1 0 0 0,0 1-1 0 0,0-1 1 0 0,0 1-1 0 0,0-1 1 0 0,0 1-1 0 0,-1-1 1 0 0,1 0-1 0 0,0 1 1 0 0,0-1 0 0 0,-1 0-1 0 0,1 0 1 0 0,-1 0-1 0 0,1 1 1 0 0,0-1-1 0 0,-1 0 1 0 0,0 0 0 0 0,1 0-1 0 0,-1 0 1 0 0,1 0-1 0 0,-1 0 1 0 0,0 0-1 0 0,0 0 1 0 0,0 0 0 0 0,0 0-1 0 0,1 0 1 0 0,-1 0-1 0 0,-1-2 1 0 0,2-8-334 0 0,-1 0 0 0 0,0 0 0 0 0,-2-13 0 0 0,0 9 144 0 0,2 5 128 0 0,1 0 0 0 0,-1 0 0 0 0,2 0 0 0 0,-1-1 0 0 0,2 1 0 0 0,-1 1 0 0 0,1-1 0 0 0,8-16 0 0 0,-9 21 293 0 0,0-1-1 0 0,1 1 1 0 0,0 0-1 0 0,1 0 1 0 0,-1 0-1 0 0,1 0 1 0 0,0 1-1 0 0,0 0 1 0 0,0 0 0 0 0,0 0-1 0 0,1 0 1 0 0,0 0-1 0 0,-1 1 1 0 0,2 0-1 0 0,-1 0 1 0 0,8-3-1 0 0,-12 6-134 0 0,1 0 0 0 0,-1-1-1 0 0,0 1 1 0 0,1 0-1 0 0,-1 1 1 0 0,1-1 0 0 0,-1 0-1 0 0,1 0 1 0 0,-1 0 0 0 0,1 1-1 0 0,-1-1 1 0 0,0 1-1 0 0,1-1 1 0 0,-1 1 0 0 0,0 0-1 0 0,0-1 1 0 0,1 1 0 0 0,-1 0-1 0 0,0 0 1 0 0,0 0-1 0 0,0 0 1 0 0,0 0 0 0 0,0 0-1 0 0,0 0 1 0 0,0 0 0 0 0,0 1-1 0 0,0-1 1 0 0,-1 0-1 0 0,1 0 1 0 0,0 1 0 0 0,0 1-1 0 0,19 50-458 0 0,-17-44 344 0 0,0 1-19 0 0,-2-7 75 0 0,0 1-1 0 0,0 0 1 0 0,1-1 0 0 0,-1 1 0 0 0,1-1 0 0 0,0 1 0 0 0,2 3 0 0 0,-3-7-3 0 0,0 1 1 0 0,0 0-1 0 0,0 0 1 0 0,-1-1 0 0 0,1 1-1 0 0,0-1 1 0 0,0 1-1 0 0,0-1 1 0 0,0 1-1 0 0,0-1 1 0 0,0 0-1 0 0,0 1 1 0 0,0-1-1 0 0,1 0 1 0 0,-1 0 0 0 0,0 0-1 0 0,0 0 1 0 0,0 0-1 0 0,0 0 1 0 0,0 0-1 0 0,0 0 1 0 0,0 0-1 0 0,0 0 1 0 0,0-1-1 0 0,0 1 1 0 0,0 0-1 0 0,0-1 1 0 0,0 1 0 0 0,0-1-1 0 0,1 0 1 0 0,12-7-399 0 0,-1 1 0 0 0,0-2 1 0 0,12-11-1 0 0,-14 12 642 0 0,0-1 1 0 0,0 1-1 0 0,0 1 0 0 0,1 0 0 0 0,15-6 0 0 0,-24 12-65 0 0,1 0 0 0 0,0 0 0 0 0,0 0-1 0 0,0 0 1 0 0,0 1 0 0 0,0 0 0 0 0,0 0 0 0 0,0 0-1 0 0,0 0 1 0 0,0 0 0 0 0,0 1 0 0 0,-1-1-1 0 0,1 1 1 0 0,0 0 0 0 0,0 1 0 0 0,0-1 0 0 0,-1 1-1 0 0,1-1 1 0 0,-1 1 0 0 0,1 0 0 0 0,-1 0 0 0 0,4 4-1 0 0,39 33 900 0 0,-37-30-1236 0 0,1 0-1 0 0,1 0 1 0 0,-1-1 0 0 0,1-1 0 0 0,0 0 0 0 0,22 11 0 0 0,-12-11-986 0 0,1 2-55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36.7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3225 0 0,'27'5'3166'0'0,"-3"2"-1246"0"0,0 2 0 0 0,-1 1 0 0 0,32 18 0 0 0,-34-16-1393 0 0,1-2 1 0 0,0 0-1 0 0,0-1 0 0 0,30 7 1 0 0,31-3 42 0 0,136 4 0 0 0,-177-15-1158 0 0,-2-2-1970 0 0,-15-4-2851 0 0,-15 1 1373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37.19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45 58 2737 0 0,'-45'-57'14288'0'0,"63"72"-12326"0"0,15 3-1868 0 0,-10-7 193 0 0,0 2 0 0 0,-1 1-1 0 0,34 26 1 0 0,-50-34-234 0 0,0 0-1 0 0,0 0 1 0 0,0 0-1 0 0,-1 1 1 0 0,0 0-1 0 0,-1 0 1 0 0,0 0-1 0 0,0 1 1 0 0,0-1-1 0 0,-1 1 1 0 0,0 0-1 0 0,0 0 1 0 0,-1 0-1 0 0,0 0 1 0 0,1 14 0 0 0,-2-14-194 0 0,-1 0 1 0 0,0 0 0 0 0,0 0 0 0 0,-1 1-1 0 0,0-1 1 0 0,-1 0 0 0 0,0 0 0 0 0,0-1-1 0 0,0 1 1 0 0,-1 0 0 0 0,-6 11 0 0 0,3-9-527 0 0,-1 1 0 0 0,0-1 0 0 0,-1 0 0 0 0,0 0 0 0 0,0-1 0 0 0,-18 15-1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37.58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3 5529 0 0,'1'0'88'0'0,"-1"0"0"0"0,0-1 0 0 0,0 1 0 0 0,1 0-1 0 0,-1 0 1 0 0,0 0 0 0 0,0-1 0 0 0,1 1 0 0 0,-1 0 0 0 0,0 0-1 0 0,0 0 1 0 0,1 0 0 0 0,-1 0 0 0 0,0 0 0 0 0,1-1 0 0 0,-1 1 0 0 0,0 0-1 0 0,0 0 1 0 0,1 0 0 0 0,-1 0 0 0 0,0 0 0 0 0,1 0 0 0 0,-1 0-1 0 0,0 0 1 0 0,1 0 0 0 0,-1 1 0 0 0,0-1 0 0 0,1 0 0 0 0,-1 0 0 0 0,0 0-1 0 0,0 0 1 0 0,1 0 0 0 0,-1 0 0 0 0,0 1 0 0 0,0-1 0 0 0,1 0-1 0 0,-1 0 1 0 0,0 0 0 0 0,1 1 0 0 0,8 15 2826 0 0,0 20 572 0 0,-7 13-2359 0 0,-2 1 0 0 0,-7 52 1 0 0,0 72 1099 0 0,8-138-3051 0 0,1 0-1 0 0,3-1 0 0 0,16 69 0 0 0,-10-72-5670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38.24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1 206 2761 0 0,'3'1'334'0'0,"1"1"1"0"0,-1-1 0 0 0,1-1 0 0 0,-1 1-1 0 0,1-1 1 0 0,0 1 0 0 0,-1-1-1 0 0,1 0 1 0 0,0 0 0 0 0,-1-1 0 0 0,1 1-1 0 0,-1-1 1 0 0,1 1 0 0 0,-1-1 0 0 0,1 0-1 0 0,-1-1 1 0 0,1 1 0 0 0,-1-1 0 0 0,0 1-1 0 0,6-5 1 0 0,-1 1 108 0 0,-1 0-1 0 0,1 0 0 0 0,-1-1 1 0 0,-1 0-1 0 0,1-1 1 0 0,-1 1-1 0 0,7-10 1 0 0,-7 6-213 0 0,0 1 1 0 0,-1-1 0 0 0,0 0-1 0 0,-1 0 1 0 0,0 0 0 0 0,4-13-1 0 0,-8 21-189 0 0,1-1-1 0 0,-1 1 0 0 0,0-1 0 0 0,1 1 0 0 0,-1 0 0 0 0,0-1 0 0 0,0 1 1 0 0,-1-1-1 0 0,1 1 0 0 0,0 0 0 0 0,-1-1 0 0 0,1 1 0 0 0,-1 0 0 0 0,-2-5 0 0 0,2 6-18 0 0,0-1 0 0 0,-1 1-1 0 0,1-1 1 0 0,0 1-1 0 0,-1 0 1 0 0,1 0 0 0 0,-1 0-1 0 0,1 0 1 0 0,-1 0 0 0 0,0 0-1 0 0,1 0 1 0 0,-1 0-1 0 0,0 1 1 0 0,0-1 0 0 0,0 1-1 0 0,1-1 1 0 0,-1 1-1 0 0,0 0 1 0 0,0 0 0 0 0,0 0-1 0 0,0 0 1 0 0,-2 0-1 0 0,1 0-4 0 0,1 0 0 0 0,-1 0-1 0 0,1 0 1 0 0,-1 0 0 0 0,0 0-1 0 0,1 1 1 0 0,-1-1 0 0 0,1 1-1 0 0,0 0 1 0 0,-1 0-1 0 0,1 0 1 0 0,-1 0 0 0 0,1 0-1 0 0,0 0 1 0 0,0 1 0 0 0,0-1-1 0 0,0 1 1 0 0,0-1-1 0 0,0 1 1 0 0,0 0 0 0 0,0 0-1 0 0,1 0 1 0 0,-1 0 0 0 0,0 0-1 0 0,1 0 1 0 0,0 0 0 0 0,0 0-1 0 0,0 1 1 0 0,0-1-1 0 0,0 0 1 0 0,0 1 0 0 0,0-1-1 0 0,1 1 1 0 0,-1-1 0 0 0,1 1-1 0 0,0 0 1 0 0,0 2 0 0 0,0 0 9 0 0,0-1 0 0 0,0 1 0 0 0,1 0 0 0 0,0 0 0 0 0,0 0 0 0 0,0-1 0 0 0,1 1 0 0 0,-1-1 0 0 0,1 1 0 0 0,0-1 0 0 0,0 1 0 0 0,1-1 0 0 0,-1 0 0 0 0,1 0 0 0 0,0 0 0 0 0,0-1 0 0 0,1 1 0 0 0,-1-1 0 0 0,5 4 0 0 0,-6-5-36 0 0,0 0 1 0 0,1-1-1 0 0,-1 0 1 0 0,0 1-1 0 0,1-1 1 0 0,-1 0-1 0 0,1 0 1 0 0,-1 0 0 0 0,1 0-1 0 0,-1-1 1 0 0,1 1-1 0 0,0-1 1 0 0,-1 1-1 0 0,1-1 1 0 0,0 0-1 0 0,-1 0 1 0 0,1 0-1 0 0,0-1 1 0 0,-1 1 0 0 0,1-1-1 0 0,5-1 1 0 0,-3 0-14 0 0,1-1-1 0 0,0-1 1 0 0,-1 1 0 0 0,0-1 0 0 0,0 0 0 0 0,0 0 0 0 0,0 0 0 0 0,5-8 0 0 0,3-3 58 0 0,-10 11-12 0 0,0 0-1 0 0,0 0 0 0 0,0 1 1 0 0,0-1-1 0 0,1 1 0 0 0,-1 0 0 0 0,1 0 1 0 0,0 0-1 0 0,0 0 0 0 0,0 0 0 0 0,1 1 1 0 0,4-2-1 0 0,-9 4-20 0 0,1 0 0 0 0,-1 0 0 0 0,1 1 0 0 0,-1-1 0 0 0,1 0 0 0 0,-1 0 0 0 0,1 1 0 0 0,-1-1 0 0 0,1 0 0 0 0,-1 1 0 0 0,1-1 0 0 0,-1 1 0 0 0,0-1 0 0 0,1 0 0 0 0,-1 1 0 0 0,1-1-1 0 0,-1 1 1 0 0,0-1 0 0 0,0 1 0 0 0,1-1 0 0 0,-1 1 0 0 0,0-1 0 0 0,0 1 0 0 0,1 0 0 0 0,-1-1 0 0 0,0 1 0 0 0,0-1 0 0 0,0 1 0 0 0,0-1 0 0 0,0 2 0 0 0,4 22 101 0 0,-4-19-68 0 0,10 38 927 0 0,22 67 0 0 0,-32-109-964 0 0,0-1 0 0 0,0 1 0 0 0,0 0 0 0 0,1 0 0 0 0,-1-1 0 0 0,0 1 0 0 0,0 0 0 0 0,1-1 0 0 0,-1 1 0 0 0,0-1 0 0 0,1 1 0 0 0,-1 0 0 0 0,1-1 0 0 0,-1 1 0 0 0,1-1 0 0 0,-1 1-1 0 0,1-1 1 0 0,-1 1 0 0 0,1-1 0 0 0,-1 0 0 0 0,1 1 0 0 0,0-1 0 0 0,-1 0 0 0 0,1 1 0 0 0,-1-1 0 0 0,1 0 0 0 0,1 1 0 0 0,-1-1-6 0 0,0-1 0 0 0,0 1 0 0 0,0-1 0 0 0,0 1 0 0 0,0-1 0 0 0,0 1 0 0 0,0-1 0 0 0,0 1 0 0 0,0-1 0 0 0,0 0 0 0 0,0 1 0 0 0,-1-1 0 0 0,1 0 0 0 0,0 0 0 0 0,0 0 0 0 0,0-1 0 0 0,28-48-297 0 0,-24 39 251 0 0,19-39-38 0 0,-15 32 65 0 0,-1 0 0 0 0,2 0 0 0 0,14-18 0 0 0,-24 35 27 0 0,0 1 0 0 0,0-1 0 0 0,0 1 0 0 0,1 0 0 0 0,-1-1 0 0 0,0 1 0 0 0,0 0 0 0 0,1-1 0 0 0,-1 1 0 0 0,0 0 0 0 0,1 0 0 0 0,-1-1 0 0 0,0 1 0 0 0,1 0 0 0 0,-1 0 0 0 0,0-1 0 0 0,1 1 0 0 0,-1 0 0 0 0,0 0 0 0 0,1 0 0 0 0,-1 0 0 0 0,1 0 0 0 0,-1-1 0 0 0,0 1 0 0 0,1 0 0 0 0,-1 0 0 0 0,1 0 0 0 0,-1 0 0 0 0,1 0 0 0 0,-1 0 0 0 0,0 0 0 0 0,1 1 0 0 0,-1-1 0 0 0,1 0 0 0 0,-1 0 0 0 0,0 0 0 0 0,1 0 0 0 0,-1 0 0 0 0,1 1 0 0 0,-1-1 0 0 0,0 0 0 0 0,1 0 0 0 0,-1 1 0 0 0,0-1 0 0 0,0 0 0 0 0,1 0 0 0 0,-1 1 0 0 0,0-1 0 0 0,1 0 0 0 0,-1 1 0 0 0,0-1 0 0 0,0 1 0 0 0,0-1 0 0 0,1 0 0 0 0,-1 1 0 0 0,0-1 0 0 0,0 0 0 0 0,0 1 0 0 0,0-1 0 0 0,0 1 0 0 0,0-1 0 0 0,0 1 0 0 0,0-1 0 0 0,8 35 0 0 0,-7-28 0 0 0,7 36-694 0 0,-3-30-84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38.70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111 8 3225 0 0,'2'-7'2229'0'0,"1"18"787"0"0,1 18 518 0 0,-3 42-2134 0 0,0-11 710 0 0,-2 0-1 0 0,-10 64 0 0 0,7-108-2115 0 0,0-1-1 0 0,-1 1 1 0 0,0-1 0 0 0,-1 0-1 0 0,-1-1 1 0 0,-1 0-1 0 0,0 0 1 0 0,0 0 0 0 0,-20 23-1 0 0,27-37-10 0 0,1 1-1 0 0,0-1 1 0 0,0 1-1 0 0,0-1 0 0 0,-1 1 1 0 0,1-1-1 0 0,0 1 1 0 0,-1-1-1 0 0,1 1 1 0 0,0-1-1 0 0,-1 0 1 0 0,1 1-1 0 0,-1-1 1 0 0,1 0-1 0 0,0 1 0 0 0,-1-1 1 0 0,1 0-1 0 0,-1 1 1 0 0,1-1-1 0 0,-1 0 1 0 0,1 0-1 0 0,-1 0 1 0 0,1 0-1 0 0,-1 1 0 0 0,1-1 1 0 0,-1 0-1 0 0,1 0 1 0 0,-1 0-1 0 0,0 0 1 0 0,1 0-1 0 0,-1 0 1 0 0,1 0-1 0 0,-1 0 0 0 0,1-1 1 0 0,-1 1-1 0 0,1 0 1 0 0,-1 0-1 0 0,1 0 1 0 0,-1 0-1 0 0,1-1 1 0 0,-1 1-1 0 0,1 0 1 0 0,-1-1-1 0 0,1 1 0 0 0,0 0 1 0 0,-1-1-1 0 0,1 1 1 0 0,-1 0-1 0 0,1-1 1 0 0,0 1-1 0 0,-1-1 1 0 0,1 1-1 0 0,0-1 0 0 0,0 1 1 0 0,-1-1-1 0 0,1 1 1 0 0,0-1-1 0 0,0 1 1 0 0,0-1-1 0 0,0 1 1 0 0,-1-1-1 0 0,1 1 1 0 0,0-1-1 0 0,0 1 0 0 0,0-1 1 0 0,0 1-1 0 0,0-1 1 0 0,1 0-1 0 0,-2-5-202 0 0,0 0-1 0 0,0 0 1 0 0,1 1-1 0 0,0-1 1 0 0,1-7-1 0 0,2-1-63 0 0,0 0 0 0 0,10-26 1 0 0,-11 35 196 0 0,1-1 1 0 0,-1 1 0 0 0,1 0-1 0 0,0 0 1 0 0,0 0 0 0 0,1 0-1 0 0,-1 0 1 0 0,1 1 0 0 0,8-8-1 0 0,-9 10 56 0 0,-1 1 0 0 0,1 0 1 0 0,0-1-1 0 0,0 1 0 0 0,0 0 0 0 0,0 0 0 0 0,0 1 0 0 0,0-1 0 0 0,3 0 0 0 0,-2 1 39 0 0,-1-1 0 0 0,0 1 0 0 0,1-1 0 0 0,-1 0 0 0 0,0 0 0 0 0,0 0 0 0 0,6-4 0 0 0,-8 5-93 0 0,0-1 0 0 0,0 0 1 0 0,1 1-1 0 0,-1-1 0 0 0,0 1 1 0 0,0-1-1 0 0,1 1 0 0 0,-1-1 0 0 0,0 1 1 0 0,1 0-1 0 0,-1 0 0 0 0,0 0 1 0 0,1 0-1 0 0,-1 0 0 0 0,1 0 0 0 0,-1 0 1 0 0,0 0-1 0 0,1 0 0 0 0,-1 1 1 0 0,0-1-1 0 0,0 0 0 0 0,2 2 0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39.4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159 63 1840 0 0,'1'-3'322'0'0,"0"-1"0"0"0,0 0 0 0 0,-1 0 0 0 0,1 1-1 0 0,-1-1 1 0 0,0 0 0 0 0,0 0 0 0 0,0 0 0 0 0,-1 1-1 0 0,1-1 1 0 0,-2-4 0 0 0,2 7-146 0 0,-1 0 1 0 0,1 1-1 0 0,0-1 0 0 0,-1 0 0 0 0,1 0 1 0 0,-1 1-1 0 0,1-1 0 0 0,-1 0 0 0 0,1 1 0 0 0,-1-1 1 0 0,0 1-1 0 0,1-1 0 0 0,-1 0 0 0 0,0 1 1 0 0,0 0-1 0 0,1-1 0 0 0,-1 1 0 0 0,0-1 1 0 0,0 1-1 0 0,-1-1 0 0 0,0 1 32 0 0,0 0-1 0 0,0 0 1 0 0,0 0-1 0 0,0 0 1 0 0,0 0-1 0 0,0 0 1 0 0,0 1 0 0 0,0-1-1 0 0,0 1 1 0 0,0-1-1 0 0,0 1 1 0 0,-3 1-1 0 0,1 1-20 0 0,-1 0 0 0 0,1 0 0 0 0,-1 0 1 0 0,1 1-1 0 0,0-1 0 0 0,0 1 0 0 0,0 0 0 0 0,1 0 0 0 0,-1 0 0 0 0,1 1 0 0 0,0-1 0 0 0,0 1 0 0 0,-3 9 0 0 0,-4 8-83 0 0,-11 38 1 0 0,21-60-103 0 0,-8 24 4 0 0,2 0-1 0 0,1 1 0 0 0,-4 39 1 0 0,8-58-32 0 0,0 0 1 0 0,1 1-1 0 0,0-1 1 0 0,0 0-1 0 0,1 0 1 0 0,0 0-1 0 0,0 1 0 0 0,0-1 1 0 0,1 0-1 0 0,0 0 1 0 0,0-1-1 0 0,0 1 1 0 0,1 0-1 0 0,-1-1 1 0 0,2 1-1 0 0,-1-1 1 0 0,0 0-1 0 0,1 0 1 0 0,0 0-1 0 0,5 4 0 0 0,-8-8-25 0 0,-1-1-1 0 0,1 1 0 0 0,0-1 1 0 0,-1 1-1 0 0,1-1 1 0 0,0 0-1 0 0,0 1 0 0 0,0-1 1 0 0,-1 0-1 0 0,1 1 0 0 0,0-1 1 0 0,0 0-1 0 0,0 0 0 0 0,0 0 1 0 0,0 0-1 0 0,-1 0 0 0 0,1 0 1 0 0,0 0-1 0 0,0 0 1 0 0,0 0-1 0 0,0 0 0 0 0,0 0 1 0 0,-1-1-1 0 0,1 1 0 0 0,1-1 1 0 0,0 0 3 0 0,0-1 1 0 0,0 1-1 0 0,0 0 1 0 0,0-1 0 0 0,0 0-1 0 0,-1 1 1 0 0,1-1-1 0 0,-1 0 1 0 0,3-3 0 0 0,2-6 165 0 0,-1 0-1 0 0,9-23 1 0 0,-12 29-32 0 0,41-125 4727 0 0,-43 129-4745 0 0,0 1 0 0 0,0-1 0 0 0,0 1 0 0 0,1 0 0 0 0,-1-1-1 0 0,0 1 1 0 0,0 0 0 0 0,0-1 0 0 0,1 1 0 0 0,-1 0 0 0 0,0-1 0 0 0,0 1 0 0 0,1 0 0 0 0,-1 0 0 0 0,0-1 0 0 0,1 1 0 0 0,-1 0 0 0 0,0 0 0 0 0,1-1 0 0 0,-1 1 0 0 0,0 0 0 0 0,1 0-1 0 0,-1 0 1 0 0,0 0 0 0 0,1 0 0 0 0,-1 0 0 0 0,1-1 0 0 0,-1 1 0 0 0,0 0 0 0 0,1 0 0 0 0,-1 0 0 0 0,1 0 0 0 0,0 1 0 0 0,13 8 831 0 0,14 28-840 0 0,-22-27 184 0 0,31 35-87 0 0,-18-22-113 0 0,0 0-1 0 0,-2 2 0 0 0,21 39 1 0 0,-33-56-28 0 0,-2 1 1 0 0,1 0 0 0 0,-1 0 0 0 0,-1 1 0 0 0,1-1 0 0 0,-2 1-1 0 0,1-1 1 0 0,-1 1 0 0 0,-1-1 0 0 0,0 1 0 0 0,0 0 0 0 0,-1-1-1 0 0,0 1 1 0 0,-1-1 0 0 0,-2 12 0 0 0,0-10 8 0 0,-1 0 1 0 0,0 0-1 0 0,-1 0 0 0 0,0 0 0 0 0,0-1 0 0 0,-1 0 1 0 0,-1 0-1 0 0,1-1 0 0 0,-2 0 0 0 0,1 0 1 0 0,-1-1-1 0 0,0 0 0 0 0,-1-1 0 0 0,0 0 1 0 0,0 0-1 0 0,-1-1 0 0 0,1 0 0 0 0,-1-1 1 0 0,-1 0-1 0 0,1-1 0 0 0,-1 0 0 0 0,1-1 1 0 0,-1-1-1 0 0,0 1 0 0 0,0-2 0 0 0,0 0 1 0 0,-18 0-1 0 0,27-1-60 0 0,0-1 1 0 0,0 1 0 0 0,0-1-1 0 0,0 1 1 0 0,1-1 0 0 0,-1 0-1 0 0,0 0 1 0 0,0-1 0 0 0,1 1-1 0 0,-1 0 1 0 0,1-1 0 0 0,-1 0-1 0 0,-3-3 1 0 0,4 4-177 0 0,1 0-1 0 0,0-1 1 0 0,0 1 0 0 0,0-1 0 0 0,0 1 0 0 0,0-1-1 0 0,0 0 1 0 0,1 1 0 0 0,-1-1 0 0 0,0 0 0 0 0,1 0-1 0 0,0 1 1 0 0,-1-1 0 0 0,1 0 0 0 0,0-2 0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39.84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61 4 3681 0 0,'-30'-3'16967'0'0,"26"21"-17564"0"0,-9 66 1331 0 0,5 0 1 0 0,3 0-1 0 0,8 125 1 0 0,0-182-751 0 0,8 43-1 0 0,-8-60 8 0 0,0 0-1 0 0,0 0 0 0 0,0 0 1 0 0,2-1-1 0 0,-1 1 1 0 0,1-1-1 0 0,9 12 1 0 0,-14-20-21 0 0,0-1-1 0 0,1 1 1 0 0,-1 0 0 0 0,1-1 0 0 0,-1 1 0 0 0,1 0 0 0 0,0-1 0 0 0,-1 1 0 0 0,1 0 0 0 0,0-1 0 0 0,-1 1 0 0 0,1-1 0 0 0,0 0 0 0 0,0 1 0 0 0,-1-1 0 0 0,1 1 0 0 0,0-1 0 0 0,0 0 0 0 0,0 0 0 0 0,-1 1 0 0 0,1-1 0 0 0,1 0 0 0 0,-1 0-19 0 0,0-1 0 0 0,-1 1 1 0 0,1 0-1 0 0,0-1 1 0 0,-1 1-1 0 0,1-1 1 0 0,-1 1-1 0 0,1-1 0 0 0,-1 1 1 0 0,1-1-1 0 0,-1 1 1 0 0,1-1-1 0 0,-1 0 1 0 0,1 1-1 0 0,-1-1 0 0 0,0 0 1 0 0,1 1-1 0 0,-1-1 1 0 0,0 0-1 0 0,1 0 0 0 0,7-48-1705 0 0,-7 39 1600 0 0,8-39-692 0 0,26-87 0 0 0,-26 109 942 0 0,2 1-1 0 0,0 0 1 0 0,2 1 0 0 0,27-41 0 0 0,-38 63 7 0 0,0 0 0 0 0,0 0 0 0 0,1 0 0 0 0,-1 1 1 0 0,1-1-1 0 0,0 0 0 0 0,0 1 0 0 0,0 0 0 0 0,0 0 1 0 0,0 0-1 0 0,0 0 0 0 0,7-3 0 0 0,-8 5-34 0 0,-1-1 0 0 0,1 1-1 0 0,0 0 1 0 0,0 0 0 0 0,-1 0-1 0 0,1 1 1 0 0,0-1 0 0 0,-1 0-1 0 0,1 0 1 0 0,-1 1-1 0 0,1-1 1 0 0,0 1 0 0 0,-1 0-1 0 0,1-1 1 0 0,-1 1 0 0 0,1 0-1 0 0,-1 0 1 0 0,0 0 0 0 0,1 0-1 0 0,-1 0 1 0 0,0 0 0 0 0,1 0-1 0 0,-1 1 1 0 0,0-1 0 0 0,0 0-1 0 0,0 1 1 0 0,0-1 0 0 0,-1 0-1 0 0,1 1 1 0 0,1 2 0 0 0,4 8 121 0 0,-1 0 0 0 0,0 0 0 0 0,-1 0 0 0 0,4 15 0 0 0,-5-13-370 0 0,2 0 1 0 0,11 25 0 0 0,-14-33-305 0 0,1-1 0 0 0,1 0 0 0 0,-1-1 0 0 0,1 1 0 0 0,0-1 0 0 0,6 6 0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40.0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 0 5065 0 0,'-1'3'122'0'0,"0"-1"1"0"0,0 1-1 0 0,1 0 1 0 0,-1-1-1 0 0,1 1 0 0 0,0 0 1 0 0,-1 0-1 0 0,1-1 0 0 0,0 1 1 0 0,1 0-1 0 0,-1 0 0 0 0,1-1 1 0 0,-1 1-1 0 0,1 0 0 0 0,0-1 1 0 0,1 4-1 0 0,22 50 3640 0 0,-15-37-2984 0 0,57 110 5199 0 0,8-6-3481 0 0,-25-42-1970 0 0,-31-52-798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40.19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 72 7834 0 0,'-5'-7'344'0'0,"2"3"72"0"0,1 1-328 0 0,2 0-88 0 0,2 2 0 0 0,1 1 0 0 0,1-2 144 0 0,3-1 16 0 0,5 0 0 0 0,6-2 0 0 0,5-3-568 0 0,6-2-104 0 0,2 0-32 0 0,1-3 0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1:40.32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5529 0 0,'2'5'488'0'0,"-1"-3"-392"0"0,4 7 1929 0 0,-2-5-897 0 0,-1 1 8 0 0,4 0-1200 0 0,0-2-248 0 0,2-6-40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2:59.2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14 336 10594 0 0,'-13'-3'2949'0'0,"13"-6"-766"0"0,0 8-1973 0 0,1 0 0 0 0,0-1 0 0 0,0 1 1 0 0,0 0-1 0 0,0-1 0 0 0,0 1 0 0 0,1 0 0 0 0,-1 0 0 0 0,0 0 1 0 0,0 0-1 0 0,4-1 0 0 0,51-21 1660 0 0,95-26 0 0 0,-49 19-1295 0 0,372-115-147 0 0,-269 93-3469 0 0,-163 42-4202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2:59.56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29 1 12443 0 0,'-2'1'316'0'0,"0"0"1"0"0,1 0 0 0 0,-1 0-1 0 0,0 1 1 0 0,1-1 0 0 0,-1 1-1 0 0,0-1 1 0 0,1 1 0 0 0,0 0-1 0 0,-1-1 1 0 0,1 1 0 0 0,0 0-1 0 0,0 0 1 0 0,0 0 0 0 0,0 0-1 0 0,0 0 1 0 0,0 0 0 0 0,1 0-1 0 0,-1 0 1 0 0,1 0 0 0 0,-1 1-1 0 0,1-1 1 0 0,0 3-1 0 0,-1 11 179 0 0,0 0-1 0 0,2 19 1 0 0,0-16 228 0 0,0 194 72 0 0,17 271-811 0 0,-4-402-1671 0 0,-7-45-5955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2:59.91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14 279 11522 0 0,'0'0'177'0'0,"-1"0"-1"0"0,0 1 0 0 0,0-1 0 0 0,0 1 0 0 0,0-1 0 0 0,1 1 0 0 0,-1-1 0 0 0,0 1 0 0 0,0-1 0 0 0,1 1 0 0 0,-1 0 0 0 0,0-1 1 0 0,1 1-1 0 0,-1 0 0 0 0,1-1 0 0 0,-1 1 0 0 0,1 0 0 0 0,-1 0 0 0 0,1 1 0 0 0,0-1 9 0 0,0 0 0 0 0,0 1 0 0 0,0-1 1 0 0,1 0-1 0 0,-1 0 0 0 0,0 1 0 0 0,1-1 0 0 0,-1 0 0 0 0,1 0 0 0 0,-1 1 0 0 0,1-1 1 0 0,0 0-1 0 0,1 2 0 0 0,15 21 859 0 0,1 0 0 0 0,39 38 0 0 0,7 8-263 0 0,-56-62-676 0 0,-5-10 110 0 0,-4-17 251 0 0,-1 4-366 0 0,0-46 99 0 0,8-101 0 0 0,-3 138-759 0 0,1 1-1 0 0,13-39 1 0 0,-11 46-787 0 0,0 1 0 0 0,1 0 0 0 0,0 0-1 0 0,17-24 1 0 0,0 9-4867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00.6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255 25 3225 0 0,'-2'-2'703'0'0,"-1"-1"0"0"0,0 1 0 0 0,0 0 0 0 0,0 0 0 0 0,0 0 0 0 0,0 0 0 0 0,0 0 0 0 0,-1 1 0 0 0,1 0 0 0 0,-1-1 0 0 0,-6 0 0 0 0,6 1-148 0 0,-1 1 0 0 0,1-1 0 0 0,-1 1-1 0 0,1 0 1 0 0,-1 1 0 0 0,1-1 0 0 0,-1 1 0 0 0,-8 2 0 0 0,8-1-315 0 0,-1 0-1 0 0,0 0 1 0 0,1 1 0 0 0,0-1 0 0 0,-1 1-1 0 0,1 1 1 0 0,1-1 0 0 0,-1 1 0 0 0,0 0-1 0 0,1 0 1 0 0,0 0 0 0 0,0 0 0 0 0,0 1 0 0 0,0 0-1 0 0,-3 5 1 0 0,-4 11-30 0 0,1 1 0 0 0,1 1-1 0 0,1-1 1 0 0,1 1 0 0 0,-6 32 0 0 0,-7 119-121 0 0,19-160-161 0 0,-1-5-59 0 0,1-1 0 0 0,1 1 0 0 0,-1-1 0 0 0,2 0 0 0 0,-1 1 1 0 0,1-1-1 0 0,0 1 0 0 0,1-1 0 0 0,0 0 0 0 0,0 0 0 0 0,5 11 0 0 0,-7-18 58 0 0,1 0-1 0 0,-1-1 0 0 0,1 1 1 0 0,-1 0-1 0 0,1-1 1 0 0,-1 1-1 0 0,1 0 0 0 0,0-1 1 0 0,-1 1-1 0 0,1-1 0 0 0,0 1 1 0 0,-1-1-1 0 0,1 1 1 0 0,0-1-1 0 0,0 0 0 0 0,-1 1 1 0 0,1-1-1 0 0,0 0 0 0 0,0 0 1 0 0,0 1-1 0 0,0-1 1 0 0,-1 0-1 0 0,1 0 0 0 0,0 0 1 0 0,0 0-1 0 0,0 0 1 0 0,0 0-1 0 0,-1 0 0 0 0,1 0 1 0 0,0-1-1 0 0,0 1 0 0 0,0 0 1 0 0,0 0-1 0 0,-1-1 1 0 0,1 1-1 0 0,0-1 0 0 0,0 1 1 0 0,-1 0-1 0 0,1-1 0 0 0,0 1 1 0 0,-1-1-1 0 0,1 0 1 0 0,0 1-1 0 0,-1-1 0 0 0,1 1 1 0 0,-1-1-1 0 0,1 0 0 0 0,-1 0 1 0 0,1 1-1 0 0,-1-2 1 0 0,5-4-276 0 0,-1 0 1 0 0,1 0 0 0 0,-2-1 0 0 0,5-8-1 0 0,15-43 744 0 0,23-92 0 0 0,-36 111 648 0 0,-10 37-941 0 0,1 1 0 0 0,-1 0 0 0 0,0 0 0 0 0,0 0 0 0 0,1 0 0 0 0,-1 0 0 0 0,1 0 0 0 0,-1 0 1 0 0,1 0-1 0 0,0 0 0 0 0,-1 0 0 0 0,1 0 0 0 0,0 0 0 0 0,-1 0 0 0 0,1 0 0 0 0,0 0 0 0 0,0 1 0 0 0,0-1 0 0 0,1-1 0 0 0,-1 2-50 0 0,0 0 0 0 0,0 0-1 0 0,-1 0 1 0 0,1 0-1 0 0,0 0 1 0 0,0 0 0 0 0,0 0-1 0 0,-1 1 1 0 0,1-1-1 0 0,0 0 1 0 0,0 0 0 0 0,-1 1-1 0 0,1-1 1 0 0,0 0-1 0 0,-1 1 1 0 0,1-1 0 0 0,0 1-1 0 0,-1-1 1 0 0,1 0-1 0 0,-1 1 1 0 0,1 0 0 0 0,0 0-1 0 0,5 6 144 0 0,0 1 0 0 0,0 0-1 0 0,8 16 1 0 0,-5-10-139 0 0,-5-7-44 0 0,8 12 51 0 0,27 31-1 0 0,-35-46-56 0 0,0 0 0 0 0,0 1 0 0 0,1-1 0 0 0,-1-1 0 0 0,1 1 0 0 0,0-1 0 0 0,0 0 0 0 0,0 0 0 0 0,1 0 0 0 0,-1-1 0 0 0,12 4-1 0 0,-16-6-14 0 0,1 0 0 0 0,-1 0 0 0 0,1 0 0 0 0,-1-1 0 0 0,1 1-1 0 0,-1 0 1 0 0,1-1 0 0 0,-1 1 0 0 0,0-1 0 0 0,1 1 0 0 0,-1-1-1 0 0,0 0 1 0 0,1 0 0 0 0,-1 0 0 0 0,0 1 0 0 0,0-1 0 0 0,0 0 0 0 0,0 0-1 0 0,1-1 1 0 0,-2 1 0 0 0,1 0 0 0 0,0 0 0 0 0,0 0 0 0 0,0-1-1 0 0,0 1 1 0 0,-1 0 0 0 0,1-1 0 0 0,-1 1 0 0 0,1-3 0 0 0,16-47-407 0 0,-16 45 378 0 0,2-5-62 0 0,2-11-104 0 0,1 0 0 0 0,18-40-1 0 0,-23 57 230 0 0,1 1 1 0 0,0 0-1 0 0,1-1 0 0 0,-1 1 0 0 0,1 0 0 0 0,0 1 1 0 0,0-1-1 0 0,0 0 0 0 0,1 1 0 0 0,-1 0 0 0 0,1 0 1 0 0,-1 0-1 0 0,1 0 0 0 0,0 0 0 0 0,0 1 0 0 0,1 0 0 0 0,-1-1 1 0 0,0 2-1 0 0,1-1 0 0 0,6-1 0 0 0,-7 3 43 0 0,1 0 0 0 0,-1 0 1 0 0,1 1-1 0 0,-1 0 0 0 0,1 0 0 0 0,-1 0 0 0 0,1 0 0 0 0,-1 1 0 0 0,0-1 0 0 0,0 1 0 0 0,0 0 0 0 0,0 1 1 0 0,0-1-1 0 0,0 1 0 0 0,-1-1 0 0 0,1 1 0 0 0,-1 0 0 0 0,5 5 0 0 0,3 4 75 0 0,0 0 1 0 0,-1 1-1 0 0,16 25 0 0 0,7 29-288 0 0,-29-98-7127 0 0,-2 14 5307 0 0,0-7-329 0 0,1 0 0 0 0,12-45 0 0 0,-13 61 2559 0 0,1-1 0 0 0,0 1 0 0 0,1 0 1 0 0,-1 0-1 0 0,2 0 0 0 0,-1 0 1 0 0,1 1-1 0 0,0-1 0 0 0,0 1 0 0 0,1 1 1 0 0,8-9-1 0 0,-13 14-126 0 0,0 0 0 0 0,0 1 1 0 0,0-1-1 0 0,0 0 0 0 0,0 0 0 0 0,1 1 1 0 0,-1-1-1 0 0,0 0 0 0 0,0 1 0 0 0,1-1 1 0 0,-1 1-1 0 0,0 0 0 0 0,0-1 0 0 0,1 1 0 0 0,-1 0 1 0 0,0 0-1 0 0,1 0 0 0 0,-1 0 0 0 0,1 0 1 0 0,-1 0-1 0 0,0 0 0 0 0,1 0 0 0 0,-1 0 1 0 0,0 1-1 0 0,0-1 0 0 0,1 1 0 0 0,-1-1 1 0 0,0 1-1 0 0,2 0 0 0 0,1 2-200 0 0,0 1 1 0 0,0-1-1 0 0,-1 1 1 0 0,1-1-1 0 0,-1 1 0 0 0,5 7 1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01.3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198 15 13827 0 0,'-28'-13'5326'0'0,"23"12"-5239"0"0,0 1 1 0 0,-1-1-1 0 0,1 1 0 0 0,-1 1 0 0 0,1-1 0 0 0,-1 1 0 0 0,1 0 0 0 0,0 0 0 0 0,-1 0 0 0 0,1 1 0 0 0,0-1 0 0 0,0 2 0 0 0,0-1 0 0 0,0 0 0 0 0,0 1 1 0 0,1 0-1 0 0,-1 0 0 0 0,1 0 0 0 0,0 1 0 0 0,0-1 0 0 0,0 1 0 0 0,0 0 0 0 0,0 0 0 0 0,1 1 0 0 0,-4 5 0 0 0,1-1 52 0 0,1 0 0 0 0,0 1-1 0 0,0-1 1 0 0,1 1 0 0 0,0 0 0 0 0,1 0-1 0 0,0 0 1 0 0,1 0 0 0 0,0 1 0 0 0,0-1-1 0 0,1 1 1 0 0,0 14 0 0 0,2-22-158 0 0,-1-1 0 0 0,0 1 0 0 0,1-1 0 0 0,0 1 0 0 0,-1-1 0 0 0,1 1 0 0 0,0-1 0 0 0,0 1 0 0 0,0-1 0 0 0,1 0 0 0 0,-1 1 0 0 0,1-1 0 0 0,-1 0 0 0 0,1 0 0 0 0,0 0 0 0 0,-1 0 0 0 0,1 0 0 0 0,0-1 0 0 0,0 1 0 0 0,0-1 0 0 0,1 1 0 0 0,-1-1 0 0 0,0 0 0 0 0,1 1 0 0 0,-1-1 0 0 0,0 0 1 0 0,1-1-1 0 0,0 1 0 0 0,-1 0 0 0 0,1-1 0 0 0,-1 1 0 0 0,5-1 0 0 0,9 1-168 0 0,1 0 1 0 0,-1-1 0 0 0,0-1-1 0 0,18-3 1 0 0,-22 2 102 0 0,9-1-315 0 0,29-3-534 0 0,-47 6 800 0 0,0 0-1 0 0,1 0 1 0 0,-1 0 0 0 0,0 1 0 0 0,0-1-1 0 0,1 1 1 0 0,-1 0 0 0 0,0 0 0 0 0,0 0-1 0 0,0 0 1 0 0,5 3 0 0 0,-6-3 107 0 0,-1 0 0 0 0,0 1 0 0 0,0-1 0 0 0,0 1 0 0 0,0 0-1 0 0,0-1 1 0 0,0 1 0 0 0,0 0 0 0 0,0-1 0 0 0,-1 1 0 0 0,1 0 0 0 0,-1 0 0 0 0,1 0 0 0 0,-1 0 0 0 0,0 0 0 0 0,0-1 0 0 0,1 1 0 0 0,-1 0-1 0 0,-1 0 1 0 0,1 0 0 0 0,0 0 0 0 0,-1 3 0 0 0,-11 46 407 0 0,10-44-226 0 0,-3 6-111 0 0,0 0-1 0 0,-1-1 1 0 0,0 0 0 0 0,-1 0 0 0 0,-1 0 0 0 0,1-1-1 0 0,-2 0 1 0 0,0-1 0 0 0,0 0 0 0 0,0 0-1 0 0,-2-1 1 0 0,1 0 0 0 0,-1-1 0 0 0,0 0-1 0 0,-19 10 1 0 0,14-10-6949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02.0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10594 0 0,'1'5'6931'0'0,"2"5"-3976"0"0,6 19-2451 0 0,-3-13-299 0 0,82 221 216 0 0,-68-191-778 0 0,-15-68-500 0 0,-8-53-371 0 0,1 48 829 0 0,3-45 0 0 0,-1 65 396 0 0,1 0-1 0 0,1-1 1 0 0,-1 1 0 0 0,1 0 0 0 0,0 0 0 0 0,0 0-1 0 0,1 0 1 0 0,0 0 0 0 0,1 1 0 0 0,6-11 0 0 0,-8 15 46 0 0,-1-1 1 0 0,1 1 0 0 0,0 1-1 0 0,-1-1 1 0 0,1 0 0 0 0,0 0 0 0 0,0 1-1 0 0,1-1 1 0 0,-1 1 0 0 0,0-1-1 0 0,0 1 1 0 0,1 0 0 0 0,-1 0-1 0 0,0 0 1 0 0,1 0 0 0 0,-1 1 0 0 0,1-1-1 0 0,0 1 1 0 0,-1-1 0 0 0,5 1-1 0 0,-3 0 73 0 0,1 1 0 0 0,0 0 0 0 0,-1 0 0 0 0,1 0 0 0 0,-1 0 0 0 0,1 1 0 0 0,-1 0 0 0 0,0 0 0 0 0,0 0 0 0 0,7 5 0 0 0,2 2 23 0 0,-2 0 0 0 0,1 2 0 0 0,-1-1 0 0 0,0 1 0 0 0,-1 1 0 0 0,9 13 0 0 0,48 90-670 0 0,-66-114 517 0 0,-1-1 0 0 0,0 0-1 0 0,0 1 1 0 0,0-1 0 0 0,1 0 0 0 0,-1 1 0 0 0,0-1 0 0 0,1 0 0 0 0,-1 1 0 0 0,0-1-1 0 0,0 0 1 0 0,1 0 0 0 0,-1 0 0 0 0,0 1 0 0 0,1-1 0 0 0,-1 0 0 0 0,1 0 0 0 0,-1 0-1 0 0,0 0 1 0 0,1 1 0 0 0,-1-1 0 0 0,1 0 0 0 0,-1 0 0 0 0,0 0 0 0 0,1 0-1 0 0,-1 0 1 0 0,1 0 0 0 0,-1 0 0 0 0,0 0 0 0 0,1 0 0 0 0,-1 0 0 0 0,1-1 0 0 0,-1 1-1 0 0,0 0 1 0 0,1 0 0 0 0,-1 0 0 0 0,1-1 0 0 0,11-15-713 0 0,3-28-779 0 0,-14 40 1334 0 0,10-48-386 0 0,-9 41 805 0 0,0-1 0 0 0,0 0-1 0 0,1 1 1 0 0,1 0 0 0 0,0-1 0 0 0,0 1-1 0 0,1 1 1 0 0,0-1 0 0 0,9-12 0 0 0,-13 22-182 0 0,0 1 0 0 0,0-1-1 0 0,-1 0 1 0 0,1 0 0 0 0,0 0 0 0 0,0 0 0 0 0,0 1 0 0 0,1-1 0 0 0,-1 0 0 0 0,0 1 0 0 0,0-1 0 0 0,0 1 0 0 0,0-1 0 0 0,1 1 0 0 0,-1 0 0 0 0,0-1 0 0 0,0 1 0 0 0,1 0 0 0 0,-1 0 0 0 0,0 0 0 0 0,0 0 0 0 0,1 0 0 0 0,0 0-1 0 0,2 1 24 0 0,-1 0 0 0 0,0 0 0 0 0,0 0 0 0 0,0 0 0 0 0,0 1 0 0 0,0-1 0 0 0,-1 1 0 0 0,1 0 0 0 0,2 2 0 0 0,6 5 61 0 0,0 1 1 0 0,-1 0 0 0 0,10 14-1 0 0,-20-24-146 0 0,72 105 284 0 0,-9-12-2501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02.24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12899 0 0,'6'40'4242'0'0,"19"72"0"0"0,-18-88-4889 0 0,2-1 1 0 0,1 1 0 0 0,0-2 0 0 0,16 25 0 0 0,-23-43 618 0 0,-3-2 28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02.41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4 14283 0 0,'-2'-4'1552'0'0,"0"4"-1552"0"0,2 2 0 0 0,2 0 288 0 0,-2 3 33 0 0,2 3 7 0 0,3 5 0 0 0,0 3-168 0 0,3-2-40 0 0,0 4-8 0 0,7-1-3201 0 0,-1-3-640 0 0,0-2-128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02.69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73 1 10594 0 0,'-4'1'329'0'0,"0"1"0"0"0,0 0 0 0 0,0 0 0 0 0,1 1-1 0 0,-1-1 1 0 0,1 1 0 0 0,-1 0 0 0 0,1 0 0 0 0,0 0 0 0 0,0 0 0 0 0,0 0-1 0 0,1 0 1 0 0,-1 1 0 0 0,1 0 0 0 0,0-1 0 0 0,0 1 0 0 0,0 0-1 0 0,0 0 1 0 0,1 0 0 0 0,0 0 0 0 0,0 0 0 0 0,-2 9 0 0 0,0 6 552 0 0,0 0 0 0 0,1 0 0 0 0,0 36 0 0 0,5-4-526 0 0,2 1-1 0 0,3 0 1 0 0,1-1 0 0 0,17 50-1 0 0,5-5-1398 0 0,49 102-1 0 0,-65-164-6622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02.87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1 255 10594 0 0,'0'1'55'0'0,"0"-1"0"0"0,1 0 0 0 0,-1 1 0 0 0,0-1 0 0 0,1 0 0 0 0,-1 1 0 0 0,1-1 0 0 0,-1 0 0 0 0,0 0 0 0 0,1 0 0 0 0,-1 1 0 0 0,1-1 0 0 0,-1 0 0 0 0,1 0 0 0 0,-1 0 0 0 0,1 0 0 0 0,-1 0 0 0 0,0 0 0 0 0,1 0 0 0 0,-1 0 0 0 0,1 0 0 0 0,-1 0 0 0 0,1 0 0 0 0,-1 0 0 0 0,1 0 0 0 0,-1 0 0 0 0,1 0 0 0 0,-1-1 0 0 0,1 1 0 0 0,-1 0-1 0 0,0 0 1 0 0,1-1 0 0 0,0 1 0 0 0,24-9 1508 0 0,-20 7-1105 0 0,20-7 483 0 0,-1-1 0 0 0,-1-1 0 0 0,0-1 0 0 0,22-16 0 0 0,-19 10-1507 0 0,31-30 0 0 0,49-40-3581 0 0,-82 66 4104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03.04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31 0 10138 0 0,'-3'4'406'0'0,"-1"0"1"0"0,1 1-1 0 0,1-1 0 0 0,-1 1 0 0 0,1-1 0 0 0,-1 1 0 0 0,1 0 1 0 0,1 0-1 0 0,-1 0 0 0 0,1 0 0 0 0,0 0 0 0 0,0 0 0 0 0,-1 8 1 0 0,1 10 1453 0 0,3 42 0 0 0,0-37-865 0 0,0 36-330 0 0,3-1-1 0 0,3-1 0 0 0,20 82 0 0 0,-11-96-888 0 0,-7-28 0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03.22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9 100 11058 0 0,'-1'-3'268'0'0,"0"1"0"0"0,0-1-1 0 0,0 1 1 0 0,0-1-1 0 0,0 1 1 0 0,0-1 0 0 0,1 0-1 0 0,-1 1 1 0 0,1-1-1 0 0,0 0 1 0 0,0 1-1 0 0,0-1 1 0 0,0 0 0 0 0,0 1-1 0 0,0-1 1 0 0,1 0-1 0 0,0 1 1 0 0,-1-1 0 0 0,1 1-1 0 0,0-1 1 0 0,0 1-1 0 0,0-1 1 0 0,3-4 0 0 0,-1 5-143 0 0,-1-1 0 0 0,1 0 0 0 0,0 0 1 0 0,0 1-1 0 0,0 0 0 0 0,0-1 0 0 0,0 1 0 0 0,0 0 1 0 0,1 1-1 0 0,-1-1 0 0 0,1 1 0 0 0,-1-1 1 0 0,1 1-1 0 0,0 0 0 0 0,-1 0 0 0 0,8 0 1 0 0,4 0-815 0 0,-1 1 1 0 0,1 1 0 0 0,0 0-1 0 0,-1 1 1 0 0,1 1 0 0 0,-1 0-1 0 0,27 11 1 0 0,-15-6 644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03.84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222 1 7034 0 0,'-27'26'305'0'0,"-85"93"3194"0"0,100-104-2595 0 0,1 0 0 0 0,1 1 0 0 0,0 0 1 0 0,1 1-1 0 0,0-1 0 0 0,-9 30 1 0 0,17-42-783 0 0,0-1 0 0 0,1 1 0 0 0,-1 0 0 0 0,1 0 0 0 0,-1-1 0 0 0,1 1 0 0 0,0 0 0 0 0,1 0 0 0 0,-1 0 0 0 0,1-1 0 0 0,-1 1 0 0 0,1 0 0 0 0,0-1 0 0 0,1 1 0 0 0,-1 0 0 0 0,1-1 0 0 0,-1 0 0 0 0,1 1 0 0 0,0-1 0 0 0,0 0 0 0 0,5 5 0 0 0,-6-6-148 0 0,1-1-1 0 0,-1 0 1 0 0,1 1 0 0 0,0-1-1 0 0,0 0 1 0 0,0 0-1 0 0,-1 0 1 0 0,1 0 0 0 0,0 0-1 0 0,0-1 1 0 0,0 1 0 0 0,0-1-1 0 0,1 1 1 0 0,-1-1-1 0 0,0 0 1 0 0,0 1 0 0 0,0-1-1 0 0,0 0 1 0 0,0 0 0 0 0,0-1-1 0 0,0 1 1 0 0,1 0 0 0 0,-1-1-1 0 0,0 1 1 0 0,0-1-1 0 0,0 0 1 0 0,0 0 0 0 0,-1 0-1 0 0,1 0 1 0 0,0 0 0 0 0,0 0-1 0 0,0 0 1 0 0,-1 0 0 0 0,1-1-1 0 0,-1 1 1 0 0,1-1-1 0 0,-1 1 1 0 0,1-1 0 0 0,0-2-1 0 0,7-7-255 0 0,0-1 0 0 0,-1 0 0 0 0,-1-1 0 0 0,0 1-1 0 0,-1-1 1 0 0,0-1 0 0 0,-1 1 0 0 0,6-26 0 0 0,11-29 1470 0 0,-22 68-1135 0 0,1-1-1 0 0,-1 0 0 0 0,0 1 0 0 0,0-1 0 0 0,0 0 1 0 0,1 1-1 0 0,-1-1 0 0 0,0 0 0 0 0,1 1 0 0 0,-1-1 1 0 0,0 0-1 0 0,1 1 0 0 0,-1-1 0 0 0,1 1 0 0 0,-1-1 1 0 0,1 1-1 0 0,-1-1 0 0 0,1 1 0 0 0,-1-1 0 0 0,1 1 1 0 0,0 0-1 0 0,-1-1 0 0 0,1 1 0 0 0,0 0 0 0 0,-1-1 0 0 0,1 1 1 0 0,0 0-1 0 0,-1 0 0 0 0,1 0 0 0 0,0 0 0 0 0,1-1 1 0 0,-1 2 15 0 0,0 0 1 0 0,1 0-1 0 0,-1 0 1 0 0,0-1-1 0 0,0 1 1 0 0,0 0-1 0 0,1 0 1 0 0,-1 1-1 0 0,0-1 1 0 0,-1 0-1 0 0,1 0 1 0 0,0 0-1 0 0,0 1 1 0 0,1 1-1 0 0,23 58 540 0 0,-23-55-644 0 0,31 75-383 0 0,-30-75 287 0 0,0 0 0 0 0,1 0 0 0 0,-1-1-1 0 0,1 1 1 0 0,1-1 0 0 0,-1 0 0 0 0,0 0-1 0 0,1 0 1 0 0,0-1 0 0 0,11 8 0 0 0,-16-11 82 0 0,1-1 1 0 0,0 1 0 0 0,0-1-1 0 0,0 0 1 0 0,0 1 0 0 0,0-1-1 0 0,0 0 1 0 0,0 1 0 0 0,0-1-1 0 0,0 0 1 0 0,0 0 0 0 0,0 0 0 0 0,0 0-1 0 0,0 0 1 0 0,0 0 0 0 0,0 0-1 0 0,0-1 1 0 0,0 1 0 0 0,0 0-1 0 0,0 0 1 0 0,0-1 0 0 0,0 1-1 0 0,0-1 1 0 0,0 1 0 0 0,0-1-1 0 0,0 1 1 0 0,1-2 0 0 0,0 0-12 0 0,0 0 0 0 0,1-1 0 0 0,-1 0 1 0 0,-1 1-1 0 0,1-1 0 0 0,0 0 0 0 0,0 0 1 0 0,1-6-1 0 0,2-5 43 0 0,0-1-1 0 0,4-26 1 0 0,-5-7 15 0 0,-3 38 67 0 0,-1-1-1 0 0,1 0 1 0 0,1 1 0 0 0,0-1-1 0 0,1 0 1 0 0,6-17-1 0 0,-9 27-25 0 0,1 1 0 0 0,-1-1 0 0 0,0 0 0 0 0,1 0 0 0 0,-1 0 1 0 0,1 1-1 0 0,-1-1 0 0 0,1 0 0 0 0,0 1 0 0 0,-1-1 0 0 0,1 0 0 0 0,0 1 0 0 0,0-1 0 0 0,-1 1 0 0 0,1-1 0 0 0,0 1 0 0 0,0-1 0 0 0,0 1 0 0 0,-1 0 0 0 0,1-1 0 0 0,0 1 0 0 0,0 0 0 0 0,0 0 0 0 0,0 0 0 0 0,0-1 0 0 0,1 1 0 0 0,0 1 23 0 0,1-1 0 0 0,-1 1 0 0 0,0-1 0 0 0,0 1 0 0 0,0 0-1 0 0,0 0 1 0 0,0 0 0 0 0,0 0 0 0 0,0 0 0 0 0,3 3 0 0 0,5 4 110 0 0,-1 1 1 0 0,0-1-1 0 0,8 12 0 0 0,-14-16-109 0 0,22 28 246 0 0,-11-13-154 0 0,27 28-1 0 0,-38-44-171 0 0,1 1 1 0 0,0 0-1 0 0,0-1 1 0 0,0 0-1 0 0,0 0 1 0 0,1 0-1 0 0,-1-1 1 0 0,1 0 0 0 0,0 0-1 0 0,-1 0 1 0 0,1 0-1 0 0,10 2 1 0 0,-13-4-50 0 0,0-1 0 0 0,-1 1 0 0 0,1 0 0 0 0,0-1 0 0 0,-1 1 0 0 0,1-1 0 0 0,0 0 0 0 0,-1 1 0 0 0,1-1 0 0 0,-1 0 0 0 0,1 0 1 0 0,-1 0-1 0 0,1 0 0 0 0,-1 0 0 0 0,0 0 0 0 0,1-1 0 0 0,-1 1 0 0 0,0 0 0 0 0,0-1 0 0 0,0 1 0 0 0,0-1 0 0 0,0 1 0 0 0,0-1 0 0 0,-1 1 0 0 0,1-1 1 0 0,0-2-1 0 0,18-52 919 0 0,-16 44-622 0 0,-2 7-95 0 0,1-1-1 0 0,0 1 1 0 0,0-1-1 0 0,1 1 1 0 0,-1 0-1 0 0,1 0 0 0 0,0 0 1 0 0,1 0-1 0 0,-1 1 1 0 0,1-1-1 0 0,0 1 0 0 0,0 0 1 0 0,0 0-1 0 0,1 0 1 0 0,0 1-1 0 0,4-4 1 0 0,-5 6-115 0 0,-1-1 0 0 0,0 1 1 0 0,0 0-1 0 0,1 0 0 0 0,-1 0 1 0 0,0 0-1 0 0,1 1 0 0 0,-1 0 1 0 0,1-1-1 0 0,-1 1 0 0 0,0 0 1 0 0,1 1-1 0 0,-1-1 0 0 0,1 1 1 0 0,-1-1-1 0 0,0 1 1 0 0,1 0-1 0 0,-1 0 0 0 0,0 0 1 0 0,0 1-1 0 0,1-1 0 0 0,-1 1 1 0 0,-1 0-1 0 0,1 0 0 0 0,0 0 1 0 0,0 0-1 0 0,-1 0 0 0 0,4 4 1 0 0,30 28-1848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04.14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258 1 5065 0 0,'-22'7'3745'0'0,"1"2"0"0"0,-25 13 0 0 0,33-14-2567 0 0,0 0-1 0 0,0 1 1 0 0,-21 19-1 0 0,25-18-1038 0 0,0 0-1 0 0,0 0 0 0 0,1 1 0 0 0,0 0 0 0 0,1 0 1 0 0,1 1-1 0 0,-1 0 0 0 0,2 0 0 0 0,0 1 0 0 0,0 0 1 0 0,-5 25-1 0 0,7-24-95 0 0,1-1 0 0 0,1 1 0 0 0,0 0 0 0 0,1 0 0 0 0,0 0 0 0 0,1 0-1 0 0,0-1 1 0 0,1 1 0 0 0,1 0 0 0 0,8 25 0 0 0,-7-30-60 0 0,-1 0-1 0 0,2 0 1 0 0,-1-1 0 0 0,1 1-1 0 0,1-1 1 0 0,-1 0-1 0 0,2-1 1 0 0,-1 1-1 0 0,1-1 1 0 0,0 0-1 0 0,0-1 1 0 0,1 0 0 0 0,-1 0-1 0 0,1-1 1 0 0,1 1-1 0 0,11 4 1 0 0,-10-5-138 0 0,1 0-1 0 0,0-1 1 0 0,1 0 0 0 0,-1-1 0 0 0,0 0-1 0 0,1-1 1 0 0,0 0 0 0 0,-1-1 0 0 0,1 0 0 0 0,0-1-1 0 0,0 0 1 0 0,-1-1 0 0 0,1 0 0 0 0,21-6-1 0 0,-5-2 156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04.46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0 463 8290 0 0,'1'0'132'0'0,"0"1"1"0"0,0-1-1 0 0,-1 1 0 0 0,1-1 1 0 0,0 0-1 0 0,0 0 0 0 0,0 1 1 0 0,0-1-1 0 0,0 0 1 0 0,-1 0-1 0 0,1 0 0 0 0,0 0 1 0 0,0 0-1 0 0,0 0 1 0 0,0 0-1 0 0,0 0 0 0 0,0 0 1 0 0,0 0-1 0 0,-1 0 0 0 0,1-1 1 0 0,0 1-1 0 0,0 0 1 0 0,0-1-1 0 0,0 1 0 0 0,-1 0 1 0 0,1-1-1 0 0,1 0 1 0 0,23-12 2976 0 0,-17 8-2395 0 0,-1 0-1 0 0,0-1 1 0 0,0 0-1 0 0,0 0 1 0 0,-1-1 0 0 0,0 1-1 0 0,0-1 1 0 0,9-15 0 0 0,-8 8-340 0 0,0 0 1 0 0,0 0-1 0 0,-2 0 1 0 0,8-26-1 0 0,-7 10-259 0 0,-1 1-1 0 0,-1-1 1 0 0,-2 0 0 0 0,-2-55-1 0 0,0 78-109 0 0,-1 0 0 0 0,0 1 0 0 0,-1-1 0 0 0,1 0 0 0 0,-1 1 0 0 0,-5-10-1 0 0,7 15-7 0 0,0-1 1 0 0,-1 1-1 0 0,0 0 0 0 0,1 0 0 0 0,-1-1 0 0 0,0 1 0 0 0,1 0 0 0 0,-1 0 0 0 0,0 0 0 0 0,0 0 0 0 0,0 0 0 0 0,0 0 0 0 0,0 0 1 0 0,0 0-1 0 0,0 1 0 0 0,0-1 0 0 0,0 0 0 0 0,-1 0 0 0 0,1 1 0 0 0,0-1 0 0 0,0 1 0 0 0,-1-1 0 0 0,1 1 0 0 0,0 0 1 0 0,-1-1-1 0 0,1 1 0 0 0,0 0 0 0 0,-1 0 0 0 0,1 0 0 0 0,0 0 0 0 0,-1 0 0 0 0,1 0 0 0 0,0 1 0 0 0,-1-1 0 0 0,1 0 0 0 0,0 1 1 0 0,-1-1-1 0 0,1 1 0 0 0,-2 0 0 0 0,1 1-33 0 0,1-1 0 0 0,-1 1 0 0 0,0 0 0 0 0,0 0 0 0 0,1 0 0 0 0,-1 0 0 0 0,1 1 0 0 0,-1-1 1 0 0,1 0-1 0 0,0 1 0 0 0,0-1 0 0 0,0 0 0 0 0,1 1 0 0 0,-1-1 0 0 0,0 1 0 0 0,1 0 0 0 0,0-1 0 0 0,-1 1 0 0 0,1 4 0 0 0,1 52-325 0 0,1-41 460 0 0,0-1 1 0 0,1 0 0 0 0,0 0 0 0 0,2 0 0 0 0,0 0 0 0 0,1-1 0 0 0,0 0 0 0 0,2 0 0 0 0,17 29 0 0 0,-21-39-88 0 0,1 0 1 0 0,0 1-1 0 0,0-2 1 0 0,0 1 0 0 0,1-1-1 0 0,0 1 1 0 0,0-2 0 0 0,0 1-1 0 0,1-1 1 0 0,0 0 0 0 0,-1 0-1 0 0,1-1 1 0 0,1 1-1 0 0,-1-2 1 0 0,0 1 0 0 0,1-1-1 0 0,-1 0 1 0 0,1-1 0 0 0,0 0-1 0 0,0 0 1 0 0,-1 0 0 0 0,1-1-1 0 0,0 0 1 0 0,10-2-1 0 0,10-4-154 0 0,0-3-277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07.12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87 1 7370 0 0,'0'4'4685'0'0,"0"17"-2377"0"0,-4 0 111 0 0,-11 39 0 0 0,-13 20-895 0 0,-3 9-2277 0 0,23-60-239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13.24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257 143 5529 0 0,'-4'-4'326'0'0,"-1"1"0"0"0,1 0 0 0 0,-1 0-1 0 0,0 0 1 0 0,0 1 0 0 0,0-1 0 0 0,-1 1 0 0 0,1 0-1 0 0,-1 1 1 0 0,1-1 0 0 0,-1 1 0 0 0,1 0 0 0 0,-1 1-1 0 0,0-1 1 0 0,1 1 0 0 0,-1 0 0 0 0,0 1 0 0 0,1-1 0 0 0,-1 1-1 0 0,0 0 1 0 0,1 1 0 0 0,-10 2 0 0 0,2 0 352 0 0,1 1 0 0 0,0 0 0 0 0,0 1 0 0 0,0 0 0 0 0,0 1 0 0 0,1 0 0 0 0,0 0 0 0 0,-18 18 0 0 0,29-25-646 0 0,0 0 0 0 0,0 0 0 0 0,0 0 0 0 0,0 0 0 0 0,0 0-1 0 0,0 1 1 0 0,0-1 0 0 0,0 0 0 0 0,0 0 0 0 0,0 0-1 0 0,0 0 1 0 0,0 0 0 0 0,0 0 0 0 0,0 1 0 0 0,0-1 0 0 0,0 0-1 0 0,0 0 1 0 0,0 0 0 0 0,0 0 0 0 0,0 0 0 0 0,0 0-1 0 0,0 1 1 0 0,0-1 0 0 0,0 0 0 0 0,0 0 0 0 0,0 0 0 0 0,0 0-1 0 0,0 0 1 0 0,1 0 0 0 0,-1 0 0 0 0,0 0 0 0 0,0 1-1 0 0,0-1 1 0 0,0 0 0 0 0,0 0 0 0 0,0 0 0 0 0,0 0 0 0 0,1 0-1 0 0,-1 0 1 0 0,0 0 0 0 0,0 0 0 0 0,0 0 0 0 0,0 0-1 0 0,0 0 1 0 0,0 0 0 0 0,1 0 0 0 0,-1 0 0 0 0,0 0 0 0 0,0 0-1 0 0,0 0 1 0 0,0 0 0 0 0,0 0 0 0 0,0 0 0 0 0,1 0-1 0 0,-1 0 1 0 0,0 0 0 0 0,0 0 0 0 0,0 0 0 0 0,0 0 0 0 0,0 0-1 0 0,19 0 370 0 0,17-3-467 0 0,264-50 1246 0 0,212-44-1056 0 0,-472 89-487 0 0,40-11-581 0 0,-29 3-3449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13.58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126 1 920 0 0,'-14'9'1361'0'0,"1"-1"-1"0"0,-21 9 0 0 0,20-10 1859 0 0,0 0 0 0 0,-16 12 0 0 0,29-18-2949 0 0,0 0 1 0 0,1 0-1 0 0,-1 1 1 0 0,1-1-1 0 0,-1 0 1 0 0,1 0-1 0 0,-1 1 1 0 0,1-1-1 0 0,-1 0 1 0 0,1 1-1 0 0,0-1 0 0 0,0 0 1 0 0,0 1-1 0 0,0-1 1 0 0,0 0-1 0 0,0 1 1 0 0,0-1-1 0 0,0 0 1 0 0,1 1-1 0 0,-1-1 1 0 0,0 0-1 0 0,1 0 1 0 0,-1 1-1 0 0,2 1 1 0 0,14 31 838 0 0,20 28-928 0 0,-3 2 0 0 0,-2 1 0 0 0,-3 2 0 0 0,36 133 0 0 0,-58-174-678 0 0,30 100 1436 0 0,-3-45-8250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13.88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56 4809 0 0,'0'2'497'0'0,"0"0"0"0"0,0-1 0 0 0,0 1 0 0 0,0 0 0 0 0,0-1 0 0 0,0 1 0 0 0,1 0 0 0 0,-1-1 0 0 0,1 1 0 0 0,-1 0 0 0 0,1-1 0 0 0,-1 1 0 0 0,1-1 0 0 0,0 1 0 0 0,0-1 0 0 0,2 3 0 0 0,-2-3-227 0 0,0-1 1 0 0,0 1-1 0 0,0-1 1 0 0,0 1-1 0 0,0-1 1 0 0,0 1-1 0 0,0-1 1 0 0,0 0-1 0 0,0 1 1 0 0,0-1-1 0 0,0 0 0 0 0,0 0 1 0 0,0 0-1 0 0,0 0 1 0 0,0 0-1 0 0,0 0 1 0 0,0 0-1 0 0,0 0 1 0 0,0 0-1 0 0,2-1 1 0 0,5-2 480 0 0,1-1 0 0 0,0 0 0 0 0,-1 0 1 0 0,0-1-1 0 0,9-6 0 0 0,7-3-1235 0 0,-1 3-823 0 0,0 1-1 0 0,37-9 1 0 0,-40 14-5665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14.0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34 3225 0 0,'9'19'9375'0'0,"-7"-19"-9091"0"0,1 1 323 0 0,0 0-1 0 0,1 0 1 0 0,-1-1 0 0 0,1 1-1 0 0,0-1 1 0 0,-1 0-1 0 0,6 0 1 0 0,6-1 423 0 0,0-1 1 0 0,23-6-1 0 0,27-12-660 0 0,-23 4-3024 0 0,-20 7-4103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14.45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 3 13827 0 0,'-2'0'96'0'0,"-17"-2"4925"0"0,18 2-4885 0 0,1 1 0 0 0,-1 0 0 0 0,1-1 0 0 0,-1 1 1 0 0,1 0-1 0 0,-1-1 0 0 0,1 1 0 0 0,0 0 0 0 0,-1 0 0 0 0,1-1 0 0 0,0 1 1 0 0,-1 0-1 0 0,1 0 0 0 0,0 0 0 0 0,0-1 0 0 0,0 1 0 0 0,0 0 1 0 0,0 0-1 0 0,0 0 0 0 0,0 0 0 0 0,0-1 0 0 0,0 3 0 0 0,1 21 163 0 0,1 1 1 0 0,1-1-1 0 0,11 42 0 0 0,30 72-14 0 0,-20-65-110 0 0,28 114-161 0 0,-29-97-372 0 0,4-2 0 0 0,43 98 0 0 0,-67-180-259 0 0,0 0 0 0 0,0 1 0 0 0,1-1 0 0 0,-1 0 1 0 0,9 9-1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14.67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35 213 5985 0 0,'-18'-19'561'0'0,"16"17"68"0"0,0-2 1 0 0,0 1-1 0 0,0 0 1 0 0,1 0-1 0 0,-1 0 1 0 0,1-1-1 0 0,-1 1 1 0 0,0-5-1 0 0,2 6-229 0 0,0 0 0 0 0,-1 0 0 0 0,1 0 0 0 0,0 0-1 0 0,0 0 1 0 0,0 0 0 0 0,0 0 0 0 0,1 0 0 0 0,-1 0 0 0 0,1 0 0 0 0,-1-1-1 0 0,1 2 1 0 0,0-1 0 0 0,1-3 0 0 0,-1 3-285 0 0,0 0 0 0 0,1 0 0 0 0,-1 0 0 0 0,1 0 1 0 0,-1 1-1 0 0,1-1 0 0 0,0 1 0 0 0,-1-1 0 0 0,4-1 0 0 0,30-18 626 0 0,60-27 0 0 0,-3 14-3303 0 0,-68 28-4060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14.92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49 9674 0 0,'1'2'339'0'0,"0"0"0"0"0,0-1 0 0 0,0 1 0 0 0,0 0-1 0 0,1-1 1 0 0,-1 1 0 0 0,0-1 0 0 0,1 0 0 0 0,-1 1 0 0 0,1-1 0 0 0,-1 0 0 0 0,1 0-1 0 0,0 0 1 0 0,-1 0 0 0 0,1 0 0 0 0,0 0 0 0 0,0-1 0 0 0,0 1 0 0 0,-1-1-1 0 0,1 1 1 0 0,0-1 0 0 0,0 1 0 0 0,0-1 0 0 0,0 0 0 0 0,3 0 0 0 0,1 0 87 0 0,0 0 1 0 0,-1 0-1 0 0,1 0 1 0 0,0-1-1 0 0,-1 1 1 0 0,1-2-1 0 0,0 1 1 0 0,5-2-1 0 0,7-7-443 0 0,0 0 0 0 0,-1-1 0 0 0,17-13 0 0 0,-18 12-1308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16.48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29 35 6449 0 0,'-1'-3'751'0'0,"0"1"-1"0"0,-1-1 0 0 0,1 1 1 0 0,-1-1-1 0 0,1 1 0 0 0,-1-1 1 0 0,0 1-1 0 0,0 0 1 0 0,0 0-1 0 0,0 0 0 0 0,0 0 1 0 0,0 0-1 0 0,-5-2 0 0 0,12 15 3901 0 0,3 15-4014 0 0,-7-25-540 0 0,53 192 192 0 0,-40-132-177 0 0,3 0 1 0 0,40 94-1 0 0,-53-148-118 0 0,0 0 0 0 0,0 0 0 0 0,0 0 0 0 0,1 0 0 0 0,0-1 0 0 0,1 0 0 0 0,-1 0 0 0 0,1 0 0 0 0,0-1 0 0 0,0 0 1 0 0,12 7-1 0 0,-15-10 2 0 0,0 0 0 0 0,0-1 0 0 0,0 0 0 0 0,0 0 0 0 0,0 0 0 0 0,0 0 0 0 0,1 0 0 0 0,-1 0 0 0 0,0-1 0 0 0,0 0 0 0 0,1 1 0 0 0,-1-1 0 0 0,0-1 0 0 0,1 1 0 0 0,-1 0 0 0 0,0-1 0 0 0,0 1 0 0 0,0-1 0 0 0,1 0 0 0 0,-1 0 0 0 0,0-1 0 0 0,0 1 0 0 0,0 0 0 0 0,-1-1 0 0 0,1 0 0 0 0,0 0 0 0 0,0 0 0 0 0,-1 0 0 0 0,1 0 0 0 0,3-5 0 0 0,0 0-211 0 0,-1 0-1 0 0,1-1 1 0 0,-1 0-1 0 0,-1 0 1 0 0,0 0-1 0 0,0 0 1 0 0,0-1-1 0 0,-1 1 1 0 0,-1-1-1 0 0,1 0 1 0 0,1-18-1 0 0,-1 3-7061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16.68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1 230 11058 0 0,'6'-2'367'0'0,"0"0"0"0"0,0-1-1 0 0,0 0 1 0 0,-1 0 0 0 0,1 0-1 0 0,-1-1 1 0 0,0 0 0 0 0,0 0-1 0 0,0 0 1 0 0,5-6 0 0 0,3-1 90 0 0,17-14 2 0 0,75-60 311 0 0,-34 31-6052 0 0,-54 42 2916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17.00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0 301 6913 0 0,'0'0'529'0'0,"29"-2"6473"0"0,-23 4-6680 0 0,1 0 0 0 0,-1 0-1 0 0,0 0 1 0 0,0 1-1 0 0,-1-1 1 0 0,1 2-1 0 0,-1-1 1 0 0,1 0-1 0 0,-1 1 1 0 0,0 0 0 0 0,0 1-1 0 0,-1-1 1 0 0,1 1-1 0 0,7 9 1 0 0,-6-6 109 0 0,0 1 0 0 0,-1-1 1 0 0,0 1-1 0 0,0 0 0 0 0,-1 1 0 0 0,0-1 0 0 0,-1 1 1 0 0,5 18-1 0 0,-10-22-263 0 0,-5-15 214 0 0,-5-16 302 0 0,7 3-524 0 0,1-1 0 0 0,1-1 0 0 0,1 1 0 0 0,1 0 0 0 0,2-24 0 0 0,3-2-558 0 0,13-64 1 0 0,1 40-862 0 0,-6 41 255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17.4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139 485 7370 0 0,'-19'11'1669'0'0,"0"-1"0"0"0,-1-1 0 0 0,0-1 0 0 0,-27 7 0 0 0,34-15-36 0 0,18-7-494 0 0,19-10-291 0 0,33-11 236 0 0,110-37 0 0 0,-64 28-264 0 0,92-33-367 0 0,3 9 0 0 0,2 9 0 0 0,287-37-1 0 0,-49 25 196 0 0,-251 35-4334 0 0,-99 15-666 0 0,-57 9-2854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17.8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 0 14747 0 0,'-3'11'460'0'0,"0"0"0"0"0,0-1 0 0 0,1 1 0 0 0,0 0-1 0 0,1 1 1 0 0,0-1 0 0 0,1 0 0 0 0,0 0 0 0 0,2 15 0 0 0,5 15 951 0 0,11 45 1 0 0,-15-75-1203 0 0,170 581 2674 0 0,-153-546-4746 0 0,43 75 0 0 0,-13-28-2626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18.13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0 144 6913 0 0,'35'-16'5005'0'0,"13"-7"-707"0"0,50-31 1 0 0,-85 45-3987 0 0,1 1-1 0 0,0 1 1 0 0,21-9-1 0 0,-28 14-581 0 0,-1 0-1 0 0,0 0 1 0 0,1 0-1 0 0,-1 1 1 0 0,1 0-1 0 0,-1 0 1 0 0,1 1 0 0 0,-1 0-1 0 0,1 0 1 0 0,0 1-1 0 0,6 1 1 0 0,6 3-6491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18.38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1 221 11522 0 0,'0'1'108'0'0,"0"-1"0"0"0,0 1 0 0 0,0-1-1 0 0,0 1 1 0 0,0-1 0 0 0,0 1 0 0 0,0-1-1 0 0,0 1 1 0 0,0-1 0 0 0,1 1 0 0 0,-1-1-1 0 0,0 1 1 0 0,0-1 0 0 0,1 0 0 0 0,-1 1-1 0 0,0-1 1 0 0,0 1 0 0 0,1-1 0 0 0,-1 0-1 0 0,0 1 1 0 0,1-1 0 0 0,-1 0 0 0 0,1 1-1 0 0,-1-1 1 0 0,0 0 0 0 0,1 1-1 0 0,-1-1 1 0 0,1 0 0 0 0,-1 0 0 0 0,1 0-1 0 0,-1 0 1 0 0,1 1 0 0 0,-1-1 0 0 0,1 0-1 0 0,-1 0 1 0 0,1 0 0 0 0,-1 0 0 0 0,2 0-1 0 0,27-7 3316 0 0,28-22-43 0 0,8-15-3008 0 0,-38 25-638 0 0,33-18 0 0 0,122-49-4837 0 0,-152 74 5091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18.78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 0 10594 0 0,'-2'2'770'0'0,"0"0"-1"0"0,1 0 1 0 0,-1 1-1 0 0,1-1 1 0 0,0 0-1 0 0,-1 0 1 0 0,1 1-1 0 0,0-1 1 0 0,1 1 0 0 0,-1-1-1 0 0,0 4 1 0 0,-2 34 2443 0 0,6-18-3022 0 0,8 36 1 0 0,-8-48 331 0 0,-1 2-509 0 0,25 90 311 0 0,-22-87-1325 0 0,0 0 0 0 0,11 18 0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18.9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21 6 6913 0 0,'-3'-4'1901'0'0,"2"4"-1711"0"0,1 0 0 0 0,-1 0 1 0 0,1-1-1 0 0,-1 1 0 0 0,1 0 0 0 0,-1 0 0 0 0,1 0 0 0 0,-1 0 0 0 0,1-1 0 0 0,-1 1 0 0 0,1 0 0 0 0,-1 0 0 0 0,1 0 1 0 0,-1 0-1 0 0,1 0 0 0 0,-1 0 0 0 0,1 1 0 0 0,-1-1 0 0 0,1 0 0 0 0,-1 0 0 0 0,1 0 0 0 0,-1 0 0 0 0,1 1 0 0 0,-1-1 0 0 0,1 0 1 0 0,-1 1-1 0 0,0 0 189 0 0,1 1 0 0 0,-1-1 0 0 0,1 0 0 0 0,-1 1 1 0 0,1-1-1 0 0,0 1 0 0 0,0-1 0 0 0,0 1 0 0 0,0-1 1 0 0,0 1-1 0 0,0-1 0 0 0,0 3 0 0 0,7 26 1275 0 0,1-9-4447 0 0,6 1 2836 0 0,-6-8 21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19.35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5 6913 0 0,'1'0'162'0'0,"0"0"-1"0"0,0 0 0 0 0,1 0 1 0 0,-1 0-1 0 0,0 0 0 0 0,1 0 0 0 0,-1 0 1 0 0,0 0-1 0 0,0 0 0 0 0,1 1 1 0 0,-1-1-1 0 0,0 0 0 0 0,0 1 1 0 0,1 0-1 0 0,-1-1 0 0 0,0 1 0 0 0,0-1 1 0 0,0 1-1 0 0,0 0 0 0 0,0 0 1 0 0,0 0-1 0 0,0 0 0 0 0,0 0 0 0 0,0-1 1 0 0,0 2-1 0 0,-1-1 0 0 0,1 0 1 0 0,0 0-1 0 0,-1 0 0 0 0,1 0 0 0 0,-1 0 1 0 0,1 1-1 0 0,0 0 0 0 0,18 44 3053 0 0,-12-22-2351 0 0,26 71 526 0 0,-28-84-1779 0 0,0 0 1 0 0,1-1 0 0 0,0 0 0 0 0,0 0-1 0 0,1-1 1 0 0,13 14 0 0 0,-20-23 359 0 0,1 1 0 0 0,-1-1 0 0 0,0 0 0 0 0,1 1 0 0 0,-1-1 0 0 0,1 0 0 0 0,-1 0 0 0 0,1 0 0 0 0,-1 0 0 0 0,0 1 0 0 0,1-1 0 0 0,-1 0 0 0 0,1 0 0 0 0,-1 0 0 0 0,1 0 0 0 0,-1 0 0 0 0,1 0 1 0 0,-1 0-1 0 0,1 0 0 0 0,-1 0 0 0 0,1 0 0 0 0,-1-1 0 0 0,0 1 0 0 0,1 0 0 0 0,-1 0 0 0 0,1 0 0 0 0,-1 0 0 0 0,1-1 0 0 0,-1 1 0 0 0,0 0 0 0 0,1 0 0 0 0,-1-1 0 0 0,0 1 0 0 0,1 0 0 0 0,-1-1 0 0 0,0 1 0 0 0,1 0 0 0 0,-1-1 0 0 0,0 1 0 0 0,0-1 0 0 0,1 1 0 0 0,-1 0 0 0 0,0-1 0 0 0,0 1 0 0 0,0-1 0 0 0,0 1 0 0 0,1-1 1 0 0,-1 1-1 0 0,0-1 0 0 0,0 1 0 0 0,0-1 0 0 0,9-32 176 0 0,-7 26-125 0 0,11-51 607 0 0,7-26-188 0 0,-17 76-406 0 0,0 0 0 0 0,0 0 1 0 0,1 0-1 0 0,0 0 0 0 0,1 1 0 0 0,-1 0 0 0 0,10-11 1 0 0,-14 17 59 0 0,1 0-1 0 0,0 0 1 0 0,0 0 0 0 0,0 0 0 0 0,0 0 0 0 0,0 0 0 0 0,1 0 0 0 0,-1 0 0 0 0,0 1 0 0 0,0-1 0 0 0,1 0 0 0 0,-1 1 0 0 0,0-1 0 0 0,1 1 0 0 0,-1-1 0 0 0,0 1 0 0 0,1 0 0 0 0,-1-1 0 0 0,1 1 0 0 0,-1 0 0 0 0,0 0 0 0 0,4 0 0 0 0,-3 1 76 0 0,0 0 1 0 0,0 0 0 0 0,0 0-1 0 0,-1 0 1 0 0,1 0 0 0 0,0 0-1 0 0,0 0 1 0 0,-1 1-1 0 0,1-1 1 0 0,0 0 0 0 0,-1 1-1 0 0,1 0 1 0 0,1 2 0 0 0,5 8 512 0 0,-1 0 0 0 0,-1 1 0 0 0,10 23 1 0 0,-11-23-907 0 0,3 7 98 0 0,13 27-715 0 0,-3-20-2544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19.6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57 106 9762 0 0,'18'-26'1478'0'0,"-14"21"-1055"0"0,0 1 1 0 0,-1-1-1 0 0,1 1 0 0 0,-1-1 1 0 0,0 0-1 0 0,-1 0 1 0 0,1 0-1 0 0,-1-1 1 0 0,0 1-1 0 0,-1-1 0 0 0,3-10 1 0 0,-4 15-396 0 0,0 1 1 0 0,0 0-1 0 0,0-1 0 0 0,0 1 1 0 0,0 0-1 0 0,0 0 0 0 0,0-1 1 0 0,0 1-1 0 0,0 0 1 0 0,0-1-1 0 0,0 1 0 0 0,0 0 1 0 0,0 0-1 0 0,0-1 1 0 0,-1 1-1 0 0,1 0 0 0 0,0 0 1 0 0,0-1-1 0 0,0 1 0 0 0,0 0 1 0 0,-1 0-1 0 0,1-1 1 0 0,0 1-1 0 0,0 0 0 0 0,-1 0 1 0 0,1 0-1 0 0,0-1 0 0 0,0 1 1 0 0,-1 0-1 0 0,1 0 1 0 0,0 0-1 0 0,0 0 0 0 0,-1 0 1 0 0,1 0-1 0 0,0 0 0 0 0,0-1 1 0 0,-1 1-1 0 0,0 0 1 0 0,-13 5 701 0 0,-13 13 311 0 0,21-11-863 0 0,0 0 1 0 0,0 0-1 0 0,1 1 0 0 0,0 0 1 0 0,0 0-1 0 0,1 0 1 0 0,0 1-1 0 0,0 0 1 0 0,1-1-1 0 0,0 1 0 0 0,0 0 1 0 0,1 1-1 0 0,1-1 1 0 0,-2 15-1 0 0,2 4 1 0 0,0 1-1 0 0,2 0 0 0 0,6 42 1 0 0,-4-54-96 0 0,0-1 1 0 0,1 1 0 0 0,1 0-1 0 0,1-1 1 0 0,0 0-1 0 0,1 0 1 0 0,1-1-1 0 0,0 0 1 0 0,1 0 0 0 0,14 17-1 0 0,-19-26-59 0 0,1 0 0 0 0,0-1 0 0 0,0 0 0 0 0,0 0 0 0 0,1 0 0 0 0,0-1 0 0 0,0 0 1 0 0,0 0-1 0 0,0 0 0 0 0,1-1 0 0 0,0 0 0 0 0,-1 0 0 0 0,1-1 0 0 0,0 0 0 0 0,0 0 0 0 0,0 0 0 0 0,1-1 0 0 0,-1 0 0 0 0,0-1 0 0 0,0 1 0 0 0,1-1 0 0 0,-1-1 0 0 0,0 1 0 0 0,1-1 0 0 0,-1-1 0 0 0,12-3 0 0 0,-2-2-219 0 0,-1-1-1 0 0,1-1 1 0 0,-1 0-1 0 0,-1-1 1 0 0,0 0-1 0 0,0-2 1 0 0,-1 0-1 0 0,-1 0 1 0 0,21-25-1 0 0,4-4-7771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24.46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156 1 10594 0 0,'-4'7'11316'0'0,"-5"21"-9377"0"0,-10 37-2804 0 0,-83 310 715 0 0,99-367 93 0 0,-1 5-120 0 0,0 0 1 0 0,1 0-1 0 0,0 1 0 0 0,1 0 0 0 0,0-1 1 0 0,1 1-1 0 0,2 26 0 0 0,0-40-118 0 0,-1 0 258 0 0,0 0 1 0 0,0 0-1 0 0,0 0 0 0 0,0 0 0 0 0,0 0 0 0 0,0 0 0 0 0,1 0 0 0 0,-1 0 0 0 0,0 0 1 0 0,0 0-1 0 0,0 0 0 0 0,0 0 0 0 0,0 0 0 0 0,0 0 0 0 0,0 0 0 0 0,0 0 0 0 0,0 0 1 0 0,1 0-1 0 0,-1 3-1401 0 0,3-10-875 0 0,0-8-53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24.60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52 28 15203 0 0,'-1'-1'343'0'0,"0"1"0"0"0,0 0-1 0 0,0-1 1 0 0,0 1 0 0 0,0-1 0 0 0,0 0-1 0 0,0 1 1 0 0,0-1 0 0 0,0 0 0 0 0,0 1-1 0 0,1-1 1 0 0,-1 0 0 0 0,0 0 0 0 0,1 0-1 0 0,-1 0 1 0 0,0 0 0 0 0,0-1-1 0 0,1 1-348 0 0,0 0-1 0 0,0 1 0 0 0,-1-1 1 0 0,1 0-1 0 0,0 1 0 0 0,0-1 1 0 0,-1 1-1 0 0,1-1 0 0 0,0 0 0 0 0,-1 1 1 0 0,1-1-1 0 0,-1 1 0 0 0,1-1 1 0 0,-1 1-1 0 0,1 0 0 0 0,-1-1 1 0 0,1 1-1 0 0,-1-1 0 0 0,1 1 0 0 0,-1 0 1 0 0,1-1-1 0 0,-1 1 0 0 0,0 0 1 0 0,1 0-1 0 0,-1-1 0 0 0,1 1 1 0 0,-1 0-1 0 0,0 0 0 0 0,1 0 0 0 0,-1 0 1 0 0,0 0-1 0 0,1 0 0 0 0,-1 0 1 0 0,0 0-1 0 0,1 0 0 0 0,-1 0 1 0 0,0 0-1 0 0,1 1 0 0 0,-1-1 0 0 0,0 0 1 0 0,0 2-182 0 0,-1 0 1 0 0,1 0-1 0 0,1-1 1 0 0,-1 1-1 0 0,0 0 1 0 0,0 0 0 0 0,1 0-1 0 0,-1 0 1 0 0,1 0-1 0 0,-1 0 1 0 0,1 3-1 0 0,-2 5 13 0 0,-2 3 146 0 0</inkml:trace>
  <inkml:trace contextRef="#ctx0" brushRef="#br0" timeOffset="1">943 39 11979 0 0,'1'17'7626'0'0,"-1"26"-6141"0"0,-1-2-1124 0 0,-27 504 1060 0 0,5-217-1779 0 0,22-313 209 0 0,-1 88-885 0 0,4-87-712 0 0,-1-1 0 0 0,7 22 0 0 0,-4-22-4353 0 0</inkml:trace>
  <inkml:trace contextRef="#ctx0" brushRef="#br0" timeOffset="2">877 447 13827 0 0,'-2'-12'411'0'0,"1"0"-1"0"0,0-1 1 0 0,2-12 0 0 0,-1 21-225 0 0,0 1 0 0 0,1-1 1 0 0,-1 1-1 0 0,1-1 1 0 0,0 1-1 0 0,0 0 0 0 0,1-1 1 0 0,-1 1-1 0 0,1 0 1 0 0,-1 0-1 0 0,1 0 0 0 0,0 0 1 0 0,0 0-1 0 0,0 0 1 0 0,4-3-1 0 0,-5 5-88 0 0,0 1-1 0 0,1-1 1 0 0,-1 1-1 0 0,0-1 1 0 0,0 1-1 0 0,0-1 1 0 0,0 1 0 0 0,1 0-1 0 0,-1 0 1 0 0,0 0-1 0 0,0 0 1 0 0,1 0 0 0 0,-1 0-1 0 0,0 0 1 0 0,0 0-1 0 0,1 0 1 0 0,-1 0 0 0 0,0 1-1 0 0,0-1 1 0 0,0 1-1 0 0,0-1 1 0 0,0 1 0 0 0,1-1-1 0 0,-1 1 1 0 0,0-1-1 0 0,1 2 1 0 0,33 25 674 0 0,-26-19-545 0 0,64 47 282 0 0,104 89 140 0 0,-157-125-625 0 0,0 1-1 0 0,-2 1 1 0 0,-1 1-1 0 0,0 0 1 0 0,-2 2-1 0 0,16 29 1 0 0,3 31-97 0 0,-26-62-3 0 0,0 0 0 0 0,2 0 0 0 0,0-2 0 0 0,25 39 0 0 0,-34-57-73 0 0,1 0 0 0 0,-1 0 0 0 0,1 0 0 0 0,0 0 0 0 0,0 0 0 0 0,0-1 0 0 0,0 1 0 0 0,0-1 0 0 0,0 1 0 0 0,0-1 0 0 0,0 0 0 0 0,1 1 0 0 0,2 0 0 0 0,4-2-1285 0 0</inkml:trace>
  <inkml:trace contextRef="#ctx0" brushRef="#br0" timeOffset="3">1043 893 11058 0 0,'50'-30'8003'0'0,"3"-9"-6616"0"0,44-28-2674 0 0,3 12 162 0 0,-66 39 1109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24.79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 0 12443 0 0,'-9'9'1028'0'0,"8"-9"-860"0"0,0 1 0 0 0,0 0 0 0 0,0 0 1 0 0,0 0-1 0 0,0 0 0 0 0,0 0 0 0 0,0 0 0 0 0,1 0 1 0 0,-1 0-1 0 0,0 0 0 0 0,1 0 0 0 0,-1 0 0 0 0,0 1 0 0 0,1-1 1 0 0,0 0-1 0 0,-1 0 0 0 0,1 1 0 0 0,0-1 0 0 0,-1 0 0 0 0,1 1 1 0 0,0-1-1 0 0,0 0 0 0 0,0 1 0 0 0,0-1 0 0 0,0 0 0 0 0,1 1 1 0 0,-1-1-1 0 0,1 2 0 0 0,4 31 244 0 0,2-1 1 0 0,1 0-1 0 0,2 0 0 0 0,1-1 1 0 0,29 59-1 0 0,-33-78-332 0 0,0 0 0 0 0,1-1 0 0 0,0 0 0 0 0,1 0 0 0 0,1-1-1 0 0,-1 0 1 0 0,2 0 0 0 0,0-1 0 0 0,0-1 0 0 0,0 0 0 0 0,1-1 0 0 0,1 0 0 0 0,-1 0 0 0 0,1-1 0 0 0,1-1 0 0 0,17 6 0 0 0,-28-11-53 0 0,0 0 0 0 0,0 0 0 0 0,1 0-1 0 0,-1-1 1 0 0,1 1 0 0 0,-1-1 0 0 0,1 0 0 0 0,-1 0 0 0 0,1 0 0 0 0,-1 0 0 0 0,1-1 0 0 0,-1 1 0 0 0,0-1 0 0 0,1 0 0 0 0,-1 0 0 0 0,0 0 0 0 0,1-1-1 0 0,-1 1 1 0 0,0-1 0 0 0,0 1 0 0 0,0-1 0 0 0,0 0 0 0 0,-1 0 0 0 0,1-1 0 0 0,0 1 0 0 0,-1 0 0 0 0,1-1 0 0 0,-1 0 0 0 0,0 0 0 0 0,0 1-1 0 0,0-1 1 0 0,0 0 0 0 0,-1 0 0 0 0,1-1 0 0 0,-1 1 0 0 0,0 0 0 0 0,0 0 0 0 0,0-1 0 0 0,0 1 0 0 0,-1-1 0 0 0,1-6 0 0 0,1-7-52 0 0,-2 1 1 0 0,0-1-1 0 0,-1 0 1 0 0,-1 1 0 0 0,0-1-1 0 0,-2 1 1 0 0,1 0-1 0 0,-2 0 1 0 0,-11-26 0 0 0,10 30-1714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25.1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42 23 1376 0 0,'2'-23'12826'0'0,"-10"34"-10802"0"0,2-2-1703 0 0,1 0 1 0 0,1 1-1 0 0,0-1 1 0 0,0 1-1 0 0,1 0 0 0 0,0 0 1 0 0,1 1-1 0 0,-2 16 0 0 0,3-23-225 0 0,1 0 0 0 0,0 0 0 0 0,0 1 0 0 0,1-1 0 0 0,-1 0 0 0 0,1 0 0 0 0,0 0 0 0 0,0 0 0 0 0,1 0 0 0 0,-1 0 0 0 0,1 0-1 0 0,0 0 1 0 0,0 0 0 0 0,0-1 0 0 0,0 1 0 0 0,1-1 0 0 0,-1 0 0 0 0,1 1 0 0 0,0-1 0 0 0,0 0 0 0 0,0-1 0 0 0,0 1 0 0 0,8 4 0 0 0,3 1-123 0 0,1-2 0 0 0,0 1 0 0 0,1-2 0 0 0,17 5 0 0 0,-22-8 4 0 0,0 0-1 0 0,-1 1 1 0 0,1 1-1 0 0,-1 0 1 0 0,0 0 0 0 0,0 1-1 0 0,-1 1 1 0 0,1-1-1 0 0,-1 1 1 0 0,17 15-1 0 0,-24-18 38 0 0,0 0 0 0 0,0 1-1 0 0,-1-1 1 0 0,1 0-1 0 0,-1 1 1 0 0,0-1-1 0 0,1 1 1 0 0,-2-1-1 0 0,1 1 1 0 0,0 0 0 0 0,-1-1-1 0 0,0 1 1 0 0,1 0-1 0 0,-1 0 1 0 0,-1-1-1 0 0,1 1 1 0 0,-1 0-1 0 0,1-1 1 0 0,-1 1 0 0 0,0-1-1 0 0,0 1 1 0 0,-1-1-1 0 0,1 1 1 0 0,-1-1-1 0 0,1 1 1 0 0,-4 2-1 0 0,2 0-209 0 0,-1 0 0 0 0,0 0 0 0 0,0-1 0 0 0,0 1 0 0 0,-1-1 0 0 0,0 0 0 0 0,-9 7 0 0 0,10-10-422 0 0,1 1 1 0 0,-1-1 0 0 0,1 0-1 0 0,-1 0 1 0 0,0-1 0 0 0,0 1-1 0 0,-5 1 1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25.45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0 114 3225 0 0,'6'-3'813'0'0,"1"1"0"0"0,-1 0 0 0 0,1 0 0 0 0,-1 1 0 0 0,1-1 0 0 0,-1 1 0 0 0,1 1 0 0 0,9 0 0 0 0,-14 0-656 0 0,0 0 0 0 0,-1 0 0 0 0,1 1 0 0 0,0-1 0 0 0,0 1 0 0 0,-1-1 0 0 0,1 1 0 0 0,0-1 0 0 0,-1 1 0 0 0,1 0 0 0 0,-1 0-1 0 0,1 0 1 0 0,-1 0 0 0 0,1 0 0 0 0,-1 1 0 0 0,0-1 0 0 0,1 0 0 0 0,-1 0 0 0 0,0 1 0 0 0,0-1 0 0 0,0 1 0 0 0,0-1 0 0 0,0 1-1 0 0,0 0 1 0 0,-1-1 0 0 0,1 1 0 0 0,0 0 0 0 0,-1-1 0 0 0,1 1 0 0 0,-1 0 0 0 0,0 0 0 0 0,0 0 0 0 0,1-1 0 0 0,-1 1 0 0 0,-1 2-1 0 0,-1 77 1276 0 0,0-59-1326 0 0,1 0 0 0 0,2 1 0 0 0,0-1 0 0 0,4 27 0 0 0,-3-43-73 0 0,0 1 0 0 0,0 0-1 0 0,0-1 1 0 0,1 1 0 0 0,0-1-1 0 0,0 0 1 0 0,0 0 0 0 0,1 0-1 0 0,0 0 1 0 0,0 0 0 0 0,1-1-1 0 0,-1 0 1 0 0,1 0 0 0 0,0 0-1 0 0,1-1 1 0 0,-1 1 0 0 0,12 5-1 0 0,-15-8 12 0 0,-1-1 0 0 0,1 0 0 0 0,0 0-1 0 0,0-1 1 0 0,0 1 0 0 0,0 0 0 0 0,-1 0 0 0 0,1-1-1 0 0,0 0 1 0 0,1 1 0 0 0,-1-1 0 0 0,0 0 0 0 0,0 0-1 0 0,0 0 1 0 0,0 0 0 0 0,0 0 0 0 0,0 0 0 0 0,0-1-1 0 0,0 1 1 0 0,0-1 0 0 0,0 1 0 0 0,3-3-1 0 0,-2 1 33 0 0,0 0-1 0 0,0 0 1 0 0,0 0-1 0 0,-1-1 0 0 0,1 0 1 0 0,-1 1-1 0 0,1-1 0 0 0,-1 0 1 0 0,0 0-1 0 0,-1 0 0 0 0,1 0 1 0 0,1-4-1 0 0,2-5 73 0 0,0-1 0 0 0,-2 1-1 0 0,0 0 1 0 0,0-1 0 0 0,-1 0-1 0 0,1-18 1 0 0,-3-5 9 0 0,-1 0 0 0 0,-7-45 0 0 0,6 68-256 0 0,-1 0 1 0 0,0-1-1 0 0,-1 1 0 0 0,0 1 1 0 0,-1-1-1 0 0,0 1 1 0 0,-1-1-1 0 0,-1 1 1 0 0,-9-13-1 0 0,12 21-315 0 0,1 0 0 0 0,-1 0 0 0 0,0 0-1 0 0,-1 0 1 0 0,1 1 0 0 0,-8-5 0 0 0,-6-1-6316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25.82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0 104 8754 0 0,'40'14'7634'0'0,"-35"-13"-7332"0"0,-1 0-1 0 0,1 0 1 0 0,-1 0-1 0 0,1 1 1 0 0,-1 0-1 0 0,0 0 0 0 0,1 1 1 0 0,-1-1-1 0 0,0 1 1 0 0,0-1-1 0 0,-1 1 1 0 0,7 6-1 0 0,5 11-111 0 0,0 0 0 0 0,-2 1 0 0 0,0 1-1 0 0,-1 0 1 0 0,-2 1 0 0 0,0 0 0 0 0,7 27 0 0 0,21 45 189 0 0,-43-113-241 0 0,0-1 1 0 0,2 1-1 0 0,-3-36 1 0 0,-2-83 347 0 0,8-29-3087 0 0,4 132-4848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26.11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6449 0 0,'11'9'7938'0'0,"-11"-8"-7769"0"0,6 22 2688 0 0,-6-21-2330 0 0,23 136 4062 0 0,-5 185-3937 0 0,-18-315-649 0 0,2 44 147 0 0,-2-49-169 0 0,1 0-1 0 0,-1 1 1 0 0,1-1-1 0 0,0 0 1 0 0,0 0-1 0 0,0 0 1 0 0,0 0-1 0 0,0-1 1 0 0,1 1-1 0 0,-1 0 1 0 0,1 0-1 0 0,0-1 0 0 0,3 5 1 0 0,-5-7-10 0 0,0 0 1 0 0,1 0-1 0 0,-1 1 1 0 0,0-1-1 0 0,0 0 1 0 0,1 0-1 0 0,-1 0 1 0 0,0 1-1 0 0,1-1 1 0 0,-1 0-1 0 0,0 0 1 0 0,0 0-1 0 0,1 0 1 0 0,-1 0-1 0 0,0 0 1 0 0,1 0-1 0 0,-1 1 1 0 0,0-1-1 0 0,1 0 1 0 0,-1 0-1 0 0,0 0 1 0 0,1 0-1 0 0,-1 0 0 0 0,0-1 1 0 0,1 1-1 0 0,-1 0 1 0 0,0 0-1 0 0,1 0 1 0 0,-1 0-1 0 0,0 0 1 0 0,1 0-1 0 0,-1 0 1 0 0,0-1-1 0 0,1 1 1 0 0,-1 0-1 0 0,0 0 1 0 0,0 0-1 0 0,1-1 1 0 0,5-13-2686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26.31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3225 0 0,'3'-1'386'0'0,"1"-1"0"0"0,-1 1 0 0 0,1 0 0 0 0,-1 0 0 0 0,0 0 0 0 0,1 1-1 0 0,0-1 1 0 0,-1 1 0 0 0,1 0 0 0 0,-1 0 0 0 0,1 0 0 0 0,3 1 0 0 0,48 7 3818 0 0,-40-5-3534 0 0,1 0 76 0 0,0 0 0 0 0,0 1-1 0 0,-1 1 1 0 0,1 0 0 0 0,-1 1-1 0 0,0 1 1 0 0,27 17 0 0 0,-38-21-706 0 0,1 0 1 0 0,-1 1 0 0 0,0-1-1 0 0,0 1 1 0 0,0 0-1 0 0,-1 0 1 0 0,1 0-1 0 0,-1 1 1 0 0,0-1-1 0 0,-1 1 1 0 0,1-1 0 0 0,-1 1-1 0 0,1 0 1 0 0,-1 0-1 0 0,-1 0 1 0 0,1 1-1 0 0,-1-1 1 0 0,0 0 0 0 0,0 1-1 0 0,-1-1 1 0 0,1 0-1 0 0,-1 1 1 0 0,0-1-1 0 0,-1 1 1 0 0,1-1 0 0 0,-1 0-1 0 0,-3 9 1 0 0,2-3-105 0 0,-1 0-1 0 0,-1-1 1 0 0,0 0 0 0 0,0 0 0 0 0,-1 0 0 0 0,0 0 0 0 0,-1-1 0 0 0,0 0 0 0 0,-1 0-1 0 0,1-1 1 0 0,-11 11 0 0 0,16-19-4 0 0,1 0 0 0 0,0 1 0 0 0,-1-1 1 0 0,1 0-1 0 0,0 0 0 0 0,0 0 0 0 0,-1 1 0 0 0,1-1 0 0 0,0 0 0 0 0,-1 0 0 0 0,1 0 0 0 0,-1 0 0 0 0,1 1 0 0 0,0-1 0 0 0,-1 0 1 0 0,1 0-1 0 0,0 0 0 0 0,-1 0 0 0 0,1 0 0 0 0,-1 0 0 0 0,1 0 0 0 0,0 0 0 0 0,-1 0 0 0 0,1 0 0 0 0,-1-1 0 0 0,-1-3-842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26.53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16 6913 0 0,'1'-1'174'0'0,"-1"0"0"0"0,1 0 0 0 0,0 0-1 0 0,0 0 1 0 0,-1 0 0 0 0,1 0 0 0 0,0 0-1 0 0,0 0 1 0 0,0 0 0 0 0,0 1-1 0 0,0-1 1 0 0,0 0 0 0 0,1 1 0 0 0,-1-1-1 0 0,0 1 1 0 0,0-1 0 0 0,0 1-1 0 0,0 0 1 0 0,1-1 0 0 0,-1 1 0 0 0,0 0-1 0 0,0 0 1 0 0,1 0 0 0 0,-1 0 0 0 0,2 0-1 0 0,-1 1 156 0 0,-1 0 1 0 0,1-1-1 0 0,0 1 0 0 0,-1 0 0 0 0,1 1 0 0 0,-1-1 0 0 0,1 0 0 0 0,-1 0 0 0 0,1 0 1 0 0,-1 1-1 0 0,0-1 0 0 0,0 1 0 0 0,0-1 0 0 0,2 4 0 0 0,3 6 588 0 0,-1-1-1 0 0,-1 1 1 0 0,0 0-1 0 0,4 16 1 0 0,38 230 1159 0 0,-36-179-2209 0 0,4 0 1 0 0,44 139-1 0 0,-56-212 41 0 0,3 11-1879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26.80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5 183 6449 0 0,'-1'0'29'0'0,"1"-1"0"0"0,-1 1-1 0 0,1-1 1 0 0,0 1-1 0 0,-1-1 1 0 0,1 1 0 0 0,0-1-1 0 0,0 1 1 0 0,-1-1 0 0 0,1 1-1 0 0,0-1 1 0 0,0 1-1 0 0,0-1 1 0 0,0 1 0 0 0,0-1-1 0 0,0 0 1 0 0,0 1 0 0 0,0-1-1 0 0,0 1 1 0 0,0-1-1 0 0,0 1 1 0 0,0-1 0 0 0,0 0-1 0 0,0 1 1 0 0,0-1 0 0 0,0 1-1 0 0,1-1 1 0 0,-1 1-1 0 0,0-1 1 0 0,1 1 0 0 0,-1-1-1 0 0,0 1 1 0 0,1-1 0 0 0,-1 1-1 0 0,0-1 1 0 0,1 1-1 0 0,-1 0 1 0 0,1-1 0 0 0,-1 1-1 0 0,1-1 1 0 0,26-16 1019 0 0,-19 13-772 0 0,54-28 2264 0 0,1 4 0 0 0,113-36 1 0 0,-162 60-2296 0 0,0 0 1 0 0,0 1-1 0 0,0 1 1 0 0,1 0-1 0 0,-1 1 1 0 0,0 1 0 0 0,1 0-1 0 0,-1 1 1 0 0,1 0-1 0 0,-1 1 1 0 0,0 1-1 0 0,0 0 1 0 0,0 1 0 0 0,0 0-1 0 0,0 1 1 0 0,-1 1-1 0 0,0 0 1 0 0,0 1-1 0 0,-1 1 1 0 0,18 13 0 0 0,-24-16-209 0 0,0 0 1 0 0,0 1-1 0 0,-1 0 1 0 0,0 0-1 0 0,0 1 1 0 0,-1-1-1 0 0,1 1 0 0 0,-2 0 1 0 0,5 8-1 0 0,-1 4 30 0 0,-1 1 0 0 0,5 21 0 0 0,-7-22-38 0 0,1-1 1 0 0,1 0 0 0 0,10 23-1 0 0,-16-41-107 0 0,0 1 22 0 0,1-1 1 0 0,-1 1 0 0 0,0 0-1 0 0,0-1 1 0 0,0 1 0 0 0,1-1-1 0 0,-1 1 1 0 0,0-1 0 0 0,0 1-1 0 0,1-1 1 0 0,-1 1 0 0 0,0-1-1 0 0,1 1 1 0 0,-1-1 0 0 0,1 0-1 0 0,-1 1 1 0 0,1-1 0 0 0,-1 1-1 0 0,1-1 1 0 0,-1 0 0 0 0,1 0-1 0 0,-1 1 1 0 0,1-1 0 0 0,-1 0-1 0 0,1 0 1 0 0,-1 1 0 0 0,1-1-1 0 0,0 0 1 0 0,-1 0 0 0 0,1 0-1 0 0,-1 0 1 0 0,2 0 0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26.9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1 10138 0 0,'-2'6'896'0'0,"2"-1"-712"0"0,3 0-184 0 0,4 2 2369 0 0,-2 3-1057 0 0,2 6 0 0 0,1 4-631 0 0,4 3-129 0 0,1-2-24 0 0,-3 1-8 0 0,0-2-1160 0 0,-1-3-240 0 0,-1 2-49 0 0,-1-4 1 0 0,-1 3 704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27.60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10 181 13827 0 0,'7'16'1063'0'0,"1"0"0"0"0,11 18 0 0 0,-11-22-592 0 0,0 2 0 0 0,-1-1 0 0 0,10 28 0 0 0,-16-36-317 0 0,1 0 0 0 0,1 0 0 0 0,-1 0 0 0 0,1 0-1 0 0,0 0 1 0 0,0-1 0 0 0,0 1 0 0 0,0-1 0 0 0,1 0 0 0 0,0 0 0 0 0,0 0 0 0 0,0 0-1 0 0,0-1 1 0 0,1 0 0 0 0,6 4 0 0 0,-9-6-130 0 0,0 0 0 0 0,0 0 1 0 0,0 0-1 0 0,0 0 0 0 0,0-1 0 0 0,0 1 0 0 0,1-1 1 0 0,-1 1-1 0 0,0-1 0 0 0,0 0 0 0 0,1 0 0 0 0,-1 0 1 0 0,0 0-1 0 0,0 0 0 0 0,0-1 0 0 0,1 1 1 0 0,-1-1-1 0 0,0 1 0 0 0,0-1 0 0 0,0 0 0 0 0,0 0 1 0 0,0 0-1 0 0,0 0 0 0 0,0 0 0 0 0,0 0 0 0 0,0 0 1 0 0,-1-1-1 0 0,1 1 0 0 0,0-1 0 0 0,-1 0 0 0 0,1 1 1 0 0,-1-1-1 0 0,0 0 0 0 0,1 0 0 0 0,-1 1 0 0 0,0-1 1 0 0,0 0-1 0 0,0 0 0 0 0,1-5 0 0 0,0 1-25 0 0,0 0-1 0 0,-1-1 1 0 0,1 1-1 0 0,-1-1 1 0 0,-1 1-1 0 0,1-1 1 0 0,-1 0 0 0 0,-1 1-1 0 0,1-1 1 0 0,-1 0-1 0 0,0 1 1 0 0,0-1-1 0 0,-1 1 1 0 0,0 0 0 0 0,0-1-1 0 0,0 1 1 0 0,-1 0-1 0 0,-3-6 1 0 0,-1-1-401 0 0,-1-1 0 0 0,0 2 0 0 0,-1-1 0 0 0,0 1 0 0 0,-1 0 0 0 0,-20-18 0 0 0,25 25 154 0 0,0 1-1 0 0,0 0 0 0 0,0 0 0 0 0,-1 0 0 0 0,0 1 0 0 0,1 0 0 0 0,-1 0 0 0 0,0 1 0 0 0,-1-1 1 0 0,1 1-1 0 0,0 0 0 0 0,0 1 0 0 0,-1 0 0 0 0,1 0 0 0 0,-1 0 0 0 0,0 1 0 0 0,1 0 0 0 0,-12 1 0 0 0,38-8 524 0 0,0 0 0 0 0,31-17 0 0 0,-26 11 220 0 0,52-18-1 0 0,-70 29-453 0 0,0 0 0 0 0,0 0 1 0 0,1 1-1 0 0,-1 0 0 0 0,0 0 0 0 0,1 1 1 0 0,-1 0-1 0 0,1 0 0 0 0,-1 1 0 0 0,1-1 1 0 0,-1 2-1 0 0,9 2 0 0 0,-12-3-20 0 0,0 1 0 0 0,0 1 0 0 0,0-1-1 0 0,0 0 1 0 0,0 1 0 0 0,0 0 0 0 0,0 0-1 0 0,-1 0 1 0 0,0 0 0 0 0,1 1 0 0 0,-1-1-1 0 0,-1 1 1 0 0,1 0 0 0 0,0 0 0 0 0,-1 0-1 0 0,0 0 1 0 0,0 0 0 0 0,0 1 0 0 0,0-1-1 0 0,-1 1 1 0 0,0-1 0 0 0,0 1 0 0 0,1 6-1 0 0,1 10 161 0 0,-2 0 0 0 0,0 1-1 0 0,-3 35 1 0 0,2-53-167 0 0,-1-2-10 0 0,1-1-1 0 0,0 0 1 0 0,0 0-1 0 0,0 1 0 0 0,0-1 1 0 0,0 0-1 0 0,0 1 1 0 0,0-1-1 0 0,1 0 1 0 0,-1 1-1 0 0,0-1 1 0 0,1 0-1 0 0,-1 0 0 0 0,1 1 1 0 0,-1-1-1 0 0,1 0 1 0 0,0 0-1 0 0,-1 0 1 0 0,1 0-1 0 0,1 2 1 0 0,-1-3-4 0 0,0 1 0 0 0,0-1 0 0 0,0 0 0 0 0,0 1 0 0 0,0-1 0 0 0,0 0 0 0 0,0 0 0 0 0,0 0 0 0 0,0 1 0 0 0,0-1 0 0 0,0 0 0 0 0,0 0 0 0 0,0-1 0 0 0,0 1 0 0 0,0 0 0 0 0,0 0 0 0 0,0 0 0 0 0,0-1 0 0 0,0 1 0 0 0,1-1 0 0 0,3-1-20 0 0,0-1 0 0 0,0 1 0 0 0,0-1 0 0 0,0-1 0 0 0,-1 1 0 0 0,1-1 0 0 0,6-7 1 0 0,0-2 3 0 0,-1-1 0 0 0,-1-1 1 0 0,13-27-1 0 0,-17 30 107 0 0,1 1 0 0 0,-1 1 0 0 0,2-1 0 0 0,-1 1 0 0 0,2 0 0 0 0,-1 0 0 0 0,1 1 0 0 0,17-15 0 0 0,-23 23-24 0 0,0 0 1 0 0,-1 0 0 0 0,1 0 0 0 0,0 0-1 0 0,0 0 1 0 0,0 1 0 0 0,0-1-1 0 0,0 1 1 0 0,0-1 0 0 0,0 1-1 0 0,0 0 1 0 0,0 0 0 0 0,0 0 0 0 0,0 0-1 0 0,0 0 1 0 0,0 0 0 0 0,0 0-1 0 0,0 1 1 0 0,0-1 0 0 0,0 1-1 0 0,0 0 1 0 0,0-1 0 0 0,-1 1 0 0 0,1 0-1 0 0,0 0 1 0 0,0 0 0 0 0,-1 0-1 0 0,1 0 1 0 0,-1 1 0 0 0,1-1-1 0 0,-1 1 1 0 0,1-1 0 0 0,-1 1 0 0 0,0-1-1 0 0,2 3 1 0 0,6 8 231 0 0,0 1 1 0 0,-1-1-1 0 0,12 25 0 0 0,-13-22-311 0 0,0-3-77 0 0,3 8-231 0 0,1 0 0 0 0,1 0-1 0 0,1-2 1 0 0,0 1 0 0 0,20 19 0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27.9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82 15667 0 0,'1'1'111'0'0,"-1"0"-1"0"0,1 0 0 0 0,-1 0 0 0 0,1-1 0 0 0,-1 1 0 0 0,1 0 0 0 0,0 0 1 0 0,-1-1-1 0 0,1 1 0 0 0,0-1 0 0 0,0 1 0 0 0,-1 0 0 0 0,1-1 1 0 0,0 1-1 0 0,0-1 0 0 0,0 0 0 0 0,0 1 0 0 0,0-1 0 0 0,0 0 1 0 0,0 0-1 0 0,0 1 0 0 0,0-1 0 0 0,0 0 0 0 0,1 0 0 0 0,1 0 100 0 0,1-1 0 0 0,-1 1 0 0 0,0-1 0 0 0,0 0 0 0 0,0 1-1 0 0,0-1 1 0 0,6-3 0 0 0,-1 0 17 0 0,-1 0 0 0 0,1-1-1 0 0,-1 0 1 0 0,0 0 0 0 0,7-7 0 0 0,13-18-1381 0 0,-12 8-5797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28.13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 12 15203 0 0,'-1'2'151'0'0,"0"0"0"0"0,0 1 0 0 0,1-1 0 0 0,-1 1 0 0 0,1-1 0 0 0,0 1 0 0 0,0-1 1 0 0,0 1-1 0 0,0-1 0 0 0,0 1 0 0 0,0-1 0 0 0,1 0 0 0 0,-1 1 0 0 0,1-1 0 0 0,0 1 0 0 0,0-1 0 0 0,0 0 0 0 0,0 1 0 0 0,0-1 0 0 0,2 3 0 0 0,-1-3 1 0 0,1 0 1 0 0,-1 0-1 0 0,1-1 1 0 0,0 1-1 0 0,0 0 1 0 0,-1-1-1 0 0,1 0 1 0 0,0 1-1 0 0,0-1 1 0 0,1-1-1 0 0,-1 1 1 0 0,0 0-1 0 0,0-1 1 0 0,0 1-1 0 0,0-1 1 0 0,4 0-1 0 0,5 0 14 0 0,-1 0 0 0 0,0-1 0 0 0,0-1 0 0 0,0 0 0 0 0,1 0 0 0 0,-2-1 0 0 0,15-5 0 0 0,73-37-1090 0 0,-56 24-1651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32.1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62 24 9218 0 0,'-22'-10'2274'0'0,"19"8"-1531"0"0,-1 0 1 0 0,0 0 0 0 0,0 0-1 0 0,0 1 1 0 0,0 0 0 0 0,0-1-1 0 0,-8 0 1 0 0,34 28 1686 0 0,35 27-1943 0 0,2-3 1 0 0,2-3 0 0 0,2-2-1 0 0,120 64 1 0 0,-182-109-488 0 0,61 26-160 0 0,-58-25 143 0 0,0 1 1 0 0,1-1-1 0 0,0 0 0 0 0,-1 0 1 0 0,1-1-1 0 0,-1 1 0 0 0,1-1 0 0 0,0 0 1 0 0,-1 0-1 0 0,1-1 0 0 0,9-1 1 0 0,-11-3-264 0 0,-10 0 344 0 0,-15-1 392 0 0,19 7-432 0 0,-1 0 1 0 0,1 0-1 0 0,0 0 0 0 0,0 0 1 0 0,0 1-1 0 0,0 0 1 0 0,0-1-1 0 0,0 1 0 0 0,0 0 1 0 0,1 0-1 0 0,-1 0 1 0 0,1 1-1 0 0,-1-1 0 0 0,1 0 1 0 0,0 1-1 0 0,0 0 1 0 0,0-1-1 0 0,0 1 0 0 0,-1 4 1 0 0,-5 7 3 0 0,1-1 1 0 0,-8 28-1 0 0,-4 14-14 0 0,-9 23-933 0 0,-30 140 1 0 0,53-171-1661 0 0,5-39 1207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32.41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387 1 8754 0 0,'-11'4'10518'0'0,"10"-3"-10218"0"0,-11 11 980 0 0,3 1-1032 0 0,1 1 0 0 0,0 0 0 0 0,1 0 0 0 0,0 1 0 0 0,1 0 0 0 0,1 0 0 0 0,0 1 0 0 0,-2 16 0 0 0,-6 16-66 0 0,-20 57-150 0 0,-19 67 65 0 0,-92 202 1 0 0,132-344 1 0 0,9-22-255 0 0,0 0 0 0 0,0 0 0 0 0,-1 0-1 0 0,0 0 1 0 0,0 0 0 0 0,-1-1 0 0 0,0 0 0 0 0,-11 13 0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32.71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11 7834 0 0,'-1'-10'9300'0'0,"13"15"-3872"0"0,-6-2-7472 0 0,4 5 2294 0 0,0 0 1 0 0,0 0 0 0 0,-1 1 0 0 0,0 1-1 0 0,-1-1 1 0 0,10 15 0 0 0,6 7-14 0 0,39 43-53 0 0,-2 3 0 0 0,-5 2-1 0 0,72 130 1 0 0,-117-187-269 0 0,-7-10-128 0 0,2 0 0 0 0,0-1 0 0 0,0 0 1 0 0,1 0-1 0 0,1-1 0 0 0,-1 1 0 0 0,2-2 0 0 0,13 14 1 0 0,-13-20-3487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32.92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52 166 6449 0 0,'-51'6'8264'0'0,"63"-12"-6349"0"0,217-78 2828 0 0,-132 52-4428 0 0,3-2-1967 0 0,-49 19-5531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33.44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18 101 10594 0 0,'-16'-3'7107'0'0,"15"2"-6798"0"0,12-9 2662 0 0,36-11-2308 0 0,-42 19-262 0 0,23-10-563 0 0,71-25 1191 0 0,-85 32-3311 0 0,1 2 1 0 0,24-3-1 0 0,-23 5-4623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33.62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 31 9674 0 0,'-5'5'-233'0'0,"-5"6"2648"0"0,11-10-2233 0 0,0-1 0 0 0,-1 1-1 0 0,1-1 1 0 0,-1 0 0 0 0,1 1-1 0 0,0-1 1 0 0,-1 0 0 0 0,1 0-1 0 0,0 1 1 0 0,-1-1 0 0 0,1 0 0 0 0,0 0-1 0 0,0 0 1 0 0,-1 0 0 0 0,1 0-1 0 0,0 0 1 0 0,0 0 0 0 0,-1 0-1 0 0,1 0 1 0 0,0 0 0 0 0,-1 0-1 0 0,1-1 1 0 0,1 1 0 0 0,12-2 1802 0 0,0 0 1 0 0,27-8 0 0 0,26-15-3244 0 0,-44 15-6202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35.22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6 9674 0 0,'120'6'8036'0'0,"-77"-2"-6461"0"0,1-2 1 0 0,68-7 0 0 0,-83 0-1645 0 0,26-3-436 0 0,-51 8-20 0 0,-1 0 1 0 0,0 0-1 0 0,0 1 0 0 0,0-1 0 0 0,0 0 0 0 0,0 1 0 0 0,1 0 1 0 0,2 1-1 0 0,0 2-1332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35.51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14 8754 0 0,'0'-1'321'0'0,"1"0"1"0"0,0 0-1 0 0,0 0 1 0 0,0 0-1 0 0,0 0 1 0 0,0 0-1 0 0,0 0 1 0 0,0 1-1 0 0,0-1 1 0 0,0 0-1 0 0,0 1 1 0 0,0-1-1 0 0,1 1 1 0 0,-1-1-1 0 0,0 1 1 0 0,0-1-1 0 0,1 1 1 0 0,-1 0-1 0 0,0 0 0 0 0,0 0 1 0 0,1 0-1 0 0,-1 0 1 0 0,0 0-1 0 0,1 0 1 0 0,0 0-1 0 0,0 1-82 0 0,-1 0 0 0 0,0 0-1 0 0,1 0 1 0 0,-1 0 0 0 0,0 0 0 0 0,0 0-1 0 0,0 1 1 0 0,0-1 0 0 0,0 0-1 0 0,0 1 1 0 0,0-1 0 0 0,0 1 0 0 0,-1-1-1 0 0,1 0 1 0 0,0 1 0 0 0,0 2-1 0 0,2 8 102 0 0,-1-1 0 0 0,0 1 0 0 0,0 0-1 0 0,-1 14 1 0 0,1 65 33 0 0,12 217 209 0 0,-8-253-815 0 0,2 1 0 0 0,3-2 0 0 0,26 82 0 0 0,-27-110-1631 0 0,0-5-5729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35.87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1 192 3225 0 0,'22'-12'2013'0'0,"-19"10"-1191"0"0,0 1 0 0 0,0-1 0 0 0,0 1 0 0 0,1 0 0 0 0,-1 0 1 0 0,0 0-1 0 0,1 0 0 0 0,-1 1 0 0 0,6-1 0 0 0,-9 1-633 0 0,1 1 0 0 0,-1-1 0 0 0,1 1-1 0 0,0-1 1 0 0,-1 1 0 0 0,1-1 0 0 0,-1 1 0 0 0,1 0 0 0 0,-1-1 0 0 0,1 1 0 0 0,-1 0 0 0 0,0 0 0 0 0,1-1-1 0 0,-1 1 1 0 0,0 0 0 0 0,0 0 0 0 0,1-1 0 0 0,-1 1 0 0 0,0 0 0 0 0,0 0 0 0 0,0 0 0 0 0,0-1-1 0 0,0 1 1 0 0,0 0 0 0 0,0 0 0 0 0,0 0 0 0 0,-1 0 0 0 0,-2 30 1195 0 0,2-25-986 0 0,0 9-278 0 0,0 0 0 0 0,0 0 1 0 0,2 0-1 0 0,0 1 1 0 0,1-1-1 0 0,0 0 0 0 0,1 0 1 0 0,1-1-1 0 0,5 16 0 0 0,-7-25-92 0 0,0 0 0 0 0,0-1-1 0 0,1 1 1 0 0,-1 0 0 0 0,1-1 0 0 0,0 1-1 0 0,1-1 1 0 0,-1 0 0 0 0,1 0-1 0 0,-1 0 1 0 0,1-1 0 0 0,0 1 0 0 0,1-1-1 0 0,-1 0 1 0 0,0 0 0 0 0,1 0 0 0 0,0-1-1 0 0,0 0 1 0 0,0 1 0 0 0,0-2-1 0 0,0 1 1 0 0,0-1 0 0 0,0 1 0 0 0,0-2-1 0 0,1 1 1 0 0,-1 0 0 0 0,0-1-1 0 0,1 0 1 0 0,5-1 0 0 0,-4 0-27 0 0,0-1 1 0 0,-1 1-1 0 0,1-1 1 0 0,-1-1-1 0 0,0 1 1 0 0,1-1-1 0 0,-1-1 1 0 0,0 1 0 0 0,-1-1-1 0 0,1 0 1 0 0,-1 0-1 0 0,1 0 1 0 0,-1-1-1 0 0,-1 0 1 0 0,1 0-1 0 0,-1 0 1 0 0,0-1-1 0 0,0 1 1 0 0,0-1-1 0 0,3-7 1 0 0,1-1 2 0 0,-1-1 0 0 0,0 0 0 0 0,-1-1 0 0 0,-1 1 0 0 0,0-1 0 0 0,-1 0 0 0 0,2-22 0 0 0,-5 23 10 0 0,0 1 1 0 0,-1-1-1 0 0,0 0 0 0 0,-1 0 1 0 0,-1 0-1 0 0,-1 1 0 0 0,0-1 1 0 0,-8-24-1 0 0,8 33-158 0 0,1 0 1 0 0,-1 1-1 0 0,0-1 0 0 0,0 1 0 0 0,-1 0 0 0 0,0 0 1 0 0,0 0-1 0 0,0 1 0 0 0,0-1 0 0 0,-7-4 1 0 0,7 6-337 0 0,0 1 1 0 0,-1-1 0 0 0,1 1 0 0 0,-1 0-1 0 0,0 0 1 0 0,1 0 0 0 0,-1 0 0 0 0,0 1-1 0 0,0 0 1 0 0,0 0 0 0 0,0 0 0 0 0,-1 1-1 0 0,-8 0 1 0 0,-12 2-5762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36.54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114 0 7834 0 0,'-13'9'8291'0'0,"-5"18"-6145"0"0,14-21-1496 0 0,-9 15-294 0 0,0 1 0 0 0,-17 41 0 0 0,26-52-262 0 0,-1 1 0 0 0,2 0 0 0 0,0 0 0 0 0,0 1 0 0 0,1-1 0 0 0,1 0 0 0 0,0 20-1 0 0,0-30-102 0 0,1 0 0 0 0,0 0-1 0 0,1 0 1 0 0,-1-1 0 0 0,0 1-1 0 0,0 0 1 0 0,1 0-1 0 0,-1 0 1 0 0,1 0 0 0 0,0-1-1 0 0,0 1 1 0 0,-1 0 0 0 0,1 0-1 0 0,0-1 1 0 0,0 1 0 0 0,0-1-1 0 0,1 1 1 0 0,-1-1-1 0 0,2 2 1 0 0,-3-3 3 0 0,1 1 0 0 0,-1-1 0 0 0,1 0 1 0 0,-1 0-1 0 0,1 0 0 0 0,0 0 0 0 0,-1 0 0 0 0,1 1 0 0 0,-1-1 0 0 0,1 0 0 0 0,-1 0 0 0 0,1 0 1 0 0,-1-1-1 0 0,1 1 0 0 0,0 0 0 0 0,-1 0 0 0 0,1 0 0 0 0,-1 0 0 0 0,1 0 0 0 0,-1-1 1 0 0,1 1-1 0 0,-1 0 0 0 0,1-1 0 0 0,15-17-84 0 0,-9 6-45 0 0,42-67 475 0 0,-43 70-140 0 0,0 1 0 0 0,0 0 1 0 0,1 1-1 0 0,1-1 0 0 0,-1 1 0 0 0,17-11 1 0 0,-24 18-190 0 0,1-1 1 0 0,0 1-1 0 0,0-1 1 0 0,0 1-1 0 0,0 0 1 0 0,0-1-1 0 0,0 1 1 0 0,0 0-1 0 0,0-1 1 0 0,0 1-1 0 0,0 0 1 0 0,0 0-1 0 0,0 0 1 0 0,0 0-1 0 0,1 0 1 0 0,-1 0-1 0 0,0 0 1 0 0,0 0-1 0 0,0 1 1 0 0,0-1-1 0 0,0 0 1 0 0,0 1-1 0 0,0-1 1 0 0,0 1-1 0 0,0-1 1 0 0,-1 1-1 0 0,1-1 1 0 0,0 1-1 0 0,0-1 1 0 0,0 1-1 0 0,0 0 1 0 0,-1 0-1 0 0,1-1 1 0 0,0 1-1 0 0,-1 0 1 0 0,1 0-1 0 0,0 0 1 0 0,-1 0-1 0 0,1 0 1 0 0,-1 0-1 0 0,0 0 1 0 0,1 0-1 0 0,-1 0 1 0 0,1 1-1 0 0,2 8 8 0 0,0 0-1 0 0,0 0 0 0 0,1 18 1 0 0,-2-17 35 0 0,7 43 169 0 0,-2 0 0 0 0,-1 80 1 0 0,-7-103-203 0 0,-1-1 1 0 0,-1 1-1 0 0,-2-1 1 0 0,-1 0-1 0 0,-18 56 1 0 0,22-80-18 0 0,-1 0 0 0 0,1 0 0 0 0,-1 0 0 0 0,0-1 0 0 0,-1 1 1 0 0,0-1-1 0 0,0 0 0 0 0,0 0 0 0 0,0 0 0 0 0,-1-1 0 0 0,1 1 0 0 0,-1-1 0 0 0,-10 7 0 0 0,11-10-85 0 0,1 1-1 0 0,-1-1 0 0 0,1 0 1 0 0,-1 0-1 0 0,1 0 0 0 0,-1 0 1 0 0,0 0-1 0 0,1-1 0 0 0,-1 0 1 0 0,0 0-1 0 0,1 0 0 0 0,-1 0 1 0 0,0 0-1 0 0,1-1 0 0 0,-1 0 1 0 0,0 1-1 0 0,1-2 1 0 0,-1 1-1 0 0,1 0 0 0 0,-1-1 1 0 0,1 1-1 0 0,0-1 0 0 0,0 0 1 0 0,0 0-1 0 0,-5-4 0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37.0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32 0 10594 0 0,'1'5'5123'0'0,"4"19"-1628"0"0,-3 7-2702 0 0,-2-1 0 0 0,0 1 0 0 0,-2-1 1 0 0,-1 1-1 0 0,-11 44 0 0 0,5-29-1060 0 0,-3 52 0 0 0,12-84-442 0 0,2-1-198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37.3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39 39 1376 0 0,'-4'6'2757'0'0,"1"1"-1"0"0,-1-1 1 0 0,1 1 0 0 0,-2 9-1 0 0,-7 34 1534 0 0,4 50-3576 0 0,8-89-686 0 0,0 0 0 0 0,1-1 0 0 0,0 1-1 0 0,1-1 1 0 0,0 1 0 0 0,1-1 0 0 0,0 0 0 0 0,0 1 0 0 0,1-2 0 0 0,0 1 0 0 0,7 11 0 0 0,-9-18 5 0 0,1 1 0 0 0,-1-1 0 0 0,1 0 0 0 0,-1 1 0 0 0,1-1 0 0 0,0 0 0 0 0,0-1 1 0 0,0 1-1 0 0,1-1 0 0 0,-1 1 0 0 0,1-1 0 0 0,-1 0 0 0 0,1 0 0 0 0,0-1 1 0 0,0 1-1 0 0,0-1 0 0 0,0 1 0 0 0,0-1 0 0 0,0-1 0 0 0,0 1 0 0 0,0 0 0 0 0,0-1 1 0 0,1 0-1 0 0,-1 0 0 0 0,0 0 0 0 0,0-1 0 0 0,0 1 0 0 0,0-1 0 0 0,0 0 0 0 0,7-3 1 0 0,3-1-19 0 0,-1-1 1 0 0,0-1-1 0 0,0 0 1 0 0,-1 0 0 0 0,0-1-1 0 0,0-1 1 0 0,-1 0-1 0 0,0-1 1 0 0,0 0 0 0 0,-1-1-1 0 0,-1 0 1 0 0,15-22-1 0 0,-18 24-95 0 0,-1 0 0 0 0,0 0-1 0 0,0-1 1 0 0,-1 0-1 0 0,0 0 1 0 0,-1 0-1 0 0,-1 0 1 0 0,3-13 0 0 0,-4 16-44 0 0,-1 1 0 0 0,0-1 0 0 0,0 0 0 0 0,0 0 1 0 0,-1 0-1 0 0,0 0 0 0 0,0 0 0 0 0,-1 0 1 0 0,0 0-1 0 0,0 1 0 0 0,0-1 0 0 0,-1 1 1 0 0,-4-7-1 0 0,4 7-246 0 0,-2 1 0 0 0,1-1 0 0 0,0 1 0 0 0,-1 0 0 0 0,0 0 0 0 0,0 0 1 0 0,-1 1-1 0 0,1 0 0 0 0,-1 0 0 0 0,-11-6 0 0 0,-10-3-5286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38.00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98 0 12443 0 0,'-2'2'472'0'0,"-1"-1"0"0"0,0 1 0 0 0,0 0 0 0 0,1 0 0 0 0,-1 0 0 0 0,1 0 0 0 0,0 0 0 0 0,-1 1 0 0 0,1-1 0 0 0,0 1 0 0 0,0-1 0 0 0,1 1 0 0 0,-1 0 1 0 0,-2 5-1 0 0,-18 47 452 0 0,20-48-586 0 0,-8 27-9 0 0,2 0-1 0 0,1 1 1 0 0,1 0 0 0 0,-1 65 0 0 0,7-24-82 0 0,13 90 0 0 0,-9-129-100 0 0,1-1-1 0 0,2 1 1 0 0,2-1 0 0 0,19 50 0 0 0,-23-74-286 0 0,1 1 0 0 0,1-1 0 0 0,0-1 0 0 0,0 1 0 0 0,1-1 0 0 0,15 15-1 0 0,-17-19-412 0 0,1-1 0 0 0,0 0 0 0 0,0-1 0 0 0,1 0-1 0 0,0 0 1 0 0,0 0 0 0 0,0-1 0 0 0,0 0 0 0 0,1-1-1 0 0,15 5 1 0 0,13-1-6584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38.30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36 10594 0 0,'59'-7'6840'0'0,"49"-7"-4171"0"0,-59 5-3959 0 0,-30 3 81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38.68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0 256 0 0,'14'8'12136'0'0,"7"15"-5755"0"0,-17-19-5929 0 0,29 39 3212 0 0,-29-37-3618 0 0,-1 0 0 0 0,0 1 0 0 0,0 0 0 0 0,0-1 0 0 0,-1 1 0 0 0,0 0 0 0 0,0 0 0 0 0,-1 1 0 0 0,0 6 0 0 0,5 53-60 0 0,-3-24-39 0 0,2 0 0 0 0,1 0 0 0 0,13 43 1 0 0,-9-63-949 0 0,-6-16 419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39.23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31 58 2761 0 0,'-30'-10'10835'0'0,"30"10"-10788"0"0,17-6 1193 0 0,103-17 1467 0 0,-59 13-1845 0 0,-47 8-1008 0 0,-10 2 48 0 0,-1 0 0 0 0,1 0 0 0 0,0 0 0 0 0,-1-1 1 0 0,1 0-1 0 0,-1 0 0 0 0,1 0 0 0 0,3-2 0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3:39.58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 1 7370 0 0,'-2'5'5404'0'0,"2"-4"-5293"0"0,6 11 2728 0 0,11 11-582 0 0,3-1-1882 0 0,-1 2 0 0 0,-1 0 0 0 0,-1 2 0 0 0,-1 0 1 0 0,-2 0-1 0 0,0 1 0 0 0,-2 1 0 0 0,-1 0 0 0 0,-1 1 0 0 0,-2 0 0 0 0,7 37 0 0 0,-10-28-416 0 0,-1 2 1 0 0,-1-1-1 0 0,-3 0 1 0 0,-1 1-1 0 0,-2-1 1 0 0,-2 0-1 0 0,-1 0 0 0 0,-14 45 1 0 0,-42 92 23 0 0,38-117 37 0 0,-22 86 1 0 0,44-134-21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5:40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451 111 4609 0 0,'-4'-4'195'0'0,"0"0"-1"0"0,0 1 1 0 0,0-1 0 0 0,-1 1 0 0 0,1 0-1 0 0,-1 0 1 0 0,0 0 0 0 0,0 1-1 0 0,0 0 1 0 0,0 0 0 0 0,0 0-1 0 0,-1 0 1 0 0,1 1 0 0 0,0 0 0 0 0,-1 0-1 0 0,-7 0 1 0 0,5 2-35 0 0,0-1 0 0 0,0 1 0 0 0,1 1 0 0 0,-1 0 0 0 0,0 0 0 0 0,1 0 1 0 0,-1 1-1 0 0,1 0 0 0 0,0 0 0 0 0,-9 6 0 0 0,-9 9 290 0 0,1 0 0 0 0,1 1 0 0 0,1 1 0 0 0,-37 44 1 0 0,47-49-299 0 0,0 1 1 0 0,0 0-1 0 0,2 1 1 0 0,0 0 0 0 0,1 1-1 0 0,1 0 1 0 0,0 0 0 0 0,1 1-1 0 0,2 0 1 0 0,-8 38 0 0 0,8-19 182 0 0,2 1 0 0 0,2-1 0 0 0,1 1 1 0 0,9 63-1 0 0,-8-95-370 0 0,33 205-188 0 0,-27-185 213 0 0,1 1-1 0 0,1-1 1 0 0,2-1 0 0 0,0 1 0 0 0,23 36 0 0 0,-14-31 103 0 0,2-2 0 0 0,0 0-1 0 0,41 40 1 0 0,-45-53-72 0 0,0-1 1 0 0,1-1-1 0 0,1-1 0 0 0,0 0 1 0 0,1-2-1 0 0,33 15 0 0 0,-25-15-36 0 0,1-1-1 0 0,1-1 1 0 0,-1-2-1 0 0,1-1 1 0 0,1-1-1 0 0,-1-2 1 0 0,1-2-1 0 0,0 0 1 0 0,0-2-1 0 0,0-1 1 0 0,0-2-1 0 0,33-7 1 0 0,-38 4-39 0 0,1 0 0 0 0,-1-2 0 0 0,0-1 0 0 0,0-1 1 0 0,43-23-1 0 0,-50 21 44 0 0,-1-1 1 0 0,-1 0-1 0 0,0-1 0 0 0,0-1 1 0 0,-2-1-1 0 0,0-1 0 0 0,22-29 1 0 0,-15 14 226 0 0,-1 0 1 0 0,-1-2 0 0 0,-2-1-1 0 0,-2 0 1 0 0,22-64-1 0 0,-31 73-122 0 0,-2 1 0 0 0,0-1 0 0 0,-2 0 0 0 0,-1-1-1 0 0,-1 1 1 0 0,-2-1 0 0 0,0 1 0 0 0,-2 0 0 0 0,-6-38 0 0 0,-2 17-116 0 0,-1 1 0 0 0,-3 1 0 0 0,-2 0 0 0 0,-32-66 0 0 0,30 78 136 0 0,-2 0-1 0 0,0 2 0 0 0,-3 0 1 0 0,0 2-1 0 0,-2 0 0 0 0,-34-30 1 0 0,42 43 18 0 0,-2 0-1 0 0,0 2 1 0 0,-1 0 0 0 0,0 1 0 0 0,-1 1 0 0 0,0 1-1 0 0,-1 1 1 0 0,-28-9 0 0 0,35 14-63 0 0,0 2-1 0 0,-1 0 1 0 0,1 1 0 0 0,-1 0-1 0 0,0 1 1 0 0,1 1 0 0 0,-1 0 0 0 0,0 2-1 0 0,1-1 1 0 0,-1 2 0 0 0,1 0 0 0 0,0 1-1 0 0,-24 9 1 0 0,20-5-321 0 0,1 0 0 0 0,1 1 0 0 0,0 1 0 0 0,0 1 0 0 0,1 0 0 0 0,0 1 0 0 0,1 1 0 0 0,0 0 0 0 0,1 1 0 0 0,-15 20 0 0 0,8-4-6033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5:42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24 6449 0 0,'-8'-12'-362'0'0,"-1"1"3932"0"0,8 11-3456 0 0,1 0 1 0 0,-1 0 0 0 0,1 1-1 0 0,-1-1 1 0 0,1 1-1 0 0,0-1 1 0 0,-1 0 0 0 0,1 1-1 0 0,0-1 1 0 0,-1 1-1 0 0,1-1 1 0 0,0 1 0 0 0,-1-1-1 0 0,1 1 1 0 0,0-1-1 0 0,0 1 1 0 0,0-1 0 0 0,0 1-1 0 0,0-1 1 0 0,-1 1-1 0 0,1-1 1 0 0,0 1 0 0 0,0-1-1 0 0,0 1 1 0 0,0-1-1 0 0,0 1 1 0 0,0-1 0 0 0,1 1-1 0 0,-1 0 1 0 0,-26 398 5996 0 0,19 202-3160 0 0,8-526-3210 0 0,18 118 0 0 0,7-80-6509 0 0,-19-87 371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5:42.4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6 10594 0 0,'0'0'72'0'0,"0"0"0"0"0,0-1 0 0 0,0 1 0 0 0,0 0 0 0 0,0 0 0 0 0,0-1-1 0 0,0 1 1 0 0,0 0 0 0 0,0 0 0 0 0,-1-1 0 0 0,1 1 0 0 0,0 0 0 0 0,0 0 0 0 0,0-1 0 0 0,0 1-1 0 0,-1 0 1 0 0,1 0 0 0 0,0 0 0 0 0,0 0 0 0 0,0-1 0 0 0,-1 1 0 0 0,1 0 0 0 0,0 0-1 0 0,0 0 1 0 0,-1 0 0 0 0,1 0 0 0 0,0 0 0 0 0,0-1 0 0 0,-1 1 0 0 0,1 0 0 0 0,0 0 0 0 0,-1 0-1 0 0,1 0 1 0 0,0 0 0 0 0,0 0 0 0 0,-1 0 0 0 0,1 0 0 0 0,0 0 0 0 0,0 1 0 0 0,-1-1-1 0 0,1 0 1 0 0,0 0 0 0 0,0 0 0 0 0,-1 0 0 0 0,-3 15 1826 0 0,5 22 320 0 0,31 159 531 0 0,-21-153-5370 0 0,16 42-1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5:42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30 9674 0 0,'-1'-1'35'0'0,"1"0"1"0"0,-1 1-1 0 0,0-1 0 0 0,1 0 0 0 0,-1 0 1 0 0,1 1-1 0 0,-1-1 0 0 0,1 0 1 0 0,-1 0-1 0 0,1 0 0 0 0,0 1 0 0 0,-1-1 1 0 0,1 0-1 0 0,0 0 0 0 0,0 0 1 0 0,0 0-1 0 0,0 0 0 0 0,0 0 0 0 0,0 0 1 0 0,0 0-1 0 0,0 0 0 0 0,0 1 1 0 0,0-1-1 0 0,0 0 0 0 0,0 0 0 0 0,1 0 1 0 0,-1 0-1 0 0,0 0 0 0 0,1 0 1 0 0,-1 1-1 0 0,1-2 0 0 0,0 1 16 0 0,1 1 0 0 0,-1 0-1 0 0,1-1 1 0 0,-1 1 0 0 0,1 0-1 0 0,-1 0 1 0 0,1 0 0 0 0,-1 0-1 0 0,0 0 1 0 0,1 1 0 0 0,-1-1 0 0 0,1 0-1 0 0,-1 1 1 0 0,0-1 0 0 0,1 1-1 0 0,-1-1 1 0 0,0 1 0 0 0,1 0-1 0 0,-1-1 1 0 0,2 3 0 0 0,8 4-480 0 0,-1 1 0 0 0,0 0-1 0 0,0 0 1 0 0,-1 1 0 0 0,0 1 0 0 0,7 10 0 0 0,4 2 508 0 0,-4-3-132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5:43.1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 5065 0 0,'1'0'130'0'0,"-1"-1"1"0"0,1 1-1 0 0,-1 0 0 0 0,1 0 1 0 0,0 0-1 0 0,-1 0 0 0 0,1 0 1 0 0,0 0-1 0 0,-1 0 0 0 0,1 0 1 0 0,0 0-1 0 0,-1 0 0 0 0,1 0 1 0 0,-1 0-1 0 0,1 0 0 0 0,0 0 1 0 0,-1 0-1 0 0,1 1 0 0 0,0-1 1 0 0,-1 0-1 0 0,1 1 0 0 0,-1-1 1 0 0,1 0-1 0 0,-1 1 0 0 0,1-1 0 0 0,-1 1 1 0 0,1-1-1 0 0,-1 0 0 0 0,1 1 1 0 0,-1-1-1 0 0,0 1 0 0 0,1 0 1 0 0,-1-1-1 0 0,0 1 0 0 0,1 0 1 0 0,13 21 2707 0 0,-8-8-1639 0 0,-1 1-1 0 0,5 20 1 0 0,-9-26-1053 0 0,1 0 0 0 0,1 0 0 0 0,-1 0 0 0 0,2 0 0 0 0,-1-1-1 0 0,1 1 1 0 0,0-1 0 0 0,1 0 0 0 0,0 0 0 0 0,6 7 0 0 0,-10-14-139 0 0,0-1-1 0 0,-1 0 1 0 0,1 1 0 0 0,-1-1 0 0 0,1 0 0 0 0,0 0-1 0 0,0 0 1 0 0,-1 1 0 0 0,1-1 0 0 0,0 0 0 0 0,-1 0-1 0 0,1 0 1 0 0,0 0 0 0 0,-1 0 0 0 0,1 0 0 0 0,0 0-1 0 0,0-1 1 0 0,-1 1 0 0 0,1 0 0 0 0,0 0 0 0 0,-1 0-1 0 0,1-1 1 0 0,0 1 0 0 0,-1 0 0 0 0,1-1 0 0 0,-1 1-1 0 0,1-1 1 0 0,-1 1 0 0 0,1 0 0 0 0,0-1 0 0 0,-1 1-1 0 0,0-1 1 0 0,1 0 0 0 0,-1 1 0 0 0,1-1-1 0 0,-1 1 1 0 0,0-1 0 0 0,1 0 0 0 0,-1 1 0 0 0,0-1-1 0 0,1-1 1 0 0,15-29 262 0 0,-15 30-268 0 0,16-43-322 0 0,-12 28 74 0 0,2 0 0 0 0,0 0 0 0 0,0 1-1 0 0,17-26 1 0 0,-23 41 261 0 0,-1-1-1 0 0,1 0 0 0 0,0 0 1 0 0,-1 0-1 0 0,1 0 1 0 0,0 1-1 0 0,0-1 0 0 0,-1 0 1 0 0,1 1-1 0 0,0-1 1 0 0,0 0-1 0 0,0 1 0 0 0,0-1 1 0 0,0 1-1 0 0,0-1 1 0 0,0 1-1 0 0,0 0 0 0 0,0-1 1 0 0,0 1-1 0 0,0 0 0 0 0,0 0 1 0 0,0 0-1 0 0,0 0 1 0 0,2 0-1 0 0,-2 0 26 0 0,1 1 0 0 0,-1 0 1 0 0,1-1-1 0 0,-1 1 0 0 0,0 0 0 0 0,0 0 0 0 0,1 0 0 0 0,-1 0 0 0 0,0 0 1 0 0,0 0-1 0 0,0 0 0 0 0,0 1 0 0 0,0-1 0 0 0,0 0 0 0 0,1 2 1 0 0,4 9 244 0 0,-1 0 0 0 0,1 0 0 0 0,4 18 1 0 0,-5-14-211 0 0,38 74-715 0 0,-26-55-1544 0 0,-5-13-3714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5:43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75 127 3225 0 0,'8'-10'389'0'0,"-1"-1"1"0"0,13-23-1 0 0,-18 31-17 0 0,-1-1 1 0 0,1 1-1 0 0,-1-1 0 0 0,0 0 0 0 0,0 0 1 0 0,0 1-1 0 0,0-1 0 0 0,0 0 0 0 0,-1 0 1 0 0,0 0-1 0 0,0 0 0 0 0,0 0 0 0 0,0 0 1 0 0,-2-5-1 0 0,2 8-304 0 0,0 1 1 0 0,0-1-1 0 0,0 1 1 0 0,0 0-1 0 0,0-1 1 0 0,0 1-1 0 0,-1-1 1 0 0,1 1-1 0 0,0 0 1 0 0,0-1-1 0 0,0 1 1 0 0,-1-1-1 0 0,1 1 0 0 0,0 0 1 0 0,-1-1-1 0 0,1 1 1 0 0,0 0-1 0 0,-1-1 1 0 0,1 1-1 0 0,0 0 1 0 0,-1 0-1 0 0,1-1 1 0 0,0 1-1 0 0,-1 0 1 0 0,1 0-1 0 0,-1 0 1 0 0,1 0-1 0 0,-1-1 1 0 0,1 1-1 0 0,0 0 1 0 0,-1 0-1 0 0,1 0 1 0 0,-1 0-1 0 0,1 0 1 0 0,-1 0-1 0 0,-15 10 1375 0 0,-9 22 123 0 0,14-12-829 0 0,1 1 0 0 0,0 1-1 0 0,2 0 1 0 0,-11 43 0 0 0,17-55-539 0 0,-1 1 0 0 0,2-1 0 0 0,0 1 0 0 0,0 0 0 0 0,1-1 0 0 0,0 1-1 0 0,1-1 1 0 0,0 1 0 0 0,1 0 0 0 0,0-1 0 0 0,0 0 0 0 0,1 1 0 0 0,5 9 0 0 0,-6-16-181 0 0,0 0 0 0 0,0 0 0 0 0,0-1 0 0 0,1 0 0 0 0,0 1 0 0 0,-1-1 0 0 0,1 0 1 0 0,0 0-1 0 0,1 0 0 0 0,-1 0 0 0 0,0-1 0 0 0,1 0 0 0 0,0 1 0 0 0,-1-1 0 0 0,1 0 0 0 0,0-1 0 0 0,0 1 0 0 0,0-1 0 0 0,0 0 0 0 0,0 0 0 0 0,1 0 0 0 0,-1 0 1 0 0,0-1-1 0 0,0 1 0 0 0,5-1 0 0 0,1-1-209 0 0,0 0 1 0 0,-1-1 0 0 0,1 1-1 0 0,0-2 1 0 0,-1 0 0 0 0,0 0-1 0 0,0 0 1 0 0,0-1 0 0 0,16-10-1 0 0,-1-1-944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5:44.4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69 5985 0 0,'1'-2'129'0'0,"-1"0"-1"0"0,1 0 0 0 0,0 0 1 0 0,0 0-1 0 0,0 0 0 0 0,0 0 1 0 0,0 0-1 0 0,0 0 0 0 0,1 0 1 0 0,-1 0-1 0 0,1 1 0 0 0,-1-1 1 0 0,1 0-1 0 0,0 1 0 0 0,-1 0 1 0 0,1-1-1 0 0,3-1 0 0 0,34-18 1560 0 0,-29 17-1661 0 0,-1 2 0 0 0,1-1 0 0 0,0 1-1 0 0,0 1 1 0 0,0 0 0 0 0,0 0 0 0 0,0 1-1 0 0,0 0 1 0 0,0 1 0 0 0,0 0 0 0 0,0 1-1 0 0,0 0 1 0 0,-1 0 0 0 0,11 4-1 0 0,9 6-227 0 0,-1 0-1 0 0,0 2 1 0 0,31 20-1 0 0,-24-11 282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5:44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3 113 9674 0 0,'0'0'23'0'0,"0"0"-1"0"0,0 0 1 0 0,0 0-1 0 0,0 0 1 0 0,-1 0-1 0 0,1 0 1 0 0,0 0-1 0 0,0 0 1 0 0,0-1 0 0 0,0 1-1 0 0,0 0 1 0 0,0 0-1 0 0,0 0 1 0 0,-1 0-1 0 0,1 0 1 0 0,0 0-1 0 0,0 0 1 0 0,0-1-1 0 0,0 1 1 0 0,0 0-1 0 0,0 0 1 0 0,0 0 0 0 0,0 0-1 0 0,0 0 1 0 0,0-1-1 0 0,0 1 1 0 0,0 0-1 0 0,0 0 1 0 0,0 0-1 0 0,0 0 1 0 0,0-1-1 0 0,0 1 1 0 0,0 0 0 0 0,0 0-1 0 0,0 0 1 0 0,0 0-1 0 0,0 0 1 0 0,0-1-1 0 0,0 1 1 0 0,0 0-1 0 0,0 0 1 0 0,0 0-1 0 0,0 0 1 0 0,0 0 0 0 0,1 0-1 0 0,-1-1 1 0 0,0 1-1 0 0,0 0 1 0 0,0 0-1 0 0,11-10 580 0 0,14-7-108 0 0,-6 6-547 0 0,1 1-1 0 0,0 1 1 0 0,1 0-1 0 0,0 2 1 0 0,36-8-1 0 0,-19 8-809 0 0,0 2-1 0 0,57-1 1 0 0,-52 6 831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5:45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4145 0 0,'36'0'7411'0'0,"3"-2"-3444"0"0,11 0-2395 0 0,78 7 1 0 0,69 23-94 0 0,50 6-1221 0 0,-81-25-4199 0 0,-146-8 534 0 0,-11-1 1664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5:45.5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 3225 0 0,'-2'0'415'0'0,"-1"0"0"0"0,1 0 0 0 0,0 0 0 0 0,0 0 0 0 0,0 0 0 0 0,-1 0 0 0 0,1 1 0 0 0,0-1 0 0 0,0 1 0 0 0,0-1-1 0 0,0 1 1 0 0,0 0 0 0 0,0 0 0 0 0,0 0 0 0 0,0 0 0 0 0,0 0 0 0 0,0 1 0 0 0,1-1 0 0 0,-3 2 0 0 0,3-1-237 0 0,1-1 0 0 0,-1 1 0 0 0,1 0 0 0 0,-1 0 0 0 0,1-1 0 0 0,0 1 0 0 0,0 0 0 0 0,-1 0-1 0 0,1-1 1 0 0,0 1 0 0 0,1 0 0 0 0,-1 0 0 0 0,0 0 0 0 0,0-1 0 0 0,1 1 0 0 0,-1 0 0 0 0,1-1 0 0 0,0 1 0 0 0,-1 0-1 0 0,1-1 1 0 0,0 1 0 0 0,0-1 0 0 0,2 4 0 0 0,12 17 349 0 0,1 0 0 0 0,1 0 0 0 0,1-2 0 0 0,1 0-1 0 0,35 28 1 0 0,-29-26-365 0 0,0 1-1 0 0,-2 1 0 0 0,21 28 0 0 0,-41-49-151 0 0,0 1-1 0 0,-1-1 0 0 0,0 1 1 0 0,0 0-1 0 0,0 0 1 0 0,0 0-1 0 0,-1 0 0 0 0,1 0 1 0 0,-1 0-1 0 0,0 0 0 0 0,0 1 1 0 0,-1-1-1 0 0,1 0 1 0 0,-1 0-1 0 0,0 1 0 0 0,0-1 1 0 0,-1 5-1 0 0,0-4 11 0 0,-1 0 1 0 0,0 0-1 0 0,0 0 0 0 0,0-1 0 0 0,0 1 0 0 0,-1 0 1 0 0,0-1-1 0 0,0 0 0 0 0,0 0 0 0 0,0 0 1 0 0,-1 0-1 0 0,0 0 0 0 0,-6 5 0 0 0,-8 5 6 0 0,0-1 0 0 0,0 0 0 0 0,-1-2-1 0 0,-35 17 1 0 0,-7-6-3341 0 0,47-18 2108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5:46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67 107 6449 0 0,'-22'-50'1562'0'0,"17"38"312"0"0,0 0 0 0 0,-12-21 1 0 0,13 75 606 0 0,-8 503-132 0 0,26 1-1045 0 0,-18 1265-1724 0 0,-7-1651-777 0 0,11-141 570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5:46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1 112 6449 0 0,'0'-1'26'0'0,"0"-1"-1"0"0,0 0 1 0 0,0 0-1 0 0,0 0 0 0 0,0 0 1 0 0,0 0-1 0 0,1 0 0 0 0,-1 0 1 0 0,0 0-1 0 0,1 0 1 0 0,0 1-1 0 0,-1-1 0 0 0,1 0 1 0 0,0 0-1 0 0,0 1 1 0 0,1-3-1 0 0,0 0 62 0 0,1 1-1 0 0,-1-1 1 0 0,0 1-1 0 0,1-1 1 0 0,0 1-1 0 0,4-5 1 0 0,4 2 317 0 0,0 0 0 0 0,1 0 0 0 0,-1 1-1 0 0,1 0 1 0 0,0 1 0 0 0,0 1 0 0 0,0 0 0 0 0,19-2 0 0 0,5 1 412 0 0,61 1 1 0 0,-48 4-427 0 0,-1 3 0 0 0,1 1 1 0 0,50 13-1 0 0,-73-11-639 0 0,-1 0-1 0 0,-1 1 1 0 0,0 2 0 0 0,0 1-1 0 0,-1 0 1 0 0,0 2 0 0 0,31 23-1 0 0,-19-8-469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5:47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818 1 10594 0 0,'0'0'819'0'0,"16"21"-2106"0"0,-9 5 2431 0 0,0 0 1 0 0,-1 0-1 0 0,-2 0 0 0 0,2 43 1 0 0,-1-11-265 0 0,38 561 2163 0 0,-24-276-2546 0 0,14 610 290 0 0,-45-678-594 0 0,4-148 212 0 0,10-25 79 0 0,0-73-354 0 0,-1 0 0 0 0,-5 49 0 0 0,3-77-126 0 0,1 0 0 0 0,-1 1 0 0 0,0-1 0 0 0,0 0 0 0 0,0 0-1 0 0,1 0 1 0 0,-1 0 0 0 0,0 0 0 0 0,0 0 0 0 0,-1 0 0 0 0,1 0-1 0 0,0 0 1 0 0,0 0 0 0 0,0 0 0 0 0,-1-1 0 0 0,1 1 0 0 0,0 0-1 0 0,-1-1 1 0 0,1 1 0 0 0,0-1 0 0 0,-1 0 0 0 0,1 1 0 0 0,-1-1-1 0 0,1 0 1 0 0,0 0 0 0 0,-1 0 0 0 0,1 0 0 0 0,-1 0 0 0 0,-2-1-1 0 0,-52-3 86 0 0,50 3-87 0 0,-32-3 17 0 0,0 1 1 0 0,0 3 0 0 0,0 1-1 0 0,-72 11 1 0 0,-146 46 116 0 0,172-36-122 0 0,34-10-937 0 0,0-2-1 0 0,-70 4 1 0 0,98-13-6381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5:48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 3225 0 0,'0'0'146'0'0,"-1"0"1"0"0,1 0-1 0 0,0 0 1 0 0,-1 0 0 0 0,1 0-1 0 0,-7 4 2639 0 0,7-4-2639 0 0,0 0 1 0 0,0 1 0 0 0,-1-1-1 0 0,1 0 1 0 0,0 1-1 0 0,0-1 1 0 0,0 1-1 0 0,0-1 1 0 0,0 0-1 0 0,0 1 1 0 0,0-1 0 0 0,0 1-1 0 0,0-1 1 0 0,0 0-1 0 0,0 1 1 0 0,0-1-1 0 0,0 1 1 0 0,0-1 0 0 0,0 0-1 0 0,0 1 1 0 0,0-1-1 0 0,0 1 1 0 0,0-1-1 0 0,1 1 1 0 0,11 1 309 0 0,0 0 0 0 0,0 0-1 0 0,0-1 1 0 0,0-1 0 0 0,0 0 0 0 0,15-2 0 0 0,32 0 450 0 0,162 31 1138 0 0,-17-1-5331 0 0,-175-27-1662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5:48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10 1368 0 0,'-43'-8'2259'0'0,"14"7"6485"0"0,35 2-8318 0 0,1 0 0 0 0,-1 0 0 0 0,1 1 0 0 0,-1 0 0 0 0,0 0 0 0 0,0 1 0 0 0,0 0 0 0 0,0 0 0 0 0,0 0 0 0 0,-1 1 0 0 0,0 0 0 0 0,6 4 0 0 0,7 7-193 0 0,-1 1 1 0 0,17 19-1 0 0,-26-26-127 0 0,-1-1 1 0 0,-1 1-1 0 0,1 0 0 0 0,-1 1 0 0 0,-1 0 0 0 0,0 0 0 0 0,0 0 0 0 0,-1 0 1 0 0,0 1-1 0 0,-1 0 0 0 0,0 0 0 0 0,1 12 0 0 0,-3-15-87 0 0,-1-1 0 0 0,0 0 0 0 0,0 0 0 0 0,-1 1 0 0 0,0-1 0 0 0,0 0 0 0 0,-1 0 0 0 0,1 0 0 0 0,-2 0 0 0 0,1 0 0 0 0,-1-1 0 0 0,0 1 1 0 0,0-1-1 0 0,-1 1 0 0 0,0-1 0 0 0,0 0 0 0 0,0 0 0 0 0,-1-1 0 0 0,-8 9 0 0 0,-45 33-3523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5:56.2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52 14283 0 0,'-3'0'1552'0'0,"5"-1"-1552"0"0,1-1 0 0 0,-1 0 0 0 0,2 0-672 0 0,1-1-168 0 0,3-3-32 0 0,3-1-8 0 0,2-2-721 0 0,-1 1-135 0 0,1 3-32 0 0,-3 0-9 0 0,-1 4 1401 0 0,-4 1 280 0 0,-4 1 96 0 0</inkml:trace>
  <inkml:trace contextRef="#ctx0" brushRef="#br0" timeOffset="1">84 175 10594 0 0,'2'0'472'0'0,"2"-2"96"0"0,1 0-455 0 0,0-1-113 0 0,1 2 0 0 0,-3 0 0 0 0,2-2-1377 0 0,6-1-303 0 0,5-1-57 0 0,6-1-15 0 0,1 1 1384 0 0,-1-2 272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5:56.6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8 10594 0 0,'-3'-7'778'0'0,"6"9"-692"0"0,6 15 1197 0 0,-5 39 779 0 0,-2 0 0 0 0,-9 86 0 0 0,2-56-1290 0 0,12 330 1319 0 0,31-1-3347 0 0,-13-168-7071 0 0,-22-221 3033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5:57.0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3 264 3225 0 0,'-1'-3'84'0'0,"1"0"1"0"0,-1 0-1 0 0,1 0 0 0 0,0 0 1 0 0,0 0-1 0 0,0 0 1 0 0,0 0-1 0 0,1 0 0 0 0,-1 0 1 0 0,1 1-1 0 0,-1-1 1 0 0,1 0-1 0 0,0 0 1 0 0,0 0-1 0 0,1 1 0 0 0,-1-1 1 0 0,0 0-1 0 0,1 1 1 0 0,0-1-1 0 0,-1 1 0 0 0,1 0 1 0 0,4-5-1 0 0,7-6 658 0 0,0 0 0 0 0,21-16 0 0 0,-30 25-675 0 0,22-16 523 0 0,0 0-1 0 0,2 2 1 0 0,38-20-1 0 0,-52 31-1162 0 0,1 1 1 0 0,0 0-1 0 0,0 1 0 0 0,0 1 0 0 0,0 0 1 0 0,1 1-1 0 0,0 1 0 0 0,30-1 0 0 0,-25 4 56 0 0</inkml:trace>
  <inkml:trace contextRef="#ctx0" brushRef="#br0" timeOffset="1">250 1447 7370 0 0,'0'-3'320'0'0,"3"-1"80"0"0,0 0-320 0 0,1 0-80 0 0,1 1 0 0 0,-1 1 0 0 0,3 1 0 0 0,3-5 0 0 0,5-2 72 0 0,6-3-72 0 0,3 0-160 0 0,0 1-64 0 0,1 2-8 0 0,-2 1-8 0 0,1 4 240 0 0,-1 0 0 0 0,0 2 104 0 0,-1 2-32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5:57.4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5 345 5529 0 0,'-2'10'725'0'0,"1"0"-1"0"0,0 0 1 0 0,0 0-1 0 0,1-1 1 0 0,1 1-1 0 0,0 0 1 0 0,0 0-1 0 0,1 0 1 0 0,3 10-1 0 0,1 15 417 0 0,-3-17-543 0 0,12 69-752 0 0,-13-79-376 0 0,0 0 0 0 0,1 0 0 0 0,0 0 0 0 0,0-1 0 0 0,0 1 0 0 0,1-1 0 0 0,1 0 0 0 0,6 9 0 0 0,-3-8 487 0 0</inkml:trace>
  <inkml:trace contextRef="#ctx0" brushRef="#br0" timeOffset="1">12 11 7490 0 0,'-2'-2'160'0'0,"2"-1"40"0"0,1 0 8 0 0,0 2 0 0 0,1 1-208 0 0,-1 0 0 0 0,1-1 0 0 0,2 1 0 0 0,1 0-1000 0 0,3 4-249 0 0,1 5-39 0 0,1 5-16 0 0,1 2 1032 0 0,-1 2 208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5:58.2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15 5065 0 0,'-18'8'6339'0'0,"32"-8"-1918"0"0,30-8-1570 0 0,-41 6-2801 0 0,-1 1 1 0 0,1 0-1 0 0,-1 0 1 0 0,1 0-1 0 0,-1 0 0 0 0,1 0 1 0 0,0 1-1 0 0,-1-1 1 0 0,1 1-1 0 0,0 0 1 0 0,-1 0-1 0 0,1 0 0 0 0,0 0 1 0 0,0 0-1 0 0,-1 0 1 0 0,1 1-1 0 0,0-1 0 0 0,-1 1 1 0 0,4 1-1 0 0,0-1-787 0 0,-23-12-5264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5:58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19 120 3225 0 0,'-18'-8'9428'0'0,"18"7"-9174"0"0,0 0 1 0 0,0 1 0 0 0,0-1 0 0 0,0 1 0 0 0,-1-1 0 0 0,1 0-1 0 0,9-9 4020 0 0,11 8-4572 0 0,-16 3 398 0 0,0 1-1 0 0,0-1 1 0 0,1 1 0 0 0,-1 0-1 0 0,0 0 1 0 0,0 0 0 0 0,-1 1 0 0 0,1-1-1 0 0,0 1 1 0 0,-1 0 0 0 0,0 0-1 0 0,0 0 1 0 0,1 1 0 0 0,-2-1 0 0 0,1 1-1 0 0,0-1 1 0 0,-1 1 0 0 0,4 7-1 0 0,1 3 146 0 0,-1 0 0 0 0,0 1 0 0 0,-1-1 0 0 0,4 18 0 0 0,-5-9 104 0 0,2 2-1599 0 0,-3-28 366 0 0,0-19 159 0 0,-1 7 397 0 0,17-109-142 0 0,-16 111 617 0 0,1-1 1 0 0,0 1 0 0 0,1 1-1 0 0,0-1 1 0 0,1 1 0 0 0,0 0-1 0 0,9-13 1 0 0,-14 24-117 0 0,-1 1 0 0 0,1-1 0 0 0,-1 0 0 0 0,1 0 0 0 0,-1 1 0 0 0,1-1 1 0 0,0 0-1 0 0,-1 1 0 0 0,1-1 0 0 0,0 1 0 0 0,0-1 0 0 0,-1 1 0 0 0,1-1 0 0 0,0 1 0 0 0,0-1 0 0 0,0 1 0 0 0,0 0 0 0 0,0 0 0 0 0,-1-1 0 0 0,1 1 0 0 0,0 0 0 0 0,0 0 0 0 0,0 0 0 0 0,0 0 0 0 0,0 0 0 0 0,0 0 1 0 0,0 0-1 0 0,0 0 0 0 0,0 0 0 0 0,-1 1 0 0 0,1-1 0 0 0,0 0 0 0 0,0 1 0 0 0,0-1 0 0 0,0 0 0 0 0,0 1 0 0 0,-1-1 0 0 0,1 1 0 0 0,0-1 0 0 0,0 1 0 0 0,-1-1 0 0 0,1 1 0 0 0,0 0 0 0 0,-1-1 0 0 0,1 1 1 0 0,-1 0-1 0 0,1 0 0 0 0,0 1 0 0 0,5 6 164 0 0,0 1-1 0 0,0 1 1 0 0,7 15 0 0 0,-2-4-158 0 0,27 31-842 0 0,-10-19-2906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5:59.1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41 3225 0 0,'0'-2'310'0'0,"0"1"-1"0"0,0-1 1 0 0,0 0 0 0 0,0 1 0 0 0,0-1 0 0 0,0 1 0 0 0,-1-1 0 0 0,1 1 0 0 0,-1-1 0 0 0,1 1 0 0 0,-1-1-1 0 0,1 1 1 0 0,-1-1 0 0 0,0 1 0 0 0,0 0 0 0 0,0-1 0 0 0,0 1 0 0 0,0 0 0 0 0,0 0 0 0 0,0 0 0 0 0,0 0-1 0 0,0-1 1 0 0,-1 2 0 0 0,1-1 0 0 0,0 0 0 0 0,-1 0 0 0 0,1 0 0 0 0,0 1 0 0 0,-1-1 0 0 0,1 0 0 0 0,-1 1-1 0 0,-2-1 1 0 0,2 1-157 0 0,0 0-1 0 0,0 0 0 0 0,0 0 0 0 0,0 0 1 0 0,0 0-1 0 0,0 1 0 0 0,0-1 0 0 0,0 0 1 0 0,0 1-1 0 0,0 0 0 0 0,0 0 1 0 0,0-1-1 0 0,0 1 0 0 0,1 0 0 0 0,-1 0 1 0 0,0 1-1 0 0,1-1 0 0 0,-1 0 0 0 0,1 0 1 0 0,-1 1-1 0 0,1-1 0 0 0,-1 1 1 0 0,1-1-1 0 0,0 1 0 0 0,-1 2 0 0 0,-4 6 117 0 0,2 0-1 0 0,-1 1 0 0 0,1 0 0 0 0,1 0 0 0 0,0 0 0 0 0,0 0 0 0 0,1 0 0 0 0,1 1 0 0 0,0-1 1 0 0,0 1-1 0 0,1-1 0 0 0,1 1 0 0 0,3 22 0 0 0,-2-26-315 0 0,0 0-1 0 0,0 0 1 0 0,1 0-1 0 0,0-1 0 0 0,0 1 1 0 0,1-1-1 0 0,0 1 1 0 0,10 11-1 0 0,-10-14-381 0 0,0 0 0 0 0,0 0 0 0 0,1-1 0 0 0,0 0-1 0 0,0 0 1 0 0,0 0 0 0 0,0-1 0 0 0,1 0-1 0 0,-1 0 1 0 0,1 0 0 0 0,0-1 0 0 0,9 3 0 0 0,7 0-6078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6:00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78 5985 0 0,'0'1'138'0'0,"1"-1"0"0"0,-1 1 0 0 0,0-1 0 0 0,1 1 0 0 0,-1-1 0 0 0,1 1 0 0 0,-1-1 0 0 0,1 1 0 0 0,-1-1 0 0 0,1 0-1 0 0,-1 1 1 0 0,1-1 0 0 0,-1 0 0 0 0,1 1 0 0 0,-1-1 0 0 0,1 0 0 0 0,0 0 0 0 0,-1 0 0 0 0,1 0 0 0 0,0 1 0 0 0,-1-1 0 0 0,1 0 0 0 0,-1 0 0 0 0,1 0-1 0 0,0 0 1 0 0,0-1 0 0 0,20 2 1285 0 0,-21-1-1295 0 0,37-4 1305 0 0,0-2-1 0 0,-1-1 1 0 0,61-20 0 0 0,-49 12-729 0 0,52-8 1 0 0,-70 19-877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6:37.1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 53 4921 0 0,'24'-15'2053'0'0,"-14"9"-944"0"0,0-1 0 0 0,0 1 0 0 0,12-13 0 0 0,-47 23 2379 0 0,12 3-3127 0 0,1 1 0 0 0,0-1 1 0 0,0 2-1 0 0,1 0 0 0 0,-20 20 0 0 0,-44 58 114 0 0,63-72-481 0 0,0-2-5 0 0,1 1 0 0 0,0 1 0 0 0,1 0 0 0 0,1 1 0 0 0,-14 29 0 0 0,23-44 12 0 0,0 0 1 0 0,-1 0-1 0 0,1 0 1 0 0,0 0 0 0 0,0 0-1 0 0,0 0 1 0 0,0 0-1 0 0,0 0 1 0 0,0 0 0 0 0,0 0-1 0 0,1 0 1 0 0,-1 0-1 0 0,0 0 1 0 0,0 0-1 0 0,1 0 1 0 0,-1 0 0 0 0,1 0-1 0 0,-1 0 1 0 0,1-1-1 0 0,-1 1 1 0 0,1 0-1 0 0,-1 0 1 0 0,1 0 0 0 0,0-1-1 0 0,0 1 1 0 0,-1 0-1 0 0,1-1 1 0 0,0 1 0 0 0,0-1-1 0 0,0 1 1 0 0,-1-1-1 0 0,1 1 1 0 0,0-1-1 0 0,0 1 1 0 0,0-1 0 0 0,0 0-1 0 0,0 1 1 0 0,0-1-1 0 0,0 0 1 0 0,0 0 0 0 0,2 0-1 0 0,48 4 82 0 0,-45-4-80 0 0,87-9-426 0 0,-71 6 235 0 0,0 0 0 0 0,0 2 0 0 0,40 2 0 0 0,-62-1 179 0 0,1 0 1 0 0,-1 0-1 0 0,1 0 1 0 0,-1 0-1 0 0,1 0 1 0 0,-1 0-1 0 0,1 0 1 0 0,-1 0-1 0 0,1 0 1 0 0,-1 0-1 0 0,1 1 1 0 0,-1-1-1 0 0,0 0 1 0 0,1 0-1 0 0,-1 1 1 0 0,1-1 0 0 0,-1 0-1 0 0,0 0 1 0 0,1 1-1 0 0,-1-1 1 0 0,0 1-1 0 0,1-1 1 0 0,-1 0-1 0 0,0 1 1 0 0,0-1-1 0 0,1 1 1 0 0,-1-1-1 0 0,0 0 1 0 0,0 1-1 0 0,0-1 1 0 0,0 1-1 0 0,1-1 1 0 0,-1 1-1 0 0,0 0 1 0 0,-8 19-295 0 0,-27 23-30 0 0,28-35 376 0 0,-2 4-36 0 0,-15 15 7 0 0,2 2 1 0 0,-30 50-1 0 0,47-72 110 0 0,1 0-1 0 0,1 1 1 0 0,-1-1-1 0 0,1 1 1 0 0,1 0-1 0 0,-1 0 1 0 0,1 0-1 0 0,1 1 0 0 0,-1-1 1 0 0,1 0-1 0 0,1 1 1 0 0,0-1-1 0 0,0 0 1 0 0,0 1-1 0 0,1-1 1 0 0,1 0-1 0 0,2 11 1 0 0,-3-16-100 0 0,0 0 0 0 0,1 0 0 0 0,0-1 0 0 0,-1 1 0 0 0,1 0 1 0 0,0-1-1 0 0,0 1 0 0 0,1-1 0 0 0,-1 1 0 0 0,0-1 0 0 0,1 0 0 0 0,0 0 1 0 0,-1 0-1 0 0,1 0 0 0 0,0-1 0 0 0,0 1 0 0 0,0-1 0 0 0,0 1 0 0 0,0-1 0 0 0,0 0 1 0 0,0 0-1 0 0,1-1 0 0 0,-1 1 0 0 0,0-1 0 0 0,0 1 0 0 0,1-1 0 0 0,-1 0 1 0 0,5-1-1 0 0,8 0-343 0 0,0-1 0 0 0,-1 0 0 0 0,1-1 0 0 0,22-8 0 0 0,-5 0-923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6:37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10 189 4145 0 0,'-9'-3'4261'0'0,"9"3"-4155"0"0,0-1 1 0 0,9-8 2413 0 0,19-6-480 0 0,43-20 1123 0 0,70-32-896 0 0,-94 47-4587 0 0,50-14 1 0 0,-82 30 1128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6:38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0 4145 0 0,'-9'5'6851'0'0,"9"-4"-6661"0"0,-2 19 2668 0 0,10 31-2176 0 0,-5-35 483 0 0,21 148 1350 0 0,89 476 268 0 0,-112-637-2747 0 0,-1 0 0 0 0,1-1 0 0 0,0 1 0 0 0,0 0 0 0 0,0 0 0 0 0,0 0 0 0 0,0 0 0 0 0,1-1 0 0 0,0 1 0 0 0,-1-1 0 0 0,1 1 0 0 0,0-1 0 0 0,0 0 0 0 0,0 1 0 0 0,3 1 0 0 0,-2-2-12 0 0,-1-1 0 0 0,0-1 1 0 0,1 1-1 0 0,-1 0 1 0 0,1-1-1 0 0,-1 1 0 0 0,1-1 1 0 0,-1 0-1 0 0,1 0 1 0 0,-1 0-1 0 0,1 0 1 0 0,-1 0-1 0 0,1 0 0 0 0,-1-1 1 0 0,1 1-1 0 0,-1-1 1 0 0,0 0-1 0 0,1 1 0 0 0,1-2 1 0 0,73-29-465 0 0,22-7-847 0 0,-74 31 13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6:38.7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22 9218 0 0,'0'-21'4919'0'0,"-7"30"-3634"0"0,0 0-989 0 0,1 1 1 0 0,1 0 0 0 0,-1 0-1 0 0,1 1 1 0 0,1 0-1 0 0,0 0 1 0 0,0 0-1 0 0,-2 17 1 0 0,4-18-134 0 0,1-1 1 0 0,0 0 0 0 0,0 1 0 0 0,1-1 0 0 0,0 1-1 0 0,1-1 1 0 0,0 1 0 0 0,0-1 0 0 0,1 0-1 0 0,6 18 1 0 0,-6-23-134 0 0,1 0 1 0 0,-1-1-1 0 0,1 1 0 0 0,0-1 0 0 0,0 0 1 0 0,0 0-1 0 0,0 0 0 0 0,0 0 0 0 0,1 0 1 0 0,-1-1-1 0 0,1 0 0 0 0,0 1 0 0 0,0-1 0 0 0,0-1 1 0 0,0 1-1 0 0,0 0 0 0 0,0-1 0 0 0,0 0 1 0 0,0 0-1 0 0,1 0 0 0 0,-1-1 0 0 0,6 1 0 0 0,4 0-68 0 0,-1 0 0 0 0,1-1 0 0 0,0-1 0 0 0,-1 0 0 0 0,26-6 0 0 0,12-9-1897 0 0,-26 7-4718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6:39.2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58 920 0 0,'-6'1'-437'0'0,"-16"-6"3876"0"0,32-2-1709 0 0,6-1 108 0 0,1 0 1 0 0,0 1-1 0 0,32-8 0 0 0,-41 12-1417 0 0,1 2 1 0 0,-1-1-1 0 0,1 1 0 0 0,-1 0 0 0 0,1 1 0 0 0,0 0 1 0 0,-1 0-1 0 0,1 1 0 0 0,-1 0 0 0 0,12 3 0 0 0,-18-3-344 0 0,-1 0-1 0 0,0 0 1 0 0,1 0-1 0 0,-1-1 0 0 0,0 1 1 0 0,0 0-1 0 0,0 1 0 0 0,0-1 1 0 0,0 0-1 0 0,0 0 1 0 0,0 0-1 0 0,0 1 0 0 0,0-1 1 0 0,-1 0-1 0 0,1 1 0 0 0,0-1 1 0 0,-1 0-1 0 0,1 1 1 0 0,-1-1-1 0 0,1 1 0 0 0,-1-1 1 0 0,0 1-1 0 0,0-1 0 0 0,0 3 1 0 0,0 45 671 0 0,-2-29-525 0 0,5 47-154 0 0,2 0-1 0 0,3 0 1 0 0,3-1 0 0 0,3 0-1 0 0,2-1 1 0 0,4-1 0 0 0,53 119 0 0 0,-68-172-70 0 0,2 2 1 0 0,-1 0-1 0 0,-1 1 1 0 0,0 0-1 0 0,4 21 1 0 0,-8-30 1 0 0,-1 0-1 0 0,1-1 1 0 0,-1 1 0 0 0,0-1-1 0 0,-1 1 1 0 0,1 0 0 0 0,-1-1-1 0 0,0 1 1 0 0,0-1 0 0 0,0 1 0 0 0,-1-1-1 0 0,0 0 1 0 0,1 0 0 0 0,-2 1-1 0 0,1-1 1 0 0,0 0 0 0 0,-1-1-1 0 0,-5 7 1 0 0,-14 13-85 0 0,-2 0-1 0 0,0-2 1 0 0,-1-1 0 0 0,-2-1-1 0 0,0-1 1 0 0,-37 19-1 0 0,51-31-967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6:39.6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44 7370 0 0,'1'-2'247'0'0,"0"-1"1"0"0,1 0 0 0 0,-1 1 0 0 0,0-1-1 0 0,1 1 1 0 0,-1-1 0 0 0,1 1 0 0 0,0 0-1 0 0,0-1 1 0 0,0 1 0 0 0,0 0 0 0 0,0 0-1 0 0,0 1 1 0 0,1-1 0 0 0,-1 0 0 0 0,1 1-1 0 0,2-2 1 0 0,-3 2-110 0 0,-1 1-1 0 0,0-1 1 0 0,0 1-1 0 0,0 0 1 0 0,0-1-1 0 0,0 1 1 0 0,1 0-1 0 0,-1 0 1 0 0,0 0 0 0 0,0 0-1 0 0,0 0 1 0 0,1 0-1 0 0,-1 0 1 0 0,0 0-1 0 0,0 0 1 0 0,0 0-1 0 0,1 1 1 0 0,-1-1-1 0 0,0 1 1 0 0,0-1 0 0 0,0 1-1 0 0,0-1 1 0 0,0 1-1 0 0,0-1 1 0 0,0 1-1 0 0,0 0 1 0 0,0 0-1 0 0,0-1 1 0 0,0 1 0 0 0,-1 0-1 0 0,1 0 1 0 0,0 0-1 0 0,0 0 1 0 0,-1 0-1 0 0,1 0 1 0 0,-1 0-1 0 0,1 0 1 0 0,-1 0-1 0 0,1 1 1 0 0,-1-1 0 0 0,0 0-1 0 0,1 0 1 0 0,-1 2-1 0 0,4 18 392 0 0,0 1-1 0 0,-2 0 0 0 0,0 41 1 0 0,2 20 94 0 0,0-53-427 0 0,1 1 0 0 0,2-1 0 0 0,0 0 0 0 0,19 44 0 0 0,-21-62-166 0 0,0-1 0 0 0,1 1 0 0 0,0-1 1 0 0,1 0-1 0 0,0 0 0 0 0,1-1 0 0 0,0 0 0 0 0,1 0 1 0 0,0-1-1 0 0,0 0 0 0 0,1-1 0 0 0,0 0 1 0 0,18 10-1 0 0,-26-16-127 0 0,1-1 1 0 0,-1 0-1 0 0,1-1 1 0 0,0 1-1 0 0,-1 0 1 0 0,1-1 0 0 0,0 1-1 0 0,-1-1 1 0 0,1 0-1 0 0,0 0 1 0 0,0 0-1 0 0,-1 0 1 0 0,1 0-1 0 0,0-1 1 0 0,0 1 0 0 0,-1-1-1 0 0,1 0 1 0 0,-1 0-1 0 0,1 0 1 0 0,-1 0-1 0 0,5-2 1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6:41.5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30 104 3681 0 0,'-5'-10'855'0'0,"0"0"-1"0"0,1-1 1 0 0,0 0 0 0 0,1 0 0 0 0,0 0 0 0 0,1-1 0 0 0,-2-16 0 0 0,6 29-568 0 0,0 0 1 0 0,0 0-1 0 0,-1 0 1 0 0,1 0-1 0 0,0 0 1 0 0,-1 1 0 0 0,1-1-1 0 0,-1 0 1 0 0,1 1-1 0 0,1 3 1 0 0,21 27 573 0 0,-2 2-1 0 0,-1 0 1 0 0,-2 2 0 0 0,29 73 0 0 0,35 160-456 0 0,-18-49-1665 0 0,-15-98-3128 0 0,-39-99-386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6:41.9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21 279 3681 0 0,'-20'-3'2069'0'0,"35"4"2619"0"0,-8-1-4338 0 0,0 1 1 0 0,0 1-1 0 0,0 0 0 0 0,0 0 0 0 0,0 0 1 0 0,-1 1-1 0 0,1-1 0 0 0,-1 2 0 0 0,9 4 1 0 0,2 4 415 0 0,28 26 1 0 0,-36-28-589 0 0,1-1 0 0 0,0-1 1 0 0,1 1-1 0 0,0-2 0 0 0,0 0 0 0 0,1 0 0 0 0,16 6 1 0 0,-26-12-127 0 0,0 0-1 0 0,0 0 1 0 0,1 0 0 0 0,-1-1 0 0 0,0 1 0 0 0,1-1 0 0 0,-1 0 0 0 0,1 0 0 0 0,-1 0 0 0 0,0 0-1 0 0,1 0 1 0 0,-1 0 0 0 0,1-1 0 0 0,-1 1 0 0 0,0-1 0 0 0,1 0 0 0 0,-1 1 0 0 0,0-1 0 0 0,0 0-1 0 0,0 0 1 0 0,4-3 0 0 0,-3 1 50 0 0,0 1 0 0 0,0-1 0 0 0,-1-1-1 0 0,1 1 1 0 0,-1 0 0 0 0,0-1 0 0 0,1 1 0 0 0,-2-1-1 0 0,1 1 1 0 0,0-1 0 0 0,1-7 0 0 0,2-7 118 0 0,-1 0 0 0 0,-1 0 0 0 0,-1-1 0 0 0,0-25 0 0 0,-3-17-576 0 0,0 29-634 0 0,4-39 0 0 0,-1 60-340 0 0,-1-1-1 0 0,2 1 1 0 0,6-21-1 0 0,-4 18-472 0 0,-5 4 1103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6:42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2 192 7370 0 0,'-1'-35'1725'0'0,"1"0"0"0"0,7-50 1 0 0,-4 48 3788 0 0,-3 124-5351 0 0,2 153 643 0 0,2-174-554 0 0,18 103-1 0 0,-19-157-483 0 0,0-1-1 0 0,0 0 1 0 0,1 0-1 0 0,1 0 1 0 0,0 0 0 0 0,0 0-1 0 0,1-1 1 0 0,0 0-1 0 0,1 0 1 0 0,0-1-1 0 0,0 0 1 0 0,1 0 0 0 0,14 11-1 0 0,-12-10-1290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6:43.0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26 126 5529 0 0,'-3'-8'354'0'0,"1"0"-1"0"0,0-1 1 0 0,0 1-1 0 0,1-1 1 0 0,-1-10-1 0 0,2 11 682 0 0,-1 1-1 0 0,0-1 1 0 0,0 0-1 0 0,-1 1 0 0 0,0-1 1 0 0,-4-10-1 0 0,13 36 1255 0 0,9 37 0 0 0,8 23-2386 0 0,-18-65 90 0 0,0 1 0 0 0,1-1 1 0 0,0 0-1 0 0,1-1 0 0 0,14 17 0 0 0,-20-26-6 0 0,1 0 1 0 0,0 1-1 0 0,1-1 0 0 0,-1 0 1 0 0,1 0-1 0 0,-1-1 0 0 0,1 1 1 0 0,0-1-1 0 0,0 1 0 0 0,0-1 1 0 0,0-1-1 0 0,0 1 0 0 0,0 0 1 0 0,0-1-1 0 0,1 0 0 0 0,-1 0 0 0 0,1 0 1 0 0,-1-1-1 0 0,1 0 0 0 0,-1 1 1 0 0,9-2-1 0 0,-10 0 20 0 0,-1 0 0 0 0,1 0 1 0 0,-1 0-1 0 0,0 0 0 0 0,0 0 0 0 0,0 0 0 0 0,0 0 1 0 0,0-1-1 0 0,0 1 0 0 0,0-1 0 0 0,0 0 1 0 0,0 0-1 0 0,-1 1 0 0 0,1-1 0 0 0,-1 0 0 0 0,1 0 1 0 0,-1-1-1 0 0,0 1 0 0 0,0 0 0 0 0,0 0 0 0 0,0-1 1 0 0,0 1-1 0 0,0 0 0 0 0,0-5 0 0 0,3-7 106 0 0,-2-1 0 0 0,2-29 0 0 0,-2 25-227 0 0,-1-1-896 0 0,1 2-3426 0 0,1 1-1581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6:44.0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331 51 5529 0 0,'1'-8'1211'0'0,"-2"-26"4019"0"0,1 33-5148 0 0,0 1 1 0 0,0-1-1 0 0,0 1 0 0 0,-1 0 1 0 0,1-1-1 0 0,0 1 1 0 0,0 0-1 0 0,0-1 0 0 0,0 1 1 0 0,-1 0-1 0 0,1-1 1 0 0,0 1-1 0 0,0 0 1 0 0,0-1-1 0 0,-1 1 0 0 0,1 0 1 0 0,0 0-1 0 0,-1-1 1 0 0,1 1-1 0 0,0 0 1 0 0,0 0-1 0 0,-1 0 0 0 0,1-1 1 0 0,0 1-1 0 0,-1 0 1 0 0,1 0-1 0 0,-1 0 0 0 0,-14 9 1074 0 0,-6 14-653 0 0,0 1-1 0 0,2 1 1 0 0,-25 42 0 0 0,-40 89 408 0 0,66-119-614 0 0,-2 3 367 0 0,2 2 0 0 0,-22 70-1 0 0,33-84-779 0 0,-6 46 0 0 0,11-50-1577 0 0,1 1-1 0 0,2 31 0 0 0,1-48-261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6:44.3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8 3969 0 0,'0'0'91'0'0,"0"0"1"0"0,0 0 0 0 0,0-1-1 0 0,0 1 1 0 0,0 0-1 0 0,0-1 1 0 0,0 1-1 0 0,0 0 1 0 0,0 0-1 0 0,0-1 1 0 0,-1 1 0 0 0,1 0-1 0 0,0 0 1 0 0,0-1-1 0 0,0 1 1 0 0,0 0-1 0 0,0 0 1 0 0,-1-1 0 0 0,1 1 91 0 0,0 0-92 0 0,0 0 1 0 0,-1-1-1 0 0,1 1 1 0 0,0 0 0 0 0,0 0-1 0 0,-1 0 1 0 0,1 0-1 0 0,0-1 1 0 0,0 1-1 0 0,-1 0 1 0 0,1 0-1 0 0,0 0 1 0 0,-1 0 0 0 0,1 0-1 0 0,-1 0 1 0 0,-4 10 2234 0 0,-1 19-520 0 0,6-25-1599 0 0,-1 14 739 0 0,0 0 0 0 0,1-1 0 0 0,1 1 0 0 0,6 30 0 0 0,-7-44-804 0 0,2 0-1 0 0,-1 1 1 0 0,0-1-1 0 0,1 0 1 0 0,0 0 0 0 0,0-1-1 0 0,0 1 1 0 0,0 0 0 0 0,0-1-1 0 0,1 1 1 0 0,0-1-1 0 0,-1 0 1 0 0,1 0 0 0 0,1 0-1 0 0,-1 0 1 0 0,0 0 0 0 0,1-1-1 0 0,-1 1 1 0 0,1-1 0 0 0,0 0-1 0 0,0 0 1 0 0,0 0-1 0 0,0-1 1 0 0,0 0 0 0 0,6 2-1 0 0,-2-1 15 0 0,1-1-1 0 0,0 0 0 0 0,0-1 0 0 0,0 0 1 0 0,-1 0-1 0 0,1-1 0 0 0,0 0 1 0 0,0-1-1 0 0,-1 0 0 0 0,12-3 1 0 0,-7 0-583 0 0,0 0-1 0 0,0-1 1 0 0,14-9 0 0 0,-6 1-6782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6:45.2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94 5985 0 0,'-9'-37'2192'0'0,"8"33"-1561"0"0,1 0 1 0 0,-1-1-1 0 0,1 1 1 0 0,0 0-1 0 0,1-1 0 0 0,-1 1 1 0 0,1 0-1 0 0,0 0 1 0 0,0-1-1 0 0,0 1 1 0 0,8-6 3309 0 0,-9 10-3890 0 0,5 15 871 0 0,-1 16-704 0 0,-6 125 236 0 0,-1-108-794 0 0,2-1 0 0 0,2 1 0 0 0,2-1 0 0 0,15 78 0 0 0,-8-91-529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6:46.0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36 394 7834 0 0,'2'-13'683'0'0,"0"1"0"0"0,1-1 0 0 0,0 0 1 0 0,1 1-1 0 0,0 0 0 0 0,1-1 0 0 0,11-18 1 0 0,1-7-354 0 0,-7 16-238 0 0,-3 7-108 0 0,0-1 0 0 0,0-1 1 0 0,-2 1-1 0 0,0-1 0 0 0,-1 0 0 0 0,0-1 0 0 0,1-28 0 0 0,-5 44 19 0 0,0 0 0 0 0,0 0 0 0 0,0-1 0 0 0,0 1 0 0 0,0 0 0 0 0,-1 0 0 0 0,1 0 0 0 0,-1 0 0 0 0,0 0 0 0 0,1 0-1 0 0,-1 0 1 0 0,0 0 0 0 0,0 1 0 0 0,0-1 0 0 0,-1 0 0 0 0,1 0 0 0 0,0 1 0 0 0,-1-1 0 0 0,1 1 0 0 0,-1-1 0 0 0,1 1 0 0 0,-1 0 0 0 0,0-1 0 0 0,1 1 0 0 0,-1 0 0 0 0,0 0 0 0 0,0 0 0 0 0,0 0 0 0 0,0 1 0 0 0,0-1 0 0 0,0 0 0 0 0,0 1 0 0 0,0-1 0 0 0,0 1 0 0 0,0 0 0 0 0,0 0 0 0 0,0 0-1 0 0,0 0 1 0 0,0 0 0 0 0,-1 0 0 0 0,-2 1 0 0 0,0 0-14 0 0,1 0 0 0 0,0 0-1 0 0,0 1 1 0 0,-1-1-1 0 0,1 1 1 0 0,0 0-1 0 0,0 0 1 0 0,1 0 0 0 0,-1 0-1 0 0,0 1 1 0 0,1 0-1 0 0,0-1 1 0 0,-1 1-1 0 0,1 0 1 0 0,0 1 0 0 0,0-1-1 0 0,1 1 1 0 0,-1-1-1 0 0,-3 8 1 0 0,4-6-7 0 0,0-1 0 0 0,1 1-1 0 0,-1 0 1 0 0,1 0 0 0 0,0 0 0 0 0,1 0 0 0 0,-1 0 0 0 0,1 0-1 0 0,0 0 1 0 0,0 0 0 0 0,0 0 0 0 0,1 0 0 0 0,0 0 0 0 0,0 0-1 0 0,0 0 1 0 0,0-1 0 0 0,1 1 0 0 0,3 6 0 0 0,-2-5-57 0 0,1 0-1 0 0,0-1 1 0 0,0 0 0 0 0,0 0 0 0 0,1 0 0 0 0,-1 0-1 0 0,1-1 1 0 0,0 1 0 0 0,1-1 0 0 0,-1 0 0 0 0,1-1 0 0 0,10 6-1 0 0,-7-6-71 0 0,-1 1-1 0 0,0-1 0 0 0,1-1 0 0 0,0 0 1 0 0,0 0-1 0 0,-1 0 0 0 0,1-1 0 0 0,0-1 1 0 0,15 0-1 0 0,-18 0 16 0 0,0-1 0 0 0,1 0 0 0 0,-1 0 0 0 0,0-1 0 0 0,0 1 1 0 0,1-1-1 0 0,-2-1 0 0 0,1 1 0 0 0,0-1 0 0 0,0 0 0 0 0,-1-1 0 0 0,0 1 0 0 0,10-9 1 0 0,-8 5 159 0 0,-1-1 0 0 0,1-1 0 0 0,-1 1 0 0 0,-1-1 0 0 0,0 0 0 0 0,0 0 0 0 0,-1-1 1 0 0,4-10-1 0 0,10-20 2155 0 0,-18 40-2119 0 0,0 0 1 0 0,0 0-1 0 0,0 0 1 0 0,0-1-1 0 0,0 1 1 0 0,0 0-1 0 0,0 0 0 0 0,0 0 1 0 0,0 0-1 0 0,1-1 194 0 0,-1 1-194 0 0,0 0 1 0 0,0 0-1 0 0,1-1 1 0 0,-1 1-1 0 0,0 0 0 0 0,0 0 1 0 0,0 0-1 0 0,1 0 1 0 0,-1 0-1 0 0,0 0 1 0 0,0 0-1 0 0,0 0 0 0 0,1 0 1 0 0,-1 0-1 0 0,0 0 1 0 0,0 0-1 0 0,0 0 0 0 0,1 0 1 0 0,-1 0-1 0 0,0 0 1 0 0,0 0-1 0 0,0 0 1 0 0,1 0-1 0 0,-1 0 0 0 0,0 0 1 0 0,0 0-1 0 0,0 0 1 0 0,1 0-1 0 0,-1 1 0 0 0,9 9 775 0 0,4 16-829 0 0,-13-25 101 0 0,10 24-122 0 0,-7-15-75 0 0,1-1 0 0 0,0 1 0 0 0,0-1 0 0 0,1 0 0 0 0,0-1 0 0 0,11 15 0 0 0,-15-23 76 0 0,-1 0 1 0 0,1 0-1 0 0,0 0 1 0 0,-1 0-1 0 0,1 0 1 0 0,-1-1-1 0 0,1 1 0 0 0,0 0 1 0 0,-1 0-1 0 0,1-1 1 0 0,-1 1-1 0 0,1 0 1 0 0,-1-1-1 0 0,1 1 1 0 0,-1-1-1 0 0,1 1 1 0 0,-1-1-1 0 0,1 1 0 0 0,-1-1 1 0 0,1 1-1 0 0,-1-1 1 0 0,0 1-1 0 0,1-1 1 0 0,-1 1-1 0 0,0-1 1 0 0,0 0-1 0 0,1 1 1 0 0,-1-1-1 0 0,0 1 0 0 0,0-2 1 0 0,11-21-191 0 0,7-37 555 0 0,-14 44 31 0 0,0 0 1 0 0,1 1 0 0 0,15-30-1 0 0,-20 44-356 0 0,0 0-1 0 0,1 0 0 0 0,-1 0 0 0 0,1 0 0 0 0,-1 0 1 0 0,1 1-1 0 0,-1-1 0 0 0,1 0 0 0 0,-1 0 0 0 0,1 1 1 0 0,0-1-1 0 0,-1 0 0 0 0,1 1 0 0 0,0-1 1 0 0,0 1-1 0 0,0-1 0 0 0,-1 1 0 0 0,1-1 0 0 0,0 1 1 0 0,0 0-1 0 0,0-1 0 0 0,0 1 0 0 0,0 0 0 0 0,0-1 1 0 0,1 1-1 0 0,-1 1-6 0 0,0-1-1 0 0,0 1 1 0 0,0-1-1 0 0,0 1 1 0 0,0 0 0 0 0,0-1-1 0 0,0 1 1 0 0,0 0 0 0 0,0 0-1 0 0,-1 0 1 0 0,1-1 0 0 0,0 1-1 0 0,-1 0 1 0 0,1 0 0 0 0,0 0-1 0 0,-1 0 1 0 0,1 2 0 0 0,4 9 41 0 0,-2-1 1 0 0,6 24-1 0 0,-8-29-66 0 0,8 27-800 0 0,-1-12-3984 0 0,-2-8-235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6:46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15 1376 0 0,'0'-1'172'0'0,"0"0"-1"0"0,0 1 0 0 0,0-1 1 0 0,-1 0-1 0 0,1 1 0 0 0,0-1 1 0 0,0 0-1 0 0,-1 1 0 0 0,1-1 1 0 0,-1 0-1 0 0,1 1 0 0 0,0-1 1 0 0,-1 1-1 0 0,1-1 0 0 0,-1 1 1 0 0,0-1-1 0 0,1 1 0 0 0,-1-1 1 0 0,1 1-1 0 0,-1 0 0 0 0,0-1 1 0 0,1 1-1 0 0,-1 0 0 0 0,0-1 1 0 0,1 1-1 0 0,-1 0 0 0 0,0 0 1 0 0,1 0-1 0 0,-1 0 0 0 0,0 0 1 0 0,-1 0-1 0 0,0 0 126 0 0,0 1 1 0 0,0-1-1 0 0,0 1 0 0 0,0 0 1 0 0,0 0-1 0 0,0 0 0 0 0,0 0 1 0 0,1 0-1 0 0,-1 0 0 0 0,-3 3 1 0 0,-2 3 330 0 0,0 0 0 0 0,0 0-1 0 0,-10 15 1 0 0,8-9-269 0 0,1 1-1 0 0,0 1 0 0 0,-8 21 1 0 0,14-32-337 0 0,1 0 0 0 0,0 0 0 0 0,0 0 0 0 0,1 0 0 0 0,-1 0 0 0 0,1 0 0 0 0,0 0 0 0 0,0 8 0 0 0,0-10-72 0 0,1 0-1 0 0,-1-1 0 0 0,1 1 1 0 0,-1 0-1 0 0,1-1 0 0 0,0 1 1 0 0,-1-1-1 0 0,1 1 0 0 0,0-1 1 0 0,0 1-1 0 0,0-1 0 0 0,0 0 1 0 0,1 1-1 0 0,-1-1 0 0 0,0 0 1 0 0,0 0-1 0 0,1 0 0 0 0,-1 0 1 0 0,1 0-1 0 0,-1 0 0 0 0,3 1 1 0 0,-1-1-138 0 0,-1 0 0 0 0,1-1 0 0 0,-1 1 0 0 0,1-1 0 0 0,-1 1 0 0 0,1-1 0 0 0,-1 0 0 0 0,1 0 0 0 0,-1 0 0 0 0,1 0 0 0 0,-1-1 0 0 0,1 1 0 0 0,-1-1 0 0 0,1 1 0 0 0,-1-1 0 0 0,1 0 0 0 0,-1 0 0 0 0,0 0 0 0 0,1 0 0 0 0,-1 0 0 0 0,0-1 0 0 0,0 1 0 0 0,0-1 0 0 0,0 1 0 0 0,0-1 0 0 0,0 0 0 0 0,0 0 0 0 0,-1 0 0 0 0,3-2 0 0 0,5-9 251 0 0,0 0 1 0 0,0 0 0 0 0,11-23-1 0 0,-11 18 611 0 0,-8 15-422 0 0,1 0 0 0 0,0 0 0 0 0,0 1 0 0 0,0-1 0 0 0,0 0 1 0 0,1 1-1 0 0,-1-1 0 0 0,1 1 0 0 0,-1 0 0 0 0,4-3 0 0 0,-6 5-175 0 0,1 0 0 0 0,-1 0 0 0 0,1-1 0 0 0,-1 1 1 0 0,1 0-1 0 0,0 0 0 0 0,-1 0 0 0 0,1 0 0 0 0,-1 0 0 0 0,1 0 0 0 0,-1 0 1 0 0,1 0-1 0 0,-1 0 0 0 0,1 0 0 0 0,0 0 0 0 0,-1 0 0 0 0,1 0 0 0 0,-1 0 1 0 0,1 0-1 0 0,-1 0 0 0 0,1 1 0 0 0,-1-1 0 0 0,1 0 0 0 0,-1 0 0 0 0,1 1 0 0 0,0 0 23 0 0,0 0-1 0 0,0 1 0 0 0,0-1 1 0 0,0 0-1 0 0,0 0 0 0 0,0 1 0 0 0,-1-1 1 0 0,1 1-1 0 0,0-1 0 0 0,-1 1 0 0 0,1-1 1 0 0,-1 1-1 0 0,1 2 0 0 0,1 9 209 0 0,0 1 1 0 0,-1 0-1 0 0,0 0 0 0 0,-2 0 1 0 0,-2 23-1 0 0,-17 74-188 0 0,5-38-35 0 0,12-55-434 0 0,-5 41 821 0 0,12-23-6184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6:47.1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5529 0 0,'29'1'6240'0'0,"-26"-1"-5803"0"0,-1 0 0 0 0,1 1-1 0 0,-1 0 1 0 0,0-1 0 0 0,1 1 0 0 0,-1 0-1 0 0,0 0 1 0 0,0 0 0 0 0,0 0 0 0 0,0 0-1 0 0,0 1 1 0 0,0-1 0 0 0,0 1-1 0 0,0-1 1 0 0,0 1 0 0 0,1 2 0 0 0,-1-2-203 0 0,-1 1 1 0 0,0-1-1 0 0,1 1 1 0 0,-1 0-1 0 0,0-1 1 0 0,0 1-1 0 0,0 0 0 0 0,-1 0 1 0 0,1-1-1 0 0,-1 1 1 0 0,1 5-1 0 0,-2 7-309 0 0,0-1 1 0 0,-1 1-1 0 0,0-1 0 0 0,-7 22 0 0 0,0 2 695 0 0,8-33-598 0 0,0-2-13 0 0,0 0 1 0 0,1-1-1 0 0,-1 1 0 0 0,1 0 1 0 0,0 0-1 0 0,-1-1 1 0 0,1 1-1 0 0,1 0 0 0 0,-1 0 1 0 0,0-1-1 0 0,1 1 0 0 0,1 5 1 0 0,-2-8-9 0 0,0 0-1 0 0,1 0 1 0 0,-1 0 0 0 0,1 0 0 0 0,-1 0 0 0 0,1 0 0 0 0,-1 0-1 0 0,1 0 1 0 0,-1-1 0 0 0,1 1 0 0 0,-1 0 0 0 0,0 0-1 0 0,1 0 1 0 0,-1 0 0 0 0,1-1 0 0 0,-1 1 0 0 0,0 0 0 0 0,1 0-1 0 0,-1-1 1 0 0,1 1 0 0 0,-1 0 0 0 0,0-1 0 0 0,1 1-1 0 0,-1 0 1 0 0,0-1 0 0 0,0 1 0 0 0,1 0 0 0 0,-1-1 0 0 0,0 1-1 0 0,0-1 1 0 0,0 1 0 0 0,1-1 0 0 0,-1 1 0 0 0,0 0-1 0 0,0-1 1 0 0,0 1 0 0 0,0-1 0 0 0,0 0 0 0 0,8-18 31 0 0,0 35-68 0 0,1 17 0 0 0,-12 70-1438 0 0,0-75 63 0 0,2-1-1 0 0,4 43 1 0 0,-2-60 1093 0 0,1 0 0 0 0,0-1 0 0 0,0 0 1 0 0,1 1-1 0 0,1-1 0 0 0,-1 0 0 0 0,1 0 0 0 0,1-1 0 0 0,0 1 0 0 0,0-1 1 0 0,7 9-1 0 0,0-4-4563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6:47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0 232 3225 0 0,'28'-17'1796'0'0,"46"-20"1"0"0,-21 12-201 0 0,-11 5-712 0 0,-30 16-733 0 0,-1-1 1 0 0,0 0-1 0 0,0-1 1 0 0,0 0-1 0 0,-1 0 1 0 0,0-1-1 0 0,0-1 0 0 0,14-14 1 0 0,-11-11-24 0 0,-12 32-142 0 0,-1 0-1 0 0,1 0 1 0 0,-1 0 0 0 0,0 0 0 0 0,1 0 0 0 0,-1 0 0 0 0,0 0 0 0 0,0 0 0 0 0,0 0 0 0 0,0 0 0 0 0,0 0 0 0 0,0-1 0 0 0,0 1 0 0 0,0 0 0 0 0,0 0 0 0 0,0 0 0 0 0,-1 0 0 0 0,1 0 0 0 0,0 0 0 0 0,-1 0 0 0 0,1 0 0 0 0,-1 0 0 0 0,1 0 0 0 0,-1 0 0 0 0,0 0 0 0 0,1 0 0 0 0,-1 0 0 0 0,-1 0 0 0 0,1 1 27 0 0,0 0 0 0 0,1 0 0 0 0,-1 0 0 0 0,0 1 0 0 0,0-1 0 0 0,1 0-1 0 0,-1 1 1 0 0,0-1 0 0 0,0 1 0 0 0,1-1 0 0 0,-1 1 0 0 0,1-1 0 0 0,-1 1 0 0 0,0-1 0 0 0,1 1-1 0 0,-1 0 1 0 0,1-1 0 0 0,-1 1 0 0 0,1 0 0 0 0,0-1 0 0 0,-1 1 0 0 0,1 0 0 0 0,0 0 0 0 0,-1 0-1 0 0,1 1 1 0 0,-10 24 699 0 0,9-25-643 0 0,-3 15 89 0 0,0-1 0 0 0,1 1 0 0 0,0 0 0 0 0,1 0 0 0 0,1-1-1 0 0,1 1 1 0 0,0 0 0 0 0,1 0 0 0 0,4 23 0 0 0,-3-31-108 0 0,0 1 1 0 0,1-1 0 0 0,-1-1 0 0 0,2 1 0 0 0,-1 0-1 0 0,1-1 1 0 0,0 0 0 0 0,9 13 0 0 0,-9-16 50 0 0,0 0 1 0 0,0 0-1 0 0,0 0 0 0 0,0 0 1 0 0,1-1-1 0 0,-1 0 1 0 0,1 1-1 0 0,0-2 1 0 0,0 1-1 0 0,0-1 1 0 0,1 0-1 0 0,-1 0 0 0 0,11 3 1 0 0,-13-5-6 0 0,-1 1 1 0 0,1-1 0 0 0,-1 1-1 0 0,1-1 1 0 0,-1 0 0 0 0,1 0-1 0 0,-1 0 1 0 0,1-1 0 0 0,-1 1-1 0 0,1-1 1 0 0,-1 1-1 0 0,1-1 1 0 0,-1 0 0 0 0,0 0-1 0 0,1 0 1 0 0,-1 0 0 0 0,0 0-1 0 0,0 0 1 0 0,0-1-1 0 0,1 1 1 0 0,-2-1 0 0 0,1 1-1 0 0,0-1 1 0 0,0 0 0 0 0,1-2-1 0 0,3-4 125 0 0,0-1 0 0 0,-1 0 0 0 0,-1 0 0 0 0,1-1 0 0 0,2-9 0 0 0,-4 11-146 0 0,0 0 1 0 0,0 0-1 0 0,1 1 0 0 0,0 0 0 0 0,0 0 1 0 0,8-11-1 0 0,-11 18-53 0 0,-1 0 0 0 0,0 0 1 0 0,1 0-1 0 0,-1 0 0 0 0,0 0 0 0 0,1 0 1 0 0,-1-1-1 0 0,0 1 0 0 0,1 0 0 0 0,-1 0 1 0 0,1 1-1 0 0,-1-1 0 0 0,0 0 0 0 0,1 0 1 0 0,-1 0-1 0 0,0 0 0 0 0,1 0 0 0 0,-1 0 1 0 0,0 0-1 0 0,1 0 0 0 0,-1 1 0 0 0,0-1 1 0 0,1 0-1 0 0,-1 0 0 0 0,0 1 0 0 0,0-1 1 0 0,1 0-1 0 0,-1 0 0 0 0,0 1 0 0 0,0-1 1 0 0,1 0-1 0 0,-1 0 0 0 0,0 1 0 0 0,0-1 1 0 0,0 0-1 0 0,0 1 0 0 0,0-1 0 0 0,1 0 1 0 0,-1 1-1 0 0,0-1 0 0 0,0 1 1 0 0,0-1-1 0 0,0 0 0 0 0,0 1 0 0 0,0-1 1 0 0,0 0-1 0 0,0 1 0 0 0,0 0 0 0 0,7 29 690 0 0,-4-18-420 0 0,2 2-224 0 0,0-1 1 0 0,1 0 0 0 0,0 0-1 0 0,1 0 1 0 0,1-1 0 0 0,0 0-1 0 0,16 19 1 0 0,26 16-1859 0 0,8-5-4456 0 0,-30-24 234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6:51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2 4609 0 0,'0'0'9'0'0,"0"0"1"0"0,0 0-1 0 0,0 0 1 0 0,0 0-1 0 0,0 0 1 0 0,0 0-1 0 0,0 0 1 0 0,0 0-1 0 0,0-1 1 0 0,0 1-1 0 0,0 0 1 0 0,0 0-1 0 0,0 0 1 0 0,0 0-1 0 0,-1 0 1 0 0,1 0-1 0 0,0 0 1 0 0,0 0-1 0 0,0 0 1 0 0,0 0-1 0 0,0 0 1 0 0,0 0-1 0 0,0 0 1 0 0,0-1-1 0 0,0 1 1 0 0,0 0-1 0 0,-1 0 1 0 0,1 0-1 0 0,0 0 1 0 0,0 0-1 0 0,0 0 1 0 0,0 0-1 0 0,0 0 1 0 0,0 0-1 0 0,0 0 1 0 0,0 0-1 0 0,0 0 1 0 0,-1 0-1 0 0,1 0 1 0 0,0 0-1 0 0,0 0 1 0 0,0 0-1 0 0,0 0 1 0 0,0 0-1 0 0,0 0 1 0 0,0 1-1 0 0,0-1 0 0 0,0 0 1 0 0,-1 0-1 0 0,1 0 1 0 0,0 0-1 0 0,0 0 1 0 0,0 0-1 0 0,0 0 1 0 0,0 0-1 0 0,0 0 1 0 0,0 0-1 0 0,0 0 1 0 0,0 0-1 0 0,0 1 1 0 0,-10 7 710 0 0,-8 12 363 0 0,0 8-359 0 0,2 0 1 0 0,1 1-1 0 0,1 1 0 0 0,1 0 1 0 0,-13 50-1 0 0,25-77-646 0 0,0 1 0 0 0,0-1 1 0 0,1 0-1 0 0,-1 1 0 0 0,1-1 0 0 0,0 0 0 0 0,0 1 1 0 0,0-1-1 0 0,0 0 0 0 0,0 1 0 0 0,1-1 0 0 0,0 0 1 0 0,-1 1-1 0 0,1-1 0 0 0,1 0 0 0 0,-1 0 0 0 0,0 0 1 0 0,1 0-1 0 0,2 4 0 0 0,-2-5-71 0 0,0 1 1 0 0,1-1-1 0 0,-1 0 0 0 0,1 0 1 0 0,0 0-1 0 0,0-1 1 0 0,-1 1-1 0 0,1-1 0 0 0,0 1 1 0 0,0-1-1 0 0,1 0 1 0 0,-1 0-1 0 0,0 0 0 0 0,0-1 1 0 0,0 1-1 0 0,1-1 1 0 0,-1 0-1 0 0,0 0 0 0 0,0 0 1 0 0,4 0-1 0 0,3-1-128 0 0,0-1 0 0 0,0 0 1 0 0,-1 0-1 0 0,1-1 0 0 0,-1 0 0 0 0,1-1 0 0 0,-1 0 0 0 0,0 0 0 0 0,0-1 1 0 0,-1-1-1 0 0,0 1 0 0 0,0-1 0 0 0,0 0 0 0 0,0-1 0 0 0,10-12 0 0 0,-23 30 413 0 0,1-1-1 0 0,0 2 1 0 0,0-1-1 0 0,1 0 0 0 0,0 1 1 0 0,1 0-1 0 0,1-1 1 0 0,0 1-1 0 0,0 0 0 0 0,1 0 1 0 0,2 14-1 0 0,-2-23-327 0 0,1 1 0 0 0,-1-1 1 0 0,1 0-1 0 0,0 1 0 0 0,0-1 0 0 0,0 0 0 0 0,0 1 0 0 0,1-1 1 0 0,0 0-1 0 0,-1 0 0 0 0,1 0 0 0 0,0 0 0 0 0,0-1 0 0 0,1 1 1 0 0,-1 0-1 0 0,1-1 0 0 0,-1 0 0 0 0,1 1 0 0 0,0-1 0 0 0,-1 0 1 0 0,1 0-1 0 0,0-1 0 0 0,1 1 0 0 0,-1-1 0 0 0,0 1 0 0 0,0-1 1 0 0,1 0-1 0 0,-1 0 0 0 0,0 0 0 0 0,6 0 0 0 0,5 0-4878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6:51.7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 5065 0 0,'-4'8'4514'0'0,"24"-7"-2935"0"0,1 2-860 0 0,-2 0-1 0 0,1 2 0 0 0,0 1 0 0 0,-1 0 0 0 0,0 1 0 0 0,0 1 0 0 0,30 18 1 0 0,24 9 134 0 0,-19-14-1430 0 0,-18-10-3354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6:52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11 195 6449 0 0,'-1'5'336'0'0,"0"1"0"0"0,0-1 0 0 0,0 1 0 0 0,1-1 0 0 0,0 1 0 0 0,0-1 0 0 0,2 11 0 0 0,-1 6 386 0 0,-6 155 3727 0 0,1-43-8048 0 0,4-110-1005 0 0</inkml:trace>
  <inkml:trace contextRef="#ctx0" brushRef="#br0" timeOffset="1">69 8 8754 0 0,'0'0'73'0'0,"0"0"-1"0"0,-1-1 1 0 0,1 1 0 0 0,0 0 0 0 0,0 0 0 0 0,0-1-1 0 0,0 1 1 0 0,0 0 0 0 0,0 0 0 0 0,0-1 0 0 0,0 1-1 0 0,1 0 1 0 0,-1 0 0 0 0,0-1 0 0 0,0 1 0 0 0,0 0-1 0 0,0 0 1 0 0,0-1 0 0 0,0 1 0 0 0,0 0 0 0 0,1 0-1 0 0,-1 0 1 0 0,0-1 0 0 0,0 1 0 0 0,0 0 0 0 0,0 0-1 0 0,1 0 1 0 0,-1 0 0 0 0,0-1 0 0 0,0 1 0 0 0,0 0-1 0 0,1 0 1 0 0,-1 0 0 0 0,0 0 0 0 0,0 0-1 0 0,1 0 1 0 0,-1 0 0 0 0,0 0 0 0 0,0 0 0 0 0,1 0-1 0 0,-1 0 1 0 0,0 0 0 0 0,1 0 0 0 0,13 7 2226 0 0,11 15 265 0 0,136 183 546 0 0,-140-175-3539 0 0,-12-18-602 0 0,0 1 0 0 0,1-2-1 0 0,1 1 1 0 0,-1-1-1 0 0,2-1 1 0 0,20 16-1 0 0,-21-20-3623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6:52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1 117 6913 0 0,'0'-3'305'0'0,"1"1"63"0"0,2-2-296 0 0,-1 1-72 0 0,2 1 0 0 0,-1-1 0 0 0,1-1 0 0 0,2-1 64 0 0,3-4-64 0 0,5-2 64 0 0,4-3-64 0 0,4 0 0 0 0,-1 3 72 0 0,0 1-72 0 0,-3 3 0 0 0,-3 1 0 0 0</inkml:trace>
  <inkml:trace contextRef="#ctx0" brushRef="#br0" timeOffset="1">405 1 8290 0 0,'-1'3'368'0'0,"0"-1"80"0"0,-2 0-360 0 0,2-1-88 0 0,0 2 0 0 0,-1-2 0 0 0,2 1 328 0 0,-1 0 56 0 0,-2 1 0 0 0,1 1 8 0 0,1-1-744 0 0,1 0-160 0 0,1-2-24 0 0,4-1-8 0 0,1-2 416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6:52.8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0 5065 0 0,'-2'1'173'0'0,"1"-1"0"0"0,-1 1 0 0 0,0 0 0 0 0,1 0-1 0 0,-1 0 1 0 0,1-1 0 0 0,-1 1 0 0 0,1 1 0 0 0,0-1 0 0 0,-1 0 0 0 0,1 0 0 0 0,0 0-1 0 0,0 1 1 0 0,0-1 0 0 0,0 0 0 0 0,0 1 0 0 0,-1 2 0 0 0,-17 30 1854 0 0,17-29-1629 0 0,-5 9-45 0 0,1 0-1 0 0,0 0 0 0 0,1 0 0 0 0,1 1 1 0 0,1 0-1 0 0,0 0 0 0 0,0 0 1 0 0,1 19-1 0 0,1-29-353 0 0,1 0-1 0 0,0 0 1 0 0,1 0-1 0 0,-1 0 1 0 0,1 0-1 0 0,0 0 1 0 0,0 0-1 0 0,1-1 1 0 0,-1 1-1 0 0,1 0 1 0 0,0-1 0 0 0,0 1-1 0 0,1-1 1 0 0,-1 0-1 0 0,1 0 1 0 0,0 0-1 0 0,0 0 1 0 0,1 0-1 0 0,-1 0 1 0 0,1-1 0 0 0,0 0-1 0 0,-1 0 1 0 0,2 0-1 0 0,-1 0 1 0 0,0 0-1 0 0,0-1 1 0 0,1 0-1 0 0,6 3 1 0 0,-3-3-48 0 0,0 0 0 0 0,0 0 0 0 0,0 0-1 0 0,0-1 1 0 0,0 0 0 0 0,0-1 0 0 0,1 0 0 0 0,-1 0 0 0 0,0-1 0 0 0,0 0-1 0 0,0 0 1 0 0,0-1 0 0 0,0 0 0 0 0,0 0 0 0 0,9-5 0 0 0,-13 5-102 0 0,0 0 0 0 0,0 0 0 0 0,0-1 0 0 0,0 1 0 0 0,-1-1 0 0 0,1 0 0 0 0,-1 0 0 0 0,0 0 0 0 0,0-1 0 0 0,0 1 0 0 0,0-1 0 0 0,0 1 0 0 0,-1-1 0 0 0,0 0 0 0 0,0 0 0 0 0,0 0 0 0 0,0-1 0 0 0,0 1 0 0 0,-1 0 0 0 0,0 0 0 0 0,0-1 0 0 0,0 1 0 0 0,-1-1 0 0 0,1 1 0 0 0,-1-1 0 0 0,0 1 0 0 0,0-1 0 0 0,-2-7 0 0 0,1 6 41 0 0,0-1 1 0 0,0 1-1 0 0,0 0 1 0 0,-1 0-1 0 0,0 0 1 0 0,-1 0-1 0 0,-5-11 1 0 0,2 10-43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6:53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7 4145 0 0,'-1'-1'123'0'0,"0"0"0"0"0,1 1 0 0 0,-1-1-1 0 0,0 1 1 0 0,0-1 0 0 0,1 1 0 0 0,-1-1 0 0 0,0 1 0 0 0,0 0 0 0 0,1-1 0 0 0,-1 1-1 0 0,0 0 1 0 0,0 0 0 0 0,0 0 0 0 0,0-1 0 0 0,0 1 0 0 0,1 0 0 0 0,-1 0 0 0 0,0 0-1 0 0,0 0 1 0 0,0 1 0 0 0,-1-1 0 0 0,-8 16 2284 0 0,6-8-2487 0 0,-2 5 338 0 0,0 1-1 0 0,1 0 1 0 0,0 0-1 0 0,1 1 1 0 0,1-1-1 0 0,0 1 1 0 0,-1 17-1 0 0,4-28-229 0 0,0 0-1 0 0,0 0 0 0 0,0 0 1 0 0,0 0-1 0 0,1 0 1 0 0,-1 0-1 0 0,1-1 0 0 0,0 1 1 0 0,0 0-1 0 0,1 0 1 0 0,-1 0-1 0 0,1-1 0 0 0,0 1 1 0 0,0-1-1 0 0,0 0 0 0 0,0 1 1 0 0,1-1-1 0 0,-1 0 1 0 0,1 0-1 0 0,0 0 0 0 0,0-1 1 0 0,0 1-1 0 0,0-1 1 0 0,0 0-1 0 0,0 1 0 0 0,1-1 1 0 0,-1-1-1 0 0,1 1 0 0 0,0 0 1 0 0,-1-1-1 0 0,6 2 1 0 0,-6-2-47 0 0,0 0 0 0 0,0-1 0 0 0,0 1 0 0 0,0 0 0 0 0,0-1 0 0 0,0 1 0 0 0,0-1 1 0 0,0 0-1 0 0,0 0 0 0 0,0-1 0 0 0,0 1 0 0 0,0 0 0 0 0,0-1 0 0 0,0 0 0 0 0,0 0 1 0 0,0 0-1 0 0,0 0 0 0 0,0 0 0 0 0,0 0 0 0 0,-1-1 0 0 0,1 1 0 0 0,-1-1 0 0 0,1 0 1 0 0,-1 0-1 0 0,0 0 0 0 0,1 0 0 0 0,-1 0 0 0 0,0 0 0 0 0,0-1 0 0 0,-1 1 0 0 0,1-1 1 0 0,0 1-1 0 0,-1-1 0 0 0,1 0 0 0 0,-1 0 0 0 0,0 0 0 0 0,0 1 0 0 0,0-5 0 0 0,2-1-81 0 0,-1-1 0 0 0,0 0-1 0 0,-1 0 1 0 0,0 0 0 0 0,0 0-1 0 0,-1 0 1 0 0,0 0 0 0 0,-2-14-1 0 0,1 16-99 0 0,0 0 0 0 0,-1 1-1 0 0,1-1 1 0 0,-1 0 0 0 0,-1 0-1 0 0,1 1 1 0 0,-1-1 0 0 0,0 1-1 0 0,-1 0 1 0 0,0 0-1 0 0,-6-8 1 0 0,1 5-581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6:53.8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2 264 3225 0 0,'5'-6'333'0'0,"0"0"0"0"0,0 0 0 0 0,-1 0 1 0 0,0 0-1 0 0,-1-1 0 0 0,1 1 0 0 0,-1-1 1 0 0,0 0-1 0 0,-1 0 0 0 0,0 0 0 0 0,0 0 1 0 0,0-1-1 0 0,-1 1 0 0 0,0-1 0 0 0,-1 1 0 0 0,0-11 1 0 0,-1-1 89 0 0,-1 0-1 0 0,0 0 1 0 0,-2 0 0 0 0,0 0 0 0 0,-8-21-1 0 0,12 40-395 0 0,0 0 0 0 0,0 0 0 0 0,0 0 0 0 0,0 0-1 0 0,0 0 1 0 0,0 0 0 0 0,0-1 0 0 0,0 1-1 0 0,0 0 1 0 0,0 0 0 0 0,0 0 0 0 0,0 0 0 0 0,0 0-1 0 0,0 0 1 0 0,0-1 0 0 0,0 1 0 0 0,0 0-1 0 0,-1 0 1 0 0,1 0 0 0 0,0 0 0 0 0,0 0 0 0 0,0 0-1 0 0,0 0 1 0 0,0 0 0 0 0,0 0 0 0 0,0-1-1 0 0,0 1 1 0 0,-1 0 0 0 0,1 0 0 0 0,0 0 0 0 0,0 0-1 0 0,0 0 1 0 0,0 0 0 0 0,0 0 0 0 0,0 0-1 0 0,-1 0 1 0 0,1 0 0 0 0,0 0 0 0 0,0 0 0 0 0,0 0-1 0 0,0 0 1 0 0,0 0 0 0 0,0 0 0 0 0,-1 0 0 0 0,1 0-1 0 0,0 0 1 0 0,0 0 0 0 0,0 0 0 0 0,0 0-1 0 0,0 0 1 0 0,0 1 0 0 0,0-1 0 0 0,-1 0 0 0 0,1 0-1 0 0,0 0 1 0 0,0 0 0 0 0,0 0 0 0 0,0 0-1 0 0,0 0 1 0 0,0 0 0 0 0,0 0 0 0 0,0 1 0 0 0,0-1-1 0 0,0 0 1 0 0,0 0 0 0 0,-1 0 0 0 0,-6 15 866 0 0,-2 20-133 0 0,9-28-661 0 0,0 0 1 0 0,0 1-1 0 0,1-1 0 0 0,0 0 1 0 0,0 0-1 0 0,1 0 1 0 0,-1 0-1 0 0,2 0 0 0 0,-1 0 1 0 0,1 0-1 0 0,0 0 0 0 0,0-1 1 0 0,1 0-1 0 0,0 0 1 0 0,5 7-1 0 0,1-1-489 0 0,0 0-1 0 0,1-1 1 0 0,1 0-1 0 0,0 0 1 0 0,25 16 0 0 0,-20-17-4762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6:54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 5529 0 0,'-4'1'331'0'0,"0"-1"0"0"0,0 1 0 0 0,0 1 0 0 0,0-1 0 0 0,1 1 0 0 0,-1-1 0 0 0,0 1-1 0 0,1 0 1 0 0,-1 1 0 0 0,1-1 0 0 0,-1 0 0 0 0,1 1 0 0 0,-5 5 0 0 0,6-7-146 0 0,1 1 1 0 0,-1-1 0 0 0,0 1-1 0 0,1 0 1 0 0,-1 0-1 0 0,1-1 1 0 0,0 1 0 0 0,-1 0-1 0 0,1 0 1 0 0,0 0-1 0 0,0 0 1 0 0,0 0 0 0 0,1 1-1 0 0,-1-1 1 0 0,0 0-1 0 0,1 0 1 0 0,0 1-1 0 0,-1-1 1 0 0,1 0 0 0 0,0 0-1 0 0,0 1 1 0 0,0-1-1 0 0,0 0 1 0 0,1 1 0 0 0,0 3-1 0 0,54 93 985 0 0,-29-54-339 0 0,26 59 1 0 0,-1 39-3789 0 0,-43-113-2496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6:54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1 664 4609 0 0,'0'-7'201'0'0,"0"-1"0"0"0,0 0 0 0 0,0 0 0 0 0,1 0 0 0 0,0 0 0 0 0,1 0 0 0 0,0 1 0 0 0,0-1-1 0 0,0 0 1 0 0,1 1 0 0 0,0 0 0 0 0,1 0 0 0 0,-1 0 0 0 0,1 0 0 0 0,1 0 0 0 0,-1 1 0 0 0,10-10 0 0 0,10-12-672 0 0,2 2 1 0 0,41-33-1 0 0,-62 55 196 0 0,22-18 251 0 0,-11 10-1 0 0,-1 0-1 0 0,18-21 1 0 0,-10 6-29 0 0</inkml:trace>
  <inkml:trace contextRef="#ctx0" brushRef="#br0" timeOffset="1">417 0 1840 0 0,'-10'6'697'0'0,"1"-1"0"0"0,-1 2 0 0 0,1-1 0 0 0,0 1 0 0 0,1 0-1 0 0,-1 1 1 0 0,1 0 0 0 0,1 1 0 0 0,0-1 0 0 0,0 1 0 0 0,1 1-1 0 0,0-1 1 0 0,0 1 0 0 0,1 0 0 0 0,0 0 0 0 0,1 1 0 0 0,-6 20 0 0 0,8-20-565 0 0,0-1 0 0 0,1 1 0 0 0,0 0 0 0 0,0 0 0 0 0,1-1 0 0 0,0 1 0 0 0,1 0 0 0 0,1-1 0 0 0,-1 1 0 0 0,2 0 0 0 0,-1-1 0 0 0,1 0 0 0 0,1 0 0 0 0,0 0 0 0 0,1 0 0 0 0,-1 0 0 0 0,2-1 0 0 0,11 16 0 0 0,16 11-1029 0 0,-9-13-3882 0 0,-11-12-60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6:54.9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1 135 3681 0 0,'0'-1'230'0'0,"1"0"0"0"0,-1-1 1 0 0,1 1-1 0 0,-1 0 0 0 0,1 0 1 0 0,-1 0-1 0 0,1 0 1 0 0,0 0-1 0 0,0 0 0 0 0,-1 0 1 0 0,1 0-1 0 0,0 0 0 0 0,0 1 1 0 0,0-1-1 0 0,0 0 0 0 0,0 0 1 0 0,0 1-1 0 0,2-2 0 0 0,28-13 1283 0 0,-18 9-734 0 0,101-46-1627 0 0,-95 43 901 0 0</inkml:trace>
  <inkml:trace contextRef="#ctx0" brushRef="#br0" timeOffset="1">342 1 6449 0 0,'-1'2'577'0'0,"0"-1"-465"0"0,1 1-112 0 0,0-1 0 0 0,0 0 384 0 0,0 1 48 0 0,0 0 16 0 0,-1 2 0 0 0,-1 0-280 0 0,1 1-48 0 0,1-1-16 0 0,1-3 0 0 0,9-1-4417 0 0,-6-5 2745 0 0,-4 0 1240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6:55.7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1 3681 0 0,'0'0'284'0'0,"-21"5"3075"0"0,14 0-3130 0 0,0 0 0 0 0,1 1 0 0 0,-1 0 0 0 0,1 0 0 0 0,0 0 0 0 0,1 1 0 0 0,-1-1 0 0 0,1 1 0 0 0,1 1 0 0 0,-1-1 0 0 0,1 1 0 0 0,1-1 0 0 0,-5 14 0 0 0,1-2 313 0 0,1 1 1 0 0,0 1 0 0 0,2-1-1 0 0,-3 32 1 0 0,7-42-531 0 0,0 0-1 0 0,0 0 1 0 0,1 0 0 0 0,0 0-1 0 0,1 0 1 0 0,0 0 0 0 0,1 0 0 0 0,0 0-1 0 0,0-1 1 0 0,1 1 0 0 0,0-1-1 0 0,1 0 1 0 0,0 0 0 0 0,10 13 0 0 0,-6-11-12 0 0,0-1 1 0 0,0 0 0 0 0,1 0 0 0 0,1-1 0 0 0,0 0 0 0 0,0-1 0 0 0,0 0 0 0 0,1-1-1 0 0,0 0 1 0 0,16 6 0 0 0,3-1-362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6:56.1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4145 0 0,'2'10'561'0'0,"-1"0"0"0"0,2 0 0 0 0,-1 0 0 0 0,1 0 0 0 0,8 15-1 0 0,-1 2 276 0 0,-6-17-690 0 0,-1 0 0 0 0,1-1 1 0 0,1 0-1 0 0,0 1 0 0 0,0-2 1 0 0,0 1-1 0 0,1 0 0 0 0,1-1 0 0 0,10 11 1 0 0,-13-16-150 0 0,-1 0 1 0 0,1-1 0 0 0,0 1 0 0 0,0-1-1 0 0,0 1 1 0 0,0-1 0 0 0,0-1-1 0 0,1 1 1 0 0,-1 0 0 0 0,0-1 0 0 0,1 0-1 0 0,-1 0 1 0 0,1 0 0 0 0,0-1 0 0 0,-1 0-1 0 0,1 1 1 0 0,0-2 0 0 0,-1 1-1 0 0,1 0 1 0 0,-1-1 0 0 0,1 0 0 0 0,-1 0-1 0 0,6-2 1 0 0,-6 2 53 0 0,0-1 0 0 0,0 1 0 0 0,0 0 0 0 0,0-1 0 0 0,0 0 0 0 0,0 0 0 0 0,-1 0-1 0 0,1-1 1 0 0,-1 1 0 0 0,0-1 0 0 0,1 0 0 0 0,-1 0 0 0 0,-1 0 0 0 0,1 0 0 0 0,0-1 0 0 0,-1 1 0 0 0,1-1 0 0 0,-1 1 0 0 0,0-1-1 0 0,0 0 1 0 0,-1 0 0 0 0,3-6 0 0 0,-3 5 93 0 0,-1 0-1 0 0,0-1 0 0 0,0 1 1 0 0,0 0-1 0 0,0-1 0 0 0,-1 1 1 0 0,0 0-1 0 0,0-1 0 0 0,0 1 1 0 0,0 0-1 0 0,-1 0 0 0 0,0 0 1 0 0,0 0-1 0 0,-1 0 0 0 0,1 0 1 0 0,-1 1-1 0 0,-5-7 1 0 0,5 7-122 0 0,0-1 0 0 0,-1 1 0 0 0,1 0 0 0 0,-1 0 0 0 0,0 1 0 0 0,0-1 1 0 0,-1 1-1 0 0,1 0 0 0 0,-1 0 0 0 0,0 0 0 0 0,1 1 0 0 0,-1-1 0 0 0,-7-1 1 0 0,7 2-270 0 0,-1 1 1 0 0,1 0-1 0 0,-1 1 1 0 0,1-1-1 0 0,-1 1 1 0 0,1 0-1 0 0,-1 1 1 0 0,1-1-1 0 0,-1 1 1 0 0,1 0-1 0 0,-1 0 1 0 0,1 1-1 0 0,-6 1 1 0 0,0 2-861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6:56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 2761 0 0,'2'-2'231'0'0,"0"0"0"0"0,-1 1 0 0 0,1-1 0 0 0,0 1 0 0 0,0 0 0 0 0,0 0 0 0 0,0 0 0 0 0,1 0 0 0 0,-1 0 1 0 0,0 0-1 0 0,0 0 0 0 0,1 1 0 0 0,-1-1 0 0 0,0 1 0 0 0,1-1 0 0 0,-1 1 0 0 0,0 0 0 0 0,1 0 0 0 0,-1 0 0 0 0,0 1 1 0 0,1-1-1 0 0,-1 0 0 0 0,0 1 0 0 0,4 1 0 0 0,-2-1 68 0 0,0 1 1 0 0,0 0-1 0 0,0 0 0 0 0,-1 0 1 0 0,1 0-1 0 0,-1 1 0 0 0,1-1 1 0 0,-1 1-1 0 0,0 0 0 0 0,0 0 1 0 0,0 0-1 0 0,4 7 0 0 0,4 7 299 0 0,-1 2-1 0 0,0-1 0 0 0,9 28 0 0 0,-15-37-610 0 0,-1 1 0 0 0,0-1 0 0 0,-1 1 0 0 0,0 0 0 0 0,-1 0 0 0 0,0 0 0 0 0,0 0 0 0 0,-1 0 0 0 0,-1 12 0 0 0,-4-10-836 0 0,-2-13-205 0 0,6-1 968 0 0,0 1 1 0 0,0-1-1 0 0,0 1 0 0 0,1-1 0 0 0,-1 0 0 0 0,0 1 0 0 0,1-1 0 0 0,-1 0 0 0 0,1 1 0 0 0,-1-1 0 0 0,1-3 1 0 0,1-16-103 0 0,1 0 1 0 0,1 0-1 0 0,1 0 1 0 0,0 0-1 0 0,2 1 1 0 0,12-30-1 0 0,-16 45 319 0 0,0 0 0 0 0,0 0-1 0 0,1 1 1 0 0,-1-1 0 0 0,1 0-1 0 0,1 1 1 0 0,-1 0 0 0 0,0 0-1 0 0,1 0 1 0 0,8-7 0 0 0,-11 10-100 0 0,0 0 1 0 0,0 1 0 0 0,1-1 0 0 0,-1 0-1 0 0,0 1 1 0 0,0-1 0 0 0,1 1-1 0 0,-1 0 1 0 0,0-1 0 0 0,1 1 0 0 0,-1 0-1 0 0,0 0 1 0 0,1-1 0 0 0,-1 1-1 0 0,1 0 1 0 0,-1 0 0 0 0,0 1 0 0 0,1-1-1 0 0,1 0 1 0 0,-2 1-62 0 0,1 0 0 0 0,0 0 0 0 0,0 0-1 0 0,0 1 1 0 0,-1-1 0 0 0,1 0 0 0 0,-1 1 0 0 0,1-1 0 0 0,-1 1-1 0 0,1-1 1 0 0,-1 1 0 0 0,0 0 0 0 0,0-1 0 0 0,0 1 0 0 0,0 0-1 0 0,1 3 1 0 0,14 41-1782 0 0,-11-30-1912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6:57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0 6449 0 0,'-2'1'533'0'0,"-1"0"0"0"0,1 0-1 0 0,-1 0 1 0 0,1 0 0 0 0,-1 0 0 0 0,1 1-1 0 0,0-1 1 0 0,-3 2 0 0 0,-1 2-244 0 0,0 0 0 0 0,0 1-1 0 0,1 0 1 0 0,0 0 0 0 0,0 0 0 0 0,0 0 0 0 0,1 1 0 0 0,0 0 0 0 0,0 0 0 0 0,0 0 0 0 0,1 0 0 0 0,0 0 0 0 0,1 1 0 0 0,0 0 0 0 0,0-1-1 0 0,0 1 1 0 0,1 0 0 0 0,0 0 0 0 0,1 15 0 0 0,0-16-192 0 0,0 0-1 0 0,1 0 1 0 0,0-1-1 0 0,1 1 1 0 0,0 0 0 0 0,-1-1-1 0 0,2 0 1 0 0,-1 1-1 0 0,1-1 1 0 0,0 0 0 0 0,1 0-1 0 0,-1 0 1 0 0,1-1-1 0 0,0 1 1 0 0,0-1-1 0 0,1 0 1 0 0,0 0 0 0 0,0 0-1 0 0,0-1 1 0 0,0 0-1 0 0,1 0 1 0 0,-1 0 0 0 0,9 3-1 0 0,-6-3-343 0 0,0 0 0 0 0,0-1 0 0 0,0-1 0 0 0,1 1 0 0 0,-1-2-1 0 0,0 1 1 0 0,1-1 0 0 0,0 0 0 0 0,9 0 0 0 0,3-3-5884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6:57.4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 8290 0 0,'-7'5'368'0'0,"3"-3"80"0"0,0 2-360 0 0,1-1-88 0 0,2-2 0 0 0,0 0 0 0 0,1 0-120 0 0,0 3-40 0 0,2 1 0 0 0,1-2-8 0 0,3-4 168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5:54.4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135 132 10594 0 0,'-21'-34'924'0'0,"-16"-24"372"0"0,34 54-994 0 0,0 1 1 0 0,0-1-1 0 0,0 1 1 0 0,-1 0-1 0 0,1 0 1 0 0,-1 0-1 0 0,1 0 1 0 0,-1 1-1 0 0,0-1 1 0 0,0 1-1 0 0,-7-3 1 0 0,10 5-224 0 0,1 0 1 0 0,-1 0-1 0 0,0-1 1 0 0,1 1-1 0 0,-1 0 1 0 0,0 0-1 0 0,0 0 1 0 0,1 0-1 0 0,-1 0 1 0 0,0 0-1 0 0,0 0 1 0 0,1 0-1 0 0,-1 0 1 0 0,0 0-1 0 0,1 1 1 0 0,-1-1 0 0 0,0 0-1 0 0,0 0 1 0 0,1 1-1 0 0,-1-1 1 0 0,1 0-1 0 0,-1 1 1 0 0,0-1-1 0 0,1 1 1 0 0,-1-1-1 0 0,1 1 1 0 0,-1-1-1 0 0,0 1 1 0 0,0 1 21 0 0,0 0 0 0 0,0 0 0 0 0,0-1 0 0 0,1 1 0 0 0,-1 0 0 0 0,0 0 1 0 0,1 0-1 0 0,-1 0 0 0 0,1 0 0 0 0,0 3 0 0 0,2 52 475 0 0,-1-51-482 0 0,31 361 999 0 0,33 245-833 0 0,-21-407-1325 0 0,-4-70-3282 0 0,-28-102-1772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5:54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46 1376 0 0,'-9'1'866'0'0,"-29"7"8816"0"0,98-18-6209 0 0,39-26-2261 0 0,-75 27-1794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5:55.1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4 109 10594 0 0,'-4'-7'472'0'0,"4"3"96"0"0,2 0-455 0 0,0 0-113 0 0,3 0 0 0 0,0 2 0 0 0,3-2 0 0 0,6-2-145 0 0,8-2 33 0 0,6-2 8 0 0,4-1 200 0 0,0 2 48 0 0,3 0 9 0 0,-1 2-1 0 0,2 2-1289 0 0,1-2-255 0 0,0 3-48 0 0,-2 1-17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7:16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10138 0 0,'2'46'6123'0'0,"2"4"-4582"0"0,2 69-1718 0 0,-9-36 346 0 0,0-26-131 0 0,3 0 1 0 0,1 0-1 0 0,18 106 1 0 0,-15-150 54 0 0,0 1 0 0 0,1-1 1 0 0,1 0-1 0 0,0-1 0 0 0,0 1 0 0 0,1-1 0 0 0,14 17 1 0 0,-18-24-14 0 0,1-1 1 0 0,0 0 0 0 0,0 0 0 0 0,1 0-1 0 0,-1 0 1 0 0,1-1 0 0 0,0 1 0 0 0,0-1-1 0 0,6 3 1 0 0,-7-5-41 0 0,-1 0 0 0 0,0 0 0 0 0,0 0 1 0 0,0-1-1 0 0,1 1 0 0 0,-1-1 0 0 0,0 1 0 0 0,1-1 0 0 0,-1 0 0 0 0,0-1 0 0 0,1 1 0 0 0,-1 0 0 0 0,0-1 1 0 0,0 0-1 0 0,0 0 0 0 0,1 0 0 0 0,2-2 0 0 0,2-2-257 0 0,0 0-1 0 0,-1-1 1 0 0,0 0-1 0 0,0-1 1 0 0,0 1 0 0 0,-1-1-1 0 0,0 0 1 0 0,0-1 0 0 0,-1 0-1 0 0,9-16 1 0 0,-9 15-811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7:16.4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0 168 12099 0 0,'4'-1'171'0'0,"0"-1"1"0"0,-1 1 0 0 0,1-1 0 0 0,-1 0 0 0 0,1-1 0 0 0,-1 1 0 0 0,0 0 0 0 0,0-1-1 0 0,5-5 1 0 0,-4 4 311 0 0,-1 2-353 0 0,92-76 3771 0 0,-84 70-4028 0 0,1 0 1 0 0,1 0-1 0 0,-1 2 1 0 0,1-1-1 0 0,0 2 1 0 0,22-7-1 0 0,-20 9-6148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7:16.8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0 279 3225 0 0,'2'-39'2061'0'0,"-3"33"-1076"0"0,1 1-1 0 0,-1 0 1 0 0,2 0-1 0 0,-1-1 1 0 0,0 1 0 0 0,1 0-1 0 0,0 0 1 0 0,0 0 0 0 0,1-1-1 0 0,3-7 1 0 0,-5 12-941 0 0,1-1 1 0 0,0 1 0 0 0,0 0 0 0 0,0 0-1 0 0,0 0 1 0 0,0 0 0 0 0,0-1-1 0 0,0 1 1 0 0,0 1 0 0 0,0-1 0 0 0,0 0-1 0 0,1 0 1 0 0,-1 0 0 0 0,0 1-1 0 0,1-1 1 0 0,-1 0 0 0 0,1 1 0 0 0,-1-1-1 0 0,0 1 1 0 0,1 0 0 0 0,-1-1-1 0 0,1 1 1 0 0,2 0 0 0 0,-1 0 87 0 0,-1 1 1 0 0,0 0-1 0 0,0 0 1 0 0,1-1-1 0 0,-1 1 0 0 0,0 0 1 0 0,0 1-1 0 0,0-1 1 0 0,0 0-1 0 0,0 1 0 0 0,0-1 1 0 0,0 1-1 0 0,2 2 1 0 0,3 5 374 0 0,1 0 0 0 0,-1 1 1 0 0,-1 0-1 0 0,10 17 1 0 0,-7-9-599 0 0,2-1 0 0 0,0 0 1 0 0,1-1-1 0 0,1 0 0 0 0,0-1 0 0 0,16 14 1 0 0,-43-38-12 0 0,12 8 103 0 0,0 0 0 0 0,-1-1 0 0 0,1 1 0 0 0,0-1-1 0 0,0 1 1 0 0,0-1 0 0 0,0 0 0 0 0,0 0 0 0 0,-3-3-1 0 0,0-4 52 0 0,1-1-1 0 0,0 1 0 0 0,0 0 1 0 0,1-1-1 0 0,0 0 1 0 0,1 0-1 0 0,0 0 0 0 0,1 0 1 0 0,0 0-1 0 0,0 0 0 0 0,2-15 1 0 0,0-6-16 0 0,3-1 1 0 0,9-40-1 0 0,-7 46-1120 0 0,2 2-3867 0 0,0 3-1726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5:49.4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58 3225 0 0,'-27'-34'3154'0'0,"26"32"-2807"0"0,-1 0-1 0 0,1 0 1 0 0,-1 0 0 0 0,0 0-1 0 0,0 0 1 0 0,0 1-1 0 0,0-1 1 0 0,0 1 0 0 0,0 0-1 0 0,-1-1 1 0 0,1 1 0 0 0,0 0-1 0 0,-1 0 1 0 0,-2-1-1 0 0,4 5-41 0 0,1 0-1 0 0,0 0 0 0 0,0 0 1 0 0,0 0-1 0 0,0 0 0 0 0,1-1 1 0 0,-1 1-1 0 0,1 0 0 0 0,2 5 1 0 0,-2-4-68 0 0,18 100 1404 0 0,10 176-1 0 0,-21 110 17 0 0,-1 2-1103 0 0,-3-334-650 0 0,3 92-976 0 0,-13-52-4288 0 0,4-84 211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5:49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38 121 6121 0 0,'-1'1'98'0'0,"-1"0"-1"0"0,1 0 1 0 0,-1 0 0 0 0,0 0-1 0 0,1 0 1 0 0,-1-1-1 0 0,0 1 1 0 0,0 0 0 0 0,1-1-1 0 0,-1 0 1 0 0,0 1-1 0 0,0-1 1 0 0,0 0 0 0 0,0 0-1 0 0,1 0 1 0 0,-5-1-1 0 0,6 1-54 0 0,0 0 0 0 0,-1 0 0 0 0,1 0-1 0 0,0 0 1 0 0,0 0 0 0 0,-1 0 0 0 0,1-1-1 0 0,0 1 1 0 0,0 0 0 0 0,-1 0 0 0 0,1 0-1 0 0,0-1 1 0 0,0 1 0 0 0,0 0 0 0 0,-1 0-1 0 0,1-1 1 0 0,0 1 0 0 0,0 0 0 0 0,0-1-1 0 0,0 1 1 0 0,-1 0 0 0 0,1 0 0 0 0,0-1-1 0 0,0 1 1 0 0,0 0 0 0 0,0-1 0 0 0,0 1-1 0 0,0 0 1 0 0,0-1 0 0 0,0 1 0 0 0,0 0-1 0 0,0-1 1 0 0,11-17 1184 0 0,2 6-957 0 0,1 1 0 0 0,1 1-1 0 0,0 0 1 0 0,0 0 0 0 0,1 2-1 0 0,0 0 1 0 0,0 1-1 0 0,1 0 1 0 0,27-6 0 0 0,-36 11-993 0 0,0 0 1 0 0,1 1-1 0 0,-1 0 1 0 0,13 0-1 0 0,4 3-3354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5:50.1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0 145 5985 0 0,'11'-10'398'0'0,"1"1"0"0"0,0 0 0 0 0,0 0 0 0 0,1 1 0 0 0,15-7 0 0 0,71-28 1536 0 0,-82 36-1576 0 0,4 0-505 0 0,1 0-1 0 0,0 2 1 0 0,1 0-1 0 0,-1 1 1 0 0,46-1 0 0 0,-39 4 200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7:18.0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62 6913 0 0,'-1'-6'763'0'0,"0"0"-1"0"0,0 0 0 0 0,1 0 0 0 0,0 0 0 0 0,0 0 0 0 0,1 0 0 0 0,0 0 0 0 0,1-7 0 0 0,-3 25 3177 0 0,3 18-2996 0 0,0-9-553 0 0,-1 113 485 0 0,-1-47-653 0 0,3-1-1 0 0,17 104 0 0 0,-16-172-206 0 0,0-1 0 0 0,1 0 0 0 0,1 0 0 0 0,15 32 1 0 0,-19-45-14 0 0,0 0 0 0 0,0 1 1 0 0,1-1-1 0 0,0 0 1 0 0,-1 0-1 0 0,1-1 0 0 0,1 1 1 0 0,-1-1-1 0 0,0 1 1 0 0,1-1-1 0 0,0 0 0 0 0,0 0 1 0 0,0-1-1 0 0,0 1 1 0 0,0-1-1 0 0,0 0 1 0 0,1 0-1 0 0,-1 0 0 0 0,1 0 1 0 0,0-1-1 0 0,-1 0 1 0 0,1 0-1 0 0,5 0 0 0 0,-7-1-48 0 0,1-1 0 0 0,0 1-1 0 0,-1-1 1 0 0,1 0 0 0 0,-1 0-1 0 0,1-1 1 0 0,-1 1 0 0 0,0-1-1 0 0,1 0 1 0 0,-1 0-1 0 0,0 0 1 0 0,0 0 0 0 0,0 0-1 0 0,0 0 1 0 0,-1-1 0 0 0,1 0-1 0 0,-1 1 1 0 0,1-1 0 0 0,1-4-1 0 0,7-8-791 0 0,-2 0-1 0 0,14-28 0 0 0,-15 25-271 0 0,4-4-2969 0 0,-2 1-1140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7:18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3 141 8290 0 0,'0'0'19'0'0,"0"0"0"0"0,0 0 1 0 0,0 0-1 0 0,0 0 1 0 0,0 0-1 0 0,0 0 0 0 0,0 0 1 0 0,0 0-1 0 0,0 0 0 0 0,-1 0 1 0 0,1 0-1 0 0,0 0 0 0 0,0 0 1 0 0,0 0-1 0 0,0 0 0 0 0,0 0 1 0 0,0 0-1 0 0,0-1 1 0 0,0 1-1 0 0,0 0 0 0 0,-1 0 1 0 0,1 0-1 0 0,0 0 0 0 0,0 0 1 0 0,0 0-1 0 0,0 0 0 0 0,0 0 1 0 0,0 0-1 0 0,0 0 0 0 0,0 0 1 0 0,0 0-1 0 0,0-1 1 0 0,0 1-1 0 0,0 0 0 0 0,0 0 1 0 0,0 0-1 0 0,0 0 0 0 0,0 0 1 0 0,0 0-1 0 0,0 0 0 0 0,0 0 1 0 0,0 0-1 0 0,0-1 0 0 0,0 1 1 0 0,0 0-1 0 0,0 0 1 0 0,0 0-1 0 0,0 0 0 0 0,0 0 1 0 0,0 0-1 0 0,0 0 0 0 0,0 0 1 0 0,0-1-1 0 0,0 1 0 0 0,0 0 1 0 0,0 0-1 0 0,0 0 0 0 0,0 0 1 0 0,0 0-1 0 0,0 0 1 0 0,0 0-1 0 0,1 0 0 0 0,-1 0 1 0 0,8-9 1217 0 0,12-8 336 0 0,87-51 4346 0 0,-32 29-5948 0 0,-72 38-468 0 0,-1 1 1 0 0,1-1-1 0 0,-1 0 0 0 0,1 1 1 0 0,0 0-1 0 0,0 0 0 0 0,-1 0 0 0 0,1 0 1 0 0,0 0-1 0 0,-1 0 0 0 0,1 1 0 0 0,0-1 1 0 0,-1 1-1 0 0,5 1 0 0 0,-6-2 272 0 0,13 4-3583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7:18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70 115 5985 0 0,'-10'-3'908'0'0,"1"1"-1"0"0,0 1 0 0 0,0-1 1 0 0,-1 1-1 0 0,-12 1 0 0 0,41-4 3436 0 0,-15 3-4028 0 0,1 0 0 0 0,-1 0 1 0 0,1 0-1 0 0,-1 0 0 0 0,1 1 0 0 0,6 0 1 0 0,-6 1-176 0 0,-1 0 1 0 0,0 0-1 0 0,0 1 1 0 0,0-1-1 0 0,0 1 1 0 0,0 0-1 0 0,0 0 1 0 0,0 1-1 0 0,0-1 1 0 0,-1 1-1 0 0,1 0 1 0 0,-1 0-1 0 0,0 0 1 0 0,0 0-1 0 0,0 1 1 0 0,5 6-1 0 0,3 8-167 0 0,0 0 0 0 0,12 26 0 0 0,-8-12-263 0 0,-14-29 250 0 0,1 1 0 0 0,-1-1 0 0 0,0 1-1 0 0,0-1 1 0 0,-1 1 0 0 0,1 0 0 0 0,-1 0 0 0 0,0-1-1 0 0,0 1 1 0 0,0 4 0 0 0,0-7 38 0 0,0 0 1 0 0,0-1-1 0 0,0 1 1 0 0,0 0-1 0 0,0 0 1 0 0,0 0-1 0 0,-1 0 0 0 0,1 0 1 0 0,0 0-1 0 0,0-1 1 0 0,-1 1-1 0 0,1 0 0 0 0,-1 0 1 0 0,1-1-1 0 0,0 1 1 0 0,-1 0-1 0 0,0 0 0 0 0,1-1 1 0 0,-1 1-1 0 0,1-1 1 0 0,-1 1-1 0 0,0 0 0 0 0,1-1 1 0 0,-1 1-1 0 0,0-1 1 0 0,0 1-1 0 0,1-1 1 0 0,-1 0-1 0 0,0 1 0 0 0,0-1 1 0 0,0 0-1 0 0,0 0 1 0 0,1 1-1 0 0,-1-1 0 0 0,0 0 1 0 0,0 0-1 0 0,0 0 1 0 0,0 0-1 0 0,0 0 0 0 0,0 0 1 0 0,1 0-1 0 0,-1-1 1 0 0,0 1-1 0 0,0 0 1 0 0,0 0-1 0 0,0-1 0 0 0,1 1 1 0 0,-2-1-1 0 0,0 0 20 0 0,0-1-1 0 0,0 1 1 0 0,0-1-1 0 0,0 1 1 0 0,0-1-1 0 0,1 0 1 0 0,-1 0-1 0 0,0 0 1 0 0,1 0-1 0 0,0 0 1 0 0,-1 0-1 0 0,1 0 1 0 0,0-1-1 0 0,0 1 1 0 0,0 0-1 0 0,0-1 1 0 0,1 1-1 0 0,-1 0 1 0 0,1-1-1 0 0,-1-3 1 0 0,-3-51 362 0 0,4 31-543 0 0,2 1 1 0 0,6-37-1 0 0,8 7-1562 0 0,-13 47 545 0 0,1 1-1 0 0,-1 0 1 0 0,1 1 0 0 0,9-13-1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8:44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84 136 5529 0 0,'-9'2'830'0'0,"1"-1"1"0"0,-1 1-1 0 0,1 1 0 0 0,0-1 0 0 0,0 1 0 0 0,0 1 0 0 0,-13 7 1 0 0,21-11-788 0 0,0 0 0 0 0,-1 0 0 0 0,1 0 0 0 0,0 0-1 0 0,0 0 1 0 0,0 0 0 0 0,0 0 0 0 0,-1 0 0 0 0,1 0 0 0 0,0 0 0 0 0,0 0 0 0 0,0 0 0 0 0,0 0 0 0 0,0 1 0 0 0,-1-1 0 0 0,1 0 0 0 0,0 0 0 0 0,0 0 0 0 0,0 0 0 0 0,0 0 0 0 0,0 0 0 0 0,-1 0 0 0 0,1 0 0 0 0,0 0 0 0 0,0 1 0 0 0,0-1 0 0 0,0 0 0 0 0,0 0 0 0 0,0 0 0 0 0,0 0 0 0 0,0 0 0 0 0,-1 0 0 0 0,1 1 0 0 0,0-1 0 0 0,0 0 0 0 0,0 0 0 0 0,0 0 0 0 0,0 0 0 0 0,0 1 0 0 0,0-1 0 0 0,0 0 0 0 0,0 0 0 0 0,0 0 0 0 0,0 0 0 0 0,0 1 0 0 0,0-1 0 0 0,0 0 0 0 0,0 0 0 0 0,0 0 0 0 0,0 0 0 0 0,0 0 0 0 0,1 1-1 0 0,-1-1 1 0 0,0 0 0 0 0,0 0 0 0 0,0 0 0 0 0,0 0 0 0 0,0 0 0 0 0,0 1 0 0 0,1-1 0 0 0,13 2 1082 0 0,21-4-481 0 0,222-74 1399 0 0,-186 51-2975 0 0,1 3 1 0 0,120-21 0 0 0,-144 39-4861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8:44.8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 3681 0 0,'6'-3'5772'0'0,"-3"7"-4527"0"0,9 14-19 0 0,-1 0 0 0 0,0 1 1 0 0,-2 1-1 0 0,13 34 0 0 0,22 93 141 0 0,-37-119-1055 0 0,82 407 80 0 0,-82-394-983 0 0,-2-12-5963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8:45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0 218 11522 0 0,'17'-4'3625'0'0,"-14"3"-3598"0"0,0 0 1 0 0,0 0-1 0 0,0 1 1 0 0,0-1-1 0 0,0 1 1 0 0,0-1-1 0 0,0 1 0 0 0,4 0 1 0 0,1 2-15 0 0,1 0 0 0 0,-1 0 0 0 0,1 1 0 0 0,-1 1 0 0 0,0-1 1 0 0,0 1-1 0 0,0 0 0 0 0,-1 1 0 0 0,1 0 0 0 0,-1 0 0 0 0,0 1 0 0 0,-1-1 0 0 0,1 2 0 0 0,-1-1 1 0 0,0 1-1 0 0,-1 0 0 0 0,7 9 0 0 0,0 3 279 0 0,-1 0 0 0 0,-1 0 1 0 0,0 1-1 0 0,-2 1 0 0 0,12 39 1 0 0,-27-98 428 0 0,3 1 1 0 0,0-40 0 0 0,3 18-1363 0 0,7-75 1 0 0,-4 119-31 0 0,1 1 1 0 0,0 0-1 0 0,1 0 1 0 0,7-16-1 0 0,2 3-4834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8:46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247 58 1376 0 0,'-4'-5'499'0'0,"-1"0"-1"0"0,1 0 0 0 0,-1 0 0 0 0,0 1 1 0 0,0-1-1 0 0,-1 1 0 0 0,1 1 0 0 0,-1-1 1 0 0,0 1-1 0 0,0 0 0 0 0,-8-3 1 0 0,11 5-307 0 0,1 0 1 0 0,-1 0 0 0 0,0 0 0 0 0,0 1 0 0 0,0-1-1 0 0,1 1 1 0 0,-1 0 0 0 0,0 0 0 0 0,0 0 0 0 0,0 0-1 0 0,0 0 1 0 0,0 1 0 0 0,1-1 0 0 0,-1 1 0 0 0,0 0-1 0 0,0 0 1 0 0,1 0 0 0 0,-1 0 0 0 0,0 0 0 0 0,1 1-1 0 0,-1-1 1 0 0,1 1 0 0 0,0 0 0 0 0,-1-1 0 0 0,1 1-1 0 0,0 0 1 0 0,0 0 0 0 0,-1 3 0 0 0,-7 9 204 0 0,0 0 0 0 0,2 1 0 0 0,0 1 1 0 0,1-1-1 0 0,-8 23 0 0 0,3 0-80 0 0,-8 47 1 0 0,20-82-290 0 0,-3 12 90 0 0,0 0 0 0 0,1 1 0 0 0,1 22 0 0 0,1-35-105 0 0,0 1 1 0 0,1 0-1 0 0,0-1 1 0 0,-1 1-1 0 0,1-1 1 0 0,0 0-1 0 0,1 1 1 0 0,-1-1-1 0 0,3 4 1 0 0,-3-5-15 0 0,0-1 1 0 0,0 1 0 0 0,0-1 0 0 0,0 0 0 0 0,0 0-1 0 0,0 0 1 0 0,1 0 0 0 0,-1 0 0 0 0,0 0 0 0 0,1 0-1 0 0,-1 0 1 0 0,1 0 0 0 0,-1-1 0 0 0,1 1 0 0 0,0 0-1 0 0,-1-1 1 0 0,1 1 0 0 0,-1-1 0 0 0,1 0 0 0 0,2 0 0 0 0,-1 0-20 0 0,-1 0 0 0 0,0 0 0 0 0,1-1 0 0 0,-1 0 0 0 0,0 1 1 0 0,0-1-1 0 0,0 0 0 0 0,1 0 0 0 0,-1 0 0 0 0,0 0 0 0 0,0-1 1 0 0,0 1-1 0 0,-1 0 0 0 0,1-1 0 0 0,0 0 0 0 0,0 1 0 0 0,-1-1 0 0 0,1 0 1 0 0,-1 0-1 0 0,2-2 0 0 0,25-44-567 0 0,-27 46 541 0 0,11-27-175 0 0,0 0-1 0 0,-3-1 1 0 0,8-36 0 0 0,-9 32 580 0 0,1 1 1 0 0,17-39-1 0 0,-26 70-321 0 0,1 1 0 0 0,-1-1-1 0 0,1 1 1 0 0,-1-1 0 0 0,1 1-1 0 0,0 0 1 0 0,-1 0 0 0 0,1-1-1 0 0,0 1 1 0 0,0 0 0 0 0,0 0-1 0 0,0 0 1 0 0,0 0 0 0 0,0 0-1 0 0,0 0 1 0 0,0 0 0 0 0,1 0-1 0 0,-1 0 1 0 0,2 0 0 0 0,-2 1-28 0 0,0 1 1 0 0,0-1-1 0 0,1 1 0 0 0,-1 0 1 0 0,0 0-1 0 0,0-1 1 0 0,0 1-1 0 0,0 0 1 0 0,0 0-1 0 0,0 0 0 0 0,0 0 1 0 0,-1 0-1 0 0,1 0 1 0 0,0 0-1 0 0,-1 0 0 0 0,1 1 1 0 0,0-1-1 0 0,-1 0 1 0 0,1 0-1 0 0,0 3 1 0 0,15 33 39 0 0,-9-19-41 0 0,1 0 0 0 0,1 0 0 0 0,1-1 1 0 0,0 0-1 0 0,1 0 0 0 0,1-1 0 0 0,22 23 1 0 0,-27-32-11 0 0,-5-4 0 0 0,0-1 0 0 0,0 1 1 0 0,0-1-1 0 0,1 1 0 0 0,-1-1 1 0 0,0 0-1 0 0,1 0 0 0 0,0 0 0 0 0,-1-1 1 0 0,1 1-1 0 0,0-1 0 0 0,0 1 1 0 0,5 1-1 0 0,-6-5-16 0 0,0 0 1 0 0,0 0 0 0 0,0 0-1 0 0,-1 0 1 0 0,1-1-1 0 0,-1 1 1 0 0,1 0-1 0 0,-1-1 1 0 0,0 1-1 0 0,0-1 1 0 0,0 0-1 0 0,0 1 1 0 0,-1-1-1 0 0,1 1 1 0 0,0-6 0 0 0,0 1-93 0 0,4-10-3 0 0,2-9 69 0 0,1-1 0 0 0,19-40 0 0 0,-24 61 108 0 0,-1 1 0 0 0,1-1 1 0 0,0 1-1 0 0,1 0 0 0 0,-1 0 0 0 0,1 1 1 0 0,0-1-1 0 0,0 1 0 0 0,0-1 0 0 0,1 1 1 0 0,0 1-1 0 0,-1-1 0 0 0,1 1 0 0 0,1-1 1 0 0,-1 1-1 0 0,0 1 0 0 0,1-1 0 0 0,6-1 1 0 0,-9 4-31 0 0,-1 0 0 0 0,0 0 0 0 0,0 0 0 0 0,1 0 1 0 0,-1 0-1 0 0,0 1 0 0 0,1-1 0 0 0,-1 1 0 0 0,0 0 0 0 0,0 0 1 0 0,0 0-1 0 0,0 0 0 0 0,0 0 0 0 0,0 0 0 0 0,0 0 0 0 0,0 1 1 0 0,0-1-1 0 0,-1 1 0 0 0,1-1 0 0 0,0 1 0 0 0,-1 0 0 0 0,1-1 1 0 0,-1 1-1 0 0,0 0 0 0 0,2 4 0 0 0,6 8 248 0 0,-1 0-1 0 0,9 25 1 0 0,-10-24-61 0 0,2 8-140 0 0,21 39 412 0 0,-29-60-598 0 0,1 1 0 0 0,0 0 0 0 0,-1 0 0 0 0,1-1 0 0 0,1 1 1 0 0,-1-1-1 0 0,0 1 0 0 0,1-1 0 0 0,-1 0 0 0 0,1 0 1 0 0,0 0-1 0 0,-1-1 0 0 0,1 1 0 0 0,0 0 0 0 0,0-1 0 0 0,5 2 1 0 0,-5-3-1100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8:46.6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18 206 5065 0 0,'-3'-6'259'0'0,"1"0"1"0"0,-1 1-1 0 0,1-1 1 0 0,0 0-1 0 0,0 0 1 0 0,1 0-1 0 0,0-1 0 0 0,0 1 1 0 0,0 0-1 0 0,1 0 1 0 0,0-1-1 0 0,0 1 0 0 0,1 0 1 0 0,0 0-1 0 0,0-1 1 0 0,0 1-1 0 0,1 0 0 0 0,0 0 1 0 0,0 0-1 0 0,0 0 1 0 0,1 1-1 0 0,0-1 0 0 0,0 1 1 0 0,0-1-1 0 0,1 1 1 0 0,-1 0-1 0 0,1 0 0 0 0,1 1 1 0 0,-1-1-1 0 0,1 1 1 0 0,-1 0-1 0 0,1 0 1 0 0,0 0-1 0 0,1 1 0 0 0,-1 0 1 0 0,8-4-1 0 0,-11 7-227 0 0,0-1 1 0 0,0 1-1 0 0,0-1 0 0 0,1 1 0 0 0,-1 0 1 0 0,0-1-1 0 0,0 1 0 0 0,0 0 0 0 0,0 1 1 0 0,0-1-1 0 0,0 0 0 0 0,1 0 1 0 0,-1 1-1 0 0,0 0 0 0 0,0-1 0 0 0,0 1 1 0 0,0 0-1 0 0,2 1 0 0 0,1 1 4 0 0,-1 0 0 0 0,0 0-1 0 0,1 1 1 0 0,-1-1 0 0 0,-1 1-1 0 0,1 0 1 0 0,4 6 0 0 0,3 7-175 0 0,0 0 1 0 0,16 36 0 0 0,-24-47 44 0 0,16 32-1707 0 0,-10-18-3025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8:47.0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72 5529 0 0,'1'-3'180'0'0,"-1"1"0"0"0,1-1 1 0 0,-1 1-1 0 0,1-1 0 0 0,-1 1 0 0 0,0-1 0 0 0,1 0 0 0 0,-2 1 0 0 0,1-1 0 0 0,0 1 1 0 0,0-1-1 0 0,-1 0 0 0 0,1 1 0 0 0,-1-1 0 0 0,0 1 0 0 0,0-1 0 0 0,0 1 0 0 0,0 0 1 0 0,0-1-1 0 0,-1 1 0 0 0,1 0 0 0 0,-1 0 0 0 0,1 0 0 0 0,-3-2 0 0 0,3 3 33 0 0,0 0 1 0 0,0 0-1 0 0,0 1 0 0 0,0-1 0 0 0,0 0 0 0 0,-1 1 0 0 0,1-1 0 0 0,0 1 0 0 0,0-1 0 0 0,-1 1 0 0 0,1-1 0 0 0,0 1 0 0 0,-1 0 0 0 0,1 0 0 0 0,0 0 0 0 0,-1 0 1 0 0,1 0-1 0 0,-3 0 0 0 0,2 1-35 0 0,0-1 0 0 0,0 1 1 0 0,-1 0-1 0 0,1 0 0 0 0,0 0 1 0 0,0 0-1 0 0,0 0 0 0 0,1 1 1 0 0,-1-1-1 0 0,0 0 0 0 0,0 1 1 0 0,1 0-1 0 0,-1-1 0 0 0,-2 4 1 0 0,-29 44 1573 0 0,31-45-1631 0 0,0-1 0 0 0,0 1 0 0 0,0 0-1 0 0,1 0 1 0 0,-1 0 0 0 0,1 0 0 0 0,0 0 0 0 0,0 0 0 0 0,1 0-1 0 0,-1 0 1 0 0,1 0 0 0 0,0 6 0 0 0,1-9-111 0 0,-1 1 0 0 0,1-1 1 0 0,0 1-1 0 0,-1-1 0 0 0,1 1 0 0 0,0-1 1 0 0,0 0-1 0 0,0 1 0 0 0,0-1 0 0 0,0 0 0 0 0,0 0 1 0 0,1 0-1 0 0,-1 0 0 0 0,0 0 0 0 0,1 0 1 0 0,-1 0-1 0 0,0 0 0 0 0,1-1 0 0 0,-1 1 1 0 0,1 0-1 0 0,-1-1 0 0 0,1 1 0 0 0,1 0 0 0 0,45 8 209 0 0,-29-7-182 0 0,-15-1-50 0 0,0 0-1 0 0,0 0 0 0 0,0 0 0 0 0,0 0 0 0 0,0 1 0 0 0,0-1 0 0 0,0 1 1 0 0,-1 0-1 0 0,1 0 0 0 0,-1 1 0 0 0,1-1 0 0 0,-1 1 0 0 0,0-1 0 0 0,0 1 1 0 0,0 0-1 0 0,0 0 0 0 0,0 1 0 0 0,-1-1 0 0 0,1 0 0 0 0,-1 1 0 0 0,0 0 1 0 0,0-1-1 0 0,-1 1 0 0 0,1 0 0 0 0,-1 0 0 0 0,2 5 0 0 0,-2 0-30 0 0,0 0-1 0 0,-1 1 1 0 0,0-1-1 0 0,0 0 1 0 0,-1 0-1 0 0,0 0 0 0 0,0 0 1 0 0,-1 0-1 0 0,-1 0 1 0 0,-6 17-1 0 0,2-9-955 0 0,0 1 1 0 0,-14 21-1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8:47.9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70 4609 0 0,'-27'-31'9453'0'0,"35"52"-8638"0"0,-1 2 1 0 0,6 27 0 0 0,4 15-43 0 0,-4-19-433 0 0,-9-27-339 0 0,2 0 0 0 0,0-1-1 0 0,15 29 1 0 0,-21-47-18 0 0,0 1 0 0 0,0-1 0 0 0,0 0 0 0 0,0 0-1 0 0,0 0 1 0 0,0 0 0 0 0,0 0 0 0 0,0 0 0 0 0,0 0 0 0 0,0 1 0 0 0,0-1-1 0 0,0 0 1 0 0,0 0 0 0 0,1 0 0 0 0,-1 0 0 0 0,0 0 0 0 0,0 0 0 0 0,0 0-1 0 0,0 0 1 0 0,0 0 0 0 0,0 0 0 0 0,0 0 0 0 0,1 1 0 0 0,-1-1 0 0 0,0 0-1 0 0,0 0 1 0 0,0 0 0 0 0,0 0 0 0 0,0 0 0 0 0,1 0 0 0 0,-1 0 0 0 0,0 0-1 0 0,0 0 1 0 0,0 0 0 0 0,0 0 0 0 0,0 0 0 0 0,0 0 0 0 0,1-1-1 0 0,-1 1 1 0 0,0 0 0 0 0,0 0 0 0 0,0 0 0 0 0,0 0 0 0 0,0 0 0 0 0,0 0-1 0 0,0 0 1 0 0,1 0 0 0 0,-1 0 0 0 0,0 0 0 0 0,0 0 0 0 0,0 0 0 0 0,0-1-1 0 0,0 1 1 0 0,0 0 0 0 0,0 0 0 0 0,0 0 0 0 0,0 0 0 0 0,0 0 0 0 0,6-14-577 0 0,0-15-139 0 0,2-27-239 0 0,-5 23 639 0 0,11-41 0 0 0,-12 66 374 0 0,0 0 0 0 0,1 0 0 0 0,0 0 0 0 0,0 0 0 0 0,1 1 0 0 0,0-1 0 0 0,0 1 0 0 0,1 0 0 0 0,0 0 0 0 0,6-6 0 0 0,-9 11 13 0 0,-1 0 0 0 0,1 0-1 0 0,0 1 1 0 0,0-1 0 0 0,0 1-1 0 0,-1 0 1 0 0,2 0-1 0 0,-1-1 1 0 0,0 1 0 0 0,0 0-1 0 0,0 1 1 0 0,0-1 0 0 0,1 0-1 0 0,-1 1 1 0 0,0-1 0 0 0,1 1-1 0 0,-1-1 1 0 0,0 1-1 0 0,1 0 1 0 0,-1 0 0 0 0,0 0-1 0 0,1 1 1 0 0,-1-1 0 0 0,3 1-1 0 0,-3 0 10 0 0,1 0 1 0 0,-1 1-1 0 0,1-1 0 0 0,-1 1 0 0 0,0-1 0 0 0,1 1 1 0 0,-1 0-1 0 0,0 0 0 0 0,0 0 0 0 0,0 0 0 0 0,0 0 0 0 0,-1 0 1 0 0,1 0-1 0 0,-1 1 0 0 0,1-1 0 0 0,-1 1 0 0 0,0-1 1 0 0,0 1-1 0 0,2 4 0 0 0,6 29 239 0 0,-5-18-229 0 0,13 35 0 0 0,-16-49-92 0 0,1-1 0 0 0,0 1 0 0 0,-1-1 0 0 0,1 1 1 0 0,0-1-1 0 0,1 0 0 0 0,-1 0 0 0 0,0 0 0 0 0,1 0 0 0 0,0 0 1 0 0,0-1-1 0 0,0 1 0 0 0,0-1 0 0 0,0 0 0 0 0,5 3 1 0 0,-7-5 17 0 0,0 0 1 0 0,0 0 0 0 0,0 0-1 0 0,0 0 1 0 0,-1-1 0 0 0,1 1-1 0 0,0 0 1 0 0,0 0 0 0 0,0-1-1 0 0,0 1 1 0 0,0-1 0 0 0,0 1-1 0 0,0-1 1 0 0,-1 1-1 0 0,1-1 1 0 0,0 1 0 0 0,0-1-1 0 0,-1 0 1 0 0,1 1 0 0 0,0-1-1 0 0,-1 0 1 0 0,1 0 0 0 0,-1 1-1 0 0,1-1 1 0 0,-1 0 0 0 0,1-1-1 0 0,16-28-257 0 0,-16 28 182 0 0,25-65-845 0 0,-22 54 793 0 0,0 0 0 0 0,1 0 0 0 0,1 0 0 0 0,0 1 0 0 0,0 0 0 0 0,2 0 0 0 0,8-11 0 0 0,-16 22 138 0 0,1 0-1 0 0,0 0 1 0 0,-1 0 0 0 0,1 1-1 0 0,0-1 1 0 0,0 0-1 0 0,0 1 1 0 0,-1-1 0 0 0,1 0-1 0 0,0 1 1 0 0,0-1 0 0 0,0 1-1 0 0,0 0 1 0 0,0-1-1 0 0,0 1 1 0 0,0 0 0 0 0,0-1-1 0 0,0 1 1 0 0,0 0-1 0 0,0 0 1 0 0,0 0 0 0 0,0 0-1 0 0,0 0 1 0 0,0 0 0 0 0,2 0-1 0 0,-1 1 58 0 0,-1 0 1 0 0,1 0-1 0 0,-1 0 0 0 0,1 0 1 0 0,0 0-1 0 0,-1 0 0 0 0,0 1 0 0 0,1-1 1 0 0,-1 0-1 0 0,0 1 0 0 0,0-1 0 0 0,0 1 1 0 0,2 1-1 0 0,3 9 387 0 0,0-1 1 0 0,-1 1-1 0 0,5 18 1 0 0,-6-20-406 0 0,-2-4-270 0 0,1-1 0 0 0,0 1 0 0 0,0-1 0 0 0,1 0 0 0 0,-1 0 0 0 0,1 0 0 0 0,0-1 0 0 0,0 1 0 0 0,1-1 0 0 0,4 4 0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8:48.3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3801 0 0,'2'2'150'0'0,"-1"-1"0"0"0,1 0 0 0 0,-1 1 1 0 0,0-1-1 0 0,1 1 0 0 0,-1-1 0 0 0,0 1 0 0 0,0-1 1 0 0,0 1-1 0 0,0 0 0 0 0,0 0 0 0 0,-1 0 1 0 0,1-1-1 0 0,0 3 0 0 0,9 34 3756 0 0,-7-25-2824 0 0,80 240 6489 0 0,-63-215-9853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8:48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18 11522 0 0,'-4'-6'513'0'0,"1"1"95"0"0,3 1-480 0 0,0 2-128 0 0,2 2 0 0 0,-1 0 80 0 0,0 1-8 0 0,2 1 0 0 0,-1 3 0 0 0,1 2-488 0 0,2 15-625 0 0,-1-8 505 0 0,1-2 416 0 0,0 3 120 0 0,0-1 0 0 0,4-3 0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8:49.0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1 8290 0 0,'-1'0'218'0'0,"-1"0"-1"0"0,0 0 1 0 0,1 0 0 0 0,-1 1-1 0 0,0-1 1 0 0,1 1 0 0 0,-1-1 0 0 0,1 1-1 0 0,-1 0 1 0 0,1-1 0 0 0,-1 1 0 0 0,1 0-1 0 0,-1 0 1 0 0,1 0 0 0 0,0 0 0 0 0,-1 0-1 0 0,1 0 1 0 0,0 1 0 0 0,0-1 0 0 0,0 0-1 0 0,0 1 1 0 0,0-1 0 0 0,0 1 0 0 0,0-1-1 0 0,0 3 1 0 0,-20 42 1714 0 0,18-31-1622 0 0,0 0 0 0 0,1 0 0 0 0,1 0 0 0 0,0 1 0 0 0,1-1 0 0 0,1 0 0 0 0,0 0 0 0 0,4 19 0 0 0,35 122 602 0 0,-34-134-805 0 0,34 88-75 0 0,-21-64-5440 0 0,-6-20-746 0 0</inkml:trace>
  <inkml:trace contextRef="#ctx0" brushRef="#br0" timeOffset="1">1 468 5985 0 0,'2'-5'128'0'0,"1"1"1"0"0,0-1-1 0 0,0 1 0 0 0,0 0 0 0 0,0 0 0 0 0,1 0 1 0 0,-1 0-1 0 0,1 1 0 0 0,0 0 0 0 0,7-5 0 0 0,3-3-43 0 0,25-27-637 0 0,61-43 1 0 0,-78 66-2 0 0,1 0 0 0 0,0 2 0 0 0,1 0 1 0 0,46-16-1 0 0,-70 28 794 0 0,1 1 1 0 0,0 0-1 0 0,0 0 1 0 0,-1 0 0 0 0,1 0-1 0 0,0 0 1 0 0,0 0-1 0 0,0 0 1 0 0,0 0-1 0 0,-1 0 1 0 0,1 0-1 0 0,0 0 1 0 0,0 1 0 0 0,0-1-1 0 0,-1 0 1 0 0,1 0-1 0 0,0 1 1 0 0,-1-1-1 0 0,1 1 1 0 0,0-1 0 0 0,-1 1-1 0 0,1-1 1 0 0,0 1-1 0 0,-1-1 1 0 0,1 1-1 0 0,-1-1 1 0 0,1 1-1 0 0,-1 0 1 0 0,1-1 0 0 0,-1 1-1 0 0,1 0 1 0 0,-1-1-1 0 0,0 1 1 0 0,1 0-1 0 0,-1 0 1 0 0,0-1-1 0 0,1 2 1 0 0,7 41 3930 0 0,-4-21-3191 0 0,48 164 2087 0 0,6-2-4043 0 0,-52-164 101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8:49.4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0 160 7370 0 0,'12'-11'1113'0'0,"0"1"0"0"0,0 0 0 0 0,19-10 1 0 0,85-40-2036 0 0,-97 51 318 0 0,-5 2 514 0 0,0 1 0 0 0,0 0 0 0 0,1 1 0 0 0,-1 1 1 0 0,1 0-1 0 0,0 1 0 0 0,21-2 0 0 0,-14 5 90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8:49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259 35 2761 0 0,'-3'-3'335'0'0,"1"0"1"0"0,-1 0 0 0 0,0 0 0 0 0,0 0 0 0 0,-1 1-1 0 0,1 0 1 0 0,0-1 0 0 0,-1 1 0 0 0,1 1 0 0 0,-1-1-1 0 0,0 0 1 0 0,0 1 0 0 0,1 0 0 0 0,-1 0-1 0 0,0 0 1 0 0,0 0 0 0 0,0 1 0 0 0,0-1 0 0 0,0 1-1 0 0,-1 0 1 0 0,-3 1 0 0 0,1-1 44 0 0,1 0 0 0 0,-1 1 0 0 0,0 0 1 0 0,0 1-1 0 0,1 0 0 0 0,-1 0 0 0 0,1 0 0 0 0,0 0 0 0 0,0 1 1 0 0,-1 0-1 0 0,-9 8 0 0 0,7-4-81 0 0,1 1-1 0 0,0 1 1 0 0,0 0 0 0 0,1 0 0 0 0,0 0-1 0 0,1 1 1 0 0,-10 17 0 0 0,13-21-216 0 0,0 1 1 0 0,1-1-1 0 0,-1 0 1 0 0,1 1-1 0 0,1 0 1 0 0,-1-1-1 0 0,1 1 1 0 0,0 0-1 0 0,0 0 1 0 0,1 0-1 0 0,0 0 1 0 0,0 0-1 0 0,1-1 0 0 0,1 9 1 0 0,-1-13-86 0 0,-1 0-1 0 0,1 0 1 0 0,0 0 0 0 0,0 0-1 0 0,-1 0 1 0 0,1-1 0 0 0,0 1-1 0 0,1 0 1 0 0,-1 0 0 0 0,0-1-1 0 0,0 1 1 0 0,1-1 0 0 0,-1 1-1 0 0,1-1 1 0 0,-1 0 0 0 0,1 1-1 0 0,0-1 1 0 0,-1 0 0 0 0,1 0 0 0 0,0 0-1 0 0,3 1 1 0 0,-1-1-70 0 0,0 0-1 0 0,0-1 1 0 0,0 1 0 0 0,0-1-1 0 0,0 0 1 0 0,0 0 0 0 0,0-1-1 0 0,0 1 1 0 0,0-1-1 0 0,6-1 1 0 0,3-2-380 0 0,-1-1 1 0 0,1 0-1 0 0,-1 0 0 0 0,-1-1 1 0 0,21-14-1 0 0,-20 9 280 0 0,0 0-1 0 0,0-1 1 0 0,-1-1 0 0 0,-1 1-1 0 0,0-2 1 0 0,0 0 0 0 0,-2 0-1 0 0,12-25 1 0 0,-7 15 1028 0 0,-13 24-766 0 0,0 0-1 0 0,0-1 0 0 0,0 1 1 0 0,1-1-1 0 0,-1 1 0 0 0,0-1 1 0 0,0 1-1 0 0,1-1 0 0 0,-1 1 1 0 0,0 0-1 0 0,1-1 0 0 0,-1 1 1 0 0,0 0-1 0 0,1-1 0 0 0,-1 1 1 0 0,0 0-1 0 0,1-1 0 0 0,-1 1 1 0 0,1 0-1 0 0,-1 0 0 0 0,0 0 0 0 0,1-1 1 0 0,-1 1-1 0 0,1 0 0 0 0,-1 0 1 0 0,1 0-1 0 0,-1 0 0 0 0,2 0 1 0 0,6 11 1307 0 0,2 31-801 0 0,-8-33-683 0 0,-1-3-282 0 0,0 0-1 0 0,1 0 0 0 0,0 0 0 0 0,0 0 1 0 0,0 0-1 0 0,1-1 0 0 0,0 1 0 0 0,0-1 1 0 0,1 0-1 0 0,-1 0 0 0 0,7 7 0 0 0,3 0-4924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8:50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94 153 1840 0 0,'-30'-43'841'0'0,"12"17"3400"0"0,-24-42 1 0 0,39 59-895 0 0,8 13-1494 0 0,8 17-663 0 0,-6-1-578 0 0,-1 1 0 0 0,4 25-1 0 0,-8-31-529 0 0,1-1-1 0 0,0 0 1 0 0,1 0-1 0 0,0 0 1 0 0,2-1 0 0 0,-1 0-1 0 0,10 17 1 0 0,-14-29-160 0 0,0 1 0 0 0,0-1 0 0 0,0 1 1 0 0,0-1-1 0 0,1 1 0 0 0,-1-1 0 0 0,0 1 1 0 0,1-1-1 0 0,-1 0 0 0 0,1 0 0 0 0,-1 0 1 0 0,1 0-1 0 0,-1 0 0 0 0,1 0 0 0 0,0 0 1 0 0,-1-1-1 0 0,1 1 0 0 0,0-1 0 0 0,0 1 1 0 0,-1-1-1 0 0,3 1 0 0 0,-2-1-32 0 0,-1-1 0 0 0,1 1 0 0 0,-1-1 0 0 0,1 0 0 0 0,-1 1 0 0 0,1-1 0 0 0,-1 0 0 0 0,1 0 0 0 0,-1 0 0 0 0,0 0 0 0 0,1 0 0 0 0,-1 0 0 0 0,0 0-1 0 0,0 0 1 0 0,0 0 0 0 0,0-1 0 0 0,0 1 0 0 0,0 0 0 0 0,0-1 0 0 0,0 1 0 0 0,-1-1 0 0 0,1 1 0 0 0,0-3 0 0 0,39-108-1002 0 0,-2 3 1816 0 0,-38 108-632 0 0,1-1 0 0 0,-1 1-1 0 0,1-1 1 0 0,0 1 0 0 0,0 0 0 0 0,-1-1 0 0 0,1 1 0 0 0,0 0 0 0 0,0-1-1 0 0,0 1 1 0 0,0 0 0 0 0,1 0 0 0 0,-1 0 0 0 0,2-1 0 0 0,-3 2-49 0 0,1 0 1 0 0,-1 0 0 0 0,1 0-1 0 0,-1 0 1 0 0,0 0-1 0 0,1 0 1 0 0,-1 0 0 0 0,1 0-1 0 0,-1 0 1 0 0,0 0-1 0 0,1 1 1 0 0,-1-1 0 0 0,1 0-1 0 0,-1 0 1 0 0,0 1-1 0 0,1-1 1 0 0,-1 0 0 0 0,0 0-1 0 0,1 1 1 0 0,-1-1 0 0 0,0 0-1 0 0,0 1 1 0 0,1-1-1 0 0,-1 0 1 0 0,0 1 0 0 0,0-1-1 0 0,0 1 1 0 0,1-1-1 0 0,-1 0 1 0 0,0 1 0 0 0,0-1-1 0 0,0 1 1 0 0,11 51 761 0 0,-10-39-717 0 0,1-7-418 0 0,-1-1 1 0 0,1 0 0 0 0,0 0-1 0 0,0 0 1 0 0,6 9-1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8:50.6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6 3225 0 0,'-1'-1'236'0'0,"0"1"1"0"0,0-1-1 0 0,0 1 1 0 0,0-1 0 0 0,0 1-1 0 0,0-1 1 0 0,0 1-1 0 0,0 0 1 0 0,0-1-1 0 0,0 1 1 0 0,0 0 0 0 0,0 0-1 0 0,0 0 1 0 0,-1 0-1 0 0,1 0 1 0 0,0 0-1 0 0,0 0 1 0 0,0 0-1 0 0,0 1 1 0 0,0-1 0 0 0,0 0-1 0 0,0 1 1 0 0,0-1-1 0 0,-1 1 1 0 0,-29 12 3420 0 0,25-9-3335 0 0,1 1-1 0 0,-1 0 1 0 0,1 0 0 0 0,0 0-1 0 0,0 1 1 0 0,1 0-1 0 0,-1 0 1 0 0,1 0 0 0 0,1 1-1 0 0,-1-1 1 0 0,1 1 0 0 0,0 0-1 0 0,1 0 1 0 0,-1 0-1 0 0,2 0 1 0 0,-1 0 0 0 0,-1 10-1 0 0,2-6-254 0 0,0 0-1 0 0,0 0 1 0 0,1 0-1 0 0,0 0 1 0 0,1 0-1 0 0,0-1 1 0 0,1 1-1 0 0,0 0 0 0 0,1 0 1 0 0,0-1-1 0 0,5 12 1 0 0,-6-17-219 0 0,1 0 1 0 0,0 0-1 0 0,0-1 1 0 0,0 1-1 0 0,1 0 1 0 0,-1-1-1 0 0,1 0 1 0 0,0 0-1 0 0,7 5 1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8: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1 315 6913 0 0,'2'1'150'0'0,"-1"0"0"0"0,1 0 0 0 0,0-1 0 0 0,-1 1 0 0 0,1 0 0 0 0,0-1-1 0 0,0 0 1 0 0,-1 0 0 0 0,1 1 0 0 0,0-1 0 0 0,0 0 0 0 0,0 0 0 0 0,0 0-1 0 0,-1-1 1 0 0,1 1 0 0 0,0 0 0 0 0,0-1 0 0 0,-1 1 0 0 0,1-1-1 0 0,0 0 1 0 0,2-1 0 0 0,35-17 1956 0 0,-31 13-1893 0 0,0 0 0 0 0,0-1 0 0 0,-1 0 0 0 0,0 0 0 0 0,0-1-1 0 0,-1 0 1 0 0,0 0 0 0 0,0 0 0 0 0,-1-1 0 0 0,0 0 0 0 0,-1 0 0 0 0,5-14 0 0 0,-4 11-223 0 0,-2 0 0 0 0,1 1 0 0 0,-2-1 0 0 0,0 0 0 0 0,0 0 0 0 0,-1-1 0 0 0,0 1 0 0 0,-1 0 0 0 0,-1 0 0 0 0,-2-14 0 0 0,3 25 47 0 0,0-1 1 0 0,0 0 0 0 0,-1 0-1 0 0,1 0 1 0 0,-1 0 0 0 0,0 1-1 0 0,1-1 1 0 0,-1 0-1 0 0,0 0 1 0 0,0 1 0 0 0,0-1-1 0 0,0 1 1 0 0,0-1-1 0 0,0 1 1 0 0,-1-1 0 0 0,1 1-1 0 0,-2-2 1 0 0,1 3 51 0 0,1-1 0 0 0,0 1 1 0 0,0-1-1 0 0,0 1 0 0 0,-1 0 0 0 0,1-1 1 0 0,0 1-1 0 0,0 0 0 0 0,-1 0 0 0 0,1 0 1 0 0,0 0-1 0 0,0 0 0 0 0,-1 0 0 0 0,1 0 1 0 0,0 1-1 0 0,0-1 0 0 0,-1 0 0 0 0,1 1 1 0 0,-2 0-1 0 0,-2 2 163 0 0,1-1-1 0 0,-1 1 1 0 0,0 1 0 0 0,1-1-1 0 0,0 0 1 0 0,0 1 0 0 0,0 0-1 0 0,0 0 1 0 0,0 0 0 0 0,-2 6-1 0 0,2-5-233 0 0,1 0 0 0 0,0 0 0 0 0,0 0 0 0 0,0 0 0 0 0,1 0 0 0 0,0 1 0 0 0,0-1 0 0 0,0 1 0 0 0,0 0 0 0 0,1 0 0 0 0,0-1 0 0 0,1 1 0 0 0,-1 0 0 0 0,1 0 0 0 0,0 0 0 0 0,0 0 0 0 0,1 0 0 0 0,0-1 0 0 0,0 1 0 0 0,0 0 0 0 0,1 0 0 0 0,0-1 0 0 0,0 1 0 0 0,0-1 0 0 0,1 0 0 0 0,0 1 0 0 0,0-1-1 0 0,0-1 1 0 0,0 1 0 0 0,1 0 0 0 0,0-1 0 0 0,0 1 0 0 0,0-1 0 0 0,0 0 0 0 0,1-1 0 0 0,0 1 0 0 0,0-1 0 0 0,0 0 0 0 0,7 4 0 0 0,9 3-5098 0 0,1-1-1729 0 0</inkml:trace>
  <inkml:trace contextRef="#ctx0" brushRef="#br0" timeOffset="1">728 122 2745 0 0,'-3'3'406'0'0,"0"-1"1"0"0,0 1 0 0 0,1-1 0 0 0,-1 1-1 0 0,1 0 1 0 0,0 0 0 0 0,0 0-1 0 0,0 0 1 0 0,0 0 0 0 0,0 1 0 0 0,1-1-1 0 0,-2 4 1 0 0,-14 51 6615 0 0,9-30-5367 0 0,-8 14-435 0 0,-7 23-293 0 0,16-23-8238 0 0,7-30 3152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8:51.5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123 175 920 0 0,'-38'8'460'0'0,"17"-3"3558"0"0,1 1-1 0 0,-23 10 0 0 0,376-141 3804 0 0,-234 97-9063 0 0,160-26 0 0 0,-238 52-5556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8:51.9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0 5985 0 0,'-2'2'472'0'0,"1"1"1"0"0,0-1-1 0 0,-1 0 0 0 0,1 1 0 0 0,0-1 1 0 0,0 0-1 0 0,1 1 0 0 0,-1-1 0 0 0,1 1 0 0 0,-1-1 1 0 0,1 1-1 0 0,0 0 0 0 0,0-1 0 0 0,0 1 1 0 0,0-1-1 0 0,1 4 0 0 0,8 49 2963 0 0,-7-43-2551 0 0,5 30-344 0 0,-1 0-1 0 0,-1 75 1 0 0,-16 82 1592 0 0,1-43-1386 0 0,11-64-1402 0 0,1-67-64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8:52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1 107 10594 0 0,'50'-14'2333'0'0,"-20"3"-1184"0"0,32-17 1 0 0,23-9-1098 0 0,-26 22-3866 0 0,-46 13 2296 0 0</inkml:trace>
  <inkml:trace contextRef="#ctx0" brushRef="#br0" timeOffset="1">111 316 3225 0 0,'-3'11'6664'0'0,"3"-11"-6545"0"0,22-1 2483 0 0,28-14-1497 0 0,19-12-985 0 0,-3-6-3485 0 0,-52 23 2993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8:52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8 10138 0 0,'-11'-8'9067'0'0,"7"18"-8799"0"0,1-1 0 0 0,0 1-1 0 0,1 0 1 0 0,0 0 0 0 0,1 0-1 0 0,0 0 1 0 0,0 0 0 0 0,2 14-1 0 0,10 92 215 0 0,-5-71-319 0 0,45 317 174 0 0,-19-149-390 0 0,-21-127-1815 0 0,-7-46-5564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8:53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79 10594 0 0,'11'-6'194'0'0,"0"1"0"0"0,0 1 0 0 0,1 0 0 0 0,-1 0 0 0 0,19-3 0 0 0,-1 0 480 0 0,-25 6-610 0 0,142-33 1785 0 0,-131 31-2043 0 0,0 1 0 0 0,0 1 0 0 0,0 1-1 0 0,0 0 1 0 0,-1 1 0 0 0,1 0 0 0 0,0 2 0 0 0,15 3-1 0 0,-8 3 14 0 0,-4 2 160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8:53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65 9218 0 0,'1'1'66'0'0,"-1"-1"-1"0"0,1 1 1 0 0,0-1-1 0 0,0 1 1 0 0,0 0-1 0 0,-1-1 1 0 0,1 0-1 0 0,0 1 1 0 0,0-1 0 0 0,0 1-1 0 0,0-1 1 0 0,0 0-1 0 0,0 0 1 0 0,0 0-1 0 0,0 1 1 0 0,0-1-1 0 0,0 0 1 0 0,0 0 0 0 0,0 0-1 0 0,0-1 1 0 0,0 1-1 0 0,0 0 1 0 0,-1 0-1 0 0,3-1 1 0 0,29-7 792 0 0,-23 5-836 0 0,69-20-367 0 0,-41 11-1082 0 0,48-8 0 0 0,-70 17 1427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8:53.8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17 5985 0 0,'1'-2'161'0'0,"0"1"0"0"0,0 0-1 0 0,0-1 1 0 0,1 1 0 0 0,-1 0-1 0 0,0 0 1 0 0,1 0 0 0 0,-1 0-1 0 0,0 0 1 0 0,1 1 0 0 0,-1-1-1 0 0,1 0 1 0 0,-1 1 0 0 0,1-1-1 0 0,0 1 1 0 0,-1-1 0 0 0,1 1-1 0 0,-1 0 1 0 0,1-1 0 0 0,0 1-1 0 0,-1 0 1 0 0,1 0 0 0 0,0 1-1 0 0,-1-1 1 0 0,4 1 0 0 0,-4-1 57 0 0,1 0 1 0 0,-1 0-1 0 0,1 0 1 0 0,-1 1 0 0 0,1-1-1 0 0,-1 0 1 0 0,1 1-1 0 0,-1 0 1 0 0,0-1-1 0 0,1 1 1 0 0,-1 0-1 0 0,0 0 1 0 0,1 0 0 0 0,-1 0-1 0 0,0 0 1 0 0,0 0-1 0 0,0 0 1 0 0,0 0-1 0 0,0 0 1 0 0,0 0-1 0 0,0 1 1 0 0,0-1-1 0 0,0 0 1 0 0,0 1 0 0 0,-1-1-1 0 0,1 0 1 0 0,0 3-1 0 0,-1 9 205 0 0,-1 0 0 0 0,0-1 1 0 0,0 1-1 0 0,-1 0 0 0 0,-1-1 0 0 0,0 1 0 0 0,-6 11 0 0 0,-4 23-48 0 0,6-16-229 0 0,2 0 0 0 0,0 0 0 0 0,1 55 1 0 0,4-77-153 0 0,0 0 1 0 0,1 1 0 0 0,0-1 0 0 0,0-1 0 0 0,1 1-1 0 0,0 0 1 0 0,1 0 0 0 0,0-1 0 0 0,0 1-1 0 0,1-1 1 0 0,0 0 0 0 0,1 0 0 0 0,-1 0-1 0 0,2-1 1 0 0,-1 0 0 0 0,1 0 0 0 0,11 12-1 0 0,-14-17-131 0 0,1 0-1 0 0,-1 0 0 0 0,0 0 0 0 0,1 0 0 0 0,-1-1 0 0 0,1 1 1 0 0,-1-1-1 0 0,1 0 0 0 0,0 0 0 0 0,-1 0 0 0 0,1 0 0 0 0,0-1 0 0 0,0 1 1 0 0,0-1-1 0 0,-1 0 0 0 0,1 0 0 0 0,0-1 0 0 0,0 1 0 0 0,0-1 1 0 0,-1 0-1 0 0,1 0 0 0 0,0 0 0 0 0,-1 0 0 0 0,1-1 0 0 0,-1 1 1 0 0,1-1-1 0 0,4-4 0 0 0,8-5-1372 0 0</inkml:trace>
  <inkml:trace contextRef="#ctx0" brushRef="#br0" timeOffset="1">10 281 8754 0 0,'0'0'47'0'0,"-1"1"-1"0"0,1-1 1 0 0,0 0-1 0 0,0 0 1 0 0,-1 0 0 0 0,1 0-1 0 0,0 0 1 0 0,-1 0 0 0 0,1 0-1 0 0,0 0 1 0 0,-1 0-1 0 0,1 0 1 0 0,0 0 0 0 0,0 0-1 0 0,-1 0 1 0 0,1-1 0 0 0,0 1-1 0 0,0 0 1 0 0,-1 0 0 0 0,1 0-1 0 0,0 0 1 0 0,0 0-1 0 0,-1-1 1 0 0,1 1 0 0 0,0 0-1 0 0,0 0 1 0 0,-1 0 0 0 0,1-1-1 0 0,0 1 1 0 0,0 0 0 0 0,0 0-1 0 0,0-1 1 0 0,-1 1-1 0 0,1 0 1 0 0,0 0 0 0 0,0-1-1 0 0,0 1 1 0 0,0 0 0 0 0,0 0-1 0 0,0-1 1 0 0,0 1 0 0 0,0 0-1 0 0,0-1 1 0 0,0 1-1 0 0,0 0 1 0 0,0 0 0 0 0,0-1-1 0 0,0 1 1 0 0,0 0 0 0 0,0-1-1 0 0,0 1 1 0 0,0 0 0 0 0,18-13 1894 0 0,29-7 471 0 0,76-17-1310 0 0,-99 30-2389 0 0,-4 2-4289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8:54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1 109 6449 0 0,'1'-1'228'0'0,"-1"1"-1"0"0,1-1 0 0 0,0 0 1 0 0,0 1-1 0 0,0-1 0 0 0,0 1 1 0 0,0-1-1 0 0,0 1 0 0 0,0-1 1 0 0,0 1-1 0 0,0 0 0 0 0,0-1 1 0 0,0 1-1 0 0,0 0 0 0 0,0 0 1 0 0,0 0-1 0 0,0 0 0 0 0,0 0 1 0 0,0 0-1 0 0,0 0 0 0 0,2 0 1 0 0,25 1 1106 0 0,-20 1-1192 0 0,0 1 0 0 0,0 0 0 0 0,0 0 0 0 0,0 1-1 0 0,-1 0 1 0 0,0 0 0 0 0,0 1 0 0 0,0-1 0 0 0,0 2 0 0 0,-1-1-1 0 0,0 1 1 0 0,0 0 0 0 0,0 0 0 0 0,5 8 0 0 0,-7-8-213 0 0,0-1 0 0 0,0 1 0 0 0,0 0 0 0 0,-1 0 0 0 0,1 0 0 0 0,-1 1 0 0 0,-1-1 0 0 0,1 1 0 0 0,-1 0 0 0 0,-1-1 1 0 0,1 1-1 0 0,-1 0 0 0 0,0 0 0 0 0,-1 0 0 0 0,1 0 0 0 0,-1 0 0 0 0,-2 9 0 0 0,2-15 84 0 0,0-1 0 0 0,0 0 0 0 0,0 0 0 0 0,0 1 0 0 0,0-1-1 0 0,0 0 1 0 0,0 1 0 0 0,0-1 0 0 0,0 0 0 0 0,0 0 0 0 0,0 1 0 0 0,0-1 0 0 0,0 0-1 0 0,0 0 1 0 0,-1 1 0 0 0,1-1 0 0 0,0 0 0 0 0,0 0 0 0 0,0 1 0 0 0,0-1 0 0 0,-1 0 0 0 0,1 0-1 0 0,0 0 1 0 0,0 1 0 0 0,-1-1 0 0 0,1 0 0 0 0,0 0 0 0 0,0 0 0 0 0,-1 0 0 0 0,1 0-1 0 0,0 0 1 0 0,0 1 0 0 0,-1-1 0 0 0,1 0 0 0 0,-1 0 0 0 0,-6-8 792 0 0,-4-15 663 0 0,7 6-1058 0 0,2 0 0 0 0,0 0 0 0 0,0-1 0 0 0,2 1 0 0 0,0 0 0 0 0,1 0 0 0 0,1-1 0 0 0,4-18 0 0 0,-3 24-845 0 0,0-1 1 0 0,1 0-1 0 0,1 1 0 0 0,0-1 0 0 0,1 1 0 0 0,12-19 1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8:55.0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168 161 6449 0 0,'-61'22'3357'0'0,"42"-16"-1806"0"0,1 0 1 0 0,0 1-1 0 0,-33 20 504 0 0,51-27-2019 0 0,0 0 0 0 0,0 0 0 0 0,0 0 0 0 0,0 0 0 0 0,0 0 0 0 0,0 1 0 0 0,0-1 0 0 0,0 0 0 0 0,-1 0 0 0 0,3 2 899 0 0,-2-2-900 0 0,0 0 1 0 0,0 0 0 0 0,0 0 0 0 0,0 0 0 0 0,0 0 0 0 0,0 0 0 0 0,0 0 0 0 0,0 0 0 0 0,0 0 0 0 0,1 0 0 0 0,-1 0 0 0 0,0 0 0 0 0,0 0 0 0 0,0 0 0 0 0,0 0 0 0 0,0 0 0 0 0,0 0 0 0 0,0 0 0 0 0,1 0 0 0 0,13 2 1022 0 0,18-1-167 0 0,210-40 640 0 0,-97 11-1198 0 0,481-85-96 0 0,-401 71-1969 0 0,-157 30-5744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8:55.6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 8754 0 0,'0'-1'181'0'0,"1"0"1"0"0,-1 1-1 0 0,1-1 1 0 0,-1 0-1 0 0,1 1 1 0 0,-1-1-1 0 0,1 0 1 0 0,0 1-1 0 0,-1-1 0 0 0,1 1 1 0 0,0-1-1 0 0,-1 1 1 0 0,1 0-1 0 0,0-1 1 0 0,0 1-1 0 0,-1 0 1 0 0,1-1-1 0 0,0 1 1 0 0,0 0-1 0 0,0 0 0 0 0,-1 0 1 0 0,1 0-1 0 0,0-1 1 0 0,0 1-1 0 0,0 0 1 0 0,-1 1-1 0 0,1-1 1 0 0,0 0-1 0 0,0 0 1 0 0,0 0-1 0 0,-1 0 1 0 0,1 1-1 0 0,0-1 0 0 0,0 0 1 0 0,0 1-1 0 0,-1-1 1 0 0,1 0-1 0 0,0 1 1 0 0,-1-1-1 0 0,1 1 1 0 0,1 0-1 0 0,1 2 87 0 0,0-1-1 0 0,0 0 0 0 0,0 1 1 0 0,0 0-1 0 0,-1 0 1 0 0,1 0-1 0 0,2 4 1 0 0,3 9 122 0 0,0 0-1 0 0,-1 1 1 0 0,-1-1 0 0 0,-1 2 0 0 0,-1-1 0 0 0,0 0 0 0 0,1 22 0 0 0,3 130 540 0 0,-8-140-729 0 0,1 112-157 0 0,7 239 136 0 0,-1-267-382 0 0,30 150 0 0 0,-26-211-2089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8:55.9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1 124 9218 0 0,'170'-45'7300'0'0,"-3"-9"-5657"0"0,-133 42-1915 0 0,-32 11 391 0 0,6-1-826 0 0,0-1 1 0 0,1 1-1 0 0,-1 0 0 0 0,10 0 0 0 0,-16 1 560 0 0,0 1-1 0 0,-1 0 0 0 0,1 0 1 0 0,0 0-1 0 0,-1 0 0 0 0,1 1 1 0 0,-1-1-1 0 0,1 0 0 0 0,0 1 1 0 0,-1-1-1 0 0,1 1 0 0 0,-1-1 1 0 0,1 1-1 0 0,-1 0 0 0 0,1 0 0 0 0,-1-1 1 0 0,0 1-1 0 0,1 0 0 0 0,-1 0 1 0 0,0 1-1 0 0,0-1 0 0 0,0 0 1 0 0,1 0-1 0 0,-1 0 0 0 0,-1 1 1 0 0,1-1-1 0 0,0 1 0 0 0,1 1 1 0 0,1 7 133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8:56.3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40 15667 0 0,'0'1'86'0'0,"0"0"0"0"0,0 0 0 0 0,0 0 0 0 0,1 0 0 0 0,-1 0 0 0 0,0-1-1 0 0,0 1 1 0 0,0 0 0 0 0,1 0 0 0 0,-1 0 0 0 0,1 0 0 0 0,-1-1 0 0 0,0 1-1 0 0,1 0 1 0 0,-1 0 0 0 0,1-1 0 0 0,0 1 0 0 0,-1 0 0 0 0,1-1 0 0 0,-1 1-1 0 0,1-1 1 0 0,0 1 0 0 0,0-1 0 0 0,-1 1 0 0 0,1-1 0 0 0,0 1 0 0 0,1-1-1 0 0,0 1 100 0 0,1 0-1 0 0,0 0 0 0 0,0-1 1 0 0,0 1-1 0 0,0-1 0 0 0,-1 0 1 0 0,1 0-1 0 0,5-1 0 0 0,1 0-139 0 0,-1 0-1 0 0,1-1 0 0 0,-1 0 1 0 0,0-1-1 0 0,10-3 0 0 0,-8 0-918 0 0,0 0 0 0 0,0-1 0 0 0,12-11 0 0 0,-9 8 834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8:57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9674 0 0,'4'89'11288'0'0,"12"50"-9650"0"0,-3-23-1737 0 0,-12-107-356 0 0,4 32-208 0 0,2-16-6356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8:57.8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45 6449 0 0,'-38'-45'9268'0'0,"43"50"-9625"0"0,0 1 1 0 0,0-1 0 0 0,0 1 0 0 0,-1 0 0 0 0,0 0-1 0 0,0 0 1 0 0,0 1 0 0 0,-1-1 0 0 0,5 14 0 0 0,-2 1 356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8:58.2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80 5065 0 0,'-1'-1'103'0'0,"0"1"0"0"0,1 0 0 0 0,-1-1 0 0 0,0 1 0 0 0,1-1 0 0 0,-1 0-1 0 0,1 1 1 0 0,-1-1 0 0 0,1 1 0 0 0,-1-1 0 0 0,1 0 0 0 0,-1 1 0 0 0,1-1 0 0 0,0 0 0 0 0,-1 0 0 0 0,1 1-1 0 0,0-1 1 0 0,0 0 0 0 0,-1 0 0 0 0,1 1 0 0 0,0-1 0 0 0,0 0 0 0 0,0 0 0 0 0,0 0 0 0 0,0 1 0 0 0,0-1-1 0 0,0 0 1 0 0,0 0 0 0 0,1 0 0 0 0,-1 1 0 0 0,0-1 0 0 0,0 0 0 0 0,1 0 0 0 0,-1 1 0 0 0,0-1 0 0 0,1 0-1 0 0,-1 1 1 0 0,1-1 0 0 0,-1 0 0 0 0,1 1 0 0 0,-1-1 0 0 0,1 1 0 0 0,-1-1 0 0 0,1 1 0 0 0,-1-1 0 0 0,2 0 0 0 0,0-1 150 0 0,0 1 0 0 0,0 0 1 0 0,0-1-1 0 0,0 1 0 0 0,1 0 1 0 0,-1 0-1 0 0,0 0 0 0 0,0 0 1 0 0,1 1-1 0 0,-1-1 0 0 0,0 1 1 0 0,1-1-1 0 0,-1 1 0 0 0,1 0 1 0 0,2 0-1 0 0,0 1-7 0 0,1 1 0 0 0,-1 0 0 0 0,0 0 1 0 0,0 1-1 0 0,-1-1 0 0 0,1 1 0 0 0,0 0 0 0 0,-1 0 1 0 0,0 1-1 0 0,0-1 0 0 0,0 1 0 0 0,0 0 0 0 0,0 0 0 0 0,-1 0 1 0 0,0 0-1 0 0,1 1 0 0 0,2 7 0 0 0,2 2-2 0 0,-1 0-1 0 0,0 0 1 0 0,-1 1 0 0 0,7 28-1 0 0,-11-37-154 0 0,-1 1 0 0 0,0-1 0 0 0,-1 1 0 0 0,1-1 0 0 0,-1 1 0 0 0,0-1 0 0 0,-1 1 0 0 0,0-1 0 0 0,0 1 0 0 0,0-1 0 0 0,-1 0 0 0 0,1 1 0 0 0,-5 8 0 0 0,13-78-888 0 0,-1 34 433 0 0,1 1-1 0 0,14-37 1 0 0,-17 55 398 0 0,0 1 0 0 0,1-1 1 0 0,0 1-1 0 0,1 0 0 0 0,0 0 0 0 0,0 1 1 0 0,0 0-1 0 0,1 0 0 0 0,1 1 1 0 0,7-8-1 0 0,-14 14-3 0 0,1 0-1 0 0,-1 0 1 0 0,0 0 0 0 0,1 0-1 0 0,-1 0 1 0 0,1 0 0 0 0,-1 1 0 0 0,1-1-1 0 0,-1 0 1 0 0,1 1 0 0 0,0-1-1 0 0,-1 1 1 0 0,1 0 0 0 0,0-1 0 0 0,-1 1-1 0 0,1 0 1 0 0,0 0 0 0 0,-1 0-1 0 0,1 0 1 0 0,0 0 0 0 0,0 1 0 0 0,-1-1-1 0 0,1 0 1 0 0,-1 1 0 0 0,1-1-1 0 0,0 1 1 0 0,-1 0 0 0 0,1-1 0 0 0,-1 1-1 0 0,1 0 1 0 0,-1 0 0 0 0,0 0-1 0 0,1 0 1 0 0,-1 0 0 0 0,0 0 0 0 0,0 1-1 0 0,1-1 1 0 0,-1 0 0 0 0,0 1-1 0 0,0-1 1 0 0,0 0 0 0 0,-1 1 0 0 0,1-1-1 0 0,1 3 1 0 0,4 9 75 0 0,0 0 0 0 0,-1 1 0 0 0,0-1-1 0 0,3 19 1 0 0,-4-16-266 0 0,1 0-604 0 0,1 0 0 0 0,0 0-1 0 0,1-1 1 0 0,1 0 0 0 0,0-1-1 0 0,1 0 1 0 0,1 0-1 0 0,12 13 1 0 0,-6-9-930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8:58.5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0 5529 0 0,'-5'4'1109'0'0,"1"-1"0"0"0,-1 1 0 0 0,1 0-1 0 0,0 0 1 0 0,1 0 0 0 0,-1 1 0 0 0,-4 6 0 0 0,2-1-306 0 0,1 0 1 0 0,0 0 0 0 0,-4 12-1 0 0,0 5-211 0 0,2-1-1 0 0,-4 31 0 0 0,7-38-287 0 0,2-1 0 0 0,1 0 0 0 0,0 1 0 0 0,1 0 0 0 0,1-1 0 0 0,5 25 0 0 0,-5-37-277 0 0,0 0 0 0 0,0 0 0 0 0,1-1 0 0 0,0 1 0 0 0,0-1-1 0 0,0 1 1 0 0,1-1 0 0 0,-1 0 0 0 0,2 0 0 0 0,-1 0 0 0 0,0 0 0 0 0,1 0 0 0 0,0-1 0 0 0,0 0 0 0 0,0 1 0 0 0,1-1 0 0 0,-1-1 0 0 0,1 1-1 0 0,0-1 1 0 0,0 0 0 0 0,0 0 0 0 0,0 0 0 0 0,11 3 0 0 0,-9-5-301 0 0,-1 0-1 0 0,0 0 0 0 0,0-1 1 0 0,1 0-1 0 0,-1 0 1 0 0,0 0-1 0 0,1-1 1 0 0,-1 0-1 0 0,0 0 1 0 0,0-1-1 0 0,0 0 1 0 0,0 0-1 0 0,11-5 1 0 0,8-4-6443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8:58.9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 17972 0 0,'-3'5'1760'0'0,"3"-3"-1568"0"0,-1 1-192 0 0,1-2 0 0 0,1 0 240 0 0,0 1 16 0 0,-1 0 0 0 0,2-1 0 0 0,0 2-256 0 0,0-3 0 0 0,0-1-88 0 0,-1-3 88 0 0,1-4-96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9:14.6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419 99 4609 0 0,'1'-6'66'0'0,"8"-44"1576"0"0,-9 48-1387 0 0,1 0 1 0 0,-1 0-1 0 0,0 0 1 0 0,0 0-1 0 0,0 0 1 0 0,0 1-1 0 0,-1-1 1 0 0,1 0 0 0 0,0 0-1 0 0,-1 0 1 0 0,1 0-1 0 0,-1 0 1 0 0,0 0-1 0 0,0 1 1 0 0,0-1-1 0 0,0 0 1 0 0,0 0-1 0 0,0 1 1 0 0,0-1-1 0 0,0 1 1 0 0,-3-3 0 0 0,4 4-157 0 0,-1 0 0 0 0,0 0 1 0 0,1-1-1 0 0,-1 1 1 0 0,0 0-1 0 0,1 0 1 0 0,-1 0-1 0 0,0 0 1 0 0,0 0-1 0 0,1 1 1 0 0,-1-1-1 0 0,0 0 0 0 0,1 0 1 0 0,-1 0-1 0 0,1 0 1 0 0,-1 1-1 0 0,0-1 1 0 0,1 0-1 0 0,-1 1 1 0 0,1-1-1 0 0,-1 0 1 0 0,0 1-1 0 0,1-1 0 0 0,-1 1 1 0 0,1-1-1 0 0,-1 1 1 0 0,1-1-1 0 0,0 1 1 0 0,-1 1-1 0 0,-13 17 1075 0 0,13-18-1083 0 0,-35 62 665 0 0,3 0-1 0 0,3 2 0 0 0,-32 101 0 0 0,44-111-568 0 0,-147 482 800 0 0,161-521-1295 0 0,-18 66 636 0 0,11-26-4739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9:14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5065 0 0,'8'6'3689'0'0,"3"16"-2444"0"0,-7-15-546 0 0,33 66 1472 0 0,36 105-1 0 0,14 83 1134 0 0,-5 35-779 0 0,-80-291-2644 0 0,-2-2-330 0 0,1-1 0 0 0,0 1 0 0 0,-1-1 0 0 0,1 0 0 0 0,0 1 0 0 0,0-1 0 0 0,0 0 0 0 0,1 0 0 0 0,-1 0 0 0 0,1 0 0 0 0,-1 0 0 0 0,1 0 0 0 0,-1 0 0 0 0,4 3 0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9:15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25 219 11522 0 0,'-1'0'123'0'0,"0"-1"0"0"0,-1 1 0 0 0,1-1-1 0 0,0 1 1 0 0,0-1 0 0 0,0 1-1 0 0,-1-1 1 0 0,1 0 0 0 0,0 1 0 0 0,0-1-1 0 0,0 0 1 0 0,0 0 0 0 0,0 0-1 0 0,0 0 1 0 0,0 0 0 0 0,1 0 0 0 0,-1 0-1 0 0,0 0 1 0 0,1 0 0 0 0,-1-1-1 0 0,0 1 1 0 0,1 0 0 0 0,-1 0 0 0 0,1 0-1 0 0,0-1 1 0 0,-1 1 0 0 0,1-3-1 0 0,0 1 246 0 0,0-1 0 0 0,1 0-1 0 0,0 0 1 0 0,-1 0-1 0 0,1 0 1 0 0,1 0-1 0 0,-1 1 1 0 0,3-7 0 0 0,1 2-109 0 0,-1 0 0 0 0,2 0 1 0 0,-1 1-1 0 0,1-1 1 0 0,0 1-1 0 0,0 0 0 0 0,1 1 1 0 0,0 0-1 0 0,0 0 1 0 0,0 0-1 0 0,10-5 1 0 0,5-1-506 0 0,0 0 0 0 0,46-17 0 0 0,-40 19-520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9:15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2 4145 0 0,'-1'0'198'0'0,"0"0"-1"0"0,-1-1 1 0 0,1 1 0 0 0,0 0 0 0 0,0 0 0 0 0,0 0-1 0 0,-1-1 1 0 0,1 1 0 0 0,0 1 0 0 0,0-1 0 0 0,-1 0-1 0 0,1 0 1 0 0,0 0 0 0 0,0 1 0 0 0,0-1 0 0 0,-1 0-1 0 0,1 1 1 0 0,0-1 0 0 0,0 1 0 0 0,0 0 0 0 0,0-1-1 0 0,0 1 1 0 0,0 0 0 0 0,0 0 0 0 0,0-1 0 0 0,0 1-1 0 0,0 0 1 0 0,0 0 0 0 0,1 0 0 0 0,-1 0 0 0 0,0 0-1 0 0,1 0 1 0 0,-1 0 0 0 0,1 1 0 0 0,-1-1 0 0 0,1 0-1 0 0,-1 0 1 0 0,1 2 0 0 0,-3 5 299 0 0,0-1 0 0 0,0 1-1 0 0,1 0 1 0 0,-1 13 0 0 0,-1 12 70 0 0,3-1 0 0 0,0 1 0 0 0,2 0 0 0 0,2 0 1 0 0,7 36-1 0 0,-6-47-398 0 0,2 0 1 0 0,0-1 0 0 0,1 0 0 0 0,1 0-1 0 0,1-1 1 0 0,1 0 0 0 0,1 0 0 0 0,20 27-1 0 0,-26-41-123 0 0,0 0-1 0 0,1 0 0 0 0,-1 0 0 0 0,1-1 0 0 0,1 0 0 0 0,-1 0 0 0 0,1-1 1 0 0,0 0-1 0 0,0 0 0 0 0,13 5 0 0 0,-18-8-8 0 0,1 0 0 0 0,-1 0 1 0 0,1-1-1 0 0,-1 1 0 0 0,1-1 0 0 0,0 1 0 0 0,-1-1 1 0 0,1 0-1 0 0,0 0 0 0 0,-1 0 0 0 0,1-1 1 0 0,0 1-1 0 0,-1-1 0 0 0,1 1 0 0 0,-1-1 0 0 0,1 0 1 0 0,-1 0-1 0 0,1 0 0 0 0,-1 0 0 0 0,1 0 1 0 0,-1-1-1 0 0,0 1 0 0 0,0-1 0 0 0,0 0 0 0 0,0 1 1 0 0,0-1-1 0 0,0 0 0 0 0,0 0 0 0 0,0 0 1 0 0,-1 0-1 0 0,1-1 0 0 0,-1 1 0 0 0,0 0 0 0 0,1-1 1 0 0,0-2-1 0 0,1-4-116 0 0,1-1 0 0 0,-1 0 0 0 0,-1 0 0 0 0,0 0 1 0 0,0 0-1 0 0,-1-1 0 0 0,-1 1 0 0 0,1 0 0 0 0,-2-1 0 0 0,1 1 0 0 0,-2 0 1 0 0,1 0-1 0 0,-1 0 0 0 0,-1 0 0 0 0,-4-12 0 0 0,4 15-1899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9:18.7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194 0 14283 0 0,'-13'11'777'0'0,"1"0"0"0"0,0 0 0 0 0,1 2 1 0 0,-18 24-1 0 0,-31 59-259 0 0,51-79-701 0 0,0 1 1 0 0,0 0-1 0 0,2 0 0 0 0,-9 34 1 0 0,13-41-376 0 0,2-1-1 0 0,-1 1 1 0 0,2 0 0 0 0,-1 1-1 0 0,1-1 1 0 0,2 11 0 0 0,2 1-937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9:19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3 11979 0 0,'1'-2'5652'0'0,"1"7"-3656"0"0,1 10-939 0 0,-7 72 303 0 0,-26 140 0 0 0,6-59-1303 0 0,7 44-2148 0 0,16-189 429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9:19.4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 5529 0 0,'2'-1'314'0'0,"0"-1"0"0"0,1 1 0 0 0,-1-1 1 0 0,1 1-1 0 0,0 0 0 0 0,-1 0 0 0 0,1 0 0 0 0,0 1 0 0 0,-1-1 0 0 0,1 1 0 0 0,0-1 0 0 0,0 1 0 0 0,0 0 1 0 0,0 0-1 0 0,-1 0 0 0 0,1 0 0 0 0,0 1 0 0 0,0-1 0 0 0,5 3 0 0 0,2-1 506 0 0,-1 1-1 0 0,1 0 1 0 0,-1 1-1 0 0,12 6 1 0 0,-9-3-450 0 0,-2 0 0 0 0,1 1 0 0 0,-1 1 0 0 0,0-1 0 0 0,0 2 0 0 0,-1-1 0 0 0,-1 2 0 0 0,1-1 0 0 0,-2 1 0 0 0,1 0 0 0 0,-2 0 0 0 0,1 1 0 0 0,-2 0 0 0 0,0 0 0 0 0,0 1 0 0 0,4 16 0 0 0,3 21-267 0 0,-3 1 0 0 0,6 97 0 0 0,-10-88-69 0 0,-1-19-481 0 0,0-2-139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9:19.8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22 200 7834 0 0,'-1'0'108'0'0,"0"0"1"0"0,1 0 0 0 0,-1 0 0 0 0,0 0 0 0 0,0 0 0 0 0,1 0-1 0 0,-1 0 1 0 0,0 0 0 0 0,0 0 0 0 0,1 0 0 0 0,-1 0-1 0 0,0 0 1 0 0,0-1 0 0 0,1 1 0 0 0,-1 0 0 0 0,0-1-1 0 0,1 1 1 0 0,-1 0 0 0 0,0-1 0 0 0,1 1 0 0 0,-1-1-1 0 0,1 1 1 0 0,-1-1 0 0 0,1 1 0 0 0,-1-1 0 0 0,1 1-1 0 0,-1-1 1 0 0,1 0 0 0 0,-1 1 0 0 0,1-1 0 0 0,0 0-1 0 0,0 1 1 0 0,-1-1 0 0 0,1 0 0 0 0,0 1 0 0 0,0-1-1 0 0,-1 0 1 0 0,1 0 0 0 0,0 1 0 0 0,0-1 0 0 0,0 0-1 0 0,0 0 1 0 0,0 0 0 0 0,2-3 306 0 0,-1 1 0 0 0,1-1 0 0 0,0 1 0 0 0,0 0 0 0 0,0 0 0 0 0,0 0 0 0 0,0 0 0 0 0,4-3 0 0 0,2-3-274 0 0,1 1 0 0 0,0 1 0 0 0,0 0 0 0 0,0 0 0 0 0,1 0 0 0 0,19-8 0 0 0,68-22 708 0 0,-45 19-693 0 0,-21 6-156 0 0</inkml:trace>
  <inkml:trace contextRef="#ctx0" brushRef="#br0" timeOffset="1">789 140 11058 0 0,'24'-11'3111'0'0,"42"-26"0"0"0,-6 2-1748 0 0,-39 23-1440 0 0,50-22 74 0 0,-65 32-719 0 0,0 0-1 0 0,0 0 0 0 0,-1 1 1 0 0,1-1-1 0 0,12 1 0 0 0,-7 2-877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1:59:20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53 2761 0 0,'-1'8'8125'0'0,"1"-8"-8007"0"0,23 0 3791 0 0,30-10-1420 0 0,-33 5-2768 0 0,0-2-1 0 0,0 0 0 0 0,23-13 0 0 0,-22 8-928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2:36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204 157 3225 0 0,'-1'-2'234'0'0,"0"0"1"0"0,0 0 0 0 0,0 0-1 0 0,0-1 1 0 0,1 1 0 0 0,-1 0-1 0 0,1-1 1 0 0,-1 1-1 0 0,1-1 1 0 0,0-3 0 0 0,-1 2 72 0 0,-2-41 933 0 0,3 35-318 0 0,0-1 0 0 0,-1 0 0 0 0,0 1 0 0 0,-5-17 0 0 0,6 27-821 0 0,0-1 0 0 0,0 1 0 0 0,-1-1 0 0 0,1 1 0 0 0,0-1 0 0 0,0 1 0 0 0,0-1 0 0 0,-1 1 0 0 0,1-1 0 0 0,0 1 0 0 0,-1 0 0 0 0,1-1 0 0 0,0 1 0 0 0,-1-1 0 0 0,1 1 0 0 0,0 0 0 0 0,-1-1 0 0 0,1 1 0 0 0,-1 0 0 0 0,1 0 0 0 0,-1-1 0 0 0,1 1 0 0 0,-1 0 0 0 0,1 0 0 0 0,-1 0 0 0 0,1 0 0 0 0,-1-1 0 0 0,1 1 0 0 0,-1 0 0 0 0,1 0 0 0 0,-1 0 0 0 0,1 0 0 0 0,-1 0 0 0 0,-19 10 1110 0 0,-10 21-927 0 0,10-6-277 0 0,2 0 0 0 0,0 1 0 0 0,2 1 0 0 0,1 1 0 0 0,-15 35 0 0 0,30-62-19 0 0,-1 0-1 0 0,0 0 0 0 0,1 0 0 0 0,-1 1 1 0 0,1-1-1 0 0,0 0 0 0 0,-1 0 1 0 0,1 1-1 0 0,0-1 0 0 0,0 0 0 0 0,-1 1 1 0 0,1-1-1 0 0,0 0 0 0 0,0 1 1 0 0,1-1-1 0 0,-1 0 0 0 0,0 0 1 0 0,0 1-1 0 0,1-1 0 0 0,-1 0 0 0 0,1 1 1 0 0,-1-1-1 0 0,1 0 0 0 0,-1 0 1 0 0,1 0-1 0 0,0 0 0 0 0,-1 0 0 0 0,1 0 1 0 0,0 0-1 0 0,0 0 0 0 0,0 0 1 0 0,0 0-1 0 0,0 0 0 0 0,0 0 0 0 0,0 0 1 0 0,0-1-1 0 0,0 1 0 0 0,0 0 1 0 0,1-1-1 0 0,-1 1 0 0 0,0-1 1 0 0,0 0-1 0 0,1 1 0 0 0,-1-1 0 0 0,0 0 1 0 0,0 0-1 0 0,3 1 0 0 0,7-1-402 0 0,0 0 0 0 0,0-1 1 0 0,0 0-1 0 0,19-4 0 0 0,-15 2 131 0 0,12-2 87 0 0,-18 3 98 0 0,1 0 1 0 0,-1 0 0 0 0,1 1-1 0 0,0 0 1 0 0,0 0-1 0 0,-1 1 1 0 0,1 1 0 0 0,0-1-1 0 0,0 2 1 0 0,16 3 0 0 0,-25-4 89 0 0,0-1 1 0 0,0 1-1 0 0,0-1 1 0 0,0 1-1 0 0,0-1 1 0 0,0 1-1 0 0,-1 0 1 0 0,1-1-1 0 0,0 1 1 0 0,0 0-1 0 0,0 0 1 0 0,-1 0-1 0 0,1 0 1 0 0,-1 0-1 0 0,1-1 1 0 0,0 1-1 0 0,-1 0 1 0 0,0 0-1 0 0,1 1 1 0 0,-1-1-1 0 0,1 0 1 0 0,-1 0 0 0 0,0 1-1 0 0,0 1 0 0 0,0 0 0 0 0,0 0 0 0 0,0-1 0 0 0,-1 1 0 0 0,1 0 1 0 0,-1-1-1 0 0,1 1 0 0 0,-1 0 0 0 0,-2 3 0 0 0,-2 5-18 0 0,-1 1 1 0 0,-1-1 0 0 0,-9 12-1 0 0,14-19 3 0 0,-36 46-587 0 0,21-29-2666 0 0,8-11-330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2:37.0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0 8290 0 0,'-5'2'394'0'0,"1"0"-1"0"0,-1 0 1 0 0,1 0 0 0 0,0 0 0 0 0,0 1 0 0 0,0-1 0 0 0,0 1 0 0 0,1 0-1 0 0,-1 1 1 0 0,1-1 0 0 0,-1 0 0 0 0,1 1 0 0 0,-4 6 0 0 0,3-3-12 0 0,0 1 0 0 0,0 0 1 0 0,1 0-1 0 0,0 0 1 0 0,0 0-1 0 0,-3 17 0 0 0,3-5-91 0 0,1 0 0 0 0,1 0 0 0 0,1 0 0 0 0,0 1 1 0 0,6 34-1 0 0,-5-49-183 0 0,1 1 0 0 0,-1-1 1 0 0,1 0-1 0 0,0 1 0 0 0,1-1 1 0 0,0 0-1 0 0,-1 0 0 0 0,2-1 0 0 0,-1 1 1 0 0,5 5-1 0 0,-7-9-97 0 0,1-1 0 0 0,-1 0 0 0 0,0 0 0 0 0,0 0 0 0 0,1 0 0 0 0,-1 0 0 0 0,1 0 0 0 0,-1 0-1 0 0,1 0 1 0 0,-1 0 0 0 0,1-1 0 0 0,-1 1 0 0 0,1-1 0 0 0,0 1 0 0 0,-1-1 0 0 0,1 0 0 0 0,2 1 0 0 0,-1-2-17 0 0,-1 1 1 0 0,0-1-1 0 0,1 1 1 0 0,-1-1-1 0 0,0 0 1 0 0,0 1-1 0 0,1-1 1 0 0,-1-1-1 0 0,0 1 1 0 0,0 0-1 0 0,0 0 1 0 0,0-1-1 0 0,0 1 1 0 0,0-1-1 0 0,2-3 1 0 0,3-2-24 0 0,-1-1-1 0 0,1 0 1 0 0,-2 0 0 0 0,1-1 0 0 0,-1 1 0 0 0,-1-1 0 0 0,0 0-1 0 0,0 0 1 0 0,0-1 0 0 0,-2 1 0 0 0,1-1 0 0 0,-1 0-1 0 0,0 0 1 0 0,-1 0 0 0 0,0 0 0 0 0,-1-13 0 0 0,0 16 10 0 0,0 0 1 0 0,-1 1 0 0 0,0-1-1 0 0,0 0 1 0 0,-1 1 0 0 0,0-1-1 0 0,0 1 1 0 0,0-1 0 0 0,-1 1-1 0 0,0 0 1 0 0,0 0 0 0 0,-1 0-1 0 0,1 1 1 0 0,-1-1-1 0 0,-1 1 1 0 0,1 0 0 0 0,-1 0-1 0 0,0 0 1 0 0,0 1 0 0 0,0 0-1 0 0,0-1 1 0 0,-1 2 0 0 0,0-1-1 0 0,-12-5 1 0 0,-17 1-1438 0 0,12 9-3037 0 0,5 3-944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2:38.3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83 3225 0 0,'0'-1'181'0'0,"0"0"0"0"0,0-1 1 0 0,0 1-1 0 0,0-1 1 0 0,1 1-1 0 0,-1 0 0 0 0,0-1 1 0 0,1 1-1 0 0,-1 0 0 0 0,1-1 1 0 0,-1 1-1 0 0,1 0 1 0 0,0 0-1 0 0,-1 0 0 0 0,3-2 1 0 0,-2 2 41 0 0,1 1 1 0 0,-1 0-1 0 0,1-1 0 0 0,-1 1 1 0 0,1 0-1 0 0,-1 0 1 0 0,1 0-1 0 0,-1 0 1 0 0,1 0-1 0 0,-1 1 1 0 0,1-1-1 0 0,-1 0 1 0 0,1 1-1 0 0,-1-1 1 0 0,1 1-1 0 0,-1-1 0 0 0,0 1 1 0 0,1 0-1 0 0,-1 0 1 0 0,0 0-1 0 0,0-1 1 0 0,3 3-1 0 0,25 23 1279 0 0,-20-15-1330 0 0,1 1 0 0 0,-2 0 0 0 0,1 0-1 0 0,-2 1 1 0 0,1 0 0 0 0,9 27 0 0 0,-14-32-180 0 0,0 0 0 0 0,0 0 0 0 0,-1 1 1 0 0,-1-1-1 0 0,1 1 0 0 0,-1 0 0 0 0,-1-1 0 0 0,1 1 1 0 0,-2 0-1 0 0,1-1 0 0 0,-1 1 0 0 0,0 0 0 0 0,-3 8 1 0 0,-6 0 127 0 0,10-16-76 0 0,0-1 1 0 0,0 0-1 0 0,-1 0 0 0 0,1 1 1 0 0,0-1-1 0 0,0 0 1 0 0,-1 0-1 0 0,1 0 0 0 0,0 1 1 0 0,-1-1-1 0 0,1 0 1 0 0,0 0-1 0 0,-1 0 0 0 0,1 0 1 0 0,0 0-1 0 0,-1 0 1 0 0,1 0-1 0 0,0 0 0 0 0,-1 0 1 0 0,1 0-1 0 0,0 0 1 0 0,-1 0-1 0 0,1 0 1 0 0,0 0-1 0 0,-1 0 0 0 0,1 0 1 0 0,-1 0-1 0 0,0-1 83 0 0,0-1 1 0 0,0 1-1 0 0,0 0 0 0 0,0 0 1 0 0,0 0-1 0 0,0-1 0 0 0,0 1 1 0 0,1 0-1 0 0,-1-1 0 0 0,0 1 0 0 0,1-1 1 0 0,-1 1-1 0 0,1-1 0 0 0,0 1 1 0 0,-1-1-1 0 0,1 1 0 0 0,0-1 0 0 0,0-2 1 0 0,-2-36 811 0 0,2 1 0 0 0,8-65 0 0 0,-2 64-2497 0 0,11-39-1 0 0,-9 54-4775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2:38.6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0 10594 0 0,'-2'0'103'0'0,"0"0"0"0"0,0 0 0 0 0,0 0 0 0 0,0 1 0 0 0,0-1 0 0 0,0 0 0 0 0,1 1 0 0 0,-1-1 0 0 0,0 1 0 0 0,0 0 0 0 0,0 0 0 0 0,0 0 0 0 0,1 0 0 0 0,-1 0-1 0 0,0 0 1 0 0,-2 2 0 0 0,-17 29 959 0 0,14-16-716 0 0,1 0 1 0 0,1 0 0 0 0,0 1 0 0 0,0-1 0 0 0,2 1 0 0 0,0 0 0 0 0,1 0 0 0 0,1 0-1 0 0,2 33 1 0 0,1-24-111 0 0,1 0 0 0 0,1 0-1 0 0,2 0 1 0 0,0-1-1 0 0,19 46 1 0 0,-20-59-161 0 0,1 0 1 0 0,1 0-1 0 0,0-1 0 0 0,1 0 1 0 0,0 0-1 0 0,0 0 0 0 0,12 10 1 0 0,-16-18-87 0 0,-1 0 1 0 0,1 0 0 0 0,-1-1 0 0 0,1 1 0 0 0,0-1 0 0 0,0 0 0 0 0,0 0 0 0 0,0 0 0 0 0,0-1 0 0 0,0 1 0 0 0,6 0 0 0 0,-8-2-37 0 0,1 1 1 0 0,0-1-1 0 0,0 0 1 0 0,0 0-1 0 0,0-1 1 0 0,0 1 0 0 0,-1-1-1 0 0,1 1 1 0 0,0-1-1 0 0,0 0 1 0 0,-1 0 0 0 0,1 0-1 0 0,0-1 1 0 0,-1 1-1 0 0,1 0 1 0 0,-1-1 0 0 0,0 0-1 0 0,5-3 1 0 0,-4 0-54 0 0,1 1 0 0 0,-1-1 0 0 0,1 0 1 0 0,-1 0-1 0 0,-1 0 0 0 0,1 0 0 0 0,-1 0 0 0 0,0-1 1 0 0,0 1-1 0 0,0-1 0 0 0,-1 1 0 0 0,0-1 0 0 0,0 0 1 0 0,0 0-1 0 0,-1 1 0 0 0,0-1 0 0 0,0 0 0 0 0,0 0 1 0 0,-1 0-1 0 0,0 1 0 0 0,0-1 0 0 0,0 0 0 0 0,-1 1 1 0 0,0-1-1 0 0,0 1 0 0 0,0 0 0 0 0,-1-1 0 0 0,0 1 1 0 0,-4-6-1 0 0,6 10-34 0 0,1 0 0 0 0,-1 0 1 0 0,0 1-1 0 0,0-1 0 0 0,1 0 1 0 0,-1 1-1 0 0,0-1 0 0 0,0 1 1 0 0,0-1-1 0 0,0 1 0 0 0,0-1 1 0 0,1 1-1 0 0,-1 0 0 0 0,0-1 1 0 0,0 1-1 0 0,0 0 0 0 0,0 0 1 0 0,0 0-1 0 0,0-1 0 0 0,-2 1 1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2:39.3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30 3225 0 0,'0'-1'140'0'0,"1"-1"0"0"0,-1 1 1 0 0,0-1-1 0 0,0 1 0 0 0,0-1 1 0 0,0 1-1 0 0,0-1 0 0 0,0 1 0 0 0,0-1 1 0 0,0 1-1 0 0,0-1 0 0 0,-1 1 1 0 0,1-1-1 0 0,-1 1 0 0 0,1-1 1 0 0,-1 1-1 0 0,1-1 0 0 0,-2-1 0 0 0,-8 4 2654 0 0,-3 13-1708 0 0,0 7-608 0 0,0-1 0 0 0,2 2 1 0 0,0 0-1 0 0,1 0 0 0 0,2 0 0 0 0,0 1 0 0 0,1 1 0 0 0,2-1 1 0 0,0 1-1 0 0,-1 33 0 0 0,5-55-503 0 0,1 0 1 0 0,0 1-1 0 0,0-1 0 0 0,1 0 1 0 0,-1 0-1 0 0,0 0 0 0 0,1 1 1 0 0,-1-1-1 0 0,1 0 0 0 0,0 0 1 0 0,0 0-1 0 0,-1 0 0 0 0,2 0 1 0 0,-1 0-1 0 0,2 3 0 0 0,-3-5-9 0 0,0 0-1 0 0,1 0 1 0 0,-1 1-1 0 0,1-1 1 0 0,-1 0-1 0 0,1 0 1 0 0,-1 0-1 0 0,0 1 1 0 0,1-1-1 0 0,-1 0 1 0 0,1 0-1 0 0,-1 0 1 0 0,1 0-1 0 0,-1 0 0 0 0,1 0 1 0 0,-1 0-1 0 0,1 0 1 0 0,-1 0-1 0 0,0 0 1 0 0,1 0-1 0 0,-1 0 1 0 0,1 0-1 0 0,-1-1 1 0 0,1 1-1 0 0,-1 0 1 0 0,1 0-1 0 0,15-17-825 0 0,0-8 552 0 0,-1 0 0 0 0,21-53 1 0 0,-4 6 382 0 0,-32 71-56 0 0,1-1 0 0 0,-1 1 0 0 0,1-1 0 0 0,0 1 0 0 0,0-1 0 0 0,0 1 0 0 0,-1 0 0 0 0,1-1 0 0 0,1 1 0 0 0,-1 0 0 0 0,0 0 0 0 0,0 0 0 0 0,0 0 0 0 0,2-2 0 0 0,-2 4 1 0 0,0 0 0 0 0,-1-1 0 0 0,1 1 1 0 0,-1 0-1 0 0,1-1 0 0 0,-1 1 0 0 0,1 0 0 0 0,-1-1 1 0 0,1 1-1 0 0,-1 0 0 0 0,0 0 0 0 0,1 0 1 0 0,-1-1-1 0 0,0 1 0 0 0,0 0 0 0 0,0 0 0 0 0,0 0 1 0 0,0 0-1 0 0,0 0 0 0 0,0-1 0 0 0,0 1 1 0 0,0 0-1 0 0,0 0 0 0 0,0 0 0 0 0,-1 1 0 0 0,1 0 65 0 0,0 11 197 0 0,0-1 0 0 0,1 1 0 0 0,1-1 0 0 0,4 18 0 0 0,-6-28-281 0 0,0 0 1 0 0,1 0-1 0 0,-1 0 0 0 0,1 0 1 0 0,0 0-1 0 0,-1 0 0 0 0,1 0 1 0 0,0-1-1 0 0,0 1 0 0 0,0 0 0 0 0,0-1 1 0 0,1 1-1 0 0,-1-1 0 0 0,0 1 1 0 0,1-1-1 0 0,-1 0 0 0 0,1 1 1 0 0,-1-1-1 0 0,1 0 0 0 0,0 0 1 0 0,0 0-1 0 0,-1 0 0 0 0,1 0 0 0 0,0-1 1 0 0,0 1-1 0 0,0 0 0 0 0,0-1 1 0 0,0 1-1 0 0,0-1 0 0 0,0 0 1 0 0,0 0-1 0 0,0 0 0 0 0,-1 0 1 0 0,1 0-1 0 0,0 0 0 0 0,0 0 0 0 0,4-2 1 0 0,-4 2-29 0 0,1-1-1 0 0,0 0 1 0 0,-1 0 0 0 0,1-1 0 0 0,-1 1 0 0 0,1 0 0 0 0,-1-1-1 0 0,0 1 1 0 0,0-1 0 0 0,0 0 0 0 0,0 0 0 0 0,0 0 0 0 0,0 0-1 0 0,0 0 1 0 0,0 0 0 0 0,2-5 0 0 0,0-2-25 0 0,1-1 0 0 0,-1 0 0 0 0,3-12 0 0 0,-5 15 118 0 0,0 1 0 0 0,0 0 0 0 0,0-1 0 0 0,1 1 0 0 0,0 0 1 0 0,0 0-1 0 0,1 1 0 0 0,5-8 0 0 0,-9 13-52 0 0,0 0-1 0 0,0 0 1 0 0,1-1 0 0 0,-1 1-1 0 0,0 0 1 0 0,0 0 0 0 0,1 0-1 0 0,-1 0 1 0 0,0-1 0 0 0,0 1-1 0 0,1 0 1 0 0,-1 0 0 0 0,0 0-1 0 0,1 0 1 0 0,-1 0 0 0 0,0 0-1 0 0,1 0 1 0 0,-1 0 0 0 0,0 0-1 0 0,1 0 1 0 0,-1 0 0 0 0,0 0-1 0 0,0 0 1 0 0,1 0 0 0 0,-1 0-1 0 0,0 0 1 0 0,1 0 0 0 0,-1 0-1 0 0,0 1 1 0 0,1-1 0 0 0,-1 0-1 0 0,0 0 1 0 0,0 0 0 0 0,1 1-1 0 0,9 12 332 0 0,6 24 66 0 0,-13-31-334 0 0,-2-2-93 0 0,0-1 1 0 0,1 0-1 0 0,-1 0 1 0 0,1 1-1 0 0,0-1 1 0 0,0 0-1 0 0,0 0 0 0 0,0 0 1 0 0,1-1-1 0 0,-1 1 1 0 0,1-1-1 0 0,-1 1 1 0 0,1-1-1 0 0,6 4 0 0 0,-7-6-18 0 0,-1 1 1 0 0,1-1-1 0 0,0 0 0 0 0,0 1 0 0 0,0-1 0 0 0,0 0 0 0 0,0 0 0 0 0,0-1 0 0 0,-1 1 0 0 0,1 0 0 0 0,0-1 0 0 0,0 1 0 0 0,0-1 0 0 0,0 1 0 0 0,-1-1 0 0 0,1 0 0 0 0,0 0 0 0 0,-1 0 0 0 0,1 0 0 0 0,0 0 0 0 0,-1 0 0 0 0,0 0 0 0 0,1 0 0 0 0,-1-1 1 0 0,1 1-1 0 0,-1-1 0 0 0,0 1 0 0 0,0-1 0 0 0,1-1 0 0 0,20-35 503 0 0,-19 33-299 0 0,-1-1 0 0 0,1 1 0 0 0,0 0 0 0 0,0 0 0 0 0,1 0 0 0 0,0 0 0 0 0,6-6 0 0 0,-9 10-149 0 0,0 1-1 0 0,0 0 0 0 0,-1 0 1 0 0,1 0-1 0 0,0 0 0 0 0,0-1 1 0 0,0 1-1 0 0,0 0 1 0 0,0 1-1 0 0,0-1 0 0 0,0 0 1 0 0,-1 0-1 0 0,1 0 0 0 0,0 0 1 0 0,0 1-1 0 0,0-1 0 0 0,0 0 1 0 0,-1 1-1 0 0,1-1 0 0 0,0 1 1 0 0,0-1-1 0 0,-1 1 0 0 0,1-1 1 0 0,0 1-1 0 0,-1 0 0 0 0,1-1 1 0 0,0 1-1 0 0,-1 0 0 0 0,1-1 1 0 0,-1 1-1 0 0,1 0 0 0 0,-1 0 1 0 0,1 1-1 0 0,18 29-324 0 0,-18-30 274 0 0,30 49-3258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2:39.7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10 6913 0 0,'0'0'56'0'0,"1"-1"-1"0"0,-1 1 1 0 0,0 0-1 0 0,0 0 0 0 0,0-1 1 0 0,0 1-1 0 0,0 0 0 0 0,0 0 1 0 0,0-1-1 0 0,0 1 0 0 0,0 0 1 0 0,0 0-1 0 0,0-1 0 0 0,0 1 1 0 0,0 0-1 0 0,0 0 0 0 0,0-1 1 0 0,0 1-1 0 0,0 0 1 0 0,0 0-1 0 0,0-1 0 0 0,0 1 1 0 0,0 0-1 0 0,-1 0 0 0 0,1-1 1 0 0,0 1-1 0 0,0 0 0 0 0,0 0 1 0 0,0 0-1 0 0,0-1 0 0 0,-1 1 1 0 0,1 0-1 0 0,0 0 1 0 0,0 0-1 0 0,0 0 0 0 0,-1 0 1 0 0,1-1-1 0 0,0 1 0 0 0,0 0 1 0 0,-1 0-1 0 0,1 0 0 0 0,0 0 1 0 0,0 0-1 0 0,-1 0 0 0 0,1 0 1 0 0,0 0-1 0 0,0 0 0 0 0,-1 0 1 0 0,1 0-1 0 0,0 0 1 0 0,0 0-1 0 0,-1 0 0 0 0,-13 13 2016 0 0,-10 24 818 0 0,16-21-2400 0 0,2 0 0 0 0,0 0 0 0 0,1 0 0 0 0,0 1 0 0 0,2 0 0 0 0,0 0-1 0 0,1 0 1 0 0,0 0 0 0 0,1 1 0 0 0,2-1 0 0 0,-1 0 0 0 0,2 0 0 0 0,0 0 0 0 0,7 25 0 0 0,-7-35-659 0 0,1-1 1 0 0,0 1 0 0 0,0-1 0 0 0,0 0-1 0 0,1 0 1 0 0,0 0 0 0 0,0 0 0 0 0,0 0-1 0 0,1-1 1 0 0,0 0 0 0 0,0 0 0 0 0,7 6-1 0 0,2-2-1238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2:40.0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1 346 3681 0 0,'0'1'141'0'0,"1"-1"0"0"0,0 1 0 0 0,-1-1 0 0 0,1 0 1 0 0,-1 1-1 0 0,1-1 0 0 0,0 0 0 0 0,-1 0 0 0 0,1 1 0 0 0,-1-1 0 0 0,1 0 1 0 0,0 0-1 0 0,-1 0 0 0 0,1 0 0 0 0,0 0 0 0 0,-1 0 0 0 0,1 0 0 0 0,0 0 1 0 0,-1 0-1 0 0,1 0 0 0 0,0 0 0 0 0,-1 0 0 0 0,1-1 0 0 0,0 1 0 0 0,-1 0 1 0 0,1 0-1 0 0,-1-1 0 0 0,1 1 0 0 0,0 0 0 0 0,0-1 0 0 0,23-9 2125 0 0,-13 3-1910 0 0,0-1-1 0 0,0-1 0 0 0,-1 0 1 0 0,0 0-1 0 0,-1-1 0 0 0,0-1 1 0 0,0 1-1 0 0,-1-1 0 0 0,0-1 1 0 0,8-15-1 0 0,-8 11 66 0 0,-1 0-1 0 0,0-1 1 0 0,-1 1-1 0 0,0-1 1 0 0,-2-1 0 0 0,0 1-1 0 0,2-26 1 0 0,-5 40-411 0 0,-1 0 1 0 0,0 0-1 0 0,0 0 1 0 0,0 0 0 0 0,-1 0-1 0 0,1 0 1 0 0,-1 0-1 0 0,1 0 1 0 0,-1 0-1 0 0,0 1 1 0 0,0-1-1 0 0,0 0 1 0 0,0 1 0 0 0,-3-5-1 0 0,3 7-3 0 0,1-1 0 0 0,-1 1-1 0 0,1-1 1 0 0,-1 1 0 0 0,1-1-1 0 0,-1 1 1 0 0,0-1 0 0 0,1 1 0 0 0,-1 0-1 0 0,0-1 1 0 0,1 1 0 0 0,-1 0-1 0 0,0 0 1 0 0,0-1 0 0 0,1 1 0 0 0,-1 0-1 0 0,0 0 1 0 0,0 0 0 0 0,1 0-1 0 0,-1 0 1 0 0,-1 0 0 0 0,0 1 5 0 0,0-1 1 0 0,0 1-1 0 0,0 0 0 0 0,0 0 1 0 0,0 0-1 0 0,0 0 1 0 0,0 0-1 0 0,0 0 0 0 0,1 0 1 0 0,-1 1-1 0 0,-2 1 1 0 0,-2 4 120 0 0,0 0 0 0 0,0 1 0 0 0,0-1 0 0 0,1 1 0 0 0,0 0 0 0 0,1 1 1 0 0,0-1-1 0 0,0 1 0 0 0,0 0 0 0 0,1 0 0 0 0,1 0 0 0 0,0 0 1 0 0,0 0-1 0 0,0 0 0 0 0,1 1 0 0 0,1-1 0 0 0,0 12 0 0 0,0-16-89 0 0,0 1-1 0 0,1-1 0 0 0,0 1 0 0 0,0-1 1 0 0,0 0-1 0 0,0 1 0 0 0,1-1 0 0 0,0 0 1 0 0,0 0-1 0 0,0 0 0 0 0,1 0 1 0 0,0-1-1 0 0,0 1 0 0 0,0-1 0 0 0,0 1 1 0 0,1-1-1 0 0,0 0 0 0 0,-1 0 0 0 0,1-1 1 0 0,1 1-1 0 0,-1-1 0 0 0,0 0 1 0 0,1 0-1 0 0,0 0 0 0 0,0-1 0 0 0,0 0 1 0 0,0 0-1 0 0,0 0 0 0 0,0 0 0 0 0,8 1 1 0 0,12-1-1558 0 0,2-2-5750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2:46.1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 5985 0 0,'0'-2'27'0'0,"0"1"-1"0"0,-1-1 1 0 0,1 1-1 0 0,0-1 1 0 0,0 1-1 0 0,0 0 0 0 0,0-1 1 0 0,0 1-1 0 0,1-1 1 0 0,-1 1-1 0 0,0-1 1 0 0,1 1-1 0 0,-1-1 1 0 0,1 1-1 0 0,-1 0 0 0 0,1-1 1 0 0,0 1-1 0 0,-1 0 1 0 0,1 0-1 0 0,0-1 1 0 0,0 1-1 0 0,0 0 1 0 0,0 0-1 0 0,0 0 1 0 0,0 0-1 0 0,0 0 0 0 0,1 0 1 0 0,-1 1-1 0 0,0-1 1 0 0,0 0-1 0 0,1 1 1 0 0,-1-1-1 0 0,0 0 1 0 0,1 1-1 0 0,-1 0 1 0 0,1-1-1 0 0,-1 1 0 0 0,2 0 1 0 0,8-2 197 0 0,0 1 1 0 0,-1 1-1 0 0,1 0 0 0 0,15 1 1 0 0,-5 1-106 0 0,336-7-99 0 0,-128 0 50 0 0,746 25 1245 0 0,33-1-1792 0 0,-482-26 303 0 0,1236 3-692 0 0,-1447 11 866 0 0,636 16 0 0 0,-806-17 285 0 0,266 0 1142 0 0,-281-9-2910 0 0,-109 4-1587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8:41:23.7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1 108 2761 0 0,'38'-4'11863'0'0,"7"-8"-5865"0"0,55-23-4855 0 0,34-10-2321 0 0,-75 35-1785 0 0,-19 9-2201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4:30.5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84 2761 0 0,'-1'-3'338'0'0,"0"-1"1"0"0,1 0 0 0 0,-2 1 0 0 0,1-1-1 0 0,0 1 1 0 0,-1 0 0 0 0,1-1 0 0 0,-1 1 0 0 0,0 0-1 0 0,0 0 1 0 0,-4-5 0 0 0,-29-30 5462 0 0,36 58 100 0 0,3 25-5817 0 0,13 140 471 0 0,-9 245 1 0 0,-11-346-932 0 0,-3 76-483 0 0,5-55-3935 0 0,1-91-346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4:31.0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93 185 5985 0 0,'-8'-27'2473'0'0,"6"20"-1765"0"0,1-1 1 0 0,-1 1-1 0 0,-1-1 1 0 0,-3-7 0 0 0,5 14-558 0 0,1 0 0 0 0,-1 0 0 0 0,1 0 1 0 0,-1 0-1 0 0,0 0 0 0 0,1 0 0 0 0,-1 0 1 0 0,0 0-1 0 0,0 0 0 0 0,0 0 0 0 0,0 1 1 0 0,0-1-1 0 0,0 0 0 0 0,0 1 0 0 0,0-1 1 0 0,0 0-1 0 0,0 1 0 0 0,0 0 1 0 0,0-1-1 0 0,0 1 0 0 0,0-1 0 0 0,0 1 1 0 0,-1 0-1 0 0,1 0 0 0 0,0 0 0 0 0,0 0 1 0 0,0 0-1 0 0,-1 0 0 0 0,1 0 0 0 0,0 0 1 0 0,-2 1-1 0 0,2-1-72 0 0,-1 1 0 0 0,1 0 0 0 0,-1 0 1 0 0,1 0-1 0 0,0 0 0 0 0,-1 0 0 0 0,1 0 0 0 0,0 0 0 0 0,0 0 1 0 0,0 0-1 0 0,0 0 0 0 0,0 1 0 0 0,0-1 0 0 0,0 0 0 0 0,0 1 1 0 0,1-1-1 0 0,-1 1 0 0 0,1-1 0 0 0,-1 1 0 0 0,1-1 0 0 0,-1 1 1 0 0,1 2-1 0 0,-6 41-53 0 0,5-33 53 0 0,-5 52-514 0 0,4 0 0 0 0,5 77 0 0 0,-1-117 48 0 0,1-1 0 0 0,1 1 0 0 0,1-1 0 0 0,1 0 0 0 0,1 0 0 0 0,1 0 0 0 0,1-1 0 0 0,1 0 0 0 0,15 24 0 0 0,-22-42 194 0 0,0 1-1 0 0,0 0 1 0 0,1-1-1 0 0,0 0 1 0 0,0 0 0 0 0,0 0-1 0 0,0 0 1 0 0,1-1-1 0 0,0 1 1 0 0,-1-1-1 0 0,1 0 1 0 0,0-1-1 0 0,0 1 1 0 0,1-1-1 0 0,-1 0 1 0 0,1 0 0 0 0,-1-1-1 0 0,6 2 1 0 0,-3-3 27 0 0,0 1 0 0 0,-1-1 0 0 0,1-1 0 0 0,0 0 0 0 0,-1 0 0 0 0,1 0 0 0 0,-1-1 0 0 0,1 0 0 0 0,-1 0 0 0 0,0-1 0 0 0,0 0 0 0 0,14-7 0 0 0,-2-3 357 0 0,-1 0 1 0 0,0-1-1 0 0,-1 0 0 0 0,0-1 1 0 0,-1-1-1 0 0,-1-1 0 0 0,-1-1 1 0 0,0 0-1 0 0,-1 0 0 0 0,-1-1 1 0 0,-1-1-1 0 0,-1 0 0 0 0,0-1 1 0 0,-2 1-1 0 0,10-34 0 0 0,-15 40 92 0 0,1-1-1 0 0,-2 1 0 0 0,0-1 0 0 0,-1 0 0 0 0,0 0 0 0 0,-2 0 0 0 0,1 0 0 0 0,-2 0 0 0 0,0 1 0 0 0,-7-26 0 0 0,5 29-104 0 0,0 0 0 0 0,-1 0 0 0 0,0 1 0 0 0,-1-1 0 0 0,0 2 0 0 0,0-1 0 0 0,-1 0 0 0 0,-1 1 0 0 0,0 1 0 0 0,0-1 0 0 0,0 1 0 0 0,-1 0 0 0 0,0 1 0 0 0,-20-12 0 0 0,5 7 589 0 0,0 0 1 0 0,-42-13-1 0 0,39 15-1633 0 0,0 0 0 0 0,-25-15 0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4:49.9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73 152 7370 0 0,'-4'-7'695'0'0,"1"-1"0"0"0,0 1 1 0 0,1-1-1 0 0,-1 0 1 0 0,2 0-1 0 0,-1 0 1 0 0,0-12-1 0 0,1 12 80 0 0,1 0-1 0 0,-2 0 1 0 0,1 0-1 0 0,-1 0 1 0 0,-1 0-1 0 0,0 1 1 0 0,-4-11-1 0 0,7 18-761 0 0,0-1 0 0 0,0 1-1 0 0,0 0 1 0 0,-1 0 0 0 0,1 0-1 0 0,0-1 1 0 0,0 1-1 0 0,0 0 1 0 0,0 0 0 0 0,0 0-1 0 0,0 0 1 0 0,0-1 0 0 0,-1 1-1 0 0,1 0 1 0 0,0 0-1 0 0,0 0 1 0 0,0 0 0 0 0,0-1-1 0 0,0 1 1 0 0,-1 0 0 0 0,1 0-1 0 0,0 0 1 0 0,0 0 0 0 0,0 0-1 0 0,-1 0 1 0 0,1 0-1 0 0,0 0 1 0 0,0 0 0 0 0,0 0-1 0 0,-1 0 1 0 0,1 0 0 0 0,0 0-1 0 0,0 0 1 0 0,-1 0-1 0 0,1 0 1 0 0,0 0 0 0 0,0 0-1 0 0,0 0 1 0 0,-1 0 0 0 0,1 0-1 0 0,0 0 1 0 0,0 0-1 0 0,0 0 1 0 0,-1 0 0 0 0,1 0-1 0 0,0 0 1 0 0,0 1 0 0 0,0-1-1 0 0,0 0 1 0 0,-1 0-1 0 0,1 0 1 0 0,0 0 0 0 0,0 0-1 0 0,0 1 1 0 0,0-1 0 0 0,0 0-1 0 0,0 0 1 0 0,-1 1-1 0 0,-6 20 1149 0 0,0 26 377 0 0,0 52-1798 0 0,5 1-1 0 0,20 191 1 0 0,69 194-1014 0 0,-83-462 118 0 0,1-1 0 0 0,1 0 0 0 0,2 1-1 0 0,0-2 1 0 0,1 1 0 0 0,21 35 0 0 0,-17-40-3563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4:50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59 9218 0 0,'0'-2'131'0'0,"-1"0"1"0"0,0 1-1 0 0,1-1 0 0 0,-1 1 0 0 0,0-1 1 0 0,0 1-1 0 0,0-1 0 0 0,0 1 1 0 0,0 0-1 0 0,0 0 0 0 0,0-1 0 0 0,-1 1 1 0 0,1 0-1 0 0,0 0 0 0 0,-1 0 1 0 0,1 0-1 0 0,-1 0 0 0 0,1 1 0 0 0,-1-1 1 0 0,1 0-1 0 0,-1 1 0 0 0,0-1 1 0 0,1 1-1 0 0,-1-1 0 0 0,0 1 0 0 0,1 0 1 0 0,-1 0-1 0 0,0 0 0 0 0,1 0 1 0 0,-1 0-1 0 0,0 0 0 0 0,1 0 0 0 0,-1 1 1 0 0,0-1-1 0 0,1 0 0 0 0,-1 1 1 0 0,0-1-1 0 0,1 1 0 0 0,-1 0 0 0 0,1 0 1 0 0,-1 0-1 0 0,1-1 0 0 0,-1 1 1 0 0,-1 2-1 0 0,-3 2 114 0 0,-1 0 1 0 0,1 1 0 0 0,1 0-1 0 0,-1 0 1 0 0,1 0-1 0 0,0 1 1 0 0,-8 13-1 0 0,0 5 159 0 0,0 0-1 0 0,2 2 1 0 0,-13 45 0 0 0,21-63-466 0 0,0 1 1 0 0,1 0 0 0 0,1 0 0 0 0,0 0 0 0 0,0 0-1 0 0,1 0 1 0 0,0 0 0 0 0,1 1 0 0 0,0-1 0 0 0,0 0-1 0 0,1 0 1 0 0,0-1 0 0 0,7 17 0 0 0,-7-22 5 0 0,0 0 0 0 0,0-1 0 0 0,0 1 0 0 0,0-1 0 0 0,0 1 0 0 0,1-1 0 0 0,0 0 0 0 0,0 0 0 0 0,0 0 0 0 0,0-1 0 0 0,0 1 0 0 0,0-1 0 0 0,1 1 0 0 0,-1-1 1 0 0,1 0-1 0 0,-1-1 0 0 0,1 1 0 0 0,4 1 0 0 0,-2-2 11 0 0,1 0 0 0 0,-1 0 0 0 0,0 0 0 0 0,1-1 0 0 0,-1 0 0 0 0,0 0 0 0 0,1-1 0 0 0,-1 0 0 0 0,0 0 1 0 0,10-3-1 0 0,4-3 38 0 0,0-1 0 0 0,-1-1 0 0 0,0-1 1 0 0,0 0-1 0 0,31-24 0 0 0,-36 23 12 0 0,0 0-1 0 0,0-1 1 0 0,-1 0-1 0 0,-1-1 1 0 0,0-1-1 0 0,-1 0 1 0 0,16-26-1 0 0,-23 34 62 0 0,-1-1 0 0 0,0 0 0 0 0,0 0 0 0 0,-1-1 0 0 0,0 1-1 0 0,0 0 1 0 0,0-1 0 0 0,-1 0 0 0 0,0 1 0 0 0,-1-1 0 0 0,1 1-1 0 0,-2-1 1 0 0,1 0 0 0 0,-1 1 0 0 0,0-1 0 0 0,-1 0 0 0 0,1 1 0 0 0,-1 0-1 0 0,-1-1 1 0 0,-4-9 0 0 0,4 12 3 0 0,0-1 1 0 0,0 1-1 0 0,0-1 0 0 0,0 1 1 0 0,-1 0-1 0 0,0 0 0 0 0,0 1 0 0 0,0-1 1 0 0,-1 1-1 0 0,1 0 0 0 0,-1 0 1 0 0,0 1-1 0 0,0-1 0 0 0,-1 1 1 0 0,1 0-1 0 0,-1 0 0 0 0,-10-3 0 0 0,8 4-329 0 0,-1 0 0 0 0,0 1 0 0 0,1 0 1 0 0,-1 1-1 0 0,0-1 0 0 0,0 2 0 0 0,0-1 0 0 0,0 1 0 0 0,1 1 0 0 0,-1-1 0 0 0,-16 7 0 0 0,-1 0-1070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4:51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66 5065 0 0,'-4'-2'312'0'0,"0"1"-1"0"0,-1 0 0 0 0,1 1 1 0 0,0-1-1 0 0,-1 1 1 0 0,1-1-1 0 0,-1 1 1 0 0,1 1-1 0 0,0-1 0 0 0,-1 1 1 0 0,1-1-1 0 0,0 1 1 0 0,-1 0-1 0 0,1 1 1 0 0,0-1-1 0 0,0 1 1 0 0,0 0-1 0 0,0 0 0 0 0,0 0 1 0 0,1 0-1 0 0,-7 5 1 0 0,-11 9 82 0 0,0 1 1 0 0,-26 25-1 0 0,36-31 210 0 0,2-3-604 0 0,4-3-143 0 0,-1 0-1 0 0,0 1 0 0 0,1 0 0 0 0,0 0 0 0 0,-6 10 0 0 0,39-32-2175 0 0,-2-10 3476 0 0,33-44 0 0 0,-37 43 169 0 0,43-43-1 0 0,-63 69-1193 0 0,-1 0 1 0 0,0-1-1 0 0,1 1 0 0 0,-1 0 0 0 0,1 0 0 0 0,-1 1 1 0 0,1-1-1 0 0,-1 0 0 0 0,1 0 0 0 0,0 1 0 0 0,-1-1 0 0 0,1 1 1 0 0,0-1-1 0 0,-1 1 0 0 0,1 0 0 0 0,0 0 0 0 0,-1 0 1 0 0,1 0-1 0 0,0 0 0 0 0,0 0 0 0 0,-1 0 0 0 0,4 1 0 0 0,-2 0-17 0 0,0 1-1 0 0,1-1 0 0 0,-1 1 1 0 0,0 0-1 0 0,0 0 0 0 0,0 0 1 0 0,0 0-1 0 0,-1 1 0 0 0,1-1 1 0 0,3 5-1 0 0,3 4 0 0 0,0 1 1 0 0,-1 0-1 0 0,-1 1 0 0 0,9 19 0 0 0,-6-10-177 0 0,-1 0-1 0 0,-1 1 0 0 0,-1 0 0 0 0,-1 1 1 0 0,0-1-1 0 0,-2 1 0 0 0,1 29 0 0 0,-5-40 91 0 0,0 0-1 0 0,-1 0 1 0 0,-1 0 0 0 0,0 0-1 0 0,0 0 1 0 0,-2 0 0 0 0,1 0-1 0 0,-2-1 1 0 0,1 0 0 0 0,-2 1-1 0 0,0-2 1 0 0,0 1-1 0 0,-1-1 1 0 0,-14 18 0 0 0,14-20 167 0 0,-1-1 1 0 0,0 0 0 0 0,0 0 0 0 0,-1-1-1 0 0,-14 10 1 0 0,21-15-254 0 0,0-1 0 0 0,0 1 0 0 0,0-1 0 0 0,-1 0 0 0 0,1 0 0 0 0,0 0 0 0 0,0 0 0 0 0,0-1 0 0 0,-1 1 0 0 0,1 0 1 0 0,0-1-1 0 0,-1 0 0 0 0,1 1 0 0 0,-1-1 0 0 0,1 0 0 0 0,0 0 0 0 0,-1 0 0 0 0,1-1 0 0 0,-1 1 0 0 0,1-1 0 0 0,0 1 0 0 0,-1-1 0 0 0,1 0 0 0 0,0 0 0 0 0,0 0 0 0 0,0 0 0 0 0,0 0 0 0 0,-1 0 0 0 0,2 0 0 0 0,-1-1 0 0 0,0 1 0 0 0,-3-4 0 0 0,0-1-1341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4:52.3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8 11979 0 0,'5'-8'7581'0'0,"-4"8"-7409"0"0,-28 129 474 0 0,18-39-5435 0 0,9-66-1022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4:52.6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11 6449 0 0,'-2'-10'1191'0'0,"5"21"3236"0"0,4 23-3634 0 0,2 0 0 0 0,2 0 0 0 0,1-2 0 0 0,1 1 0 0 0,27 45 0 0 0,-38-75-800 0 0,-1-1 0 0 0,1 1 0 0 0,-1-1 0 0 0,1 0 0 0 0,0 1 0 0 0,0-1-1 0 0,0 0 1 0 0,0 0 0 0 0,1 0 0 0 0,-1-1 0 0 0,0 1 0 0 0,1-1 0 0 0,0 1 0 0 0,-1-1 0 0 0,1 0 0 0 0,0 0 0 0 0,-1 0 0 0 0,1 0 0 0 0,0 0 0 0 0,0 0-1 0 0,0-1 1 0 0,0 0 0 0 0,0 1 0 0 0,0-1 0 0 0,-1 0 0 0 0,1-1 0 0 0,4 1 0 0 0,-3-2-42 0 0,0 1-1 0 0,0-1 1 0 0,0 0 0 0 0,0 0-1 0 0,0 0 1 0 0,0 0 0 0 0,0-1 0 0 0,-1 1-1 0 0,1-1 1 0 0,-1 0 0 0 0,0 0-1 0 0,0 0 1 0 0,0-1 0 0 0,0 1-1 0 0,-1-1 1 0 0,1 1 0 0 0,2-7-1 0 0,-2 5-73 0 0,-1-1 0 0 0,0 1 0 0 0,0-1 0 0 0,-1 1 0 0 0,1-1 0 0 0,-1 0 0 0 0,0 0 0 0 0,-1 1 0 0 0,1-1-1 0 0,-1 0 1 0 0,-2-11 0 0 0,1 6-420 0 0,-1 1 0 0 0,-1-1 0 0 0,0 1 0 0 0,0 0 0 0 0,-8-17 0 0 0,-2 4-3572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4:53.1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49 11058 0 0,'-19'-48'4248'0'0,"19"48"-4212"0"0,-1 0 1 0 0,1 0 0 0 0,0-1-1 0 0,-1 1 1 0 0,1 0-1 0 0,0 0 1 0 0,-1 0-1 0 0,1 0 1 0 0,-1 0-1 0 0,1 0 1 0 0,0 0-1 0 0,-1 0 1 0 0,1 0 0 0 0,-1 0-1 0 0,1 0 1 0 0,0 0-1 0 0,-1 0 1 0 0,1 1-1 0 0,0-1 1 0 0,-1 0-1 0 0,1 0 1 0 0,0 0-1 0 0,-1 0 1 0 0,1 1 0 0 0,0-1-1 0 0,-1 0 1 0 0,1 0-1 0 0,0 1 1 0 0,-1-1-1 0 0,1 0 1 0 0,0 1-1 0 0,0-1 1 0 0,-1 0-1 0 0,1 0 1 0 0,0 1 0 0 0,0-1-1 0 0,0 1 1 0 0,0-1-1 0 0,0 0 1 0 0,-1 1-1 0 0,1 0 1 0 0,-10 16 510 0 0,10-16-531 0 0,-20 47 224 0 0,2 1 0 0 0,2 2 0 0 0,2-1 0 0 0,2 1 0 0 0,3 1 0 0 0,-4 70 0 0 0,12-103-146 0 0,0 1-1 0 0,2-1 0 0 0,0 1 1 0 0,1-1-1 0 0,1 0 1 0 0,1 0-1 0 0,0 0 1 0 0,2-1-1 0 0,0 1 0 0 0,12 23 1 0 0,-12-30 16 0 0,1-1 1 0 0,0 0 0 0 0,1-1-1 0 0,0 1 1 0 0,1-1-1 0 0,0-1 1 0 0,0 0-1 0 0,1 0 1 0 0,0-1-1 0 0,0 0 1 0 0,1-1 0 0 0,0 0-1 0 0,1 0 1 0 0,0-2-1 0 0,0 1 1 0 0,16 4-1 0 0,-16-6-221 0 0,1-1 0 0 0,0 0-1 0 0,0-1 1 0 0,1-1 0 0 0,-1 0-1 0 0,25-1 1 0 0,-24-1-1735 0 0,0-1 0 0 0,0-1-1 0 0,21-6 1 0 0,-7-1-4123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4:54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36 7370 0 0,'-8'1'1399'0'0,"-1"0"0"0"0,1 1-1 0 0,-1 0 1 0 0,1 1 0 0 0,-13 8 2009 0 0,33-9-2524 0 0,12-1-128 0 0,10-4-551 0 0,1-2 0 0 0,38-9 1 0 0,20-11-3537 0 0,-76 20 2083 0 0,8-2-4463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4:54.6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 2304 0 0,'-3'16'5324'0'0,"10"22"-1954"0"0,-4-20-1685 0 0,17 132 4322 0 0,-2-51-12032 0 0,-13-77 570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4:54.8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 11979 0 0,'3'-2'188'0'0,"0"1"1"0"0,0 0-1 0 0,1 0 1 0 0,-1 0-1 0 0,1 1 1 0 0,-1-1 0 0 0,0 1-1 0 0,1 0 1 0 0,-1 0-1 0 0,1 0 1 0 0,-1 0-1 0 0,1 0 1 0 0,-1 1 0 0 0,6 1-1 0 0,0 2 549 0 0,0-1 0 0 0,1 2 1 0 0,14 9-1 0 0,-10-5-510 0 0,-1 1 0 0 0,0 0-1 0 0,-1 0 1 0 0,0 1 0 0 0,-1 1 0 0 0,0 0 0 0 0,-1 1 0 0 0,0 0 0 0 0,-1 0 0 0 0,0 1-1 0 0,-1 1 1 0 0,-1-1 0 0 0,0 1 0 0 0,-1 0 0 0 0,-1 0 0 0 0,0 1 0 0 0,-1 0 0 0 0,-1 0 0 0 0,2 21-1 0 0,-2-4-188 0 0,-2-1 0 0 0,-1 1 0 0 0,-2-1 0 0 0,-1 1 0 0 0,-1-1 0 0 0,-2 0 0 0 0,-1 0 0 0 0,-20 53 0 0 0,5-29-637 0 0,-3-1 0 0 0,-34 58 0 0 0,31-67-451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0:30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96 10594 0 0,'-3'-4'476'0'0,"-1"0"0"0"0,0 0 0 0 0,1 0 0 0 0,0-1 0 0 0,0 1-1 0 0,0-1 1 0 0,-3-6 0 0 0,5 9-298 0 0,0 1 0 0 0,0-1 0 0 0,0 0 0 0 0,0 0 0 0 0,1 0-1 0 0,-1 0 1 0 0,0 0 0 0 0,1 0 0 0 0,0 1 0 0 0,-1-1 0 0 0,1 0 0 0 0,0 0 0 0 0,0 0-1 0 0,0 0 1 0 0,0 0 0 0 0,0 0 0 0 0,1 0 0 0 0,-1 0 0 0 0,1 0 0 0 0,-1 0 0 0 0,2-4 0 0 0,0 5-87 0 0,-1 0 0 0 0,1 0 0 0 0,-1 0 0 0 0,1 0 0 0 0,-1 1 0 0 0,1-1 0 0 0,-1 0 0 0 0,1 1 0 0 0,0-1 0 0 0,-1 1 1 0 0,1 0-1 0 0,0-1 0 0 0,0 1 0 0 0,-1 0 0 0 0,1 0 0 0 0,0 0 0 0 0,0 0 0 0 0,-1 0 0 0 0,1 1 0 0 0,0-1 0 0 0,-1 0 1 0 0,3 2-1 0 0,40 14 514 0 0,-36-13-447 0 0,97 46 600 0 0,151 95 1 0 0,-189-97-675 0 0,-1 2 1 0 0,69 69-1 0 0,-81-69-51 0 0,-9-7-681 0 0,-27-23-5198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0:31.1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219 1 3225 0 0,'-1'0'142'0'0,"-1"0"0"0"0,1 0 0 0 0,0 0 0 0 0,-1 0 0 0 0,1 1 0 0 0,-1-1 0 0 0,1 0 1 0 0,0 1-1 0 0,-1-1 0 0 0,1 1 0 0 0,0 0 0 0 0,0-1 0 0 0,0 1 0 0 0,-1 0 0 0 0,1 0 0 0 0,0 0 1 0 0,0 0-1 0 0,0 0 0 0 0,0 0 0 0 0,0 0 0 0 0,0 0 0 0 0,1 0 0 0 0,-1 0 0 0 0,0 1 0 0 0,1-1 1 0 0,-1 0-1 0 0,0 1 0 0 0,0 2 0 0 0,-17 48 3053 0 0,14-41-2579 0 0,-44 133 4788 0 0,-36 67-2850 0 0,81-204-2706 0 0,-20 51 390 0 0,21-54-578 0 0,1 1 0 0 0,0 0 1 0 0,0 0-1 0 0,0 0 0 0 0,1-1 0 0 0,-1 1 0 0 0,1 0 1 0 0,0 0-1 0 0,1 0 0 0 0,0 5 0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0:31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0 189 6913 0 0,'2'-4'201'0'0,"0"0"-1"0"0,0 0 0 0 0,1 0 0 0 0,-1 1 0 0 0,1-1 0 0 0,0 1 0 0 0,0 0 1 0 0,0 0-1 0 0,0 0 0 0 0,1 0 0 0 0,-1 0 0 0 0,5-1 0 0 0,3-5 869 0 0,79-68 3773 0 0,-26 31-5466 0 0,-46 35-4664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0:31.9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0 116 2761 0 0,'1'2'266'0'0,"1"-1"0"0"0,-1 0 0 0 0,1 0 0 0 0,-1 0 0 0 0,0 0-1 0 0,1 0 1 0 0,0 0 0 0 0,-1 0 0 0 0,1 0 0 0 0,-1-1 0 0 0,1 1 0 0 0,0-1 0 0 0,0 1 0 0 0,-1-1 0 0 0,1 0 0 0 0,0 0 0 0 0,0 1 0 0 0,0-1 0 0 0,-1 0 0 0 0,1-1 0 0 0,0 1 0 0 0,0 0 0 0 0,-1 0 0 0 0,1-1 0 0 0,3-1 0 0 0,5 0 594 0 0,-1 0-1 0 0,1-1 1 0 0,13-7 0 0 0,-1-2-230 0 0,-1-2 1 0 0,0 0 0 0 0,22-19-1 0 0,-16 11-4500 0 0,-8 8-1176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0:32.7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25 180 2761 0 0,'-5'-8'1060'0'0,"1"-1"0"0"0,1 0 1 0 0,-1 1-1 0 0,-3-18 0 0 0,7 23-733 0 0,-1 0 0 0 0,1 0 0 0 0,0 0 0 0 0,0 0 0 0 0,0 0 0 0 0,0 0 0 0 0,1-1 0 0 0,-1 2-1 0 0,1-1 1 0 0,0 0 0 0 0,0 0 0 0 0,0 0 0 0 0,0 0 0 0 0,0 0 0 0 0,0 1 0 0 0,1-1 0 0 0,0 0 0 0 0,2-3 0 0 0,0 2-137 0 0,2-4 312 0 0,1 0 0 0 0,0 0 1 0 0,1 1-1 0 0,11-10 0 0 0,-18 17-457 0 0,0-1 0 0 0,1 0 0 0 0,-1 0-1 0 0,0 0 1 0 0,0 1 0 0 0,0-1 0 0 0,1 0 0 0 0,-1 1 0 0 0,0-1 0 0 0,0 1-1 0 0,1 0 1 0 0,-1-1 0 0 0,1 1 0 0 0,-1 0 0 0 0,0 0 0 0 0,1 0 0 0 0,-1 0-1 0 0,0 0 1 0 0,1 0 0 0 0,-1 0 0 0 0,1 0 0 0 0,-1 1 0 0 0,0-1 0 0 0,1 0 0 0 0,-1 1-1 0 0,0-1 1 0 0,1 1 0 0 0,-1 0 0 0 0,0-1 0 0 0,0 1 0 0 0,0 0 0 0 0,0 0-1 0 0,0 0 1 0 0,0-1 0 0 0,0 1 0 0 0,0 0 0 0 0,0 1 0 0 0,0-1 0 0 0,0 0-1 0 0,0 0 1 0 0,-1 0 0 0 0,2 2 0 0 0,3 8-24 0 0,0 1 1 0 0,0 0-1 0 0,-1 1 1 0 0,-1-1-1 0 0,0 1 0 0 0,0-1 1 0 0,-2 1-1 0 0,1 0 1 0 0,-2 25-1 0 0,-2 0 122 0 0,-1 0 1 0 0,-10 41-1 0 0,-17 29 162 0 0,19-75 27 0 0,-11 54-1 0 0,21-86-318 0 0,1 0-1 0 0,0 0 0 0 0,-1 1 0 0 0,1-1 0 0 0,0 0 1 0 0,-1 1-1 0 0,1-1 0 0 0,0 0 0 0 0,0 1 0 0 0,0-1 1 0 0,0 0-1 0 0,1 1 0 0 0,-1-1 0 0 0,0 0 0 0 0,0 0 1 0 0,1 1-1 0 0,-1-1 0 0 0,1 0 0 0 0,-1 0 0 0 0,1 1 1 0 0,0-1-1 0 0,-1 0 0 0 0,1 0 0 0 0,0 0 0 0 0,0 0 1 0 0,0 0-1 0 0,0 0 0 0 0,0 0 0 0 0,0 0 0 0 0,2 1 0 0 0,0-1 10 0 0,0-1 0 0 0,0 0-1 0 0,0 1 1 0 0,0-1-1 0 0,0-1 1 0 0,0 1 0 0 0,0 0-1 0 0,0-1 1 0 0,0 1-1 0 0,0-1 1 0 0,0 0-1 0 0,0 0 1 0 0,2-1 0 0 0,22-8-34 0 0,111-37-654 0 0,-113 40 33 0 0,-1 1 1 0 0,1 2 0 0 0,42-4-1 0 0,-44 9-5938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0:33.6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81 10594 0 0,'-1'1'110'0'0,"0"0"0"0"0,0 0 0 0 0,0 1 0 0 0,0-1 0 0 0,0 0 0 0 0,0 1 0 0 0,0-1 0 0 0,0 1 0 0 0,0-1-1 0 0,1 1 1 0 0,-1-1 0 0 0,0 1 0 0 0,1 0 0 0 0,0-1 0 0 0,-1 1 0 0 0,1 0 0 0 0,0-1 0 0 0,0 1 0 0 0,0 0 0 0 0,0-1-1 0 0,0 1 1 0 0,0 0 0 0 0,0-1 0 0 0,1 1 0 0 0,-1 0 0 0 0,0-1 0 0 0,1 1 0 0 0,0-1 0 0 0,-1 1 0 0 0,1-1 0 0 0,0 1 0 0 0,0-1-1 0 0,0 1 1 0 0,0-1 0 0 0,0 0 0 0 0,0 1 0 0 0,0-1 0 0 0,0 0 0 0 0,1 0 0 0 0,-1 0 0 0 0,0 0 0 0 0,1 0 0 0 0,-1 0 0 0 0,1 0-1 0 0,-1 0 1 0 0,1-1 0 0 0,-1 1 0 0 0,1-1 0 0 0,-1 1 0 0 0,1-1 0 0 0,0 1 0 0 0,-1-1 0 0 0,1 0 0 0 0,0 0 0 0 0,-1 0 0 0 0,1 0-1 0 0,0 0 1 0 0,0 0 0 0 0,-1-1 0 0 0,1 1 0 0 0,2-1 0 0 0,32-11 751 0 0,1-1 0 0 0,-2-2 0 0 0,0-1 0 0 0,44-29 0 0 0,-58 33-746 0 0,-6 3-279 0 0,18-10 485 0 0,-11 14-3355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0:34.0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 5529 0 0,'-4'4'487'0'0,"0"0"-1"0"0,1 0 0 0 0,-1 0 1 0 0,1 1-1 0 0,1-1 1 0 0,-1 1-1 0 0,0 0 0 0 0,1 0 1 0 0,0 0-1 0 0,0 0 1 0 0,1 0-1 0 0,0 1 0 0 0,-1-1 1 0 0,1 9-1 0 0,-2 3 747 0 0,2 0-1 0 0,0 0 0 0 0,3 24 0 0 0,-2-38-1182 0 0,0-1-1 0 0,0 1 0 0 0,1-1 0 0 0,-1 1 0 0 0,1-1 0 0 0,0 1 0 0 0,-1-1 0 0 0,1 0 1 0 0,0 1-1 0 0,1-1 0 0 0,-1 0 0 0 0,0 1 0 0 0,1-1 0 0 0,-1 0 0 0 0,1 0 1 0 0,-1 0-1 0 0,1-1 0 0 0,0 1 0 0 0,0 0 0 0 0,0-1 0 0 0,0 1 0 0 0,3 1 0 0 0,1-1 39 0 0,-1 0-1 0 0,0 0 0 0 0,1-1 0 0 0,-1 0 0 0 0,1 0 0 0 0,-1 0 1 0 0,1-1-1 0 0,-1 0 0 0 0,8 0 0 0 0,20-2-86 0 0,-8 0 0 0 0,48 3 1 0 0,-67 0-4 0 0,-1-1 1 0 0,1 1 0 0 0,-1 0 0 0 0,1 0 0 0 0,-1 1-1 0 0,0 0 1 0 0,1 0 0 0 0,-1 0 0 0 0,0 1 0 0 0,0-1-1 0 0,0 1 1 0 0,-1 0 0 0 0,1 1 0 0 0,4 4 0 0 0,-6-6-4 0 0,-1 1 1 0 0,0 0-1 0 0,0 0 1 0 0,-1 0-1 0 0,1 0 1 0 0,0 0-1 0 0,-1 0 1 0 0,0 0 0 0 0,0 1-1 0 0,0-1 1 0 0,0 1-1 0 0,0-1 1 0 0,-1 0-1 0 0,0 1 1 0 0,1-1-1 0 0,-1 1 1 0 0,0-1-1 0 0,-1 1 1 0 0,1-1 0 0 0,-1 1-1 0 0,1-1 1 0 0,-1 1-1 0 0,0-1 1 0 0,0 0-1 0 0,-1 0 1 0 0,1 1-1 0 0,-4 4 1 0 0,-4 8 18 0 0,-1 0-1 0 0,-1-1 1 0 0,0-1 0 0 0,-14 14 0 0 0,9-8-110 0 0,0-3-1817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0:34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48 7834 0 0,'4'-11'444'0'0,"5"-14"1965"0"0,-9 13 2230 0 0,-6 35-470 0 0,1-7-3661 0 0,-21 170 994 0 0,23-153-1371 0 0,3 0 0 0 0,0 0 0 0 0,9 55 0 0 0,-8-82-124 0 0,0 0 0 0 0,0-1 0 0 0,1 0 1 0 0,-1 1-1 0 0,1-1 0 0 0,0 0 0 0 0,1 0 1 0 0,-1 0-1 0 0,1 0 0 0 0,0 0 0 0 0,1-1 1 0 0,-1 1-1 0 0,1-1 0 0 0,-1 0 0 0 0,7 5 0 0 0,-5-6-3 0 0,-1 0 0 0 0,1-1 0 0 0,0 1-1 0 0,0-1 1 0 0,0 0 0 0 0,0-1-1 0 0,0 1 1 0 0,0-1 0 0 0,0 0-1 0 0,0 0 1 0 0,1-1 0 0 0,-1 0 0 0 0,0 0-1 0 0,0 0 1 0 0,1 0 0 0 0,6-2-1 0 0,17-4-6 0 0,0-2 0 0 0,-1-1 0 0 0,0-1 0 0 0,-1-1 0 0 0,36-21 1 0 0,14-5-2123 0 0,3 8-4488 0 0,-60 24 803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0:34.8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6 6913 0 0,'-22'-5'300'0'0,"20"5"98"0"0,0 0 0 0 0,0 0 0 0 0,0 0 0 0 0,0 0 0 0 0,0 0 0 0 0,1 0 0 0 0,-1 0 0 0 0,0 1 0 0 0,0-1 0 0 0,0 1 0 0 0,1-1-1 0 0,-3 2 1 0 0,2-1-88 0 0,1 1-1 0 0,-1-1 0 0 0,1 0 0 0 0,0 1 0 0 0,-1 0 0 0 0,1-1 0 0 0,0 1 0 0 0,0 0 0 0 0,0 0 0 0 0,0 0 1 0 0,0 0-1 0 0,0 0 0 0 0,1-1 0 0 0,-1 1 0 0 0,1 1 0 0 0,-1-1 0 0 0,1 0 0 0 0,0 0 0 0 0,0 0 1 0 0,0 0-1 0 0,0 4 0 0 0,0 33 473 0 0,2 0 1 0 0,1-1 0 0 0,11 48 0 0 0,38 112-2674 0 0,-42-168-5437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0:35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 7370 0 0,'0'-1'217'0'0,"1"-1"1"0"0,-1 1 0 0 0,1-1-1 0 0,0 1 1 0 0,-1 0-1 0 0,1-1 1 0 0,0 1 0 0 0,0 0-1 0 0,0 0 1 0 0,0 0 0 0 0,0-1-1 0 0,0 1 1 0 0,0 0 0 0 0,0 0-1 0 0,1 0 1 0 0,-1 1 0 0 0,0-1-1 0 0,0 0 1 0 0,1 0 0 0 0,-1 1-1 0 0,1-1 1 0 0,-1 1 0 0 0,1-1-1 0 0,-1 1 1 0 0,1 0 0 0 0,-1-1-1 0 0,1 1 1 0 0,-1 0 0 0 0,1 0-1 0 0,-1 0 1 0 0,1 0-1 0 0,-1 0 1 0 0,1 1 0 0 0,-1-1-1 0 0,1 0 1 0 0,-1 1 0 0 0,1-1-1 0 0,2 2 1 0 0,4 7 216 0 0,0 0-1 0 0,0 0 1 0 0,-1 1-1 0 0,0 0 1 0 0,-1 0 0 0 0,0 1-1 0 0,-1-1 1 0 0,8 23 0 0 0,-2-8-129 0 0,62 119 329 0 0,-73-165-618 0 0,2 0 0 0 0,0-1 0 0 0,11-39 0 0 0,-9 44-75 0 0,0-1-1 0 0,2 1 0 0 0,0 0 0 0 0,13-23 1 0 0,-18 37 43 0 0,1-1 1 0 0,0 1-1 0 0,1 0 1 0 0,-1 0-1 0 0,0 0 1 0 0,1 1 0 0 0,0-1-1 0 0,0 1 1 0 0,0-1-1 0 0,0 1 1 0 0,0 0-1 0 0,5-3 1 0 0,-6 4 11 0 0,1 1 0 0 0,-1-1 1 0 0,0 1-1 0 0,1-1 0 0 0,-1 1 1 0 0,1 0-1 0 0,-1 0 0 0 0,1 0 0 0 0,-1 0 1 0 0,1 0-1 0 0,-1 1 0 0 0,0-1 0 0 0,1 1 1 0 0,-1 0-1 0 0,0-1 0 0 0,1 1 1 0 0,-1 0-1 0 0,0 0 0 0 0,0 1 0 0 0,0-1 1 0 0,3 3-1 0 0,0-1 71 0 0,-1 1 1 0 0,0 0-1 0 0,0 0 0 0 0,0 0 0 0 0,0 1 1 0 0,-1-1-1 0 0,1 1 0 0 0,-1 0 0 0 0,3 9 1 0 0,21 53 235 0 0,-17-40-245 0 0,39 85-473 0 0,-24-57-2350 0 0,-14-31-3814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0:36.0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1 117 6913 0 0,'1'-3'186'0'0,"0"1"-1"0"0,0 0 0 0 0,0 0 0 0 0,0 0 0 0 0,1 0 1 0 0,-1 0-1 0 0,1 0 0 0 0,0 0 0 0 0,-1 1 0 0 0,1-1 1 0 0,0 0-1 0 0,0 1 0 0 0,0-1 0 0 0,0 1 0 0 0,0 0 0 0 0,1 0 1 0 0,-1 0-1 0 0,0 0 0 0 0,0 0 0 0 0,1 0 0 0 0,-1 1 1 0 0,1-1-1 0 0,-1 1 0 0 0,0 0 0 0 0,1-1 0 0 0,-1 1 1 0 0,1 0-1 0 0,-1 0 0 0 0,1 1 0 0 0,-1-1 0 0 0,1 0 0 0 0,3 2 1 0 0,0 0 202 0 0,-1-1 0 0 0,1 1 1 0 0,-1 0-1 0 0,0 0 0 0 0,0 1 1 0 0,0 0-1 0 0,0-1 0 0 0,0 2 1 0 0,-1-1-1 0 0,1 1 0 0 0,-1-1 1 0 0,0 1-1 0 0,5 6 0 0 0,1 6-190 0 0,-1 1-1 0 0,-1 0 0 0 0,-1 0 0 0 0,0 1 1 0 0,-1 0-1 0 0,-1 0 0 0 0,0 0 0 0 0,-2 1 1 0 0,0 0-1 0 0,-1-1 0 0 0,0 28 0 0 0,-3-42-218 0 0,1-6-38 0 0,-1-17-125 0 0,0-31-152 0 0,3 27 29 0 0,8-46 0 0 0,-9 63 247 0 0,1 0 0 0 0,0 0 0 0 0,0 0 0 0 0,0 0 0 0 0,0 0 0 0 0,1 1 0 0 0,0-1 0 0 0,0 1 0 0 0,1 0 0 0 0,-1 0 0 0 0,1 0-1 0 0,0 1 1 0 0,5-5 0 0 0,-8 8 87 0 0,1 0-1 0 0,-1 0 0 0 0,1 0 1 0 0,0 1-1 0 0,-1-1 1 0 0,1 1-1 0 0,-1-1 0 0 0,1 1 1 0 0,0-1-1 0 0,-1 1 0 0 0,1 0 1 0 0,0 0-1 0 0,0 0 0 0 0,-1 0 1 0 0,1 0-1 0 0,0 0 0 0 0,-1 0 1 0 0,1 1-1 0 0,0-1 1 0 0,-1 0-1 0 0,1 1 0 0 0,0 0 1 0 0,-1-1-1 0 0,1 1 0 0 0,-1 0 1 0 0,1 0-1 0 0,-1 0 0 0 0,1 0 1 0 0,-1 0-1 0 0,0 0 0 0 0,0 0 1 0 0,1 0-1 0 0,-1 1 1 0 0,0-1-1 0 0,2 3 0 0 0,5 6 209 0 0,-1 1 0 0 0,1-1 0 0 0,8 20-1 0 0,-12-23-67 0 0,28 42 284 0 0,-30-46-426 0 0,1 0 1 0 0,0 0 0 0 0,-1 0-1 0 0,1 0 1 0 0,1-1 0 0 0,-1 1-1 0 0,0-1 1 0 0,1 0 0 0 0,-1 0 0 0 0,1 0-1 0 0,-1 0 1 0 0,6 1 0 0 0,-8-3-18 0 0,0 0 1 0 0,0-1 0 0 0,0 1 0 0 0,0 0-1 0 0,1 0 1 0 0,-1-1 0 0 0,0 1 0 0 0,0-1-1 0 0,0 1 1 0 0,-1-1 0 0 0,1 1 0 0 0,0-1 0 0 0,0 0-1 0 0,0 1 1 0 0,0-1 0 0 0,0 0 0 0 0,-1 0-1 0 0,1 1 1 0 0,0-1 0 0 0,-1 0 0 0 0,1 0-1 0 0,-1 0 1 0 0,1 0 0 0 0,0-2 0 0 0,16-31 274 0 0,-13 26-275 0 0,17-41-394 0 0,26-46 505 0 0,-41 84-137 0 0,0 1-1 0 0,1 0 1 0 0,0 0 0 0 0,1 1-1 0 0,0 0 1 0 0,13-11-1 0 0,-20 19 18 0 0,0 0-1 0 0,0 0 0 0 0,0 0 1 0 0,1 0-1 0 0,-1 0 1 0 0,0 1-1 0 0,1-1 0 0 0,-1 0 1 0 0,1 1-1 0 0,-1-1 0 0 0,1 1 1 0 0,-1 0-1 0 0,1-1 0 0 0,-1 1 1 0 0,1 0-1 0 0,-1 0 0 0 0,1 0 1 0 0,-1 0-1 0 0,1 0 1 0 0,-1 0-1 0 0,1 0 0 0 0,2 1 1 0 0,-1 0 10 0 0,-1 1 0 0 0,0-1 0 0 0,1 1 0 0 0,-1-1 1 0 0,0 1-1 0 0,0 0 0 0 0,0-1 0 0 0,0 1 0 0 0,0 0 0 0 0,0 0 1 0 0,-1 1-1 0 0,2 2 0 0 0,5 8 125 0 0,-1 0 0 0 0,-1 1 0 0 0,9 26-1 0 0,-13-32-42 0 0,60 156-1440 0 0,-52-142-6206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0:59.5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12899 0 0,'6'34'2802'0'0,"39"361"-1348"0"0,-34-249-1181 0 0,45 424-3377 0 0,35-3-102 0 0,-77-494 3192 0 0,2 8-3199 0 0,-9-51-181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1:00.0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0 7370 0 0,'-1'0'28'0'0,"1"1"1"0"0,-1-1-1 0 0,1 1 1 0 0,-1-1-1 0 0,0 1 1 0 0,1-1-1 0 0,0 1 1 0 0,-1 0-1 0 0,1-1 1 0 0,-1 1 0 0 0,1-1-1 0 0,0 1 1 0 0,-1 0-1 0 0,1-1 1 0 0,0 1-1 0 0,0 0 1 0 0,0 0-1 0 0,-1-1 1 0 0,1 1-1 0 0,0 0 1 0 0,0-1 0 0 0,0 1-1 0 0,0 0 1 0 0,0 0-1 0 0,0-1 1 0 0,0 1-1 0 0,1 0 1 0 0,-1-1-1 0 0,0 1 1 0 0,0 0-1 0 0,1 1 1 0 0,19 15-11 0 0,-16-15 43 0 0,9 7 25 0 0,1-2 0 0 0,0 0 0 0 0,0-1 1 0 0,1 0-1 0 0,0-1 0 0 0,0 0 0 0 0,0-2 0 0 0,28 4 0 0 0,132 1 879 0 0,-137-7-913 0 0,347-18 119 0 0,-151 2-55 0 0,253-9 200 0 0,-276 18-276 0 0,618-6 101 0 0,-633 16-136 0 0,823-1 122 0 0,202-16-75 0 0,-949 16-3322 0 0,-193-4-109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1:00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4 12443 0 0,'-11'-1'230'0'0,"10"0"-151"0"0,1 1 1 0 0,-1 0-1 0 0,0-1 0 0 0,1 1 1 0 0,-1 0-1 0 0,0 0 0 0 0,0 0 1 0 0,1-1-1 0 0,-1 1 0 0 0,0 0 1 0 0,0 0-1 0 0,1 0 1 0 0,-1 0-1 0 0,0 0 0 0 0,0 1 1 0 0,0-1-1 0 0,1 0 0 0 0,-1 0 1 0 0,0 0-1 0 0,0 1 0 0 0,1-1 1 0 0,-1 0-1 0 0,0 1 0 0 0,1-1 1 0 0,-1 0-1 0 0,0 1 0 0 0,1-1 1 0 0,-1 1-1 0 0,1-1 0 0 0,-1 1 1 0 0,1 0-1 0 0,-1-1 0 0 0,1 1 1 0 0,-1-1-1 0 0,1 1 0 0 0,0 0 1 0 0,-1 0-1 0 0,1-1 0 0 0,0 1 1 0 0,-1 0-1 0 0,1-1 0 0 0,0 1 1 0 0,0 0-1 0 0,0 0 0 0 0,0-1 1 0 0,0 1-1 0 0,0 0 1 0 0,0 0-1 0 0,0 0 0 0 0,0 0 1 0 0,-51 533-1360 0 0,51 2-801 0 0,31-244 2064 0 0,-28-250-90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1:00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0 405 6449 0 0,'140'8'516'0'0,"209"-13"-1"0"0,140-42 960 0 0,-36 3-796 0 0,167 8-749 0 0,234-18-24 0 0,74-28 682 0 0,-337 30 1333 0 0,224-26-1273 0 0,-697 63-648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0:50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88 3225 0 0,'-39'-19'777'0'0,"35"18"-707"0"0,0-1-1 0 0,0 1 1 0 0,1 0-1 0 0,-1-1 1 0 0,0 0-1 0 0,1 0 1 0 0,0 0-1 0 0,-1 0 1 0 0,1-1-1 0 0,0 1 1 0 0,0-1-1 0 0,0 0 1 0 0,1 0-1 0 0,-1 0 1 0 0,1 0-1 0 0,0 0 1 0 0,-1 0-1 0 0,-12-24 10865 0 0,16 30-10235 0 0,134 438 3920 0 0,-1-5-6526 0 0,-126-416-5136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0:50.4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81 10138 0 0,'12'-2'1115'0'0,"0"-2"-1"0"0,-1 1 1 0 0,18-9-1 0 0,14-4 229 0 0,7 2-1947 0 0,80-12-1 0 0,-106 23-146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0:50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85 8754 0 0,'-18'0'1143'0'0,"-1"-1"2475"0"0,20 0-3492 0 0,0 0-1 0 0,-1 0 0 0 0,1 0 0 0 0,0 0 0 0 0,0 0 0 0 0,0 0 1 0 0,0 0-1 0 0,0 0 0 0 0,0 1 0 0 0,1-1 0 0 0,-1 0 0 0 0,0 1 1 0 0,0-1-1 0 0,0 1 0 0 0,1-1 0 0 0,0 1 0 0 0,19-12-253 0 0,0 2 0 0 0,1 0 0 0 0,0 1-1 0 0,0 2 1 0 0,0 0 0 0 0,46-7 0 0 0,-40 13-455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0:51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90 456 0 0,'1'-2'271'0'0,"1"0"0"0"0,-1-1 0 0 0,0 1 1 0 0,0 0-1 0 0,0-1 0 0 0,0 1 0 0 0,-1 0 0 0 0,1-1 0 0 0,0 1 0 0 0,-1-1 0 0 0,0 1 0 0 0,1-1 1 0 0,-1 1-1 0 0,0-1 0 0 0,-1 0 0 0 0,0-4 0 0 0,1 4 267 0 0,0 0 0 0 0,-1 0 0 0 0,1 0 0 0 0,0 0 0 0 0,1 0 0 0 0,-1 0 0 0 0,1 0 0 0 0,-1 0 0 0 0,1 0 0 0 0,0 1 0 0 0,0-1 0 0 0,1-3 0 0 0,-2 6-486 0 0,0 0 1 0 0,0 0-1 0 0,1-1 1 0 0,-1 1 0 0 0,0 0-1 0 0,0 0 1 0 0,0 0-1 0 0,0 0 1 0 0,0-1-1 0 0,1 1 1 0 0,-1 0 0 0 0,0 0-1 0 0,0 0 1 0 0,0 0-1 0 0,0 0 1 0 0,1 0 0 0 0,-1 0-1 0 0,0 0 1 0 0,0 0-1 0 0,0-1 1 0 0,1 1 0 0 0,-1 0-1 0 0,0 0 1 0 0,0 0-1 0 0,0 0 1 0 0,1 0 0 0 0,-1 0-1 0 0,0 0 1 0 0,0 0-1 0 0,0 0 1 0 0,1 1 0 0 0,-1-1-1 0 0,0 0 1 0 0,0 0-1 0 0,0 0 1 0 0,0 0-1 0 0,1 0 1 0 0,-1 0 0 0 0,0 0-1 0 0,0 0 1 0 0,0 0-1 0 0,0 1 1 0 0,1-1 0 0 0,-1 0-1 0 0,8 12 934 0 0,2 12-250 0 0,8 36 454 0 0,-3-9-486 0 0,37 86 0 0 0,-46-124-690 0 0,0-1 1 0 0,1 0-1 0 0,0 0 0 0 0,1-1 0 0 0,1 0 1 0 0,-1 0-1 0 0,2-1 0 0 0,-1 0 0 0 0,2-1 1 0 0,-1 0-1 0 0,22 15 0 0 0,-27-21-50 0 0,0-1 1 0 0,0 1-1 0 0,1-1 0 0 0,-1 0 1 0 0,1 0-1 0 0,-1 0 0 0 0,1-1 0 0 0,-1 0 1 0 0,1 0-1 0 0,0 0 0 0 0,0-1 1 0 0,-1 0-1 0 0,1 0 0 0 0,8-1 0 0 0,-10 0-615 0 0,0 0 0 0 0,-1 0 0 0 0,1-1 0 0 0,-1 1 0 0 0,1-1 0 0 0,-1 0-1 0 0,1 0 1 0 0,4-4 0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0:51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15 226 8754 0 0,'-12'0'853'0'0,"9"-6"-208"0"0,17-17 201 0 0,32-25 331 0 0,59-38 40 0 0,-30 36-4227 0 0,-54 37 1794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0:51.9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9 243 2304 0 0,'-1'-2'259'0'0,"0"0"-1"0"0,0 0 0 0 0,0 0 0 0 0,0 0 0 0 0,0 0 0 0 0,1 0 0 0 0,-1 0 0 0 0,1-1 1 0 0,-1 1-1 0 0,1 0 0 0 0,0 0 0 0 0,0-1 0 0 0,-1 1 0 0 0,2 0 0 0 0,-1 0 0 0 0,0-1 0 0 0,0 1 1 0 0,1 0-1 0 0,-1 0 0 0 0,1 0 0 0 0,0 0 0 0 0,0 0 0 0 0,0-1 0 0 0,0 1 0 0 0,0 1 0 0 0,0-1 1 0 0,0 0-1 0 0,0 0 0 0 0,1 0 0 0 0,-1 1 0 0 0,3-3 0 0 0,-1 2-33 0 0,0 0 0 0 0,1 0 0 0 0,-1 1 0 0 0,0-1-1 0 0,1 1 1 0 0,0-1 0 0 0,-1 1 0 0 0,1 0 0 0 0,0 1 0 0 0,-1-1 0 0 0,1 1-1 0 0,0-1 1 0 0,0 1 0 0 0,-1 0 0 0 0,1 1 0 0 0,0-1 0 0 0,0 0 0 0 0,4 2-1 0 0,-1 1-106 0 0,0-1-1 0 0,0 1 1 0 0,-1 0-1 0 0,0 0 1 0 0,1 1-1 0 0,-1 0 1 0 0,-1 0-1 0 0,1 1 1 0 0,0-1-1 0 0,-1 1 1 0 0,0 0-1 0 0,0 1 1 0 0,5 7-1 0 0,4 7 329 0 0,0 1 1 0 0,16 34-1 0 0,-35-66-87 0 0,1 1 0 0 0,0 0 0 0 0,1-1 0 0 0,0 0-1 0 0,1 0 1 0 0,-2-19 0 0 0,2-1-433 0 0,5-45-1 0 0,-2 64-670 0 0,1-1 0 0 0,0 1 0 0 0,1 0 0 0 0,0 0 1 0 0,1 0-1 0 0,8-18 0 0 0,-2 13-4878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0:52.3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1 129 10594 0 0,'45'-35'3897'0'0,"19"-13"-5250"0"0,-49 38-427 0 0,1 0 0 0 0,21-10 0 0 0,-26 15 1728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0:52.7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4 144 6913 0 0,'-1'0'16'0'0,"1"0"0"0"0,0 1 0 0 0,0-1-1 0 0,0 0 1 0 0,-1 0 0 0 0,1 0 0 0 0,0 1-1 0 0,0-1 1 0 0,0 0 0 0 0,0 0-1 0 0,-1 1 1 0 0,1-1 0 0 0,0 0 0 0 0,0 0-1 0 0,0 1 1 0 0,0-1 0 0 0,0 0 0 0 0,0 1-1 0 0,0-1 1 0 0,0 0 0 0 0,0 0-1 0 0,0 1 1 0 0,0-1 0 0 0,0 0 0 0 0,0 1-1 0 0,0-1 1 0 0,0 0 0 0 0,0 0 0 0 0,0 1-1 0 0,0-1 1 0 0,0 0 0 0 0,0 1-1 0 0,0-1 1 0 0,1 0 0 0 0,-1 0 0 0 0,0 1-1 0 0,0-1 1 0 0,0 0 0 0 0,0 0-1 0 0,1 0 1 0 0,-1 1 0 0 0,0-1 0 0 0,0 0-1 0 0,0 0 1 0 0,1 0 0 0 0,-1 0 0 0 0,0 1-1 0 0,0-1 1 0 0,1 0 0 0 0,-1 0-1 0 0,0 0 1 0 0,1 0 0 0 0,-1 0 0 0 0,0 0-1 0 0,25-3 488 0 0,29-18 877 0 0,-8-9-194 0 0,-12 3-3047 0 0,31-32 1 0 0,-49 44 1760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0:54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31 5529 0 0,'-26'-31'10829'0'0,"42"44"-9975"0"0,-12-9-846 0 0,0-1 0 0 0,0 1 0 0 0,0 0 1 0 0,-1 0-1 0 0,1 1 0 0 0,-1-1 1 0 0,0 1-1 0 0,-1-1 0 0 0,4 8 0 0 0,-6-9-762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0:54.5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 5529 0 0,'12'-15'10630'0'0,"-5"27"-10075"0"0,-2 5-105 0 0,0 1-1 0 0,-2 0 1 0 0,0 1 0 0 0,-1-1-1 0 0,0 0 1 0 0,-3 29-1 0 0,3 7-48 0 0,-2-52-436 0 0,2 46 655 0 0,15 81-1 0 0,-13-112-873 0 0,1 0-1 0 0,14 32 1 0 0,-14-37-784 0 0,2-1 1 0 0,0 1-1 0 0,0-1 1 0 0,15 17-1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0:55.0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9 3681 0 0,'-19'-8'9821'0'0,"25"26"-9513"0"0,-2 1 0 0 0,0 0 0 0 0,-1-1 0 0 0,-1 1 0 0 0,0 1 1 0 0,-3 31-1 0 0,3 27 52 0 0,0-54-274 0 0,1 0 0 0 0,2 1 0 0 0,0-2 0 0 0,1 1 0 0 0,2-1 0 0 0,14 32 0 0 0,-18-46-62 0 0,1 0 0 0 0,0-1 0 0 0,1 0 1 0 0,-1 0-1 0 0,2-1 0 0 0,-1 1 0 0 0,1-1 1 0 0,10 7-1 0 0,-12-10-30 0 0,1 0 0 0 0,-1 0 0 0 0,1-1 0 0 0,0 0 0 0 0,1-1 0 0 0,-1 1 0 0 0,0-1 0 0 0,1 0 0 0 0,-1-1 0 0 0,1 1 0 0 0,-1-1 0 0 0,1-1 1 0 0,8 1-1 0 0,-12-1-43 0 0,-1 0 0 0 0,1 0 0 0 0,0 0 1 0 0,-1 0-1 0 0,1-1 0 0 0,0 1 1 0 0,-1-1-1 0 0,1 1 0 0 0,-1-1 1 0 0,1 0-1 0 0,-1 0 0 0 0,0 0 1 0 0,1 0-1 0 0,-1-1 0 0 0,0 1 0 0 0,0-1 1 0 0,0 1-1 0 0,0-1 0 0 0,0 0 1 0 0,0 0-1 0 0,0 0 0 0 0,0 0 1 0 0,-1 0-1 0 0,1 0 0 0 0,-1 0 1 0 0,0 0-1 0 0,1-1 0 0 0,-1 1 0 0 0,0-1 1 0 0,0 1-1 0 0,-1-1 0 0 0,1 1 1 0 0,0-1-1 0 0,-1 1 0 0 0,0-1 1 0 0,1 1-1 0 0,-1-1 0 0 0,0 0 1 0 0,0 1-1 0 0,-1-5 0 0 0,0 3 36 0 0,1 0 0 0 0,-1 0-1 0 0,0 0 1 0 0,0 0 0 0 0,0 0-1 0 0,-1 0 1 0 0,1 1 0 0 0,-1-1 0 0 0,0 0-1 0 0,0 1 1 0 0,0-1 0 0 0,-1 1-1 0 0,1 0 1 0 0,-1 0 0 0 0,0 0 0 0 0,0 0-1 0 0,0 0 1 0 0,0 0 0 0 0,0 1-1 0 0,0 0 1 0 0,-1-1 0 0 0,1 1 0 0 0,-1 1-1 0 0,0-1 1 0 0,-7-2 0 0 0,7 3 88 0 0,1 1 0 0 0,-1-1 0 0 0,1 1 0 0 0,-1 0 0 0 0,0 0 0 0 0,1 1 0 0 0,-1-1 0 0 0,1 1 0 0 0,-1 0 0 0 0,1 0 0 0 0,0 0 1 0 0,-1 0-1 0 0,1 0 0 0 0,0 1 0 0 0,0 0 0 0 0,0-1 0 0 0,-5 5 0 0 0,-1 1-594 0 0,-1 1 0 0 0,2 1-1 0 0,-15 16 1 0 0,6-3-4479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0:55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6449 0 0,'6'1'8321'0'0,"3"18"-7587"0"0,-1 1 1 0 0,-1 0 0 0 0,8 33-1 0 0,8 71 577 0 0,-16-82-1078 0 0,9 48-141 0 0,15 85 152 0 0,-7-60-5604 0 0,-21-103-10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0:56.4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93 1376 0 0,'-1'7'8786'0'0,"42"-36"-6398"0"0,-28 18-2483 0 0,1 1 1 0 0,0 1 0 0 0,1 0 0 0 0,0 1 0 0 0,0 1 0 0 0,20-7 0 0 0,-24 11-1019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0:56.8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0 113 8754 0 0,'3'0'227'0'0,"0"-1"-1"0"0,1 1 1 0 0,-1-1 0 0 0,0 0-1 0 0,0 0 1 0 0,0 0-1 0 0,-1-1 1 0 0,1 1 0 0 0,0-1-1 0 0,0 0 1 0 0,-1 1 0 0 0,4-4-1 0 0,-1 1 87 0 0,42-30 2229 0 0,-40 27-2737 0 0,0 1 0 0 0,0 1 0 0 0,1-1 0 0 0,-1 1 0 0 0,1 1 1 0 0,0-1-1 0 0,0 1 0 0 0,1 1 0 0 0,-1-1 0 0 0,18-3 0 0 0,-15 7 195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0:57.4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8754 0 0,'20'33'5154'0'0,"-3"20"-2561"0"0,9 60-1 0 0,-9 0-6999 0 0,-15-97-1061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0:57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 5529 0 0,'0'-3'488'0'0,"0"2"-392"0"0,1 0-96 0 0,-1-1 0 0 0,1 2 320 0 0,-1-1 48 0 0,2-2 9 0 0,-1 0-1 0 0,-1-3-312 0 0,1 1-64 0 0,2 0 0 0 0,-2-1 0 0 0,2 1-929 0 0,0 0-159 0 0,0 1-32 0 0,1 1-8 0 0,-2 3 888 0 0,0 1 240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0:58.1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97 7834 0 0,'5'-2'421'0'0,"0"1"1"0"0,0 0 0 0 0,0 0-1 0 0,0 0 1 0 0,0 1 0 0 0,1-1 0 0 0,-1 1-1 0 0,9 2 1 0 0,-11-2-306 0 0,-1 1 0 0 0,0 0 0 0 0,0 0 0 0 0,0 0 0 0 0,0 0 0 0 0,-1 1-1 0 0,1-1 1 0 0,0 0 0 0 0,0 1 0 0 0,-1-1 0 0 0,1 1 0 0 0,-1 0 0 0 0,1-1 0 0 0,-1 1 0 0 0,0 0 0 0 0,0 0 0 0 0,0 0 0 0 0,0 0-1 0 0,0 0 1 0 0,0 0 0 0 0,0 0 0 0 0,-1 0 0 0 0,1 4 0 0 0,3 8-34 0 0,1-1-1 0 0,0 1 1 0 0,0-1-1 0 0,1 0 1 0 0,10 15 0 0 0,-16-28-80 0 0,0 0 1 0 0,0 0 0 0 0,0 0 0 0 0,0 1 0 0 0,0-1 0 0 0,0 0 0 0 0,0 0 0 0 0,0 0 0 0 0,0 0-1 0 0,1 0 1 0 0,-1 0 0 0 0,0 0 0 0 0,0 0 0 0 0,0 0 0 0 0,0 0 0 0 0,0 0 0 0 0,0 0 0 0 0,0 0-1 0 0,0 0 1 0 0,0 0 0 0 0,1 0 0 0 0,-1 0 0 0 0,0 0 0 0 0,0 0 0 0 0,0 0 0 0 0,0 0 0 0 0,0 0 0 0 0,0 0-1 0 0,0 0 1 0 0,0 0 0 0 0,1 0 0 0 0,-1 0 0 0 0,0 0 0 0 0,0 0 0 0 0,0 0 0 0 0,0 0 0 0 0,0 0-1 0 0,0 0 1 0 0,0 0 0 0 0,0 0 0 0 0,0-1 0 0 0,0 1 0 0 0,0 0 0 0 0,1 0 0 0 0,-1 0 0 0 0,0 0-1 0 0,0 0 1 0 0,0 0 0 0 0,0 0 0 0 0,0 0 0 0 0,0 0 0 0 0,0 0 0 0 0,0-1 0 0 0,0 1 0 0 0,0 0-1 0 0,0 0 1 0 0,0 0 0 0 0,4-11-267 0 0,0-11-802 0 0,-1-15-473 0 0,-3 15 938 0 0,8-38 1 0 0,-7 55 600 0 0,0 0 0 0 0,0 0 1 0 0,1 1-1 0 0,-1-1 0 0 0,1 0 1 0 0,0 1-1 0 0,0 0 0 0 0,1-1 1 0 0,0 1-1 0 0,-1 0 0 0 0,1 0 1 0 0,0 1-1 0 0,6-6 0 0 0,-8 8 30 0 0,0 0 0 0 0,0 0 0 0 0,0 1-1 0 0,0-1 1 0 0,0 0 0 0 0,0 1 0 0 0,0-1-1 0 0,1 1 1 0 0,-1-1 0 0 0,0 1 0 0 0,0-1-1 0 0,0 1 1 0 0,0 0 0 0 0,1 0 0 0 0,-1-1-1 0 0,0 1 1 0 0,0 0 0 0 0,1 0 0 0 0,-1 1-1 0 0,0-1 1 0 0,0 0 0 0 0,1 0 0 0 0,0 1-1 0 0,0 0 66 0 0,0 0 0 0 0,0 0 0 0 0,0 0 0 0 0,0 1 0 0 0,-1-1 0 0 0,1 1 0 0 0,0-1 0 0 0,-1 1 0 0 0,1-1-1 0 0,-1 1 1 0 0,0 0 0 0 0,2 2 0 0 0,2 6 379 0 0,0 1 0 0 0,0-1 0 0 0,5 22 0 0 0,-9-29-453 0 0,10 34 343 0 0,13 41-1457 0 0,-17-61 310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0:58.5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10 7370 0 0,'-1'0'101'0'0,"0"-1"0"0"0,0 0 1 0 0,1 0-1 0 0,-1 1 0 0 0,0-1 1 0 0,0 0-1 0 0,0 1 1 0 0,0-1-1 0 0,1 1 0 0 0,-1-1 1 0 0,0 1-1 0 0,0-1 0 0 0,0 1 1 0 0,0 0-1 0 0,0-1 1 0 0,0 1-1 0 0,0 0 0 0 0,0 0 1 0 0,0 0-1 0 0,-1 0 0 0 0,1 0 1 0 0,0 0-1 0 0,0 0 0 0 0,0 0 1 0 0,0 0-1 0 0,0 1 1 0 0,0-1-1 0 0,0 0 0 0 0,0 1 1 0 0,-1 0-1 0 0,-1 0 86 0 0,1 1 1 0 0,-1 0-1 0 0,1 1 0 0 0,0-1 1 0 0,0 0-1 0 0,0 1 0 0 0,0-1 0 0 0,0 1 1 0 0,0 0-1 0 0,-1 3 0 0 0,-3 5 138 0 0,1 0-1 0 0,1 1 0 0 0,0 0 0 0 0,-4 20 1 0 0,6-25-263 0 0,1-1 1 0 0,1 1-1 0 0,-1 0 1 0 0,1 0-1 0 0,1-1 1 0 0,-1 1-1 0 0,1 0 0 0 0,0-1 1 0 0,1 1-1 0 0,-1-1 1 0 0,1 1-1 0 0,1-1 1 0 0,-1 0-1 0 0,5 8 1 0 0,-4-9-11 0 0,1-1-1 0 0,0 1 1 0 0,0-1 0 0 0,0 0 0 0 0,0 0 0 0 0,1 0-1 0 0,-1 0 1 0 0,1-1 0 0 0,0 0 0 0 0,0 0 0 0 0,1 0-1 0 0,-1-1 1 0 0,0 1 0 0 0,1-1 0 0 0,0-1 0 0 0,8 3-1 0 0,-3-2-98 0 0,-1-1 0 0 0,1 1 0 0 0,1-2 0 0 0,-1 0 0 0 0,0 0 0 0 0,0-1 0 0 0,0 0-1 0 0,16-5 1 0 0,-5 0-5498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1:01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14283 0 0,'5'54'-732'0'0,"8"248"555"0"0,-11-138-382 0 0,1-93 288 0 0,63 859-6377 0 0,-56-861 4369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1:02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48 8754 0 0,'-30'0'1560'0'0,"30"0"-1540"0"0,0 0 1 0 0,0 0-1 0 0,0 0 1 0 0,0 0-1 0 0,1 0 1 0 0,-1 0 0 0 0,0 0-1 0 0,0 0 1 0 0,0 0-1 0 0,0 0 1 0 0,0 0-1 0 0,0 0 1 0 0,0 1-1 0 0,0-1 1 0 0,0 0-1 0 0,0 0 1 0 0,0 0-1 0 0,0 0 1 0 0,0 0 0 0 0,0 0-1 0 0,0 0 1 0 0,0 0-1 0 0,1 0 1 0 0,-1 0-1 0 0,0 0 1 0 0,0 0-1 0 0,0 0 1 0 0,0 0-1 0 0,0 0 1 0 0,0 1-1 0 0,0-1 1 0 0,0 0 0 0 0,0 0-1 0 0,0 0 1 0 0,0 0-1 0 0,0 0 1 0 0,0 0-1 0 0,0 0 1 0 0,0 0-1 0 0,0 0 1 0 0,0 0-1 0 0,0 0 1 0 0,0 0-1 0 0,0 1 1 0 0,0-1 0 0 0,-1 0-1 0 0,1 0 1 0 0,0 0-1 0 0,0 0 1 0 0,0 0-1 0 0,0 0 1 0 0,0 0-1 0 0,0 0 1 0 0,0 0-1 0 0,0 0 1 0 0,0 0-1 0 0,0 0 1 0 0,0 0 0 0 0,0 0-1 0 0,0 0 1 0 0,18 6 452 0 0,26 0-297 0 0,0-1 0 0 0,0-3 0 0 0,59-3 0 0 0,-25-1-271 0 0,1084-2-880 0 0,-210-35 1074 0 0,-853 34-64 0 0,630-13 124 0 0,2 28-516 0 0,-361-4-444 0 0,-248-4 212 0 0,575 16-710 0 0,-4 49 1548 0 0,-663-62-209 0 0,527 70 488 0 0,-486-69-528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1:02.3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14283 0 0,'0'41'267'0'0,"2"1"1"0"0,7 48-1 0 0,1-2-1046 0 0,4 189-839 0 0,-28 372 0 0 0,5-552 1392 0 0,-4-9 200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1:03.0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1 781 10594 0 0,'62'-11'-554'0'0,"0"-2"-1"0"0,98-35 0 0 0,-66 19 1510 0 0,318-87-338 0 0,462-68 1 0 0,102 65-1000 0 0,-382 71 436 0 0,535-51-3520 0 0,156-9 5607 0 0,-1161 102-1950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1:09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0 112 920 0 0,'58'-10'6191'0'0,"119"-37"818"0"0,-61 3-11140 0 0,-93 34-169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1:10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 6681 0 0,'-1'0'223'0'0,"0"1"-1"0"0,0 0 0 0 0,0-1 0 0 0,0 1 1 0 0,0 0-1 0 0,0 0 0 0 0,0 0 0 0 0,0-1 1 0 0,0 1-1 0 0,1 0 0 0 0,-1 0 0 0 0,0 0 1 0 0,1 0-1 0 0,-1 1 0 0 0,0-1 0 0 0,1 0 1 0 0,0 0-1 0 0,-1 0 0 0 0,1 0 0 0 0,-1 1 1 0 0,1-1-1 0 0,0 0 0 0 0,0 0 0 0 0,0 1 1 0 0,0-1-1 0 0,0 0 0 0 0,0 0 0 0 0,0 2 1 0 0,5 49 1775 0 0,-1-26-1696 0 0,-3 165 1611 0 0,-3-122-1303 0 0,3 1 0 0 0,15 104-1 0 0,-13-156-250 0 0,-2-12-156 0 0,0 0 0 0 0,0 0-1 0 0,0 0 1 0 0,1 0-1 0 0,-1 0 1 0 0,1 0 0 0 0,4 6-1 0 0,-5-11-171 0 0,0 1-1 0 0,0-1 1 0 0,1 1-1 0 0,-1-1 0 0 0,1 0 1 0 0,-1 1-1 0 0,1-1 1 0 0,-1 0-1 0 0,1 0 0 0 0,0 0 1 0 0,0 0-1 0 0,-1 0 1 0 0,1-1-1 0 0,0 1 0 0 0,0-1 1 0 0,0 1-1 0 0,0-1 1 0 0,0 1-1 0 0,0-1 0 0 0,0 0 1 0 0,0 0-1 0 0,0 0 1 0 0,0 0-1 0 0,-1 0 1 0 0,1-1-1 0 0,0 1 0 0 0,2-1 1 0 0,8-2-14 0 0,-1 0 1 0 0,0-1 0 0 0,0 0-1 0 0,0-1 1 0 0,-1 0 0 0 0,12-8-1 0 0,17-8-614 0 0,-15 10-118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1:10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156 105 1840 0 0,'1'-3'561'0'0,"0"-1"0"0"0,0 0-1 0 0,0 1 1 0 0,-1-1-1 0 0,0 0 1 0 0,1 1-1 0 0,-1-1 1 0 0,0 0 0 0 0,-1 1-1 0 0,1-1 1 0 0,-2-6-1 0 0,1 4 128 0 0,1 3-238 0 0,0 0 0 0 0,0 0-1 0 0,-1 1 1 0 0,1-1 0 0 0,-1 0 0 0 0,0 0-1 0 0,0 1 1 0 0,0-1 0 0 0,0 1 0 0 0,0-1-1 0 0,-1 1 1 0 0,1-1 0 0 0,-1 1-1 0 0,0-1 1 0 0,-2-2 0 0 0,3 5-367 0 0,-1-1 0 0 0,1 0 0 0 0,0 1 0 0 0,-1 0 0 0 0,1-1 0 0 0,-1 1 0 0 0,1 0 0 0 0,0 0 0 0 0,-1 0 0 0 0,1 0 0 0 0,-1 0 0 0 0,1 0 0 0 0,-1 0 0 0 0,1 0 0 0 0,0 0 0 0 0,-1 1 1 0 0,1-1-1 0 0,0 1 0 0 0,-1-1 0 0 0,1 1 0 0 0,0-1 0 0 0,-1 1 0 0 0,1 0 0 0 0,0 0 0 0 0,0 0 0 0 0,0-1 0 0 0,0 1 0 0 0,0 0 0 0 0,0 0 0 0 0,0 1 0 0 0,-1 0 0 0 0,-14 13 20 0 0,1 0 1 0 0,-16 22-1 0 0,27-31-85 0 0,0-1-1 0 0,0 1 1 0 0,1 0-1 0 0,-1 0 1 0 0,1 0-1 0 0,1 0 1 0 0,-1 1-1 0 0,1-1 1 0 0,0 1-1 0 0,1 0 1 0 0,-2 7-1 0 0,3-10-17 0 0,1 1 1 0 0,-1-1-1 0 0,1 0 0 0 0,0 1 0 0 0,0-1 0 0 0,0 0 0 0 0,0 1 0 0 0,1-1 1 0 0,0 0-1 0 0,0 0 0 0 0,0 0 0 0 0,0 0 0 0 0,0-1 0 0 0,1 1 1 0 0,0 0-1 0 0,0-1 0 0 0,0 0 0 0 0,0 0 0 0 0,0 0 0 0 0,1 0 1 0 0,-1 0-1 0 0,1-1 0 0 0,0 1 0 0 0,4 1 0 0 0,1 1-2 0 0,0-1 0 0 0,0 0 0 0 0,0-1 0 0 0,0 0 0 0 0,1 0 0 0 0,-1-1 0 0 0,1-1 0 0 0,0 1 0 0 0,18-1 0 0 0,23-5-271 0 0,-18-3-5032 0 0,-12 1-727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1:11.5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60 9098 0 0,'25'-11'1583'0'0,"0"0"1"0"0,0 2 0 0 0,51-11-1 0 0,-65 17-1474 0 0,0 1-1 0 0,0 1 1 0 0,0-1-1 0 0,0 2 1 0 0,1 0-1 0 0,-1 0 1 0 0,0 1-1 0 0,0 0 1 0 0,0 1-1 0 0,0 0 1 0 0,0 1-1 0 0,0 0 1 0 0,-1 1-1 0 0,14 6 1 0 0,-22-8 12 0 0,1 0 0 0 0,-1 0 0 0 0,0 0 0 0 0,0 0 0 0 0,0 1 0 0 0,0-1-1 0 0,0 1 1 0 0,0 0 0 0 0,-1-1 0 0 0,0 1 0 0 0,1 0 0 0 0,-1 0 0 0 0,0 0 0 0 0,0 0 0 0 0,0 0 0 0 0,-1 0 0 0 0,1 0 0 0 0,-1 3 0 0 0,2 12 67 0 0,-1-1-1 0 0,-2 19 1 0 0,0-14-3 0 0,1 27-121 0 0,2 0 0 0 0,2-1 1 0 0,3 1-1 0 0,1-1 1 0 0,3 0-1 0 0,29 82 0 0 0,-36-119-66 0 0,-1-5-4 0 0,-1 0-1 0 0,1 1 0 0 0,-1-1 1 0 0,-1 1-1 0 0,2 9 1 0 0,-3-15 5 0 0,0 1 0 0 0,0 0 0 0 0,0-1-1 0 0,0 1 1 0 0,0-1 0 0 0,0 1 0 0 0,-1 0 0 0 0,1-1 0 0 0,-1 1 0 0 0,1-1 0 0 0,-1 1 0 0 0,1-1 0 0 0,-1 1 0 0 0,0-1-1 0 0,0 0 1 0 0,0 1 0 0 0,0-1 0 0 0,0 0 0 0 0,0 0 0 0 0,0 0 0 0 0,0 0 0 0 0,-1 0 0 0 0,1 0 0 0 0,0 0 0 0 0,-1 0 0 0 0,1 0-1 0 0,-3 1 1 0 0,-25 10 31 0 0,-58 15 0 0 0,53-18-23 0 0,-36 16 0 0 0,43-15-113 0 0,-10 5-496 0 0,15-2-2542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1:11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40 10450 0 0,'0'-1'194'0'0,"1"0"-1"0"0,-1 0 1 0 0,0 0-1 0 0,1-1 1 0 0,0 1-1 0 0,-1 0 1 0 0,1 0-1 0 0,0 0 1 0 0,-1 0-1 0 0,1 0 1 0 0,0 0-1 0 0,0 0 1 0 0,0 0-1 0 0,0 1 1 0 0,0-1-1 0 0,0 0 1 0 0,0 1-1 0 0,0-1 1 0 0,2-1-1 0 0,-1 0-783 0 0,1 0 0 0 0,0 0-1 0 0,0 0 1 0 0,0 0-1 0 0,0 0 1 0 0,0 1-1 0 0,0-1 1 0 0,1 1-1 0 0,-1 0 1 0 0,0 0-1 0 0,4 0 1 0 0,11 2-52 0 0,-12 0 642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1:12.2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76 7346 0 0,'1'0'160'0'0,"2"0"32"0"0,-1 0 0 0 0,2-2 24 0 0,-1 2-216 0 0,1-1 0 0 0,3-1 0 0 0,5-2 0 0 0,6-1 0 0 0,2-2-160 0 0,3 0 24 0 0,0-2 8 0 0,1 0 128 0 0,-3-2 0 0 0,-2 1 64 0 0,-3 1-64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1:12.6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76 11979 0 0,'-2'-3'1131'0'0,"9"0"-822"0"0,11-2-368 0 0,-16 4 222 0 0,90-24 871 0 0,38-10-3307 0 0,-128 35 2214 0 0,0-1-347 0 0,0 1-1 0 0,0-1 0 0 0,0 1 0 0 0,0-1 1 0 0,1 1-1 0 0,-1 0 0 0 0,0 0 0 0 0,0 0 0 0 0,1 0 1 0 0,-1 0-1 0 0,0 1 0 0 0,0-1 0 0 0,0 0 1 0 0,0 1-1 0 0,1 0 0 0 0,-1 0 0 0 0,0-1 1 0 0,0 1-1 0 0,2 2 0 0 0,-2 1 390 0 0</inkml:trace>
  <inkml:trace contextRef="#ctx0" brushRef="#br0" timeOffset="1">130 83 6913 0 0,'-8'3'240'0'0,"-1"1"0"0"0,1 0 0 0 0,1 0 0 0 0,-1 1 0 0 0,1 0 0 0 0,-1 0 0 0 0,2 1 0 0 0,-1 0 0 0 0,0 1 0 0 0,1-1 0 0 0,1 1 0 0 0,-1 0 0 0 0,1 0 0 0 0,0 1 0 0 0,0 0 0 0 0,1 0 0 0 0,0 0 0 0 0,1 0 0 0 0,0 0 0 0 0,0 1 0 0 0,-3 16 0 0 0,6-21-145 0 0,1-1 0 0 0,-1 1 1 0 0,1 0-1 0 0,0-1 0 0 0,0 1 0 0 0,0 0 0 0 0,0-1 0 0 0,1 0 0 0 0,0 1 0 0 0,-1-1 0 0 0,1 0 0 0 0,0 0 0 0 0,1 0 0 0 0,-1 0 0 0 0,0 0 1 0 0,1 0-1 0 0,0-1 0 0 0,-1 1 0 0 0,1-1 0 0 0,0 0 0 0 0,1 1 0 0 0,2 0 0 0 0,11 7 216 0 0,0-1-1 0 0,36 14 1 0 0,-41-18-220 0 0,13 4-30 0 0,-10-4 12 0 0,0 1 0 0 0,-1 0 0 0 0,1 1-1 0 0,-1 1 1 0 0,15 10 0 0 0,-27-17-65 0 0,0 1 0 0 0,1 0 1 0 0,-1 0-1 0 0,0 0 0 0 0,0 0 0 0 0,0 0 0 0 0,0 1 0 0 0,-1-1 1 0 0,1 1-1 0 0,-1-1 0 0 0,1 1 0 0 0,-1-1 0 0 0,0 1 1 0 0,0 0-1 0 0,0 0 0 0 0,0-1 0 0 0,-1 1 0 0 0,1 0 1 0 0,-1 0-1 0 0,0 0 0 0 0,0 0 0 0 0,0 0 0 0 0,0 0 0 0 0,0-1 1 0 0,0 1-1 0 0,-1 0 0 0 0,1 0 0 0 0,-1 0 0 0 0,0 0 1 0 0,0-1-1 0 0,0 1 0 0 0,0 0 0 0 0,-1-1 0 0 0,-2 5 0 0 0,-1 0-90 0 0,0 1 0 0 0,-1-1-1 0 0,0 0 1 0 0,0 0-1 0 0,0 0 1 0 0,-1-1-1 0 0,0 0 1 0 0,-1 0-1 0 0,1-1 1 0 0,-10 5 0 0 0,2-2-764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1:12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75 5065 0 0,'-8'23'6233'0'0,"-5"13"-4880"0"0,12-28-1218 0 0,0 1 0 0 0,0 0 0 0 0,1-1 0 0 0,0 1 0 0 0,1 0 0 0 0,0-1 0 0 0,0 1 0 0 0,1-1 0 0 0,2 10 1 0 0,-2-13-99 0 0,0 0 0 0 0,1 0 0 0 0,0 0 0 0 0,0-1 0 0 0,0 1 0 0 0,0-1 0 0 0,1 0 0 0 0,-1 0 0 0 0,1 0 1 0 0,0 0-1 0 0,0 0 0 0 0,1-1 0 0 0,-1 0 0 0 0,1 0 0 0 0,7 4 0 0 0,-4-3 93 0 0,0-1-1 0 0,1 1 0 0 0,-1-2 1 0 0,1 1-1 0 0,0-1 1 0 0,0 0-1 0 0,0-1 0 0 0,0 0 1 0 0,0 0-1 0 0,0-1 1 0 0,0 0-1 0 0,17-3 1 0 0,-22 2-153 0 0,-1 0 0 0 0,1 0 1 0 0,-1 0-1 0 0,1 0 0 0 0,-1 0 1 0 0,1-1-1 0 0,-1 1 1 0 0,0-1-1 0 0,0 0 0 0 0,0 0 1 0 0,0 0-1 0 0,0-1 1 0 0,0 1-1 0 0,-1-1 0 0 0,1 1 1 0 0,-1-1-1 0 0,1 0 0 0 0,-1 0 1 0 0,0 0-1 0 0,0 0 1 0 0,-1-1-1 0 0,1 1 0 0 0,-1 0 1 0 0,1-1-1 0 0,-1 1 1 0 0,0-1-1 0 0,0 1 0 0 0,-1-1 1 0 0,1 1-1 0 0,-1-1 0 0 0,0 0 1 0 0,0 1-1 0 0,0-1 1 0 0,-1-5-1 0 0,0-2 50 0 0,-1-1 0 0 0,-1 1 0 0 0,0 1 0 0 0,0-1 0 0 0,-1 0 0 0 0,-1 1 0 0 0,0 0 0 0 0,-9-15 0 0 0,-22-26-769 0 0,-1 7-3380 0 0,24 30-550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1:13.7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 2304 0 0,'16'1'6206'0'0,"8"6"-4171"0"0,-21-6-1745 0 0,0 1-1 0 0,0 0 1 0 0,0 0 0 0 0,-1 0 0 0 0,1 0 0 0 0,-1 1-1 0 0,1-1 1 0 0,-1 1 0 0 0,0-1 0 0 0,0 1 0 0 0,0 0-1 0 0,0 0 1 0 0,0 0 0 0 0,-1 0 0 0 0,2 3-1 0 0,1 5 48 0 0,-1 0-1 0 0,0 1 1 0 0,1 13-1 0 0,-3-19-334 0 0,-1 1-1 0 0,2-1 0 0 0,-1 1 1 0 0,0-1-1 0 0,1 1 1 0 0,1-1-1 0 0,-1 0 1 0 0,1 0-1 0 0,0 0 1 0 0,0 0-1 0 0,0-1 1 0 0,5 7-1 0 0,-7-12-1 0 0,-1 0 0 0 0,0 1 0 0 0,1-1-1 0 0,-1 0 1 0 0,0 1 0 0 0,1-1 0 0 0,-1 0 0 0 0,0 0 0 0 0,1 1-1 0 0,-1-1 1 0 0,1 0 0 0 0,-1 0 0 0 0,1 0 0 0 0,-1 1-1 0 0,1-1 1 0 0,-1 0 0 0 0,0 0 0 0 0,1 0 0 0 0,-1 0-1 0 0,1 0 1 0 0,-1 0 0 0 0,1 0 0 0 0,-1 0 0 0 0,1 0 0 0 0,-1 0-1 0 0,1 0 1 0 0,-1 0 0 0 0,1-1 0 0 0,-1 1 0 0 0,1 0-1 0 0,-1 0 1 0 0,0 0 0 0 0,1-1 0 0 0,-1 1 0 0 0,1 0 0 0 0,-1 0-1 0 0,0-1 1 0 0,1 1 0 0 0,-1 0 0 0 0,0-1 0 0 0,1 1-1 0 0,-1 0 1 0 0,0-1 0 0 0,0 1 0 0 0,1-1 0 0 0,-1 1-1 0 0,0-1 1 0 0,0 1 0 0 0,0 0 0 0 0,1-1 0 0 0,-1 1 0 0 0,0-1-1 0 0,0 1 1 0 0,0-1 0 0 0,0 1 0 0 0,0-2 0 0 0,8-34 391 0 0,-7 28-262 0 0,2-2-110 0 0,0-1 1 0 0,0 1-1 0 0,1 0 0 0 0,1 0 1 0 0,0 0-1 0 0,0 1 1 0 0,1-1-1 0 0,7-7 1 0 0,-10 12-14 0 0,1 1 0 0 0,-1-1 0 0 0,1 1-1 0 0,0 0 1 0 0,1 0 0 0 0,-1 1 0 0 0,1-1 0 0 0,-1 1 0 0 0,1 0 0 0 0,0 0 0 0 0,0 1 0 0 0,0-1 0 0 0,1 1 0 0 0,-1 0 0 0 0,1 1 0 0 0,10-3 0 0 0,-13 4 2 0 0,0 1-1 0 0,0-1 1 0 0,-1 1 0 0 0,1 0 0 0 0,0 0 0 0 0,0 0 0 0 0,-1 0 0 0 0,1 0-1 0 0,-1 0 1 0 0,1 1 0 0 0,-1-1 0 0 0,1 1 0 0 0,-1 0 0 0 0,0 0 0 0 0,0 0 0 0 0,0 0-1 0 0,0 0 1 0 0,0 0 0 0 0,0 0 0 0 0,-1 1 0 0 0,1-1 0 0 0,-1 1 0 0 0,3 4-1 0 0,4 8 60 0 0,-1 1 0 0 0,8 28 0 0 0,-12-36-70 0 0,0 3-258 0 0,-3-8 112 0 0,1 0 1 0 0,-1 1 0 0 0,1-1 0 0 0,0 0 0 0 0,0 0-1 0 0,0 0 1 0 0,0 0 0 0 0,1 0 0 0 0,0 0-1 0 0,-1 0 1 0 0,3 2 0 0 0,-3-5 137 0 0,0-1 0 0 0,0 1 0 0 0,0-1 0 0 0,-1 1 0 0 0,1-1 1 0 0,0 1-1 0 0,0-1 0 0 0,-1 0 0 0 0,1 1 0 0 0,0-1 0 0 0,0 0 0 0 0,-1 0 0 0 0,1 1 0 0 0,-1-1 0 0 0,1 0 0 0 0,-1 0 1 0 0,1 0-1 0 0,-1 0 0 0 0,0 0 0 0 0,1 0 0 0 0,-1-1 0 0 0,12-25 49 0 0,-11 24-55 0 0,3-7 40 0 0,0 2-1 0 0,1-1 0 0 0,0 0 0 0 0,1 1 0 0 0,0 0 1 0 0,0 0-1 0 0,13-11 0 0 0,-17 17-6 0 0,2-1 0 0 0,-1 1 0 0 0,0-1 0 0 0,0 1 0 0 0,1 0 0 0 0,-1 0 0 0 0,1 0 0 0 0,0 1 0 0 0,7-3 0 0 0,-9 4-22 0 0,0 0 0 0 0,0-1-1 0 0,0 1 1 0 0,0 0 0 0 0,0 0 0 0 0,0 1-1 0 0,0-1 1 0 0,0 0 0 0 0,0 1 0 0 0,0-1 0 0 0,0 1-1 0 0,0-1 1 0 0,-1 1 0 0 0,1 0 0 0 0,0 0-1 0 0,0 0 1 0 0,-1 0 0 0 0,1 0 0 0 0,0 0-1 0 0,2 3 1 0 0,-2-1-61 0 0,1 0-1 0 0,-1 1 1 0 0,1-1-1 0 0,-1 1 1 0 0,0 0 0 0 0,0 0-1 0 0,-1 0 1 0 0,1 0-1 0 0,1 6 1 0 0,3 9-983 0 0,0-6 63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1:14.1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12 7834 0 0,'-5'-11'1925'0'0,"2"35"1121"0"0,1-10-2592 0 0,-23 95 2222 0 0,-11 53-1097 0 0,32-130-1595 0 0,0 0 0 0 0,2-1-1 0 0,3 42 1 0 0,3-18-4993 0 0,-2-30-341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1:14.4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 5065 0 0,'0'0'63'0'0,"0"-1"0"0"0,0 1-1 0 0,0 0 1 0 0,-1-1 0 0 0,1 1 0 0 0,1-1-1 0 0,-1 1 1 0 0,0 0 0 0 0,0-1 0 0 0,0 1 0 0 0,0 0-1 0 0,0-1 1 0 0,0 1 0 0 0,0 0 0 0 0,0-1-1 0 0,1 1 1 0 0,-1 0 0 0 0,0-1 0 0 0,0 1 0 0 0,0 0-1 0 0,1-1 1 0 0,-1 1 0 0 0,0 0 0 0 0,1 0-1 0 0,-1-1 1 0 0,0 1 0 0 0,0 0 0 0 0,1 0-1 0 0,-1-1 1 0 0,0 1 0 0 0,1 0 0 0 0,-1 0 0 0 0,0 0-1 0 0,1 0 1 0 0,-1 0 0 0 0,1 0 0 0 0,-1 0-1 0 0,1-1 1 0 0,0 1 86 0 0,0 0 0 0 0,0 0 0 0 0,-1-1 0 0 0,1 1 0 0 0,0 0 0 0 0,0 0 0 0 0,0 0 0 0 0,0 0 0 0 0,0 0 0 0 0,0 0 0 0 0,0 0 0 0 0,0 0-1 0 0,0 1 1 0 0,-1-1 0 0 0,1 0 0 0 0,0 0 0 0 0,2 1 0 0 0,1 4 175 0 0,0-1-1 0 0,1 1 1 0 0,-2-1 0 0 0,1 1-1 0 0,0 0 1 0 0,-1 1 0 0 0,0-1-1 0 0,0 0 1 0 0,3 10 0 0 0,17 58 718 0 0,-17-51-625 0 0,5 25 142 0 0,-9-36-606 0 0,0 0 0 0 0,0 0 0 0 0,1 0 0 0 0,1 0 0 0 0,0-1 0 0 0,0 1 0 0 0,1-1 0 0 0,10 16 0 0 0,-15-26 25 0 0,0 0 1 0 0,0 0 0 0 0,0 1-1 0 0,1-1 1 0 0,-1 0 0 0 0,0 0-1 0 0,0 0 1 0 0,0 1-1 0 0,1-1 1 0 0,-1 0 0 0 0,0 0-1 0 0,1 0 1 0 0,-1 0-1 0 0,0 0 1 0 0,0 1 0 0 0,1-1-1 0 0,-1 0 1 0 0,0 0-1 0 0,1 0 1 0 0,-1 0 0 0 0,0 0-1 0 0,1 0 1 0 0,-1 0 0 0 0,0 0-1 0 0,0 0 1 0 0,1 0-1 0 0,-1 0 1 0 0,0 0 0 0 0,1 0-1 0 0,-1-1 1 0 0,0 1-1 0 0,1 0 1 0 0,-1 0 0 0 0,0 0-1 0 0,0 0 1 0 0,1-1 0 0 0,9-11-223 0 0,4-23 332 0 0,-13 31-129 0 0,8-22 344 0 0,1 0 1 0 0,2 1 0 0 0,0 0-1 0 0,1 1 1 0 0,2 0 0 0 0,24-31-1 0 0,-37 53-202 0 0,-1 1 0 0 0,0-1-1 0 0,1 1 1 0 0,-1-1 0 0 0,0 1-1 0 0,1-1 1 0 0,0 1 0 0 0,-1 0-1 0 0,1 0 1 0 0,0 0 0 0 0,0 0-1 0 0,-1 0 1 0 0,1 0-1 0 0,0 0 1 0 0,0 1 0 0 0,0-1-1 0 0,0 1 1 0 0,0-1 0 0 0,0 1-1 0 0,0 0 1 0 0,0 0 0 0 0,0 0-1 0 0,0 0 1 0 0,1 0 0 0 0,1 1-1 0 0,-2 0 22 0 0,0 0 0 0 0,1 1-1 0 0,-1 0 1 0 0,0-1 0 0 0,0 1-1 0 0,0 0 1 0 0,-1 0 0 0 0,1 0 0 0 0,0 0-1 0 0,-1 0 1 0 0,1 0 0 0 0,-1 0-1 0 0,0 1 1 0 0,0-1 0 0 0,0 0-1 0 0,0 1 1 0 0,0-1 0 0 0,1 6 0 0 0,33 127-371 0 0,-27-106-399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1:15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209 133 1840 0 0,'-30'-2'1072'0'0,"-1"2"-1"0"0,1 0 0 0 0,0 2 0 0 0,-57 12 0 0 0,87-13-1063 0 0,0-1 0 0 0,0 1 0 0 0,0-1 0 0 0,0 1 1 0 0,0-1-1 0 0,0 0 0 0 0,0 1 0 0 0,0-1 0 0 0,0 1 0 0 0,0-1 0 0 0,1 1 0 0 0,-1-1 0 0 0,0 1 0 0 0,0-1 0 0 0,1 0 0 0 0,-1 1 0 0 0,0-1 0 0 0,0 0 1 0 0,1 1-1 0 0,-1-1 0 0 0,0 0 0 0 0,1 1 0 0 0,-1-1 0 0 0,1 0 0 0 0,-1 0 0 0 0,0 1 0 0 0,1-1 0 0 0,-1 0 0 0 0,1 0 0 0 0,-1 0 0 0 0,1 1 0 0 0,16 10-28 0 0,-7-7 47 0 0,0 0 0 0 0,0 0 1 0 0,1-1-1 0 0,0-1 1 0 0,-1 0-1 0 0,16 1 1 0 0,69 0 324 0 0,-55-3-304 0 0,240-6 312 0 0,-78 1-160 0 0,36 3 90 0 0,1159-14 2419 0 0,-746-9-406 0 0,-362 11-1832 0 0,67-5-203 0 0,199-7-172 0 0,81 2 22 0 0,-280-1-372 0 0,108-5-573 0 0,-343 28 771 0 0,221 25 0 0 0,-252-8-27 0 0,1-1-1233 0 0,-30-7-2583 0 0,-35-4 294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1:16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5719 1 3681 0 0,'-1'0'197'0'0,"0"0"1"0"0,0 0-1 0 0,0 0 1 0 0,0 0-1 0 0,0 0 1 0 0,-1 1-1 0 0,1-1 0 0 0,0 0 1 0 0,0 1-1 0 0,0-1 1 0 0,0 1-1 0 0,0-1 1 0 0,0 1-1 0 0,0-1 1 0 0,0 1-1 0 0,0 0 1 0 0,0-1-1 0 0,0 1 0 0 0,0 0 1 0 0,1 0-1 0 0,-1 0 1 0 0,0 0-1 0 0,1 0 1 0 0,-1 0-1 0 0,0 0 1 0 0,1 0-1 0 0,-1 0 1 0 0,1 0-1 0 0,-1 0 0 0 0,1 0 1 0 0,0 0-1 0 0,-1 0 1 0 0,1 0-1 0 0,0 0 1 0 0,0 1-1 0 0,0 0 1 0 0,0 6 403 0 0,0 1 0 0 0,0-1 0 0 0,1 1 0 0 0,2 10 0 0 0,1 5-198 0 0,1 136 1898 0 0,-4-78-1866 0 0,15 108 0 0 0,14 23-390 0 0,53 265-814 0 0,-56-398-342 0 0,-9-31 1583 0 0,-18-48-444 0 0,0 0-1 0 0,-1 0 0 0 0,1-1 1 0 0,-1 1-1 0 0,1-1 0 0 0,-1 1 1 0 0,1 0-1 0 0,-1-1 0 0 0,1 1 1 0 0,-1-1-1 0 0,0 1 0 0 0,1-1 1 0 0,-1 1-1 0 0,0-1 0 0 0,1 0 0 0 0,-1 1 1 0 0,0-1-1 0 0,1 0 0 0 0,-1 0 1 0 0,0 1-1 0 0,0-1 0 0 0,1 0 1 0 0,-1 0-1 0 0,0 0 0 0 0,-1 0 1 0 0,-23 5 550 0 0,-31-2-785 0 0,1-2 0 0 0,-91-11 0 0 0,34 2 84 0 0,-730 19 3034 0 0,650-3-3506 0 0,-944 22-3467 0 0,317 15 4121 0 0,3 43 974 0 0,534-55-1712 0 0,-92 2-410 0 0,271-26 822 0 0,-228 11-1231 0 0,107-8-157 0 0,181-9 1439 0 0,-228 21-3721 0 0,236-19 3713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1:16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3681 0 0,'0'0'284'0'0,"6"23"1996"0"0,20 200 3267 0 0,-14 115-3705 0 0,-12-298-1593 0 0,0 266 405 0 0,3 97-1741 0 0,3-292-3737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1:26.0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37 187 2761 0 0,'-5'-7'334'0'0,"1"0"1"0"0,0 0 0 0 0,0-1 0 0 0,0 1 0 0 0,1-1-1 0 0,1 0 1 0 0,-1 0 0 0 0,1 0 0 0 0,-1-11 0 0 0,2 13 180 0 0,0 1 0 0 0,1-1 0 0 0,-1 0 1 0 0,1 1-1 0 0,0-1 0 0 0,1 0 0 0 0,0 1 1 0 0,-1-1-1 0 0,2 0 0 0 0,-1 1 1 0 0,1-1-1 0 0,0 1 0 0 0,0 0 0 0 0,4-8 1 0 0,-6 12-413 0 0,1 0 0 0 0,-1 1 1 0 0,0-1-1 0 0,1 1 1 0 0,-1-1-1 0 0,1 1 1 0 0,-1-1-1 0 0,1 1 0 0 0,-1 0 1 0 0,1-1-1 0 0,-1 1 1 0 0,1-1-1 0 0,-1 1 0 0 0,1 0 1 0 0,-1-1-1 0 0,1 1 1 0 0,-1 0-1 0 0,1 0 1 0 0,0 0-1 0 0,-1-1 0 0 0,1 1 1 0 0,0 0-1 0 0,-1 0 1 0 0,1 0-1 0 0,-1 0 0 0 0,1 0 1 0 0,0 0-1 0 0,0 0 1 0 0,14 14 1375 0 0,3 24-288 0 0,-5 12-982 0 0,-2 0 0 0 0,5 69 1 0 0,5 29 317 0 0,-15-123-465 0 0,0-1-1 0 0,1 0 1 0 0,20 43-1 0 0,-21-56-47 0 0,0 0-1 0 0,1-1 1 0 0,0 0-1 0 0,1 0 1 0 0,0-1-1 0 0,1 0 1 0 0,-1 0-1 0 0,2-1 1 0 0,-1 0-1 0 0,1-1 1 0 0,1 0-1 0 0,13 7 1 0 0,-18-11-15 0 0,-1 0 1 0 0,0-1-1 0 0,1 1 1 0 0,0-1 0 0 0,-1-1-1 0 0,1 1 1 0 0,0-1-1 0 0,0 0 1 0 0,0 0-1 0 0,0-1 1 0 0,0 0-1 0 0,0 0 1 0 0,0 0-1 0 0,0-1 1 0 0,0 0 0 0 0,0 0-1 0 0,0 0 1 0 0,-1-1-1 0 0,1 0 1 0 0,0 0-1 0 0,-1 0 1 0 0,0-1-1 0 0,1 0 1 0 0,-1 0 0 0 0,0 0-1 0 0,0 0 1 0 0,6-7-1 0 0,4-10-2125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1:26.5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62 8290 0 0,'7'-2'1182'0'0,"-1"0"1"0"0,0-1 0 0 0,0 0-1 0 0,0 0 1 0 0,9-6-1 0 0,32-16-1962 0 0,-41 22-61 0 0,0 1-1 0 0,0 0 1 0 0,0 0-1 0 0,0 0 1 0 0,10-1 0 0 0,-9 3 366 0 0,-2 2 355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1:26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48 9218 0 0,'4'1'816'0'0,"-2"-1"-656"0"0,2 2-160 0 0,0-2 0 0 0,0 0 416 0 0,-2 0 40 0 0,3 0 16 0 0,4-2 1 0 0,5 0-305 0 0,7-3-56 0 0,1-2-16 0 0,1 0 0 0 0,0-1-1553 0 0,0 0-311 0 0,-2 2-64 0 0,0 1-17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1:27.1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22 8754 0 0,'-31'-22'7041'0'0,"38"59"-4164"0"0,11 40-1492 0 0,15 151 0 0 0,6 35-4187 0 0,-30-231-3955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1:27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0 2304 0 0,'0'0'201'0'0,"-2"0"-201"0"0,2 1 0 0 0,-1-1 376 0 0,0 2-192 0 0,-2-1 0 0 0,1 1-72 0 0,0 1-16 0 0,0-2 96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1:28.6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 3681 0 0,'4'-3'4238'0'0,"-4"3"-4155"0"0,9 5 2371 0 0,6 14-1010 0 0,11 43 1092 0 0,49 81 0 0 0,-77-148-2551 0 0,1 0 0 0 0,0 0 1 0 0,0-1-1 0 0,0 1 0 0 0,1 0 1 0 0,-1-1-1 0 0,1 1 0 0 0,0 0 1 0 0,1-1-1 0 0,0 1 0 0 0,-1-1 1 0 0,2 1-1 0 0,-1 0 0 0 0,3-7 1 0 0,4-12-84 0 0,19-45 0 0 0,-24 64 137 0 0,-1 1 0 0 0,1-1 0 0 0,0 0 0 0 0,1 1 0 0 0,-1 0 0 0 0,0 0 0 0 0,1 0 0 0 0,0 0 0 0 0,0 0 0 0 0,0 1 0 0 0,7-4 0 0 0,-10 6-19 0 0,0 1 1 0 0,1-1-1 0 0,-1 0 0 0 0,0 1 0 0 0,1-1 1 0 0,-1 1-1 0 0,1 0 0 0 0,-1-1 0 0 0,1 1 1 0 0,-1 0-1 0 0,1 0 0 0 0,-1 0 0 0 0,1 0 1 0 0,-1 0-1 0 0,1 0 0 0 0,-1 1 0 0 0,3 0 1 0 0,-2 0 17 0 0,0 0 0 0 0,0 0 0 0 0,0 0 0 0 0,-1 0 0 0 0,1 1 1 0 0,0-1-1 0 0,-1 1 0 0 0,0-1 0 0 0,1 1 0 0 0,-1-1 0 0 0,0 1 0 0 0,0 0 1 0 0,1 0-1 0 0,-1-1 0 0 0,-1 1 0 0 0,2 3 0 0 0,12 41 703 0 0,2 9-841 0 0,-15-51-3 0 0,1-1 0 0 0,-1 0 1 0 0,1 0-1 0 0,0 0 0 0 0,0 0 0 0 0,0 0 0 0 0,0 0 0 0 0,0 0 0 0 0,0-1 1 0 0,1 1-1 0 0,-1-1 0 0 0,4 3 0 0 0,-5-5 78 0 0,0 1 0 0 0,0-1 0 0 0,0 0 0 0 0,-1 1 0 0 0,1-1 0 0 0,0 0 0 0 0,0 0 0 0 0,0 0 0 0 0,0 0 0 0 0,0 0 1 0 0,0 0-1 0 0,0 0 0 0 0,0 0 0 0 0,0 0 0 0 0,-1 0 0 0 0,1 0 0 0 0,0-1 0 0 0,0 1 0 0 0,0 0 0 0 0,0-1 0 0 0,0 1 0 0 0,-1-1 0 0 0,1 1 0 0 0,0-1 0 0 0,0 1 0 0 0,-1-1 0 0 0,1 1 0 0 0,0-1 0 0 0,-1 0 0 0 0,1 1 0 0 0,0-1 0 0 0,-1 0 0 0 0,1 1 1 0 0,-1-1-1 0 0,1-1 0 0 0,20-37-336 0 0,-12 22 162 0 0,-2 5 164 0 0,1 2 0 0 0,0-1 0 0 0,1 1-1 0 0,0 0 1 0 0,12-10 0 0 0,-19 18 59 0 0,0 1-1 0 0,0-1 1 0 0,0 1 0 0 0,1-1 0 0 0,-1 1-1 0 0,0 0 1 0 0,1 0 0 0 0,-1 0 0 0 0,1 0-1 0 0,-1 1 1 0 0,1-1 0 0 0,-1 0-1 0 0,1 1 1 0 0,3 0 0 0 0,-4 0 4 0 0,0 0 0 0 0,0 1 0 0 0,-1-1-1 0 0,1 1 1 0 0,0 0 0 0 0,-1 0 0 0 0,1 0 0 0 0,0-1 0 0 0,-1 1 0 0 0,1 1 0 0 0,-1-1-1 0 0,0 0 1 0 0,1 0 0 0 0,-1 0 0 0 0,0 1 0 0 0,0-1 0 0 0,0 1 0 0 0,0-1 0 0 0,0 1-1 0 0,0-1 1 0 0,0 1 0 0 0,0 0 0 0 0,0 2 0 0 0,12 26-2111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1:29.2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98 7834 0 0,'4'-2'1686'0'0,"5"9"-395"0"0,6 8 565 0 0,-9-4-1496 0 0,-2-1 0 0 0,1 0 0 0 0,-1 1 0 0 0,-1 0 0 0 0,3 13 0 0 0,-3-11-436 0 0,1 0 0 0 0,0-1 0 0 0,6 13 0 0 0,-10-24 52 0 0,0-1 0 0 0,0 0 0 0 0,0 0 0 0 0,0 1 1 0 0,0-1-1 0 0,0 0 0 0 0,0 0 0 0 0,1 0 0 0 0,-1 1 0 0 0,0-1 0 0 0,0 0 0 0 0,0 0 0 0 0,0 0 0 0 0,0 0 1 0 0,1 1-1 0 0,-1-1 0 0 0,0 0 0 0 0,0 0 0 0 0,0 0 0 0 0,1 0 0 0 0,-1 0 0 0 0,0 0 0 0 0,0 1 0 0 0,1-1 1 0 0,-1 0-1 0 0,0 0 0 0 0,0 0 0 0 0,0 0 0 0 0,1 0 0 0 0,-1 0 0 0 0,0 0 0 0 0,0 0 0 0 0,1 0 0 0 0,-1 0 1 0 0,0 0-1 0 0,0 0 0 0 0,1 0 0 0 0,-1 0 0 0 0,0-1 0 0 0,1 1 0 0 0,8-10-435 0 0,4-18 143 0 0,-12 27 260 0 0,17-50-279 0 0,13-26 818 0 0,-28 70-369 0 0,0 1 0 0 0,1-1 1 0 0,0 1-1 0 0,1 0 0 0 0,-1 0 0 0 0,1 1 1 0 0,0 0-1 0 0,11-9 0 0 0,-15 13-95 0 0,0 0 1 0 0,0 0-1 0 0,0 0 0 0 0,0 0 0 0 0,0 0 0 0 0,0 0 1 0 0,0 1-1 0 0,0-1 0 0 0,0 0 0 0 0,1 1 0 0 0,-1-1 0 0 0,0 1 1 0 0,1 0-1 0 0,-1-1 0 0 0,0 1 0 0 0,0 0 0 0 0,1 0 0 0 0,-1 0 1 0 0,1 0-1 0 0,-1 0 0 0 0,0 0 0 0 0,1 0 0 0 0,-1 0 0 0 0,0 0 1 0 0,1 1-1 0 0,-1-1 0 0 0,0 0 0 0 0,0 1 0 0 0,1-1 1 0 0,-1 1-1 0 0,0 0 0 0 0,0-1 0 0 0,0 1 0 0 0,0 0 0 0 0,0 0 1 0 0,0 0-1 0 0,0-1 0 0 0,0 1 0 0 0,0 0 0 0 0,0 0 0 0 0,0 1 1 0 0,0-1-1 0 0,-1 0 0 0 0,1 0 0 0 0,0 1 0 0 0,3 8 242 0 0,0 1 0 0 0,0-1 0 0 0,-1 0 0 0 0,3 21 0 0 0,1 1 11 0 0,-7-30-286 0 0,0-1 0 0 0,1 1 0 0 0,-1-1-1 0 0,1 1 1 0 0,-1-1 0 0 0,1 1 0 0 0,0-1-1 0 0,0 0 1 0 0,0 1 0 0 0,-1-1 0 0 0,1 0-1 0 0,0 0 1 0 0,1 1 0 0 0,-1-1 0 0 0,0 0-1 0 0,0 0 1 0 0,0 0 0 0 0,3 1 0 0 0,-3-2-12 0 0,0 0 0 0 0,0 0 1 0 0,0 0-1 0 0,0 0 0 0 0,-1 0 0 0 0,1 0 1 0 0,0 0-1 0 0,0 0 0 0 0,0-1 1 0 0,0 1-1 0 0,0 0 0 0 0,0-1 1 0 0,-1 1-1 0 0,1 0 0 0 0,0-1 1 0 0,0 1-1 0 0,0-1 0 0 0,-1 1 1 0 0,1-1-1 0 0,0 0 0 0 0,-1 1 1 0 0,1-1-1 0 0,0 0 0 0 0,6-8-191 0 0,-1 0 0 0 0,0 0-1 0 0,0-1 1 0 0,5-11-1 0 0,-5 8 200 0 0,0 2 409 0 0,0-2 280 0 0,1 1 0 0 0,13-17 0 0 0,-19 27-571 0 0,0 0 1 0 0,1 0-1 0 0,-1 0 1 0 0,1 1 0 0 0,-1-1-1 0 0,1 1 1 0 0,0-1-1 0 0,-1 1 1 0 0,1 0-1 0 0,0-1 1 0 0,0 1-1 0 0,0 0 1 0 0,0 0 0 0 0,0 0-1 0 0,0 1 1 0 0,0-1-1 0 0,0 0 1 0 0,0 1-1 0 0,0-1 1 0 0,1 1-1 0 0,-1 0 1 0 0,0 0 0 0 0,4 0-1 0 0,-5 0-87 0 0,0 1 0 0 0,-1-1 0 0 0,1 1 0 0 0,0-1 1 0 0,0 1-1 0 0,0-1 0 0 0,-1 1 0 0 0,1 0 0 0 0,0-1 0 0 0,-1 1 0 0 0,1 0 0 0 0,-1-1 0 0 0,1 1 0 0 0,-1 0 0 0 0,1 0 1 0 0,-1 0-1 0 0,1 0 0 0 0,-1 0 0 0 0,0-1 0 0 0,1 1 0 0 0,-1 0 0 0 0,0 2 0 0 0,4 25-215 0 0,-3-19 104 0 0,2 10-540 0 0,0 2-197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1:29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28 198 13827 0 0,'-11'-4'820'0'0,"-6"-4"-335"0"0,18 4-732 0 0,10 1-330 0 0,48-7 110 0 0,565-78-947 0 0,984 57 811 0 0,-374 23 1182 0 0,-855-7 161 0 0,191-9-2799 0 0,-528 21-2032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1:30.5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4202 1 11522 0 0,'0'3'246'0'0,"0"-1"0"0"0,1 1 0 0 0,-1 0 0 0 0,0 0-1 0 0,1-1 1 0 0,0 1 0 0 0,0 0 0 0 0,0-1-1 0 0,1 4 1 0 0,2 6 294 0 0,70 364 647 0 0,26 94-1245 0 0,-55-320-694 0 0,35 122-534 0 0,-75-257 1429 0 0,-3-11-75 0 0,0-1 1 0 0,-1 1 0 0 0,0-1-1 0 0,1 1 1 0 0,-1 0 0 0 0,-1 0 0 0 0,1-1-1 0 0,-1 1 1 0 0,1 0 0 0 0,-1 0 0 0 0,0 0-1 0 0,0 0 1 0 0,-1-1 0 0 0,0 5-1 0 0,0-7-75 0 0,0 0 0 0 0,0 0 0 0 0,0 0 0 0 0,-1 0 0 0 0,1-1 0 0 0,0 1 0 0 0,0 0 0 0 0,-1-1 0 0 0,1 1 0 0 0,0-1-1 0 0,-1 1 1 0 0,1-1 0 0 0,0 0 0 0 0,-1 0 0 0 0,1 1 0 0 0,-1-1 0 0 0,-1 0 0 0 0,-32 0-657 0 0,21-1 226 0 0,-315 22-2790 0 0,1 10 4579 0 0,311-29-1208 0 0,-1310 75 946 0 0,540-42 364 0 0,301-4 928 0 0,-420 22-501 0 0,670-46-6410 0 0,201-5-714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1:30.8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14 14283 0 0,'1'-14'1389'0'0,"7"18"-1280"0"0,-6-2-109 0 0,0 0 1 0 0,-1 0-1 0 0,1 0 1 0 0,0 0-1 0 0,-1 0 0 0 0,0 1 1 0 0,0-1-1 0 0,1 1 0 0 0,0 4 1 0 0,0 21 103 0 0,-1 1 1 0 0,-1-1 0 0 0,-8 54 0 0 0,2-19-26 0 0,-3 47-100 0 0,-11 218-513 0 0,20-255-61 0 0,3-1 0 0 0,18 112 0 0 0,-10-130-4426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1:36.3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284 28 5985 0 0,'-6'-10'-248'0'0,"-7"-8"6548"0"0,12 18-6149 0 0,0 1 0 0 0,1-1 0 0 0,-1 0 0 0 0,0 0-1 0 0,1 1 1 0 0,-1-1 0 0 0,0 0 0 0 0,1 1-1 0 0,-1-1 1 0 0,0 1 0 0 0,1-1 0 0 0,-1 1 0 0 0,1-1-1 0 0,-1 1 1 0 0,1-1 0 0 0,-1 1 0 0 0,1-1-1 0 0,-1 1 1 0 0,1 0 0 0 0,-1-1 0 0 0,1 1 0 0 0,0 0-1 0 0,-1 0 1 0 0,1-1 0 0 0,0 1 0 0 0,0 0-1 0 0,0-1 1 0 0,-1 1 0 0 0,1 0 0 0 0,0 1 0 0 0,-19 53 1262 0 0,-14 67 0 0 0,4-13-1075 0 0,-122 459-82 0 0,146-553-489 0 0,2 0 0 0 0,0 0-1 0 0,0 0 1 0 0,1 1-1 0 0,1-1 1 0 0,1 0 0 0 0,0 1-1 0 0,3 16 1 0 0,1-18-6277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1:36.6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3225 0 0,'3'5'8061'0'0,"4"8"-3841"0"0,37 68-1866 0 0,-2-3-775 0 0,46 121 1 0 0,2 93-2184 0 0,-88-283-343 0 0,0 0 1 0 0,0 0-1 0 0,-1 0 0 0 0,-1 0 1 0 0,1 10-1 0 0,-2-12-585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1:37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62 456 0 0,'-6'0'310'0'0,"1"0"0"0"0,-1 1 0 0 0,1-1 0 0 0,-1 1 0 0 0,1 0 0 0 0,-1 1 0 0 0,1-1 0 0 0,0 1 0 0 0,-7 3 0 0 0,-2 0 92 0 0,6-2 509 0 0,-1 0 1 0 0,0 0-1 0 0,-15 10 0 0 0,97-54 5062 0 0,52-10-5221 0 0,-97 42-901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1:37.5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 7370 0 0,'11'8'9028'0'0,"-8"-7"-8424"0"0,21-1 32 0 0,-1-1 0 0 0,31-6-1 0 0,13 0-2267 0 0,-54 6 258 0 0,0 0 1 0 0,1 2-1 0 0,12 1 1 0 0,-14 1 1321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1:37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0 121 7370 0 0,'0'0'784'0'0,"3"0"-112"0"0,-1-2 112 0 0,2 0 16 0 0,3-2 8 0 0,1-2-71 0 0,7-3-9 0 0,-3-2-8 0 0,5 0 0 0 0,1-2-624 0 0,0 0-96 0 0,1 0-88 0 0,0 1 24 0 0,0 0 64 0 0,1-1 0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1:38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3 166 7834 0 0,'-1'-5'153'0'0,"0"0"0"0"0,1 0 0 0 0,-1 0 0 0 0,1 0 0 0 0,0 0 0 0 0,1 0 0 0 0,-1 0 0 0 0,1 0 0 0 0,0 0 0 0 0,0 0 0 0 0,1 0 0 0 0,-1 0 0 0 0,1 1 0 0 0,0-1 0 0 0,1 0 0 0 0,-1 1 0 0 0,1 0 0 0 0,5-7 0 0 0,-5 5 137 0 0,1 1 1 0 0,0 0 0 0 0,0 0 0 0 0,1 0-1 0 0,0 0 1 0 0,-1 1 0 0 0,2-1 0 0 0,-1 1-1 0 0,0 1 1 0 0,1-1 0 0 0,0 1 0 0 0,0 0-1 0 0,12-5 1 0 0,-15 8-219 0 0,0-1 1 0 0,0 1-1 0 0,0-1 0 0 0,1 1 1 0 0,-1 0-1 0 0,0 0 0 0 0,0 0 1 0 0,0 1-1 0 0,0-1 0 0 0,0 1 1 0 0,1 0-1 0 0,-1 0 0 0 0,0 0 0 0 0,0 0 1 0 0,-1 0-1 0 0,1 0 0 0 0,0 1 1 0 0,0 0-1 0 0,3 2 0 0 0,-2 0-36 0 0,0 0 0 0 0,0 1 0 0 0,0-1 1 0 0,-1 1-1 0 0,0-1 0 0 0,0 1 0 0 0,0 0 0 0 0,0 0 0 0 0,-1 0 0 0 0,2 7 0 0 0,2 7-12 0 0,-2 0 1 0 0,0 0-1 0 0,-1 0 1 0 0,-1 1-1 0 0,0 25 1 0 0,-5 5-36 0 0,-3-1 0 0 0,-1 0 0 0 0,-3 0 0 0 0,-21 64-1 0 0,-10 44 59 0 0,37-135 177 0 0,1 1 1 0 0,0 39 0 0 0,5-16-5100 0 0,0-32-530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1:38.5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17972 0 0,'0'1'1952'0'0,"1"-1"-1664"0"0,0 0 16 0 0,1-1 8 0 0,2 1 1 0 0,-1 0-313 0 0,22 5-5706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1:43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369 36 3681 0 0,'0'-2'419'0'0,"0"1"0"0"0,0-1 1 0 0,0 0-1 0 0,0 0 0 0 0,-1 0 1 0 0,1 0-1 0 0,0 1 0 0 0,-1-1 1 0 0,1 0-1 0 0,-1 0 0 0 0,0 1 1 0 0,1-1-1 0 0,-1 1 0 0 0,0-1 1 0 0,-2-2-1 0 0,2 3-268 0 0,0 0-1 0 0,0 1 1 0 0,-1-1 0 0 0,1 1 0 0 0,0-1-1 0 0,0 1 1 0 0,0-1 0 0 0,-1 1-1 0 0,1 0 1 0 0,0 0 0 0 0,0 0 0 0 0,-1-1-1 0 0,1 1 1 0 0,0 0 0 0 0,-1 1-1 0 0,1-1 1 0 0,0 0 0 0 0,-1 0-1 0 0,1 0 1 0 0,0 1 0 0 0,0-1 0 0 0,0 1-1 0 0,-1-1 1 0 0,0 2 0 0 0,-7 1 142 0 0,1 1 0 0 0,1 1 0 0 0,-1 0 0 0 0,1 0 0 0 0,-1 0 1 0 0,1 1-1 0 0,-9 9 0 0 0,-42 53 249 0 0,41-48-329 0 0,-35 42 193 0 0,-64 80 139 0 0,114-140-539 0 0,1-1 0 0 0,0 1-1 0 0,-1 0 1 0 0,1-1 0 0 0,0 1 0 0 0,0 0-1 0 0,0 0 1 0 0,0 0 0 0 0,1 0 0 0 0,-1 0-1 0 0,0 0 1 0 0,1 0 0 0 0,-1 0-1 0 0,1 0 1 0 0,0 0 0 0 0,0 0 0 0 0,0 0-1 0 0,0 0 1 0 0,0 4 0 0 0,1-5-32 0 0,0 1 1 0 0,0-1-1 0 0,1 0 1 0 0,-1 0-1 0 0,0 0 1 0 0,0 0-1 0 0,0 0 1 0 0,1-1-1 0 0,-1 1 0 0 0,1 0 1 0 0,-1 0-1 0 0,0-1 1 0 0,1 1-1 0 0,-1-1 1 0 0,1 1-1 0 0,0-1 1 0 0,-1 0-1 0 0,1 0 1 0 0,-1 0-1 0 0,1 0 1 0 0,-1 0-1 0 0,1 0 1 0 0,-1 0-1 0 0,1 0 0 0 0,0 0 1 0 0,1-1-1 0 0,10-1-340 0 0,0-1 0 0 0,-1 1 0 0 0,0-2 0 0 0,0 0 0 0 0,0 0 0 0 0,14-8 0 0 0,68-42-1361 0 0,-40 21 1210 0 0,-20 13 165 0 0,-23 12 166 0 0,1 0 1 0 0,-1 2 0 0 0,2-1-1 0 0,-1 2 1 0 0,0 0 0 0 0,17-5-1 0 0,-29 10 182 0 0,0 0 0 0 0,0 0 0 0 0,0 0 0 0 0,0 0 0 0 0,-1 0 0 0 0,1 0 0 0 0,0 0 0 0 0,0 0 0 0 0,0 1 0 0 0,0-1 0 0 0,0 0 0 0 0,0 0 0 0 0,0 0 0 0 0,0 0 0 0 0,0 0 0 0 0,0 0 0 0 0,0 0-1 0 0,0 0 1 0 0,0 0 0 0 0,-1 0 0 0 0,1 0 0 0 0,0 0 0 0 0,0 1 0 0 0,0-1 0 0 0,0 0 0 0 0,0 0 0 0 0,0 0 0 0 0,0 0 0 0 0,0 0 0 0 0,0 0 0 0 0,0 0 0 0 0,0 0 0 0 0,0 0 0 0 0,0 0 0 0 0,0 1 0 0 0,0-1-1 0 0,0 0 1 0 0,0 0 0 0 0,0 0 0 0 0,0 0 0 0 0,0 0 0 0 0,0 0 0 0 0,0 0 0 0 0,1 0 0 0 0,-1 0 0 0 0,0 0 0 0 0,0 1 0 0 0,0-1 0 0 0,0 0 0 0 0,0 0 0 0 0,0 0 0 0 0,0 0 0 0 0,0 0 0 0 0,0 0 0 0 0,0 0-1 0 0,0 0 1 0 0,0 0 0 0 0,0 0 0 0 0,1 0 0 0 0,-1 0 0 0 0,0 0 0 0 0,0 0 0 0 0,0 0 0 0 0,0 0 0 0 0,0 0 0 0 0,0 0 0 0 0,0 0 0 0 0,0 0 0 0 0,-10 12-193 0 0,-18 16-97 0 0,23-23 208 0 0,-42 43 908 0 0,2 2-1 0 0,2 2 1 0 0,3 1-1 0 0,2 3 1 0 0,-48 93-1 0 0,83-143-584 0 0,1-1 0 0 0,-1 1 0 0 0,1 0 0 0 0,0-1 0 0 0,1 1 0 0 0,-1 0 0 0 0,1 0 0 0 0,0 0 0 0 0,0 9 0 0 0,2-13-206 0 0,-1 0 1 0 0,0-1 0 0 0,0 1-1 0 0,1 0 1 0 0,-1-1-1 0 0,1 1 1 0 0,0 0-1 0 0,-1-1 1 0 0,1 1-1 0 0,0-1 1 0 0,0 1 0 0 0,0-1-1 0 0,0 0 1 0 0,0 1-1 0 0,0-1 1 0 0,0 0-1 0 0,1 0 1 0 0,-1 0-1 0 0,0 0 1 0 0,1 0 0 0 0,-1 0-1 0 0,1 0 1 0 0,-1 0-1 0 0,1 0 1 0 0,-1-1-1 0 0,1 1 1 0 0,0-1-1 0 0,-1 1 1 0 0,1-1 0 0 0,0 1-1 0 0,-1-1 1 0 0,1 0-1 0 0,0 0 1 0 0,-1 0-1 0 0,1 0 1 0 0,0 0-1 0 0,2-1 1 0 0,7 1-389 0 0,0-1 0 0 0,0-1 1 0 0,0 0-1 0 0,-1-1 0 0 0,21-6 0 0 0,23-13-3822 0 0,-31 11-583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1:43.5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 9674 0 0,'-4'0'472'0'0,"0"1"-1"0"0,0-1 1 0 0,1 1-1 0 0,-1 0 1 0 0,0 0-1 0 0,1 1 1 0 0,-1-1-1 0 0,1 1 1 0 0,-1 0 0 0 0,1-1-1 0 0,-6 6 1 0 0,9-2 1279 0 0,10-2-1082 0 0,10-1-222 0 0,77-4-1773 0 0,-79 2-4762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1:43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27 13363 0 0,'-4'1'1304'0'0,"5"1"-1160"0"0,0-2-144 0 0,2 0 0 0 0,1 0 0 0 0,-1 0 96 0 0,5-2-16 0 0,6 2 0 0 0,4 0 0 0 0,5 0-424 0 0,1-1-80 0 0,1-2-24 0 0,0 1 0 0 0,1-2-1473 0 0,0-1-287 0 0,-1 0-64 0 0,-1-3-17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1:44.6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88 7370 0 0,'-1'-1'154'0'0,"1"0"1"0"0,-1 0 0 0 0,0-1 0 0 0,1 1-1 0 0,-1 0 1 0 0,1-1 0 0 0,0 1 0 0 0,-1 0-1 0 0,1-1 1 0 0,0 1 0 0 0,0 0 0 0 0,0-1 0 0 0,0 1-1 0 0,0 0 1 0 0,0-1 0 0 0,0 1 0 0 0,1 0-1 0 0,-1-1 1 0 0,0 1 0 0 0,1 0 0 0 0,-1-1-1 0 0,1 1 1 0 0,1-2 0 0 0,17-28 1554 0 0,-17 29-1573 0 0,0 0 0 0 0,-1 0 0 0 0,1 0 0 0 0,0 1 0 0 0,0-1 0 0 0,1 0 0 0 0,-1 1 0 0 0,0 0 0 0 0,0-1 0 0 0,1 1 0 0 0,-1 0 0 0 0,1 0 0 0 0,-1 0 0 0 0,1 0 0 0 0,0 1 0 0 0,-1-1 0 0 0,1 1 0 0 0,-1 0 0 0 0,1-1 0 0 0,0 1 0 0 0,3 1 0 0 0,-3 0-30 0 0,0 0 1 0 0,0 0-1 0 0,0 0 0 0 0,-1 1 1 0 0,1-1-1 0 0,0 1 0 0 0,-1 0 1 0 0,1 0-1 0 0,-1 0 1 0 0,0 0-1 0 0,0 0 0 0 0,0 0 1 0 0,0 1-1 0 0,0-1 0 0 0,3 5 1 0 0,2 6 13 0 0,-1-1 0 0 0,0 1 0 0 0,-1 1 0 0 0,0-1 0 0 0,-1 1 0 0 0,4 24 0 0 0,-6-23-87 0 0,-1 0 0 0 0,0 1 0 0 0,-2-1 0 0 0,0 1 0 0 0,0-1 1 0 0,-5 19-1 0 0,-29 91 473 0 0,6-28 169 0 0,26-85-723 0 0,-1 0-1 0 0,2 1 1 0 0,0-1-1 0 0,0 1 1 0 0,1 0-1 0 0,1-1 1 0 0,0 1-1 0 0,1 0 1 0 0,0-1-1 0 0,6 24 1 0 0,-3-23-923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1:45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0 16131 0 0,'-3'4'1433'0'0,"0"0"-1145"0"0,3 0-288 0 0,0-2 560 0 0,0 1 56 0 0,-1 2 16 0 0,-1 1 0 0 0,0 4-632 0 0,1-1-168 0 0,-1-1-16 0 0,2-2 0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1:57.4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83 11522 0 0,'0'0'887'0'0,"30"-11"1793"0"0,24-6-1423 0 0,2 2 1 0 0,0 2-1 0 0,0 3 1 0 0,108-6-1 0 0,-104 15-1105 0 0,0 3-1 0 0,0 3 0 0 0,0 1 0 0 0,91 24 1 0 0,-148-29-268 0 0,0-1-99 0 0,1 1 0 0 0,0 0 0 0 0,-1 0 0 0 0,1 0 0 0 0,0 0 0 0 0,-1 1 0 0 0,0 0 1 0 0,1-1-1 0 0,-1 1 0 0 0,0 0 0 0 0,0 1 0 0 0,0-1 0 0 0,0 0 0 0 0,3 4 0 0 0,-3 1-1262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1:57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28 5985 0 0,'-8'-28'15499'0'0,"12"49"-14670"0"0,6 72-181 0 0,-6 158 1 0 0,0-9-574 0 0,0-168-88 0 0,-2-49-1826 0 0,0 1-3481 0 0,-1-7-1783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1:58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87 8290 0 0,'1'-4'299'0'0,"-1"1"0"0"0,1 0 0 0 0,0 0 0 0 0,0 0 0 0 0,1 0 0 0 0,-1 1 0 0 0,0-1 0 0 0,1 0 0 0 0,0 0-1 0 0,0 1 1 0 0,0-1 0 0 0,0 1 0 0 0,3-3 0 0 0,32-27 1197 0 0,-35 30-1431 0 0,-1 1 0 0 0,1 0 1 0 0,0 0-1 0 0,0 0 0 0 0,-1 0 0 0 0,1 0 1 0 0,0 0-1 0 0,0 0 0 0 0,0 1 0 0 0,0-1 0 0 0,0 1 1 0 0,0-1-1 0 0,0 1 0 0 0,0 0 0 0 0,0 0 0 0 0,0 0 1 0 0,0 0-1 0 0,0 0 0 0 0,0 0 0 0 0,1 1 1 0 0,-1-1-1 0 0,3 1 0 0 0,-4 1-37 0 0,1-1 1 0 0,0 1-1 0 0,-1 0 1 0 0,1-1-1 0 0,-1 1 0 0 0,1 0 1 0 0,-1 0-1 0 0,0 0 1 0 0,0 0-1 0 0,0 0 0 0 0,0 0 1 0 0,0 0-1 0 0,0 0 1 0 0,-1 0-1 0 0,1 0 0 0 0,-1 0 1 0 0,1 1-1 0 0,-1-1 1 0 0,0 0-1 0 0,0 3 0 0 0,0 19 135 0 0,-2 1-1 0 0,0-1 0 0 0,-2 0 0 0 0,0 0 1 0 0,-2-1-1 0 0,-9 27 0 0 0,-1 5-15 0 0,11-34 78 0 0,-8 28 324 0 0,12-46-412 0 0,1 0 0 0 0,-1 1-1 0 0,1-1 1 0 0,0 1 0 0 0,0-1-1 0 0,0 0 1 0 0,0 1 0 0 0,1-1-1 0 0,-1 1 1 0 0,1-1 0 0 0,1 4-1 0 0,-1-6-78 0 0,-1 0 0 0 0,1 0-1 0 0,0 0 1 0 0,0 0 0 0 0,0 0 0 0 0,0 0-1 0 0,0 0 1 0 0,0 0 0 0 0,0 0 0 0 0,0 0-1 0 0,0-1 1 0 0,0 1 0 0 0,0 0 0 0 0,0-1-1 0 0,1 1 1 0 0,-1-1 0 0 0,0 1-1 0 0,1-1 1 0 0,-1 0 0 0 0,0 1 0 0 0,0-1-1 0 0,1 0 1 0 0,-1 0 0 0 0,0 0 0 0 0,1 0-1 0 0,-1 0 1 0 0,1 0 0 0 0,-1 0 0 0 0,0-1-1 0 0,0 1 1 0 0,1 0 0 0 0,-1-1 0 0 0,2 0-1 0 0,6-2 6 0 0,-1-1-1 0 0,1 1 1 0 0,12-9 0 0 0,-17 9-34 0 0,59-34-2184 0 0,-40 24-4998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1:59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0 10594 0 0,'0'1'20'0'0,"0"-1"1"0"0,0 0-1 0 0,0 0 0 0 0,0 0 0 0 0,0 0 0 0 0,0 0 0 0 0,0 1 0 0 0,0-1 0 0 0,0 0 1 0 0,0 0-1 0 0,0 0 0 0 0,0 0 0 0 0,0 0 0 0 0,0 1 0 0 0,0-1 0 0 0,0 0 0 0 0,0 0 1 0 0,0 0-1 0 0,0 0 0 0 0,0 0 0 0 0,0 1 0 0 0,0-1 0 0 0,-1 0 0 0 0,1 0 0 0 0,0 0 1 0 0,0 0-1 0 0,0 0 0 0 0,0 0 0 0 0,0 0 0 0 0,0 0 0 0 0,0 1 0 0 0,-1-1 0 0 0,1 0 0 0 0,0 0 1 0 0,0 0-1 0 0,0 0 0 0 0,0 0 0 0 0,0 0 0 0 0,-1 0 0 0 0,1 0 0 0 0,0 0 0 0 0,0 0 1 0 0,0 0-1 0 0,0 0 0 0 0,0 0 0 0 0,-1 0 0 0 0,1 0 0 0 0,0 0 0 0 0,0 0 0 0 0,0 0 1 0 0,0 0-1 0 0,0 0 0 0 0,-1 0 0 0 0,1 0 0 0 0,0-1 0 0 0,1 5 970 0 0,0 1-289 0 0,5 28 677 0 0,3 61-1 0 0,-7-61-436 0 0,1 0-1 0 0,11 46 0 0 0,-14-78-955 0 0,0 0-1 0 0,0 0 1 0 0,0 0 0 0 0,0 0-1 0 0,1 1 1 0 0,-1-1 0 0 0,0 0-1 0 0,1 0 1 0 0,-1 0 0 0 0,1 0 0 0 0,-1 0-1 0 0,1-1 1 0 0,-1 1 0 0 0,1 0-1 0 0,0 0 1 0 0,-1 0 0 0 0,1 0-1 0 0,0-1 1 0 0,0 1 0 0 0,0 0-1 0 0,-1-1 1 0 0,1 1 0 0 0,1 0-1 0 0,-1-1-23 0 0,0 0-1 0 0,0-1 1 0 0,0 1-1 0 0,0 0 0 0 0,-1-1 1 0 0,1 1-1 0 0,0-1 1 0 0,0 1-1 0 0,-1-1 0 0 0,1 0 1 0 0,0 1-1 0 0,-1-1 1 0 0,1 0-1 0 0,0 1 0 0 0,-1-1 1 0 0,1 0-1 0 0,-1 0 1 0 0,1 1-1 0 0,-1-1 0 0 0,1-2 1 0 0,20-54-1386 0 0,-20 54 1395 0 0,2-7-13 0 0,4-16-28 0 0,2-1 0 0 0,13-27-1 0 0,-18 47 114 0 0,-1 1 0 0 0,1-1-1 0 0,0 1 1 0 0,0 0 0 0 0,1 0 0 0 0,0 0-1 0 0,0 0 1 0 0,0 1 0 0 0,1 0-1 0 0,0 0 1 0 0,0 1 0 0 0,12-8 0 0 0,-16 11 39 0 0,0 0 1 0 0,0 1-1 0 0,0-1 1 0 0,0 0-1 0 0,0 1 1 0 0,0-1 0 0 0,0 1-1 0 0,1-1 1 0 0,-1 1-1 0 0,0 0 1 0 0,0 0-1 0 0,1 0 1 0 0,-1 0 0 0 0,0 1-1 0 0,0-1 1 0 0,0 1-1 0 0,0-1 1 0 0,4 2-1 0 0,-2 0 48 0 0,-1 0 0 0 0,1 0 1 0 0,-1 0-1 0 0,0 1 0 0 0,1 0 0 0 0,-1-1 0 0 0,0 1 0 0 0,0 0 0 0 0,3 5 0 0 0,2 4 30 0 0,1 1 1 0 0,-2 1-1 0 0,0-1 0 0 0,6 18 0 0 0,14 56-219 0 0,-27-87 59 0 0,0 0 0 0 0,0 0 0 0 0,0 1 0 0 0,0-1-1 0 0,0 0 1 0 0,0 0 0 0 0,0 0 0 0 0,0 0 0 0 0,1 0-1 0 0,-1 0 1 0 0,0 0 0 0 0,0 0 0 0 0,0 0 0 0 0,0 0-1 0 0,0 0 1 0 0,0 0 0 0 0,0 1 0 0 0,0-1 0 0 0,0 0 0 0 0,0 0-1 0 0,0 0 1 0 0,0 0 0 0 0,1 0 0 0 0,-1 0 0 0 0,0 0-1 0 0,0 0 1 0 0,0 0 0 0 0,0 0 0 0 0,0 0 0 0 0,0 0-1 0 0,0 0 1 0 0,0 0 0 0 0,0 0 0 0 0,1 0 0 0 0,-1 0-1 0 0,0 0 1 0 0,0 0 0 0 0,0 0 0 0 0,0 0 0 0 0,0 0 0 0 0,0 0-1 0 0,0-1 1 0 0,0 1 0 0 0,0 0 0 0 0,0 0 0 0 0,1 0-1 0 0,-1 0 1 0 0,0 0 0 0 0,0 0 0 0 0,0 0 0 0 0,0 0-1 0 0,0 0 1 0 0,0 0 0 0 0,0 0 0 0 0,0 0 0 0 0,0-1 0 0 0,0 1-1 0 0,0 0 1 0 0,0 0 0 0 0,0 0 0 0 0,0 0 0 0 0,0 0-1 0 0,0 0 1 0 0,6-11-159 0 0,4-13-293 0 0,-5 7 180 0 0,21-50-654 0 0,-24 63 887 0 0,0 0 1 0 0,0 0 0 0 0,0 0 0 0 0,1 0 0 0 0,0 1 0 0 0,-1-1 0 0 0,1 1-1 0 0,0 0 1 0 0,0 0 0 0 0,1 0 0 0 0,-1 0 0 0 0,1 0 0 0 0,4-1-1 0 0,-7 3 64 0 0,0 1-1 0 0,0-1 1 0 0,0 1-1 0 0,0 0 0 0 0,0 0 1 0 0,0 0-1 0 0,0-1 0 0 0,0 1 1 0 0,0 0-1 0 0,0 0 0 0 0,0 1 1 0 0,0-1-1 0 0,0 0 0 0 0,0 0 1 0 0,0 0-1 0 0,0 1 0 0 0,0-1 1 0 0,0 0-1 0 0,0 1 1 0 0,0-1-1 0 0,0 1 0 0 0,0-1 1 0 0,0 1-1 0 0,0 0 0 0 0,0-1 1 0 0,0 1-1 0 0,-1 0 0 0 0,1 0 1 0 0,0-1-1 0 0,-1 1 0 0 0,1 0 1 0 0,0 0-1 0 0,-1 0 1 0 0,1 0-1 0 0,-1 0 0 0 0,1 0 1 0 0,-1 0-1 0 0,0 0 0 0 0,1 2 1 0 0,3 7 326 0 0,-1 1 1 0 0,-1-1-1 0 0,3 15 1 0 0,-1-1-346 0 0,-2-19-426 0 0,0 1 0 0 0,1 0 0 0 0,-1-1 0 0 0,1 1 0 0 0,0-1 0 0 0,0 0 0 0 0,9 9 0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2:00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80 3225 0 0,'1'-5'426'0'0,"1"1"1"0"0,-1-1-1 0 0,1 1 1 0 0,0 0-1 0 0,0-1 1 0 0,1 1-1 0 0,-1 0 1 0 0,1 1-1 0 0,0-1 1 0 0,0 0-1 0 0,0 1 1 0 0,0-1-1 0 0,1 1 1 0 0,-1 0-1 0 0,1 0 1 0 0,0 1-1 0 0,0-1 1 0 0,0 1-1 0 0,0 0 1 0 0,6-2-1 0 0,-10 3-314 0 0,1 1 0 0 0,0-1 0 0 0,0 1 0 0 0,0-1-1 0 0,0 1 1 0 0,0 0 0 0 0,0-1 0 0 0,0 1 0 0 0,-1 0 0 0 0,1 0-1 0 0,0 0 1 0 0,0 0 0 0 0,0 0 0 0 0,0 0 0 0 0,0 0 0 0 0,0 0-1 0 0,0 0 1 0 0,0 0 0 0 0,0 1 0 0 0,0-1 0 0 0,0 0 0 0 0,0 1-1 0 0,0-1 1 0 0,-1 1 0 0 0,1-1 0 0 0,1 2 0 0 0,0-1 69 0 0,0 1-1 0 0,0 0 1 0 0,-1 0 0 0 0,1 0 0 0 0,-1 0 0 0 0,0 0 0 0 0,1 1 0 0 0,-1-1 0 0 0,0 0 0 0 0,1 3 0 0 0,1 7 298 0 0,0 0 1 0 0,0 0 0 0 0,0 13-1 0 0,0 6 6 0 0,-4 39 0 0 0,0-47-708 0 0,1-1 0 0 0,1 1 0 0 0,1-1 0 0 0,5 25 0 0 0,10-79-1052 0 0,0-26 223 0 0,13-40 492 0 0,-26 90 563 0 0,0-1 0 0 0,0 1 0 0 0,0-1 0 0 0,1 1 0 0 0,1 1 1 0 0,-1-1-1 0 0,1 1 0 0 0,8-9 0 0 0,-13 16 21 0 0,-1-1 1 0 0,1 0-1 0 0,-1 1 1 0 0,1-1-1 0 0,-1 1 1 0 0,1-1 0 0 0,-1 0-1 0 0,1 1 1 0 0,0 0-1 0 0,-1-1 1 0 0,1 1-1 0 0,-1-1 1 0 0,1 1-1 0 0,0 0 1 0 0,0-1-1 0 0,-1 1 1 0 0,1 0-1 0 0,0 0 1 0 0,0-1 0 0 0,-1 1-1 0 0,1 0 1 0 0,0 0-1 0 0,0 0 1 0 0,-1 0-1 0 0,1 0 1 0 0,0 0-1 0 0,0 0 1 0 0,-1 0-1 0 0,1 0 1 0 0,0 1-1 0 0,0-1 1 0 0,-1 0-1 0 0,1 0 1 0 0,0 1 0 0 0,0-1-1 0 0,-1 1 1 0 0,1-1-1 0 0,0 0 1 0 0,-1 1-1 0 0,1-1 1 0 0,-1 1-1 0 0,1-1 1 0 0,-1 1-1 0 0,1 0 1 0 0,-1-1-1 0 0,1 1 1 0 0,-1-1 0 0 0,1 1-1 0 0,-1 0 1 0 0,0 0-1 0 0,1-1 1 0 0,-1 1-1 0 0,0 0 1 0 0,1 0-1 0 0,1 8 209 0 0,0 0 0 0 0,0 0 0 0 0,0-1-1 0 0,0 11 1 0 0,1 2-463 0 0,-2-17 209 0 0,-1 0-8 0 0,1 0 0 0 0,0 1 0 0 0,1-1 0 0 0,-1 0 0 0 0,1 0 0 0 0,0 0 0 0 0,3 5 0 0 0,-4-8 27 0 0,-1-1 0 0 0,1 1 1 0 0,0 0-1 0 0,0-1 0 0 0,0 1 0 0 0,0-1 1 0 0,-1 0-1 0 0,1 1 0 0 0,0-1 1 0 0,0 0-1 0 0,0 1 0 0 0,0-1 0 0 0,0 0 1 0 0,0 0-1 0 0,0 0 0 0 0,0 0 1 0 0,0 0-1 0 0,0 0 0 0 0,0 0 0 0 0,0 0 1 0 0,0 0-1 0 0,0 0 0 0 0,0 0 1 0 0,0-1-1 0 0,0 1 0 0 0,0 0 0 0 0,-1-1 1 0 0,1 1-1 0 0,0-1 0 0 0,0 1 1 0 0,0-1-1 0 0,0 1 0 0 0,-1-1 0 0 0,1 0 1 0 0,0 1-1 0 0,-1-1 0 0 0,1 0 1 0 0,1-1-1 0 0,8-8-20 0 0,1 0 0 0 0,-2-1 0 0 0,1-1 0 0 0,9-15 1 0 0,-13 18 29 0 0,0 0 1 0 0,0 0-1 0 0,1 1 1 0 0,0 0-1 0 0,0 0 1 0 0,1 1-1 0 0,0 0 1 0 0,0 0-1 0 0,15-9 1 0 0,-21 16 68 0 0,-1-1-1 0 0,1 0 1 0 0,0 0 0 0 0,0 1 0 0 0,-1-1 0 0 0,1 0-1 0 0,0 1 1 0 0,0 0 0 0 0,0-1 0 0 0,-1 1 0 0 0,1 0-1 0 0,0 0 1 0 0,0 0 0 0 0,0 0 0 0 0,0 1 0 0 0,0-1-1 0 0,-1 0 1 0 0,1 1 0 0 0,0-1 0 0 0,0 1 0 0 0,-1 0-1 0 0,1 0 1 0 0,0-1 0 0 0,-1 1 0 0 0,1 0 0 0 0,0 0-1 0 0,-1 1 1 0 0,0-1 0 0 0,1 0 0 0 0,-1 0 0 0 0,0 1-1 0 0,3 2 1 0 0,1 4 185 0 0,0 1 0 0 0,0 0 0 0 0,-1 1-1 0 0,0-1 1 0 0,4 12 0 0 0,-6-13-765 0 0,1 0 0 0 0,0-1 0 0 0,0 1 1 0 0,8 11-1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2:00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69 14283 0 0,'23'-13'4664'0'0,"0"-1"-3841"0"0,52-15-789 0 0,-41 19-5868 0 0,-17 7-182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2:01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 11058 0 0,'40'-3'2936'0'0,"19"-5"-2799"0"0,104-8-2579 0 0,-136 15 1587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2:01.4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27 145 8290 0 0,'-3'-1'154'0'0,"1"-1"0"0"0,0 1 0 0 0,1-1 0 0 0,-1 0 0 0 0,0 0 0 0 0,0 0 0 0 0,1 0 1 0 0,-1 0-1 0 0,1 0 0 0 0,0 0 0 0 0,-1-1 0 0 0,1 1 0 0 0,0 0 0 0 0,1-1 0 0 0,-1 1 0 0 0,0-1 1 0 0,1 1-1 0 0,-1-1 0 0 0,1 1 0 0 0,0-1 0 0 0,-1 1 0 0 0,1-1 0 0 0,1 0 0 0 0,-1 1 0 0 0,0-1 0 0 0,1 1 1 0 0,-1-1-1 0 0,2-2 0 0 0,-1 1 49 0 0,0 0 0 0 0,0 0 0 0 0,0 0 1 0 0,1 1-1 0 0,0-1 0 0 0,0 0 0 0 0,0 1 0 0 0,0-1 1 0 0,0 1-1 0 0,1-1 0 0 0,0 1 0 0 0,0 0 1 0 0,-1 0-1 0 0,2 1 0 0 0,-1-1 0 0 0,0 0 0 0 0,0 1 1 0 0,1 0-1 0 0,0 0 0 0 0,-1 0 0 0 0,1 0 1 0 0,5-1-1 0 0,-4 1-8 0 0,1 1 1 0 0,-1 0-1 0 0,0 0 1 0 0,1 1-1 0 0,-1-1 1 0 0,1 1-1 0 0,-1 1 1 0 0,1-1-1 0 0,-1 1 1 0 0,1 0-1 0 0,-1 0 1 0 0,0 0-1 0 0,1 1 1 0 0,-1-1-1 0 0,0 2 1 0 0,9 4-1 0 0,-9-4-138 0 0,0 1-1 0 0,0 0 0 0 0,0 0 0 0 0,-1 0 0 0 0,0 1 1 0 0,0 0-1 0 0,0-1 0 0 0,-1 1 0 0 0,1 1 0 0 0,-1-1 0 0 0,0 0 1 0 0,-1 1-1 0 0,1 0 0 0 0,-1-1 0 0 0,0 1 0 0 0,-1 0 0 0 0,0 0 1 0 0,1 0-1 0 0,-2 0 0 0 0,1 0 0 0 0,-1 10 0 0 0,0 11-93 0 0,-1 0-1 0 0,-2 1 1 0 0,-7 36-1 0 0,0-22-55 0 0,-2-1 1 0 0,-2-1-1 0 0,-21 42 0 0 0,-10 31 113 0 0,44-111-5 0 0,0 0 1 0 0,0 1-1 0 0,1-1 0 0 0,-1 0 0 0 0,0 0 1 0 0,1 0-1 0 0,0 0 0 0 0,-1 1 0 0 0,1-1 0 0 0,0 0 1 0 0,0 0-1 0 0,0 1 0 0 0,0-1 0 0 0,1 0 0 0 0,-1 0 1 0 0,1 1-1 0 0,-1-1 0 0 0,1 0 0 0 0,0 0 0 0 0,0 0 1 0 0,0 0-1 0 0,0 0 0 0 0,0 0 0 0 0,0 0 1 0 0,2 2-1 0 0,1-1-358 0 0,0 0 1 0 0,0 0 0 0 0,1-1-1 0 0,-1 0 1 0 0,0 0 0 0 0,1 0-1 0 0,-1 0 1 0 0,1-1 0 0 0,0 1 0 0 0,7 0-1 0 0,4 1-6280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2:01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4 15667 0 0,'-10'9'1393'0'0,"-3"0"3488"0"0,15-17-7674 0 0,2 3 1065 0 0,1-4-25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2:02.2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10594 0 0,'51'19'1831'0'0,"41"-3"-1548"0"0,1-3-1 0 0,129 0 1 0 0,-52-4-49 0 0,46 7 39 0 0,1230 69 691 0 0,56 1-2471 0 0,-1147-61 1601 0 0,-67-11-1073 0 0,140-29-4586 0 0,-311 2 4864 0 0,135-30 0 0 0,-204 30 1021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2:02.8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5100 1 1376 0 0,'-3'0'702'0'0,"0"1"0"0"0,0 0 0 0 0,0 0-1 0 0,0 0 1 0 0,1 0 0 0 0,-1 1 0 0 0,0-1 0 0 0,1 1-1 0 0,-1-1 1 0 0,1 1 0 0 0,-1 0 0 0 0,1 0 0 0 0,0 0-1 0 0,-3 4 1 0 0,1 0-23 0 0,0-1 0 0 0,0 1 1 0 0,1 0-1 0 0,0 0 0 0 0,0 0 0 0 0,-2 9 0 0 0,0 3 29 0 0,0 0-1 0 0,2 0 0 0 0,0 1 0 0 0,0 19 1 0 0,16 431 1980 0 0,-3-303-2460 0 0,54 316 124 0 0,-44-364-321 0 0,7-2-111 0 0,-19-88 34 0 0,0 1 1 0 0,-2 1 0 0 0,-2-1-1 0 0,0 1 1 0 0,-2 58 0 0 0,-2-85 39 0 0,0-1 1 0 0,-1 0-1 0 0,1 1 1 0 0,-1-1-1 0 0,1 0 0 0 0,-1 0 1 0 0,0 1-1 0 0,0-1 1 0 0,0 0-1 0 0,0 0 1 0 0,0 0-1 0 0,-1 0 0 0 0,1 0 1 0 0,-1-1-1 0 0,1 1 1 0 0,-1 0-1 0 0,0-1 0 0 0,1 1 1 0 0,-1-1-1 0 0,0 1 1 0 0,0-1-1 0 0,0 0 0 0 0,0 0 1 0 0,0 0-1 0 0,-1 0 1 0 0,1 0-1 0 0,-3 1 1 0 0,-6 0 30 0 0,-1 0 0 0 0,1-1 0 0 0,0 0 0 0 0,-20-1 1 0 0,-3 1 52 0 0,-678 42-1071 0 0,-354 32-575 0 0,-513 62 3364 0 0,1161-106-1743 0 0,370-27-44 0 0,-480 30-113 0 0,354-31-68 0 0,-181-19-1 0 0,280 6 41 0 0,2-2-272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2:03.2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10138 0 0,'0'0'778'0'0,"0"18"757"0"0,10 491 3182 0 0,4-245-4357 0 0,-10-85-660 0 0,10 223 205 0 0,16-137-5282 0 0,-15-182 310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2:03.9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10594 0 0,'1'1'82'0'0,"0"1"0"0"0,1-1 0 0 0,-1 0 0 0 0,1 0 0 0 0,-1 1-1 0 0,1-1 1 0 0,0 0 0 0 0,-1-1 0 0 0,1 1 0 0 0,0 0 0 0 0,0 0 0 0 0,-1-1-1 0 0,1 1 1 0 0,0-1 0 0 0,0 1 0 0 0,3-1 0 0 0,0 1 55 0 0,73 17 379 0 0,1-4 1 0 0,148 6 0 0 0,-102-11-211 0 0,341 21 216 0 0,268 29 948 0 0,-599-41-1109 0 0,254 27 549 0 0,-131-34-353 0 0,-205-13-363 0 0,-1-2-1 0 0,97-20 1 0 0,-110 13-267 0 0,-1-2 0 0 0,71-37 0 0 0,-81 35-1081 0 0,1 2 1 0 0,0 0-1 0 0,1 2 1 0 0,0 2-1 0 0,53-11 1 0 0,-68 19-3037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2:04.4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2728 7 1840 0 0,'-11'-3'-487'0'0,"9"2"1186"0"0,-1 1 1 0 0,1-1-1 0 0,0 1 1 0 0,0-1-1 0 0,-1 1 0 0 0,1 0 1 0 0,0 0-1 0 0,-1 0 1 0 0,-2 1-1 0 0,4-1-560 0 0,0 0 0 0 0,1 1 0 0 0,-1 0 0 0 0,0-1 0 0 0,0 1 0 0 0,1-1 0 0 0,-1 1 0 0 0,1 0 0 0 0,-1-1 0 0 0,0 1 0 0 0,1 0 0 0 0,0 0 0 0 0,-1 0 0 0 0,1-1 0 0 0,-1 1 0 0 0,1 0 0 0 0,0 0 0 0 0,0 0 0 0 0,-1 0 0 0 0,1 0 0 0 0,0 0 0 0 0,0-1-1 0 0,0 1 1 0 0,0 0 0 0 0,0 0 0 0 0,0 0 0 0 0,0 0 0 0 0,0 1 0 0 0,49 1189 6975 0 0,-38-1073-6801 0 0,31 139-1 0 0,-39-246-355 0 0,-1 0 0 0 0,0 0-1 0 0,-1 0 1 0 0,-1 0 0 0 0,1 0-1 0 0,-3 17 1 0 0,1-24 30 0 0,0 0 0 0 0,0-1 0 0 0,0 1 0 0 0,-1 0 0 0 0,1-1 1 0 0,-1 1-1 0 0,0-1 0 0 0,0 1 0 0 0,0-1 0 0 0,0 0 0 0 0,-1 0 0 0 0,1 0 0 0 0,-1 0 1 0 0,0-1-1 0 0,0 1 0 0 0,0-1 0 0 0,0 1 0 0 0,0-1 0 0 0,-1 0 0 0 0,1 0 0 0 0,-6 2 1 0 0,-123 63 138 0 0,-27 11 149 0 0,133-67-244 0 0,0-2 0 0 0,-1-1-1 0 0,0-1 1 0 0,-40 6-1 0 0,-242 3-38 0 0,220-14-6 0 0,-446-9-450 0 0,-74 3 1406 0 0,271 10-2178 0 0,169-17-1466 0 0,3-14-3319 0 0,112 14 1433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2:04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33 11522 0 0,'-10'-9'630'0'0,"7"6"-215"0"0,0 0-1 0 0,-1 0 0 0 0,1 0 1 0 0,-1 0-1 0 0,0 0 0 0 0,-7-3 1 0 0,11 8-340 0 0,-1-1 1 0 0,0 0 0 0 0,1 0 0 0 0,-1 0 0 0 0,1 0-1 0 0,0 1 1 0 0,-1-1 0 0 0,1 0 0 0 0,0 0 0 0 0,0 1-1 0 0,0-1 1 0 0,0 0 0 0 0,0 0 0 0 0,0 1-1 0 0,0-1 1 0 0,0 0 0 0 0,0 0 0 0 0,1 3 0 0 0,-1-1 51 0 0,3 557-186 0 0,-4-133-1657 0 0,25 2-1493 0 0,-15-354 2023 0 0,0-2-2655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2:05.5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0 244 10138 0 0,'3'-3'178'0'0,"0"1"1"0"0,0 0-1 0 0,0 0 0 0 0,0 0 1 0 0,0 0-1 0 0,0 1 0 0 0,1 0 1 0 0,-1-1-1 0 0,6 0 0 0 0,-6 1-91 0 0,76-26 21 0 0,0 3-1 0 0,2 4 1 0 0,1 3 0 0 0,165-11 0 0 0,907-60 3435 0 0,-832 69-2322 0 0,333 23 0 0 0,-565 1-1242 0 0,478 30-545 0 0,-513-27-573 0 0,0 2-1 0 0,-1 2 1 0 0,-1 3 0 0 0,0 2-1 0 0,-1 2 1 0 0,0 3-1 0 0,65 38 1 0 0,-86-42-2666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2:06.1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3655 24 2304 0 0,'-55'-12'2105'0'0,"1"1"3584"0"0,53 11-5598 0 0,0 0-1 0 0,1 1 0 0 0,-1-1 1 0 0,1 0-1 0 0,-1 0 0 0 0,1 1 1 0 0,-1-1-1 0 0,1 1 0 0 0,-1-1 1 0 0,1 0-1 0 0,0 1 0 0 0,-1-1 1 0 0,1 1-1 0 0,-1-1 0 0 0,1 1 1 0 0,0-1-1 0 0,-1 1 0 0 0,1-1 1 0 0,0 1-1 0 0,0-1 0 0 0,-1 1 1 0 0,1 0-1 0 0,0-1 0 0 0,0 1 1 0 0,0-1-1 0 0,0 1 0 0 0,0 0 1 0 0,0-1-1 0 0,0 1 1 0 0,0 0-1 0 0,0-1 0 0 0,0 2 1 0 0,0 29-105 0 0,0-22 262 0 0,-20 377 859 0 0,0 14 23 0 0,36-37-788 0 0,1-61 492 0 0,-17-244-557 0 0,-2 0 1 0 0,-4 0-1 0 0,-13 65 0 0 0,14-102-347 0 0,-15 41 0 0 0,18-56 58 0 0,0 0 0 0 0,-1-1 1 0 0,0 1-1 0 0,0-1 0 0 0,-1 0 1 0 0,1 0-1 0 0,-1 0 0 0 0,0 0 1 0 0,0 0-1 0 0,-1-1 0 0 0,-7 6 1 0 0,11-9-27 0 0,0-1 1 0 0,1 0 0 0 0,-1 1 0 0 0,0-1 0 0 0,0 0-1 0 0,0 0 1 0 0,0 0 0 0 0,0 0 0 0 0,0 1-1 0 0,1-1 1 0 0,-1 0 0 0 0,0-1 0 0 0,0 1-1 0 0,0 0 1 0 0,0 0 0 0 0,0 0 0 0 0,0 0-1 0 0,1-1 1 0 0,-1 1 0 0 0,0 0 0 0 0,0-1-1 0 0,0 1 1 0 0,1-1 0 0 0,-1 1 0 0 0,0-1-1 0 0,1 1 1 0 0,-1-1 0 0 0,0 1 0 0 0,1-1-1 0 0,-1 0 1 0 0,0 1 0 0 0,1-1 0 0 0,-1 0-1 0 0,1 0 1 0 0,0 1 0 0 0,-1-1 0 0 0,0-1-1 0 0,1 1-41 0 0,-1-1 0 0 0,0 1 0 0 0,0 0 0 0 0,0-1 0 0 0,0 1-1 0 0,-1 0 1 0 0,1 0 0 0 0,0 0 0 0 0,0 0 0 0 0,-1 0 0 0 0,1 0-1 0 0,-1 1 1 0 0,1-1 0 0 0,-1 0 0 0 0,1 1 0 0 0,-1-1 0 0 0,1 1 0 0 0,-4-1-1 0 0,-20 1-2398 0 0,13 1 2262 0 0,-1-1 1 0 0,1 0-1 0 0,0-1 1 0 0,0-1 0 0 0,0 0-1 0 0,0 0 1 0 0,-20-7-1 0 0,20 4 497 0 0,-114-39 2351 0 0,105 38-2360 0 0,0 2-1 0 0,0 0 1 0 0,-1 1 0 0 0,-28 0 0 0 0,-74 10-751 0 0,0 5-1 0 0,-140 32 1 0 0,134-20-1395 0 0,-230 14 1 0 0,-318-58 4669 0 0,444 6-449 0 0,-243 16 1 0 0,116 8-2381 0 0,208-21-5174 0 0,101 4 140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2:06.5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3 16588 0 0,'0'0'9'0'0,"0"0"1"0"0,-1-1 0 0 0,1 1 0 0 0,0 0 0 0 0,0 0 0 0 0,0 0 0 0 0,0 0 0 0 0,0 0 0 0 0,0 0 0 0 0,0 0 0 0 0,0 0 0 0 0,0-1 0 0 0,0 1 0 0 0,0 0 0 0 0,0 0 0 0 0,0 0 0 0 0,0 0 0 0 0,0 0-1 0 0,-1 0 1 0 0,1 0 0 0 0,0 0 0 0 0,0 0 0 0 0,0 0 0 0 0,0 0 0 0 0,0 0 0 0 0,0 0 0 0 0,0 0 0 0 0,0 0 0 0 0,-1 0 0 0 0,1 0 0 0 0,0 0 0 0 0,0 0 0 0 0,0 0 0 0 0,0 0 0 0 0,0 0-1 0 0,0 0 1 0 0,0 0 0 0 0,-1 0 0 0 0,1 0 0 0 0,0 0 0 0 0,0 0 0 0 0,0 0 0 0 0,0 0 0 0 0,0 0 0 0 0,0 0 0 0 0,0 0 0 0 0,0 0 0 0 0,-1 0 0 0 0,1 0 0 0 0,0 0 0 0 0,0 0 0 0 0,0 0 0 0 0,0 1-1 0 0,0-1 1 0 0,0 0 0 0 0,0 0 0 0 0,0 0 0 0 0,0 0 0 0 0,0 0 0 0 0,0 0 0 0 0,0 0 0 0 0,0 0 0 0 0,0 1 0 0 0,-2 13-142 0 0,2 32-830 0 0,1-22 1078 0 0,-2 25-304 0 0,1 307-1583 0 0,4-272 1226 0 0,4-1-1 0 0,23 102 1 0 0,-17-131 433 0 0,2 0 0 0 0,42 94 0 0 0,-34-96 112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3:02.7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12 4681 0 0,'-24'-4'1153'0'0,"0"5"3603"0"0,48 1-45 0 0,13 0-3867 0 0,47-7 310 0 0,-14 0-566 0 0,-1 3 1 0 0,132 13-1 0 0,-14 18-2474 0 0,-153-26 551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3:03.1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41 4145 0 0,'-17'-12'480'0'0,"-13"-8"2349"0"0,28 19-2173 0 0,-1-1 0 0 0,1 1 1 0 0,-1 0-1 0 0,0 0 1 0 0,1 0-1 0 0,-1 0 0 0 0,0 1 1 0 0,-9 7 4417 0 0,16 17-4424 0 0,-3-20-216 0 0,14 107 681 0 0,-6 0 0 0 0,-7 202-1 0 0,-3-305-1361 0 0,2 96 828 0 0,6-53-1822 0 0,9-3-4450 0 0,-6-27-1020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3:03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52 6449 0 0,'5'0'1438'0'0,"1"-1"-1"0"0,-1 1 0 0 0,1-1 0 0 0,-1-1 0 0 0,8-1 0 0 0,29-15 1985 0 0,-34 14-3733 0 0,1 0 0 0 0,0 0 0 0 0,-1 1 0 0 0,2 0 0 0 0,-1 1 0 0 0,0-1 0 0 0,1 2 0 0 0,-1-1 1 0 0,16 1-1 0 0,-12 3-759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3:03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1 117 11058 0 0,'48'-12'4823'0'0,"61"-35"-3170"0"0,-71 29-4107 0 0,47-15-1 0 0,-66 27 824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3:04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62 7834 0 0,'-3'-9'506'0'0,"-3"-24"330"0"0,6 32-610 0 0,0 0 1 0 0,0-1-1 0 0,0 1 1 0 0,1 0-1 0 0,-1 0 1 0 0,0 0-1 0 0,1 0 1 0 0,-1 0-1 0 0,1-1 1 0 0,-1 1 0 0 0,1 0-1 0 0,-1 0 1 0 0,1 0-1 0 0,0 0 1 0 0,0-1-1 0 0,0 2-155 0 0,-1 0 1 0 0,1 0-1 0 0,-1 0 0 0 0,0-1 1 0 0,1 1-1 0 0,-1 0 1 0 0,0 0-1 0 0,1 0 0 0 0,-1 0 1 0 0,1 0-1 0 0,-1 0 0 0 0,0 0 1 0 0,1 0-1 0 0,-1 0 0 0 0,1 0 1 0 0,-1 1-1 0 0,0-1 0 0 0,1 0 1 0 0,-1 0-1 0 0,0 0 1 0 0,1 0-1 0 0,-1 0 0 0 0,0 1 1 0 0,1-1-1 0 0,-1 0 0 0 0,0 0 1 0 0,1 1-1 0 0,-1-1 0 0 0,0 0 1 0 0,1 0-1 0 0,-1 1 0 0 0,0-1 1 0 0,0 0-1 0 0,0 1 0 0 0,1-1 1 0 0,-1 0-1 0 0,0 1 1 0 0,0-1-1 0 0,0 1 0 0 0,0-1 1 0 0,0 0-1 0 0,1 1 0 0 0,7 19 716 0 0,-8-19-705 0 0,19 58 980 0 0,-2 0 1 0 0,14 102 0 0 0,-2 128-1259 0 0,-21-202-401 0 0,-5-45-531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3:04.8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4 172 10594 0 0,'-1'-1'66'0'0,"1"0"-1"0"0,-1 0 1 0 0,1-1-1 0 0,-1 1 0 0 0,1 0 1 0 0,0 0-1 0 0,0-1 1 0 0,-1 1-1 0 0,1 0 1 0 0,0-1-1 0 0,0 1 0 0 0,0 0 1 0 0,0-1-1 0 0,0 1 1 0 0,1 0-1 0 0,-1 0 1 0 0,0-1-1 0 0,1 1 0 0 0,-1 0 1 0 0,0 0-1 0 0,1-1 1 0 0,0 1-1 0 0,-1 0 1 0 0,1 0-1 0 0,0 0 0 0 0,-1 0 1 0 0,1 0-1 0 0,0 0 1 0 0,0 0-1 0 0,0 0 1 0 0,0 0-1 0 0,0 0 0 0 0,0 0 1 0 0,2-1-1 0 0,48-33 2309 0 0,-39 28-1563 0 0,14-10 60 0 0,1 2 0 0 0,34-14 0 0 0,-46 23-1333 0 0,0 0-1 0 0,1 2 1 0 0,20-4 0 0 0,-11 6-5617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3:05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1 119 10594 0 0,'59'-32'3434'0'0,"-20"5"-2157"0"0,-30 19-1796 0 0,1 1 0 0 0,-1 0 1 0 0,1 1-1 0 0,0 1 0 0 0,1-1 0 0 0,-1 1 0 0 0,1 1 0 0 0,22-6 1 0 0,-15 8 396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3:05.6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35 6449 0 0,'12'-35'13007'0'0,"-9"43"-11177"0"0,4 34-1723 0 0,-2 0 1 0 0,0 48 0 0 0,-3-45 74 0 0,1 0 1 0 0,13 59-1 0 0,-13-91-160 0 0,0 0 0 0 0,1-1 1 0 0,1 0-1 0 0,0 0 0 0 0,1 0 0 0 0,0 0 1 0 0,0-1-1 0 0,1 0 0 0 0,1 0 0 0 0,0-1 0 0 0,0 0 1 0 0,15 13-1 0 0,-17-18-406 0 0,0 0 0 0 0,0 0 0 0 0,1-1-1 0 0,-1 0 1 0 0,1-1 0 0 0,0 1 0 0 0,0-1 0 0 0,0 0 0 0 0,0-1 0 0 0,1 0 0 0 0,-1 0 0 0 0,1-1 0 0 0,-1 1 0 0 0,1-2 0 0 0,0 1-1 0 0,-1-1 1 0 0,1 0 0 0 0,0-1 0 0 0,-1 0 0 0 0,1 0 0 0 0,8-3 0 0 0,-2 1-5665 0 0</inkml:trace>
  <inkml:trace contextRef="#ctx0" brushRef="#br0" timeOffset="1">100 506 4609 0 0,'-1'0'168'0'0,"0"0"1"0"0,-1 1 0 0 0,1-1-1 0 0,0 0 1 0 0,-1 0-1 0 0,1 0 1 0 0,0 0-1 0 0,-1 0 1 0 0,1 0-1 0 0,0 0 1 0 0,-1-1-1 0 0,1 1 1 0 0,0-1-1 0 0,0 1 1 0 0,-1 0-1 0 0,1-1 1 0 0,0 0-1 0 0,0 1 1 0 0,0-1-1 0 0,0 0 1 0 0,-1 0-1 0 0,1 1 1 0 0,0-1-1 0 0,0 0 1 0 0,-1-2-1 0 0,2 2-19 0 0,0 0-1 0 0,-1 0 1 0 0,1-1 0 0 0,0 1-1 0 0,0 0 1 0 0,0-1 0 0 0,-1 1-1 0 0,2 0 1 0 0,-1-1-1 0 0,0 1 1 0 0,0 0 0 0 0,0 0-1 0 0,0-1 1 0 0,1 1-1 0 0,-1 0 1 0 0,1 0 0 0 0,-1-1-1 0 0,1 1 1 0 0,-1 0-1 0 0,1 0 1 0 0,0 0 0 0 0,0 0-1 0 0,-1 0 1 0 0,1 0 0 0 0,0 0-1 0 0,2-1 1 0 0,14-14-282 0 0,0 1-1 0 0,2 1 1 0 0,0 0 0 0 0,0 2 0 0 0,1 0 0 0 0,28-12 0 0 0,-25 14 113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3:05.9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6 168 5985 0 0,'-1'-2'307'0'0,"0"0"-1"0"0,0 0 0 0 0,1-1 0 0 0,-1 1 1 0 0,0 0-1 0 0,1-1 0 0 0,0 1 1 0 0,-1-1-1 0 0,1 1 0 0 0,0 0 1 0 0,0-1-1 0 0,0 1 0 0 0,1-1 0 0 0,-1 1 1 0 0,0 0-1 0 0,1-1 0 0 0,0 1 1 0 0,-1 0-1 0 0,1-1 0 0 0,0 1 0 0 0,0 0 1 0 0,0 0-1 0 0,1 0 0 0 0,-1 0 1 0 0,0 0-1 0 0,1 0 0 0 0,0 0 1 0 0,-1 0-1 0 0,3-1 0 0 0,-3 2-219 0 0,1 0 0 0 0,-1 0-1 0 0,1 0 1 0 0,0 0 0 0 0,-1 0-1 0 0,1 0 1 0 0,0 1 0 0 0,-1-1 0 0 0,1 1-1 0 0,0-1 1 0 0,0 1 0 0 0,-1 0-1 0 0,1 0 1 0 0,0 0 0 0 0,0 0 0 0 0,0 0-1 0 0,-1 0 1 0 0,1 0 0 0 0,0 0-1 0 0,0 1 1 0 0,0-1 0 0 0,-1 1 0 0 0,1-1-1 0 0,0 1 1 0 0,-1 0 0 0 0,1 0-1 0 0,-1-1 1 0 0,1 1 0 0 0,-1 0 0 0 0,1 1-1 0 0,-1-1 1 0 0,1 0 0 0 0,-1 0-1 0 0,0 0 1 0 0,0 1 0 0 0,0-1 0 0 0,1 1-1 0 0,0 2 1 0 0,88 136 1207 0 0,-93-143-722 0 0,0-2-325 0 0,0 1 0 0 0,0-1 0 0 0,0 1 0 0 0,1-1-1 0 0,0 0 1 0 0,-4-9 0 0 0,5 1-350 0 0,-1-1 0 0 0,2 0 0 0 0,-1 1 0 0 0,2-1 0 0 0,0 0 0 0 0,1 0 0 0 0,0 1 0 0 0,1-1 0 0 0,0 1 0 0 0,1 0 0 0 0,9-19 0 0 0,-2 6-7392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3:06.4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295 184 5529 0 0,'-3'0'30'0'0,"-175"27"2619"0"0,152-21-1095 0 0,1 1 0 0 0,-38 16 1 0 0,127-29 129 0 0,-6-5-1598 0 0,546-97 1160 0 0,6 29 1015 0 0,-552 74-2019 0 0,676-33 636 0 0,-705 39-1691 0 0,0 0-1 0 0,37 8 1 0 0,-37-1-5301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3:06.8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 5985 0 0,'-2'10'5504'0'0,"3"12"-2677"0"0,8 95 2257 0 0,6-1-3462 0 0,8 94-857 0 0,-14-26-398 0 0,3 47-335 0 0,2-78-6207 0 0,-10-118-706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3:07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0 143 11522 0 0,'0'0'529'0'0,"23"-12"1034"0"0,33-25 95 0 0,38-21 99 0 0,-82 52-2040 0 0,-1 0 1 0 0,0 1 0 0 0,1 1-1 0 0,0 0 1 0 0,0 1 0 0 0,18-3 0 0 0,-28 5-54 0 0,1 1 0 0 0,0 0 1 0 0,0 0-1 0 0,0 0 0 0 0,0 0 1 0 0,0 0-1 0 0,0 1 1 0 0,0 0-1 0 0,0-1 0 0 0,0 1 1 0 0,0 0-1 0 0,-1 0 0 0 0,1 1 1 0 0,0-1-1 0 0,-1 0 1 0 0,1 1-1 0 0,2 2 0 0 0,6 9-409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3:07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1 195 8754 0 0,'23'-8'4658'0'0,"19"-20"-2756"0"0,-26 16-1093 0 0,96-65 250 0 0,-40 23-6376 0 0,-52 39 3198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3:08.2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11058 0 0,'3'96'5207'0'0,"3"0"-7182"0"0,-4-82-3209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3:08.6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7 10594 0 0,'-8'-3'944'0'0,"5"2"-751"0"0,-4-2 1743 0 0,9 3-1776 0 0,-1 0-72 0 0,3 2 56 0 0,14 8-3137 0 0,-12-5 1297 0 0,0-1-16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3:09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40 8754 0 0,'1'-1'77'0'0,"-1"1"1"0"0,1-1-1 0 0,-1 1 1 0 0,1-1-1 0 0,0 1 1 0 0,-1 0-1 0 0,1-1 1 0 0,0 1-1 0 0,-1-1 1 0 0,1 1-1 0 0,0 0 1 0 0,-1 0-1 0 0,1-1 0 0 0,0 1 1 0 0,0 0-1 0 0,0 0 1 0 0,-1 0-1 0 0,1 0 1 0 0,0 0-1 0 0,0 0 1 0 0,-1 0-1 0 0,1 0 1 0 0,0 0-1 0 0,0 1 1 0 0,0-1-1 0 0,-1 0 1 0 0,1 0-1 0 0,0 1 1 0 0,-1-1-1 0 0,1 0 0 0 0,1 1 1 0 0,1 1 200 0 0,0 1 0 0 0,-1-1 1 0 0,1 1-1 0 0,-1-1 0 0 0,1 1 0 0 0,-1 0 1 0 0,4 5-1 0 0,1 4 727 0 0,0 0 0 0 0,10 27 0 0 0,-1 15-32 0 0,-12-38-794 0 0,1 0 0 0 0,0 0 0 0 0,1 0 1 0 0,12 21-1 0 0,-18-36-189 0 0,0-1 1 0 0,1 1 0 0 0,-1-1 0 0 0,0 1-1 0 0,1-1 1 0 0,-1 1 0 0 0,0-1 0 0 0,1 1-1 0 0,-1-1 1 0 0,0 0 0 0 0,1 1 0 0 0,-1-1-1 0 0,1 0 1 0 0,-1 1 0 0 0,1-1 0 0 0,-1 0-1 0 0,1 1 1 0 0,-1-1 0 0 0,1 0 0 0 0,-1 0-1 0 0,1 0 1 0 0,-1 1 0 0 0,1-1 0 0 0,-1 0-1 0 0,1 0 1 0 0,-1 0 0 0 0,1 0 0 0 0,0 0 0 0 0,-1 0-1 0 0,1 0 1 0 0,13-14-370 0 0,5-32-341 0 0,-16 37 593 0 0,10-27-17 0 0,-4 9-51 0 0,1 1 0 0 0,16-28 0 0 0,-23 48 192 0 0,0 0-1 0 0,1 1 1 0 0,0-1-1 0 0,0 1 1 0 0,0 0 0 0 0,1 0-1 0 0,-1 0 1 0 0,1 1-1 0 0,1-1 1 0 0,-1 1 0 0 0,0 0-1 0 0,1 1 1 0 0,0-1-1 0 0,8-2 1 0 0,-12 5 51 0 0,0 0 0 0 0,0 0 1 0 0,0 1-1 0 0,1 0 0 0 0,-1-1 0 0 0,0 1 0 0 0,0 0 0 0 0,1 0 1 0 0,-1 0-1 0 0,0 0 0 0 0,0 0 0 0 0,1 1 0 0 0,-1-1 0 0 0,0 1 0 0 0,0-1 1 0 0,0 1-1 0 0,1 0 0 0 0,-1 0 0 0 0,0 0 0 0 0,0 0 0 0 0,0 0 1 0 0,0 0-1 0 0,-1 1 0 0 0,1-1 0 0 0,0 1 0 0 0,0-1 0 0 0,-1 1 0 0 0,1 0 1 0 0,-1-1-1 0 0,0 1 0 0 0,1 0 0 0 0,-1 0 0 0 0,1 3 0 0 0,4 7-89 0 0,0 1-1 0 0,-1-1 0 0 0,-1 1 0 0 0,5 20 0 0 0,-4-13-1391 0 0,0-2-4402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3:09.4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19 5529 0 0,'-1'-2'204'0'0,"-1"1"-1"0"0,0-1 1 0 0,0 0-1 0 0,0 1 1 0 0,1 0-1 0 0,-1-1 1 0 0,0 1-1 0 0,-1 0 1 0 0,1 0-1 0 0,0 0 0 0 0,0 1 1 0 0,0-1-1 0 0,-1 0 1 0 0,1 1-1 0 0,0-1 1 0 0,-1 1-1 0 0,1 0 1 0 0,0 0-1 0 0,-1 0 1 0 0,1 0-1 0 0,0 0 1 0 0,-1 0-1 0 0,1 1 1 0 0,0-1-1 0 0,0 1 1 0 0,-1 0-1 0 0,1 0 1 0 0,0-1-1 0 0,0 1 1 0 0,0 1-1 0 0,0-1 1 0 0,0 0-1 0 0,0 0 1 0 0,0 1-1 0 0,0-1 0 0 0,0 1 1 0 0,-2 3-1 0 0,-3 2 323 0 0,1 0 0 0 0,0 1 0 0 0,0 0 0 0 0,0 0-1 0 0,1 0 1 0 0,0 1 0 0 0,-6 16 0 0 0,8-17-418 0 0,1-1 1 0 0,-1 1 0 0 0,1 0-1 0 0,1 0 1 0 0,0 0-1 0 0,0 0 1 0 0,0 1 0 0 0,1-1-1 0 0,0 0 1 0 0,1 0-1 0 0,0 0 1 0 0,2 8 0 0 0,-2-11-101 0 0,1-1 0 0 0,-1 1 0 0 0,1-1 1 0 0,0 0-1 0 0,1 1 0 0 0,-1-1 0 0 0,1-1 1 0 0,0 1-1 0 0,-1 0 0 0 0,2-1 0 0 0,-1 1 1 0 0,0-1-1 0 0,1 0 0 0 0,0 0 0 0 0,-1 0 1 0 0,1 0-1 0 0,0-1 0 0 0,0 0 0 0 0,1 0 1 0 0,-1 0-1 0 0,0 0 0 0 0,6 1 0 0 0,-3-1 10 0 0,1 0-1 0 0,0-1 0 0 0,-1 0 1 0 0,1-1-1 0 0,0 1 0 0 0,-1-1 1 0 0,1-1-1 0 0,0 1 0 0 0,0-2 1 0 0,-1 1-1 0 0,1-1 0 0 0,11-4 1 0 0,7-4-357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3:13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63 7370 0 0,'62'-21'2621'0'0,"-26"10"-2010"0"0,-21 5-383 0 0,3 0-205 0 0,1 0 1 0 0,22-4-1 0 0,-36 9-428 0 0,0 0-1 0 0,0 0 1 0 0,0 1-1 0 0,0 0 1 0 0,0 0 0 0 0,0 1-1 0 0,0-1 1 0 0,-1 1-1 0 0,1 0 1 0 0,0 0-1 0 0,0 1 1 0 0,0-1-1 0 0,7 5 1 0 0,1 1-1322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3:14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85 8290 0 0,'22'-13'584'0'0,"1"1"1"0"0,0 0-1 0 0,0 2 1 0 0,1 1 0 0 0,35-9-1 0 0,-59 18-584 0 0,11-3-1115 0 0,0 1-1 0 0,0 0 1 0 0,14 0-1 0 0,-16 2-893 0 0,0-1 204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3:14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12643 0 0,'22'28'4431'0'0,"-11"2"-5117"0"0,-9-25 73 0 0,0 1-1124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3:14.9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35 6913 0 0,'0'-2'204'0'0,"0"1"0"0"0,0-1-1 0 0,0 1 1 0 0,1-1 0 0 0,-1 1 0 0 0,0-1-1 0 0,1 1 1 0 0,-1 0 0 0 0,1-1-1 0 0,-1 1 1 0 0,1-1 0 0 0,0 1-1 0 0,0 0 1 0 0,0 0 0 0 0,-1-1-1 0 0,1 1 1 0 0,2-2 0 0 0,-2 2-92 0 0,-1 1 1 0 0,1-1-1 0 0,-1 1 1 0 0,0-1-1 0 0,1 1 1 0 0,-1-1-1 0 0,1 1 1 0 0,-1 0-1 0 0,1-1 1 0 0,0 1-1 0 0,-1-1 1 0 0,1 1-1 0 0,-1 0 1 0 0,1 0 0 0 0,0-1-1 0 0,-1 1 1 0 0,1 0-1 0 0,-1 0 1 0 0,1 0-1 0 0,0 0 1 0 0,-1-1-1 0 0,1 1 1 0 0,0 0-1 0 0,-1 0 1 0 0,1 0-1 0 0,0 1 1 0 0,-1-1-1 0 0,1 0 1 0 0,0 0-1 0 0,-1 0 1 0 0,1 0-1 0 0,0 1 1 0 0,-1-1 0 0 0,1 0-1 0 0,-1 0 1 0 0,1 1-1 0 0,0-1 1 0 0,-1 1-1 0 0,1-1 1 0 0,-1 0-1 0 0,1 1 1 0 0,-1-1-1 0 0,1 1 1 0 0,-1 0-1 0 0,6 10 357 0 0,-1 1-1 0 0,0 0 0 0 0,-1 0 0 0 0,0 0 1 0 0,-1 1-1 0 0,-1-1 0 0 0,0 1 0 0 0,1 18 1 0 0,2 9 45 0 0,0-11-458 0 0,36 245 951 0 0,-21-90-4402 0 0,-16-137-3195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3:15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17 4145 0 0,'-1'-3'-163'0'0,"-2"-8"1376"0"0,3 10-1166 0 0,0 1 1 0 0,0 0-1 0 0,-1 0 0 0 0,1 0 0 0 0,0 0 1 0 0,0-1-1 0 0,0 1 0 0 0,0 0 1 0 0,-1 0-1 0 0,1 0 0 0 0,0 0 1 0 0,0 0-1 0 0,0 0 0 0 0,0 0 1 0 0,-1 0-1 0 0,1-1 0 0 0,0 1 1 0 0,0 0-1 0 0,0 0 0 0 0,-1 0 1 0 0,1 0-1 0 0,0 0 0 0 0,0 0 1 0 0,0 0-1 0 0,-1 0 0 0 0,1 0 1 0 0,-4 4 1802 0 0,3-2-1745 0 0,1-1-1 0 0,-1 1 1 0 0,1-1 0 0 0,-1 1-1 0 0,0 0 1 0 0,0-1 0 0 0,0 0-1 0 0,0 1 1 0 0,0-1 0 0 0,0 1-1 0 0,0-1 1 0 0,-2 2 0 0 0,0 1 110 0 0,-10 16 126 0 0,2 0 0 0 0,1 1-1 0 0,0 0 1 0 0,1 1 0 0 0,2 0-1 0 0,0 0 1 0 0,-7 46-1 0 0,12-56-197 0 0,1-1-1 0 0,1 1 0 0 0,0 0 0 0 0,0 0 1 0 0,2 0-1 0 0,-1 0 0 0 0,1 0 1 0 0,1-1-1 0 0,0 1 0 0 0,1-1 0 0 0,0 0 1 0 0,0 0-1 0 0,1 0 0 0 0,1 0 1 0 0,0-1-1 0 0,14 19 0 0 0,-12-20-324 0 0,0-1 1 0 0,0 1-1 0 0,1-1 0 0 0,0 0 0 0 0,1-1 0 0 0,0 0 1 0 0,19 9-1 0 0,-27-14 146 0 0,0-1 0 0 0,1 0 1 0 0,-1 0-1 0 0,0 0 0 0 0,1 0 0 0 0,-1-1 0 0 0,1 1 1 0 0,-1-1-1 0 0,1 0 0 0 0,0 1 0 0 0,-1-1 1 0 0,1 0-1 0 0,-1 0 0 0 0,1-1 0 0 0,-1 1 0 0 0,1-1 1 0 0,-1 1-1 0 0,1-1 0 0 0,-1 0 0 0 0,1 1 1 0 0,-1-1-1 0 0,0-1 0 0 0,1 1 0 0 0,-1 0 1 0 0,0-1-1 0 0,0 1 0 0 0,0-1 0 0 0,0 1 0 0 0,0-1 1 0 0,0 0-1 0 0,0 0 0 0 0,-1 0 0 0 0,1 0 1 0 0,-1 0-1 0 0,1 0 0 0 0,-1 0 0 0 0,0-1 0 0 0,0 1 1 0 0,0 0-1 0 0,0-1 0 0 0,0 1 0 0 0,0-3 1 0 0,1-1 167 0 0,-1 1 0 0 0,0-1 1 0 0,0 0-1 0 0,0 0 1 0 0,0 1-1 0 0,-1-1 1 0 0,0 0-1 0 0,0 0 1 0 0,-1 0-1 0 0,1 1 0 0 0,-2-1 1 0 0,1 0-1 0 0,0 1 1 0 0,-4-8-1 0 0,4 11-45 0 0,1 0 0 0 0,-1 0 1 0 0,-1 0-1 0 0,1 0 0 0 0,0 0 0 0 0,0 0 0 0 0,-1 1 0 0 0,1-1 0 0 0,-1 0 1 0 0,1 1-1 0 0,-1-1 0 0 0,0 1 0 0 0,1 0 0 0 0,-1-1 0 0 0,0 1 0 0 0,0 0 0 0 0,0 0 1 0 0,0 1-1 0 0,0-1 0 0 0,0 0 0 0 0,0 0 0 0 0,-1 1 0 0 0,1 0 0 0 0,0-1 0 0 0,0 1 1 0 0,0 0-1 0 0,0 0 0 0 0,-1 0 0 0 0,1 0 0 0 0,0 0 0 0 0,0 1 0 0 0,0-1 1 0 0,-1 1-1 0 0,1-1 0 0 0,0 1 0 0 0,0 0 0 0 0,0 0 0 0 0,0 0 0 0 0,-3 2 0 0 0,-7 4-251 0 0,0 1-1 0 0,0 0 1 0 0,1 0-1 0 0,0 1 0 0 0,1 1 1 0 0,-15 16-1 0 0,-1 2-466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3:19.4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17 10594 0 0,'0'0'10'0'0,"0"-1"-1"0"0,-1 1 1 0 0,1-1-1 0 0,0 1 1 0 0,0-1 0 0 0,0 1-1 0 0,0-1 1 0 0,0 1-1 0 0,0-1 1 0 0,0 1-1 0 0,0-1 1 0 0,0 1 0 0 0,0-1-1 0 0,0 1 1 0 0,0-1-1 0 0,0 1 1 0 0,0-1-1 0 0,0 1 1 0 0,0-1-1 0 0,1 1 1 0 0,-1-1 0 0 0,0 1-1 0 0,0-1 1 0 0,1 1-1 0 0,-1-1 1 0 0,0 1-1 0 0,1-1 1 0 0,-1 1-1 0 0,0 0 1 0 0,1-1 0 0 0,-1 1-1 0 0,0 0 1 0 0,1-1-1 0 0,-1 1 1 0 0,1 0-1 0 0,0 0-14 0 0,0 0-1 0 0,0 1 0 0 0,0-1 0 0 0,0 1 0 0 0,-1-1 0 0 0,1 1 1 0 0,0-1-1 0 0,0 1 0 0 0,-1-1 0 0 0,1 1 0 0 0,0 0 1 0 0,-1 0-1 0 0,1-1 0 0 0,-1 1 0 0 0,1 0 0 0 0,-1 0 0 0 0,1 0 1 0 0,-1-1-1 0 0,1 1 0 0 0,-1 0 0 0 0,1 2 0 0 0,5 19 55 0 0,0 0 0 0 0,-2 0 0 0 0,0 1 0 0 0,-1 0 0 0 0,-1 43 0 0 0,0-14 25 0 0,7 405 691 0 0,-5-106-443 0 0,114 982-160 0 0,-73-831 56 0 0,-27-235-218 0 0,-13-217-3022 0 0,2-5-1104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3:19.9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131 433 7370 0 0,'-12'-10'157'0'0,"-1"0"0"0"0,-21-12 0 0 0,30 19-121 0 0,0 1-1 0 0,1 0 0 0 0,-1 0 0 0 0,0 1 0 0 0,0-1 1 0 0,0 1-1 0 0,0 0 0 0 0,-1 0 0 0 0,1 0 1 0 0,0 0-1 0 0,0 1 0 0 0,-1 0 0 0 0,1 0 1 0 0,-7 0-1 0 0,11 0-30 0 0,0 0 1 0 0,0 0 0 0 0,0 0 0 0 0,0 0-1 0 0,0 0 1 0 0,-1 0 0 0 0,1 0-1 0 0,0 0 1 0 0,0 0 0 0 0,0 0-1 0 0,0 0 1 0 0,0 1 0 0 0,0-1 0 0 0,-1 0-1 0 0,1 0 1 0 0,0 0 0 0 0,0 0-1 0 0,0 0 1 0 0,0 0 0 0 0,0 0-1 0 0,0 0 1 0 0,0 0 0 0 0,-1 0 0 0 0,1 0-1 0 0,0 0 1 0 0,0 1 0 0 0,0-1-1 0 0,0 0 1 0 0,0 0 0 0 0,0 0-1 0 0,0 0 1 0 0,0 0 0 0 0,0 0 0 0 0,0 0-1 0 0,0 1 1 0 0,0-1 0 0 0,0 0-1 0 0,0 0 1 0 0,0 0 0 0 0,0 0-1 0 0,0 0 1 0 0,0 1 0 0 0,0-1 0 0 0,0 0-1 0 0,0 0 1 0 0,0 0 0 0 0,0 0-1 0 0,0 0 1 0 0,0 0 0 0 0,0 1-1 0 0,0-1 1 0 0,0 0 0 0 0,0 0 0 0 0,0 0-1 0 0,0 0 1 0 0,0 0 0 0 0,0 0-1 0 0,11 8 48 0 0,13 2-173 0 0,6-3-180 0 0,0-1 0 0 0,0-2 0 0 0,1 0 0 0 0,53-2 0 0 0,128-19 114 0 0,-127 9 530 0 0,405-56 2009 0 0,37-3-471 0 0,778 9 218 0 0,-1157 55-2012 0 0,1026-35-14 0 0,-253-38-115 0 0,-323 22 86 0 0,423 20 595 0 0,-1 57-205 0 0,-930-20-420 0 0,18 1 41 0 0,456-6 1402 0 0,-508-6-2208 0 0,-32 5-181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3:20.8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7678 1 8002 0 0,'-5'5'253'0'0,"1"1"1"0"0,0 0 0 0 0,0 1 0 0 0,0-1-1 0 0,1 1 1 0 0,0-1 0 0 0,0 1 0 0 0,1 0-1 0 0,-1 0 1 0 0,2 1 0 0 0,-1-1-1 0 0,0 8 1 0 0,-1 15 640 0 0,0 46 0 0 0,18 308 589 0 0,-4-186-1043 0 0,94 669-536 0 0,2 216 792 0 0,-106-923-523 0 0,4 44 22 0 0,17-97-32 0 0,-22-104-126 0 0,1 0 1 0 0,-1-1-1 0 0,0 1 0 0 0,0 0 1 0 0,0 0-1 0 0,-1-1 1 0 0,1 1-1 0 0,0 0 0 0 0,-1-1 1 0 0,0 1-1 0 0,0-1 0 0 0,0 1 1 0 0,0-1-1 0 0,0 1 0 0 0,0-1 1 0 0,0 0-1 0 0,-1 1 0 0 0,1-1 1 0 0,-1 0-1 0 0,0 0 0 0 0,0 0 1 0 0,0 0-1 0 0,0 0 0 0 0,0-1 1 0 0,0 1-1 0 0,0 0 0 0 0,0-1 1 0 0,-1 0-1 0 0,1 1 0 0 0,0-1 1 0 0,-1 0-1 0 0,0 0 0 0 0,1-1 1 0 0,-4 2-1 0 0,-9 0 159 0 0,-1 0 0 0 0,1 0-1 0 0,0-2 1 0 0,0 0 0 0 0,-16-2 0 0 0,1 1-141 0 0,-1267 23-1456 0 0,808-6 1563 0 0,-39-2-14 0 0,-684 23 1928 0 0,55-26-6180 0 0,1076-11 3995 0 0,-219 3-95 0 0,-93-2 565 0 0,2-32-211 0 0,224 6 764 0 0,-248-4 0 0 0,-341 30-1719 0 0,649 2 1819 0 0,0 5 0 0 0,-105 22 0 0 0,210-29-980 0 0,-52 12 1066 0 0,51-13-1127 0 0,0 1-1 0 0,1 0 1 0 0,-1 0 0 0 0,0 0-1 0 0,1 1 1 0 0,0-1 0 0 0,-1 1-1 0 0,1-1 1 0 0,0 1-1 0 0,0 0 1 0 0,-1 0 0 0 0,1-1-1 0 0,1 2 1 0 0,-1-1-1 0 0,0 0 1 0 0,0 0 0 0 0,0 3-1 0 0,0 0-504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0:42.1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4145 0 0,'22'29'7966'0'0,"13"3"-4528"0"0,54 36-3686 0 0,-13-12 728 0 0,-47-31-373 0 0,-1 2 0 0 0,-1 0 0 0 0,-1 2 1 0 0,-2 1-1 0 0,-1 1 0 0 0,31 54 1 0 0,-38-57-112 0 0,173 287-683 0 0,-170-287-15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0:42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33 290 5529 0 0,'-5'1'23'0'0,"-17"0"755"0"0,22-1-750 0 0,-1-1-1 0 0,1 1 0 0 0,0 0 1 0 0,-1-1-1 0 0,1 1 1 0 0,0 0-1 0 0,-1 0 0 0 0,1-1 1 0 0,0 1-1 0 0,-1-1 0 0 0,1 1 1 0 0,0 0-1 0 0,0-1 1 0 0,-1 1-1 0 0,1-1 0 0 0,0 1 1 0 0,0 0-1 0 0,0-1 0 0 0,0 1 1 0 0,0-1-1 0 0,-1 1 1 0 0,1-1-1 0 0,0 1 0 0 0,0-1 1 0 0,0 1-1 0 0,0 0 1 0 0,0-1-1 0 0,0 1 0 0 0,1-1 1 0 0,-1 1-1 0 0,0-1 0 0 0,0 1 1 0 0,0-1-1 0 0,0 1 1 0 0,0 0-1 0 0,1-1 0 0 0,-1 1 1 0 0,0-1-1 0 0,0 1 0 0 0,1 0 1 0 0,-1-1-1 0 0,0 1 1 0 0,1-1-1 0 0,8-15 354 0 0,1 1 0 0 0,0 0 0 0 0,1 1 0 0 0,1 0 0 0 0,0 0 0 0 0,22-17 0 0 0,-1 3-154 0 0,60-37 0 0 0,-22 23-467 0 0,-36 22-182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0:42.8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4 189 3225 0 0,'0'-1'94'0'0,"-1"0"1"0"0,1 0-1 0 0,-1 0 0 0 0,1 0 1 0 0,0 0-1 0 0,-1 0 1 0 0,1-1-1 0 0,0 1 0 0 0,0 0 1 0 0,0 0-1 0 0,0 0 1 0 0,0 0-1 0 0,0-1 0 0 0,0 1 1 0 0,1 0-1 0 0,-1 0 1 0 0,1-2-1 0 0,7-25 504 0 0,-6 24-484 0 0,2-5-7 0 0,0 1-1 0 0,1 0 1 0 0,-1 0 0 0 0,2 0 0 0 0,-1 0-1 0 0,1 1 1 0 0,1 0 0 0 0,-1 0 0 0 0,1 0-1 0 0,0 1 1 0 0,0 0 0 0 0,1 1 0 0 0,0-1-1 0 0,0 1 1 0 0,0 1 0 0 0,1 0 0 0 0,-1 0-1 0 0,1 1 1 0 0,0 0 0 0 0,0 0 0 0 0,11-1-1 0 0,-1 0-160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0:43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0 289 3225 0 0,'40'-34'2567'0'0,"190"-172"371"0"0,-200 173-2950 0 0,-19 18-48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0:43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31 4609 0 0,'1'1'47'0'0,"-1"-1"-1"0"0,1 0 1 0 0,0 1 0 0 0,-1-1-1 0 0,1 0 1 0 0,0 0-1 0 0,0 0 1 0 0,-1 1 0 0 0,1-1-1 0 0,0 0 1 0 0,0 0 0 0 0,0 0-1 0 0,-1 0 1 0 0,1 0 0 0 0,0 0-1 0 0,0-1 1 0 0,0 1-1 0 0,-1 0 1 0 0,1 0 0 0 0,0 0-1 0 0,0-1 1 0 0,-1 1 0 0 0,1 0-1 0 0,0-1 1 0 0,-1 1 0 0 0,1-1-1 0 0,0 1 1 0 0,-1-1 0 0 0,1 1-1 0 0,-1-1 1 0 0,1 1-1 0 0,-1-1 1 0 0,1 0 0 0 0,-1 1-1 0 0,1-1 1 0 0,-1 0 0 0 0,1 1-1 0 0,-1-1 1 0 0,0 0 0 0 0,0 0-1 0 0,1 1 1 0 0,-1-1-1 0 0,0 0 1 0 0,0 0 0 0 0,0 1-1 0 0,0-1 1 0 0,0 0 0 0 0,0 0-1 0 0,0 0 1 0 0,0 1 0 0 0,0-1-1 0 0,0 0 1 0 0,0 0-1 0 0,0 1 1 0 0,-1-1 0 0 0,1 0-1 0 0,0 0 1 0 0,0 1 0 0 0,-1-1-1 0 0,1 0 1 0 0,-1 0 0 0 0,1 1-1 0 0,-1-1 1 0 0,1 1 0 0 0,-1-1-1 0 0,1 0 1 0 0,-1 1-1 0 0,1-1 1 0 0,-2 0 0 0 0,5 4 52 0 0,1-1 1 0 0,-1 1-1 0 0,0-1 1 0 0,0 1 0 0 0,0 0-1 0 0,-1 0 1 0 0,1 1-1 0 0,-1-1 1 0 0,1 0 0 0 0,-1 1-1 0 0,0-1 1 0 0,-1 1-1 0 0,1 0 1 0 0,0 0-1 0 0,-1 0 1 0 0,2 7 0 0 0,1 8 40 0 0,-1 0 0 0 0,2 22 1 0 0,-5-38-111 0 0,2 32 220 0 0,-2 0-1 0 0,-1 0 1 0 0,-2 0-1 0 0,-1 0 1 0 0,-13 51-1 0 0,-5-10 1683 0 0,-39 96 0 0 0,60-171-1923 0 0,1-1 0 0 0,0 0 0 0 0,0 1 0 0 0,-1-1 0 0 0,1 1 0 0 0,0-1 0 0 0,0 1 0 0 0,0-1 0 0 0,0 1-1 0 0,0-1 1 0 0,0 1 0 0 0,0-1 0 0 0,0 0 0 0 0,0 1 0 0 0,0-1 0 0 0,0 1 0 0 0,0-1 0 0 0,0 1 0 0 0,0-1 0 0 0,0 1 0 0 0,0-1-1 0 0,0 1 1 0 0,1-1 0 0 0,-1 1 0 0 0,0-1 0 0 0,0 0 0 0 0,1 1 0 0 0,-1-1 0 0 0,1 1 0 0 0,14 1 129 0 0,31-14-52 0 0,-31 7-42 0 0,31-2 23 0 0,-1 2 0 0 0,1 1-1 0 0,62 5 1 0 0,-52 0-1297 0 0,97-10 0 0 0,-118 2-3762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0:44.4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1 131 4609 0 0,'19'-11'409'0'0,"2"1"1"0"0,-1 1-1 0 0,1 0 1 0 0,25-6-1 0 0,-9 3 219 0 0,29-8 431 0 0,102-16 0 0 0,-158 34-1159 0 0,2-1-25 0 0,-1-1-10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0:44.8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4 2304 0 0,'0'0'11'0'0,"0"0"0"0"0,0 0 0 0 0,0 0 0 0 0,0 0 0 0 0,1-1 0 0 0,-1 1-1 0 0,0 0 1 0 0,0 0 0 0 0,0 0 0 0 0,0-1 0 0 0,0 1 0 0 0,0 0-1 0 0,0 0 1 0 0,0 0 0 0 0,0 0 0 0 0,0 0 0 0 0,1-1 0 0 0,-1 1-1 0 0,0 0 1 0 0,0 0 0 0 0,0 0 0 0 0,0 0 0 0 0,1 0 0 0 0,-1 0-1 0 0,0 0 1 0 0,0 0 0 0 0,0-1 0 0 0,0 1 0 0 0,1 0 0 0 0,-1 0 0 0 0,0 0-1 0 0,0 0 1 0 0,0 0 0 0 0,0 0 0 0 0,1 0 0 0 0,-1 0 0 0 0,0 0-1 0 0,0 0 1 0 0,0 0 0 0 0,1 0 0 0 0,-1 0 0 0 0,0 0 0 0 0,0 1-1 0 0,0-1 1 0 0,0 0 0 0 0,1 0 0 0 0,-1 0 0 0 0,0 0 0 0 0,0 0-1 0 0,0 0 1 0 0,0 0 0 0 0,0 0 0 0 0,1 1 0 0 0,-1-1 0 0 0,0 0 0 0 0,0 0-1 0 0,0 0 1 0 0,0 0 0 0 0,0 1 0 0 0,10 8 551 0 0,-8 1-196 0 0,0 0-1 0 0,0 0 1 0 0,-1 0 0 0 0,-1 1 0 0 0,1-1 0 0 0,-2 0 0 0 0,1 1-1 0 0,-2-1 1 0 0,-3 18 0 0 0,1-3 330 0 0,-4 20 186 0 0,3-14-256 0 0,-3 35 0 0 0,7-59-545 0 0,1 0-1 0 0,0 0 0 0 0,1 0 1 0 0,-1 0-1 0 0,2 0 0 0 0,-1 0 1 0 0,0 0-1 0 0,1 0 0 0 0,1 0 1 0 0,4 10-1 0 0,-5-14-59 0 0,0-1 0 0 0,-1 1 0 0 0,2-1 0 0 0,-1 0 0 0 0,0 0 0 0 0,0 0 1 0 0,0 0-1 0 0,1 0 0 0 0,-1 0 0 0 0,1-1 0 0 0,0 1 0 0 0,0-1 0 0 0,-1 0 0 0 0,1 1 0 0 0,0-1 0 0 0,0-1 0 0 0,0 1 0 0 0,0 0 1 0 0,0-1-1 0 0,0 1 0 0 0,0-1 0 0 0,0 0 0 0 0,0 0 0 0 0,0 0 0 0 0,0-1 0 0 0,4 0 0 0 0,11-2-41 0 0,0-1-1 0 0,-1-1 1 0 0,25-10 0 0 0,-6 2 43 0 0,-28 11-21 0 0,0 0 1 0 0,1 0-1 0 0,-1 1 0 0 0,1 0 1 0 0,-1 0-1 0 0,1 1 1 0 0,-1 0-1 0 0,1 1 0 0 0,12 2 1 0 0,-18-3-2 0 0,0 1-1 0 0,-1 0 1 0 0,1 0 0 0 0,-1 0 0 0 0,1 0 0 0 0,-1 0 0 0 0,1 1 0 0 0,-1-1-1 0 0,0 1 1 0 0,0-1 0 0 0,0 1 0 0 0,0 0 0 0 0,0 0 0 0 0,0 0 0 0 0,0 0 0 0 0,-1 0-1 0 0,1 0 1 0 0,-1 1 0 0 0,1-1 0 0 0,-1 1 0 0 0,0-1 0 0 0,0 1 0 0 0,0-1-1 0 0,0 1 1 0 0,0-1 0 0 0,-1 1 0 0 0,1 0 0 0 0,-1-1 0 0 0,0 1 0 0 0,0 0 0 0 0,0 0-1 0 0,0-1 1 0 0,0 4 0 0 0,-1 1 27 0 0,0 1 0 0 0,0 0 1 0 0,-1-1-1 0 0,0 1 0 0 0,0-1 0 0 0,-1 0 0 0 0,0 0 0 0 0,0 0 0 0 0,-1 0 1 0 0,0-1-1 0 0,0 1 0 0 0,-5 6 0 0 0,-7 5-451 0 0,0 0 0 0 0,-29 22 1 0 0,42-37 285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0:45.4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39 5633 0 0,'2'-2'316'0'0,"-1"1"-1"0"0,0-1 1 0 0,1 0-1 0 0,-1 1 0 0 0,0-1 1 0 0,0 0-1 0 0,0 0 1 0 0,0 0-1 0 0,-1 0 1 0 0,1 0-1 0 0,-1 0 0 0 0,1 0 1 0 0,-1 0-1 0 0,1 0 1 0 0,-1 0-1 0 0,0-5 1 0 0,0 7-287 0 0,0 0 0 0 0,0 0 0 0 0,0 0 0 0 0,0 0 0 0 0,0 0 0 0 0,-1-1 0 0 0,1 1 0 0 0,0 0-1 0 0,0 0 1 0 0,0 0 0 0 0,0 0 0 0 0,0 0 0 0 0,0 0 0 0 0,0 0 0 0 0,0 0 0 0 0,-1 0 0 0 0,1 0 0 0 0,0 0 0 0 0,0-1 0 0 0,0 1 0 0 0,0 0 0 0 0,0 0 0 0 0,0 0 0 0 0,-1 0 0 0 0,1 0 0 0 0,0 0 0 0 0,0 0 0 0 0,0 0 0 0 0,0 0 0 0 0,0 0 0 0 0,0 0 0 0 0,-1 0 0 0 0,1 0 0 0 0,0 1 0 0 0,0-1 0 0 0,0 0 0 0 0,0 0 0 0 0,0 0 0 0 0,0 0 0 0 0,-1 0 0 0 0,1 0 0 0 0,0 0 0 0 0,0 0 0 0 0,0 0 0 0 0,0 0 0 0 0,0 0 0 0 0,0 1 0 0 0,0-1 0 0 0,0 0 0 0 0,0 0 0 0 0,-7 10 770 0 0,-4 10 68 0 0,6-3-633 0 0,1 0 0 0 0,0 1 0 0 0,1-1 0 0 0,-1 25 0 0 0,-3 23 290 0 0,-5-10-230 0 0,-8 50 83 0 0,18-94-393 0 0,1 1 0 0 0,1 0 0 0 0,0-1 0 0 0,0 1 0 0 0,2 0 0 0 0,3 18 0 0 0,-4-28-6 0 0,-1 0 1 0 0,1 0-1 0 0,0 0 0 0 0,0 0 1 0 0,0-1-1 0 0,1 1 0 0 0,-1 0 1 0 0,0-1-1 0 0,1 1 0 0 0,-1-1 1 0 0,1 0-1 0 0,-1 1 1 0 0,1-1-1 0 0,0 0 0 0 0,-1 0 1 0 0,1 0-1 0 0,0 0 0 0 0,0 0 1 0 0,0 0-1 0 0,0-1 0 0 0,0 1 1 0 0,0-1-1 0 0,0 1 1 0 0,0-1-1 0 0,2 1 0 0 0,10 0-43 0 0,-1 0-1 0 0,0-1 0 0 0,14-1 1 0 0,3 0 74 0 0,20 3 58 0 0,68-6 0 0 0,-99 2-666 0 0,0-1 0 0 0,24-8 0 0 0,-28 6-1097 0 0,-1 0 0 0 0,0-1 1 0 0,21-12-1 0 0,-18 7-1426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0:45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0 1376 0 0,'-3'6'360'0'0,"1"1"0"0"0,0-1 0 0 0,1 1 0 0 0,0-1 0 0 0,0 1 0 0 0,0-1 0 0 0,1 1 0 0 0,0-1 0 0 0,0 1 0 0 0,1 8 0 0 0,0 16 489 0 0,-13 110 4033 0 0,-2 66-1185 0 0,19-142-4657 0 0,-2-33-3954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0:46.1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5 920 0 0,'2'-1'76'0'0,"-1"0"-1"0"0,1 1 0 0 0,0-1 1 0 0,-1 1-1 0 0,1-1 0 0 0,0 1 1 0 0,0 0-1 0 0,-1 0 0 0 0,1 0 1 0 0,0 0-1 0 0,0 0 0 0 0,0 0 1 0 0,-1 0-1 0 0,1 0 0 0 0,0 1 1 0 0,0-1-1 0 0,-1 1 0 0 0,1-1 1 0 0,0 1-1 0 0,0 0 0 0 0,-1-1 1 0 0,1 1-1 0 0,-1 0 0 0 0,1 0 1 0 0,-1 0-1 0 0,1 1 0 0 0,-1-1 1 0 0,0 0-1 0 0,0 0 0 0 0,1 1 1 0 0,-1-1-1 0 0,0 1 0 0 0,0-1 1 0 0,0 1-1 0 0,0-1 0 0 0,-1 1 1 0 0,2 3-1 0 0,4 8 467 0 0,0 1-1 0 0,-1 0 1 0 0,5 25-1 0 0,-6-25-123 0 0,5 18 109 0 0,-1 0 0 0 0,-2 1 0 0 0,4 62 0 0 0,-1-177-443 0 0,0 22-104 0 0,-8 47-7 0 0,1 0 0 0 0,0 0 0 0 0,1 0 0 0 0,9-24 0 0 0,-11 33 27 0 0,1-1 1 0 0,0 1-1 0 0,0 0 1 0 0,1 0-1 0 0,-1 0 1 0 0,1 0-1 0 0,0 1 1 0 0,0-1-1 0 0,0 1 1 0 0,0 0-1 0 0,1 0 1 0 0,-1 0-1 0 0,1 0 1 0 0,0 0-1 0 0,0 1 1 0 0,0 0-1 0 0,8-4 0 0 0,-10 6 9 0 0,-1-1 0 0 0,1 1 0 0 0,0 0 0 0 0,0 0 0 0 0,-1 0 0 0 0,1 0 0 0 0,0 1 0 0 0,-1-1 0 0 0,1 0 0 0 0,0 1 0 0 0,-1-1 0 0 0,1 1-1 0 0,0 0 1 0 0,-1-1 0 0 0,1 1 0 0 0,-1 0 0 0 0,1 0 0 0 0,-1 0 0 0 0,0 0 0 0 0,1 0 0 0 0,-1 0 0 0 0,0 0 0 0 0,0 1 0 0 0,0-1 0 0 0,1 0 0 0 0,-1 1-1 0 0,-1-1 1 0 0,1 1 0 0 0,0-1 0 0 0,0 1 0 0 0,-1-1 0 0 0,2 3 0 0 0,3 8 125 0 0,0 0-1 0 0,-1 1 1 0 0,3 12-1 0 0,-6-21-52 0 0,72 232 719 0 0,-66-213-4441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0:46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28 776 0 0,'1'1'38'0'0,"0"-1"-1"0"0,1 1 1 0 0,-1 0-1 0 0,0-1 0 0 0,0 1 1 0 0,0 0-1 0 0,0 0 1 0 0,0 0-1 0 0,0 0 1 0 0,0 0-1 0 0,0 0 1 0 0,0 0-1 0 0,-1 0 1 0 0,1 1-1 0 0,0-1 0 0 0,0 2 1 0 0,2 1 168 0 0,8 12 383 0 0,0 1 1 0 0,-1 0-1 0 0,-1 1 0 0 0,0 0 0 0 0,-2 1 1 0 0,0 0-1 0 0,5 23 0 0 0,-13-54-549 0 0,0 0-1 0 0,1 0 0 0 0,0 0 0 0 0,1 0 0 0 0,0 1 1 0 0,0-1-1 0 0,2 0 0 0 0,-1 0 0 0 0,2 1 0 0 0,-1-1 1 0 0,2 1-1 0 0,-1 0 0 0 0,2 1 0 0 0,6-12 0 0 0,-11 20-39 0 0,1 0 0 0 0,0 0-1 0 0,-1 0 1 0 0,1 0 0 0 0,0 1-1 0 0,0-1 1 0 0,0 1-1 0 0,0-1 1 0 0,0 1 0 0 0,1 0-1 0 0,-1 0 1 0 0,0 0 0 0 0,1 0-1 0 0,-1 0 1 0 0,0 0-1 0 0,1 1 1 0 0,-1-1 0 0 0,1 1-1 0 0,-1 0 1 0 0,1-1-1 0 0,2 1 1 0 0,-1 1-1 0 0,0 0-1 0 0,1 0 1 0 0,-1 0-1 0 0,0 1 1 0 0,0-1 0 0 0,0 1-1 0 0,0 0 1 0 0,-1 0-1 0 0,1 0 1 0 0,0 1 0 0 0,4 3-1 0 0,3 4 1 0 0,-1 0-1 0 0,0 0 1 0 0,-1 1 0 0 0,0 0-1 0 0,-1 1 1 0 0,11 19 0 0 0,-11-15 123 0 0,-2 1-1 0 0,0-1 1 0 0,-1 1 0 0 0,0 0-1 0 0,3 32 1 0 0,-7-43-49 0 0,-1-6-61 0 0,0 0 0 0 0,0 0 1 0 0,0 1-1 0 0,0-1 0 0 0,0 0 1 0 0,0 0-1 0 0,0 0 1 0 0,0 1-1 0 0,0-1 0 0 0,0 0 1 0 0,0 0-1 0 0,0 0 0 0 0,0 0 1 0 0,0 1-1 0 0,0-1 0 0 0,0 0 1 0 0,1 0-1 0 0,-1 0 1 0 0,0 0-1 0 0,0 1 0 0 0,0-1 1 0 0,0 0-1 0 0,0 0 0 0 0,0 0 1 0 0,0 0-1 0 0,1 0 0 0 0,-1 0 1 0 0,0 1-1 0 0,0-1 1 0 0,0 0-1 0 0,0 0 0 0 0,1 0 1 0 0,-1 0-1 0 0,0 0 0 0 0,0 0 1 0 0,0 0-1 0 0,1 0 0 0 0,-1 0 1 0 0,0 0-1 0 0,0 0 1 0 0,0 0-1 0 0,0 0 0 0 0,1 0 1 0 0,-1 0-1 0 0,0 0 0 0 0,0 0 1 0 0,0 0-1 0 0,1 0 0 0 0,-1 0 1 0 0,10-10 285 0 0,10-22-125 0 0,-18 28-129 0 0,35-71 145 0 0,-32 60 158 0 0,1 0 1 0 0,1 1-1 0 0,0 0 1 0 0,1 0-1 0 0,1 1 0 0 0,0 0 1 0 0,1 0-1 0 0,20-20 1 0 0,-30 33-261 0 0,1-1 0 0 0,-1 1 0 0 0,1 0 0 0 0,-1-1 0 0 0,1 1 0 0 0,-1 0-1 0 0,1 0 1 0 0,-1-1 0 0 0,1 1 0 0 0,-1 0 0 0 0,1 0 0 0 0,0 0 0 0 0,-1 0 0 0 0,1 0 0 0 0,-1 0 0 0 0,1 0 0 0 0,-1 0 0 0 0,1 0 0 0 0,0 0 0 0 0,-1 0 0 0 0,1 0 0 0 0,-1 0 0 0 0,1 0 0 0 0,-1 0 0 0 0,1 1 0 0 0,-1-1 0 0 0,1 0 0 0 0,-1 0 0 0 0,2 1 0 0 0,12 17 1319 0 0,2 23-70 0 0,-12-24-949 0 0,26 88 601 0 0,-26-93-1009 0 0,1 0 0 0 0,1 0 0 0 0,0 0 0 0 0,1-1 0 0 0,0 1-1 0 0,10 11 1 0 0,0-6-236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1:34.7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14 170 6913 0 0,'-3'-5'-136'0'0,"1"-1"0"0"0,0 0-1 0 0,0 1 1 0 0,1-1-1 0 0,0 0 1 0 0,0 0-1 0 0,0 0 1 0 0,1 0-1 0 0,0 0 1 0 0,1-10 0 0 0,0-2 1187 0 0,1 0 0 0 0,7-22 0 0 0,-2 20 1870 0 0,-4 32-16 0 0,-5 35-697 0 0,-2 19-1508 0 0,7 88 1 0 0,0-36-466 0 0,-4-6-169 0 0,5 0-1 0 0,28 175 1 0 0,-27-267-54 0 0,0-1 0 0 0,1 1 0 0 0,2-1 0 0 0,0-1 0 0 0,0 0-1 0 0,15 22 1 0 0,-16-29-5 0 0,0 0-1 0 0,1-1 0 0 0,0 0 0 0 0,1 0 1 0 0,0-1-1 0 0,1 0 0 0 0,0 0 0 0 0,0-1 1 0 0,1-1-1 0 0,19 11 0 0 0,-22-15-40 0 0,0-1 1 0 0,0 0-1 0 0,0 0 0 0 0,0-1 0 0 0,1 0 0 0 0,-1 0 0 0 0,0 0 0 0 0,1-2 0 0 0,-1 1 0 0 0,0-1 0 0 0,10-1 1 0 0,6-3-326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1:35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17 161 8290 0 0,'-13'0'770'0'0,"9"-5"-218"0"0,15-16 57 0 0,-6 13-510 0 0,4-6-77 0 0,0 1 0 0 0,2 0 0 0 0,-1 1 0 0 0,2 0 0 0 0,-1 0 0 0 0,2 1 0 0 0,0 1 0 0 0,18-13 0 0 0,-18 16-3795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1:35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58 4145 0 0,'0'0'29'0'0,"0"0"1"0"0,0 0-1 0 0,0 0 1 0 0,0 0-1 0 0,-1 0 1 0 0,1 0-1 0 0,0 0 1 0 0,0-1-1 0 0,0 1 1 0 0,0 0-1 0 0,0 0 1 0 0,0 0-1 0 0,-1 0 0 0 0,1 0 1 0 0,0 0-1 0 0,0 0 1 0 0,0 0-1 0 0,0 0 1 0 0,0-1-1 0 0,0 1 1 0 0,0 0-1 0 0,-1 0 1 0 0,1 0-1 0 0,0 0 1 0 0,0 0-1 0 0,0 0 1 0 0,0-1-1 0 0,0 1 0 0 0,0 0 1 0 0,0 0-1 0 0,0 0 1 0 0,0 0-1 0 0,0 0 1 0 0,0-1-1 0 0,0 1 1 0 0,0 0-1 0 0,0 0 1 0 0,0 0-1 0 0,0 0 1 0 0,0 0-1 0 0,0-1 1 0 0,0 1-1 0 0,0 0 0 0 0,0 0 1 0 0,0 0-1 0 0,0 0 1 0 0,0 0-1 0 0,0-1 1 0 0,0 1-1 0 0,1 0 1 0 0,-1 0-1 0 0,0 0 1 0 0,0 0-1 0 0,0 0 1 0 0,0-1-1 0 0,10-13 1150 0 0,14-10 1038 0 0,3 11-1843 0 0,-23 13-361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1:36.1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5065 0 0,'12'8'1400'0'0,"-5"8"-759"0"0,0-1 0 0 0,-1 1 1 0 0,-1 0-1 0 0,-1 0 0 0 0,0 1 0 0 0,-1-1 0 0 0,2 33 0 0 0,-7 122 1701 0 0,1-153-2174 0 0,-3 48-328 0 0,4-1 0 0 0,2 1 0 0 0,21 124 0 0 0,-18-161-4702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1:36.9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1 107 3225 0 0,'1'-13'3261'0'0,"-1"13"-3206"0"0,0-1 0 0 0,0 1 0 0 0,0 0 0 0 0,0 0 0 0 0,0 0 0 0 0,0 0-1 0 0,0 0 1 0 0,0-1 0 0 0,0 1 0 0 0,0 0 0 0 0,0 0 0 0 0,0 0 0 0 0,0 0 0 0 0,0 0 0 0 0,0-1 0 0 0,0 1 0 0 0,0 0 0 0 0,0 0 0 0 0,10 12 164 0 0,0 1 0 0 0,-2 0 0 0 0,1 1 0 0 0,-1 0 0 0 0,-1 0 0 0 0,-1 1 0 0 0,0 0 0 0 0,4 17 0 0 0,0-4 467 0 0,20 41 0 0 0,-29-67-680 0 0,-1-1-1 0 0,1 0 1 0 0,-1 1-1 0 0,1-1 1 0 0,0 0 0 0 0,0 0-1 0 0,0 1 1 0 0,0-1-1 0 0,0 0 1 0 0,0 0 0 0 0,0 0-1 0 0,0 0 1 0 0,0 0-1 0 0,0-1 1 0 0,0 1-1 0 0,1 0 1 0 0,-1 0 0 0 0,0-1-1 0 0,2 1 1 0 0,-2-1-1 0 0,0 0 0 0 0,0 0 0 0 0,-1 0 0 0 0,1 0 0 0 0,0-1 0 0 0,0 1 0 0 0,-1 0 0 0 0,1-1 0 0 0,0 1 0 0 0,0-1 0 0 0,-1 1 0 0 0,1-1 0 0 0,0 1 0 0 0,-1-1 0 0 0,1 1 0 0 0,-1-1 0 0 0,1 1 0 0 0,0-1 0 0 0,-1 0 0 0 0,0 1 0 0 0,1-1 0 0 0,-1 0 0 0 0,1-1 0 0 0,4-8 35 0 0,-1-1 1 0 0,-1 1 0 0 0,5-21 0 0 0,-6 22-35 0 0,2-5-26 0 0,0 1 0 0 0,1 0 0 0 0,0 0 0 0 0,1 1 0 0 0,1-1 0 0 0,14-20 0 0 0,-19 29 15 0 0,1 1 0 0 0,-1-1-1 0 0,1 1 1 0 0,0 0-1 0 0,0 0 1 0 0,0 0 0 0 0,1 0-1 0 0,-1 0 1 0 0,1 1 0 0 0,-1 0-1 0 0,1-1 1 0 0,0 1-1 0 0,0 1 1 0 0,0-1 0 0 0,0 0-1 0 0,0 1 1 0 0,0 0-1 0 0,1 0 1 0 0,-1 0 0 0 0,0 1-1 0 0,0-1 1 0 0,1 1 0 0 0,-1 0-1 0 0,0 0 1 0 0,9 2-1 0 0,-9-1 10 0 0,-1 1-1 0 0,1-1 0 0 0,0 1 0 0 0,-1 0 1 0 0,1 0-1 0 0,-1 1 0 0 0,1-1 0 0 0,-1 1 1 0 0,0-1-1 0 0,0 1 0 0 0,0 0 0 0 0,-1 0 1 0 0,1 0-1 0 0,-1 1 0 0 0,1-1 0 0 0,2 7 1 0 0,-2-5 0 0 0,0-1 0 0 0,0 1 0 0 0,0-1 0 0 0,1 0 0 0 0,0 1 0 0 0,0-1 0 0 0,6 5 0 0 0,-10-9-3 0 0,1 0-1 0 0,-1 0 1 0 0,0 0-1 0 0,0 0 0 0 0,1 0 1 0 0,-1 1-1 0 0,0-1 0 0 0,0 0 1 0 0,0 0-1 0 0,1 0 1 0 0,-1 0-1 0 0,0 0 0 0 0,0 0 1 0 0,1 0-1 0 0,-1 0 0 0 0,0 0 1 0 0,1 0-1 0 0,-1 0 1 0 0,0 0-1 0 0,0 0 0 0 0,1 0 1 0 0,-1 0-1 0 0,0 0 0 0 0,0 0 1 0 0,1 0-1 0 0,-1 0 1 0 0,0 0-1 0 0,0 0 0 0 0,1-1 1 0 0,-1 1-1 0 0,0 0 0 0 0,0 0 1 0 0,0 0-1 0 0,1 0 1 0 0,-1-1-1 0 0,0 1 0 0 0,0 0 1 0 0,0 0-1 0 0,0 0 1 0 0,1-1-1 0 0,3-13 49 0 0,-3-10-26 0 0,0 8-23 0 0,2 0 0 0 0,0 1 0 0 0,1-1 0 0 0,1 1 0 0 0,0 0 0 0 0,1 1 0 0 0,13-25 0 0 0,-18 38 3 0 0,-1 0-1 0 0,0 1 0 0 0,0-1 1 0 0,1 0-1 0 0,-1 0 0 0 0,1 1 0 0 0,-1-1 1 0 0,0 1-1 0 0,1-1 0 0 0,-1 0 1 0 0,1 1-1 0 0,0-1 0 0 0,-1 1 0 0 0,1-1 1 0 0,-1 1-1 0 0,1-1 0 0 0,0 1 1 0 0,-1-1-1 0 0,1 1 0 0 0,0 0 0 0 0,-1 0 1 0 0,1-1-1 0 0,0 1 0 0 0,0 0 1 0 0,-1 0-1 0 0,1 0 0 0 0,0 0 0 0 0,0-1 1 0 0,0 1-1 0 0,-1 0 0 0 0,2 1 1 0 0,0 0 34 0 0,-1-1 0 0 0,1 1 0 0 0,-1 0-1 0 0,0 1 1 0 0,1-1 0 0 0,-1 0 0 0 0,0 0 0 0 0,0 1 0 0 0,0-1 0 0 0,0 0 0 0 0,0 1 0 0 0,0-1 0 0 0,0 4 0 0 0,4 6 258 0 0,0 0-1 0 0,-2 1 0 0 0,4 12 1 0 0,-1 10 162 0 0,-3-18-494 0 0,0 1-1 0 0,1-1 1 0 0,0 0 0 0 0,2 0-1 0 0,10 23 1 0 0,-8-25-348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1:37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60 456 0 0,'1'-3'145'0'0,"-1"1"0"0"0,0-1 0 0 0,1 1 1 0 0,0-1-1 0 0,0 0 0 0 0,-1 1 0 0 0,2 0 0 0 0,-1-1 0 0 0,0 1 0 0 0,0-1 1 0 0,1 1-1 0 0,2-4 0 0 0,-3 6-106 0 0,-1-1-1 0 0,0 1 1 0 0,1-1 0 0 0,-1 1 0 0 0,1 0 0 0 0,-1-1-1 0 0,0 1 1 0 0,1-1 0 0 0,-1 1 0 0 0,1 0 0 0 0,-1-1-1 0 0,1 1 1 0 0,0 0 0 0 0,-1 0 0 0 0,1-1 0 0 0,-1 1-1 0 0,1 0 1 0 0,-1 0 0 0 0,1 0 0 0 0,0 0 0 0 0,-1 0-1 0 0,1 0 1 0 0,-1 0 0 0 0,1 0 0 0 0,0 0-1 0 0,-1 0 1 0 0,1 0 0 0 0,-1 0 0 0 0,1 0 0 0 0,-1 0-1 0 0,1 1 1 0 0,0-1 0 0 0,-1 0 0 0 0,1 0 0 0 0,-1 1-1 0 0,1-1 1 0 0,-1 0 0 0 0,1 1 0 0 0,-1-1 0 0 0,0 0-1 0 0,1 1 1 0 0,-1-1 0 0 0,1 1 0 0 0,-1-1 0 0 0,0 1-1 0 0,1-1 1 0 0,-1 1 0 0 0,0-1 0 0 0,1 1 0 0 0,-1-1-1 0 0,0 1 1 0 0,0-1 0 0 0,0 1 0 0 0,0 0 0 0 0,1-1-1 0 0,-1 1 1 0 0,0 0 0 0 0,7 21 430 0 0,-1-1 0 0 0,4 31 0 0 0,-7-32-135 0 0,1 1 1 0 0,1-1-1 0 0,10 24 1 0 0,-12-36-335 0 0,1-2 0 0 0,1-17 0 0 0,-3 6 0 0 0,20-68-22 0 0,-19 59 15 0 0,0 0-1 0 0,1 0 1 0 0,1 0 0 0 0,1 0 0 0 0,0 1 0 0 0,15-26 0 0 0,-20 38 11 0 0,0 0 0 0 0,-1 0 1 0 0,1-1-1 0 0,0 1 0 0 0,0 0 1 0 0,0 0-1 0 0,1 0 0 0 0,-1 0 1 0 0,0 0-1 0 0,0 0 1 0 0,0 1-1 0 0,1-1 0 0 0,-1 0 1 0 0,0 1-1 0 0,1-1 0 0 0,-1 0 1 0 0,1 1-1 0 0,-1 0 0 0 0,1-1 1 0 0,-1 1-1 0 0,1 0 1 0 0,-1 0-1 0 0,1 0 0 0 0,1 0 1 0 0,0 1 12 0 0,-1-1 1 0 0,1 1 0 0 0,-1 0-1 0 0,1 1 1 0 0,-1-1 0 0 0,0 0-1 0 0,0 1 1 0 0,0-1 0 0 0,0 1-1 0 0,0 0 1 0 0,0-1 0 0 0,0 1-1 0 0,2 2 1 0 0,5 9 89 0 0,0 0 0 0 0,0 1 0 0 0,11 23 0 0 0,-17-31-97 0 0,8 20 48 0 0,-8-18-47 0 0,1 0-1 0 0,-1 1 1 0 0,2-1-1 0 0,-1-1 0 0 0,1 1 1 0 0,0-1-1 0 0,12 13 1 0 0,-17-20-8 0 0,1 0 0 0 0,-1 1 0 0 0,1-1 0 0 0,0 0 1 0 0,-1 0-1 0 0,1 0 0 0 0,0 0 0 0 0,-1 0 0 0 0,1 0 0 0 0,0 0 0 0 0,-1 0 1 0 0,1 0-1 0 0,-1 0 0 0 0,1 0 0 0 0,0 0 0 0 0,-1 0 0 0 0,1-1 1 0 0,0 1-1 0 0,-1 0 0 0 0,1 0 0 0 0,-1-1 0 0 0,1 1 0 0 0,-1 0 0 0 0,1-1 1 0 0,0 1-1 0 0,-1-1 0 0 0,0 1 0 0 0,1-1 0 0 0,-1 1 0 0 0,1-1 1 0 0,-1 1-1 0 0,1-1 0 0 0,-1 1 0 0 0,0-1 0 0 0,0 1 0 0 0,1-1 0 0 0,-1 0 1 0 0,0 1-1 0 0,0-1 0 0 0,1 1 0 0 0,-1-2 0 0 0,13-33 39 0 0,-12 32-4 0 0,10-38 56 0 0,-8 28 61 0 0,0 0 0 0 0,1 0 0 0 0,0 1-1 0 0,1 0 1 0 0,1 0 0 0 0,0 0-1 0 0,11-17 1 0 0,-16 28-122 0 0,0 0 0 0 0,-1 0 0 0 0,1 0 0 0 0,0 0 0 0 0,0 0-1 0 0,0 0 1 0 0,0 0 0 0 0,0 1 0 0 0,0-1 0 0 0,0 0 0 0 0,0 0 0 0 0,0 1 0 0 0,0-1 0 0 0,0 1 0 0 0,0-1-1 0 0,1 1 1 0 0,-1-1 0 0 0,0 1 0 0 0,0 0 0 0 0,0-1 0 0 0,1 1 0 0 0,0 0 0 0 0,0 1 12 0 0,-1-1 1 0 0,0 0-1 0 0,0 1 1 0 0,0 0-1 0 0,0-1 1 0 0,1 1 0 0 0,-1 0-1 0 0,0-1 1 0 0,0 1-1 0 0,0 0 1 0 0,-1 0-1 0 0,1 0 1 0 0,0 0-1 0 0,0 0 1 0 0,0 0-1 0 0,-1 0 1 0 0,2 2 0 0 0,2 6 181 0 0,0 1 1 0 0,0-1-1 0 0,-1 1 1 0 0,2 11 0 0 0,-4-18-202 0 0,5 24 181 0 0,0 2 50 0 0,19 52 0 0 0,-15-58-390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1:00.6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5 147 5529 0 0,'0'0'40'0'0,"0"0"0"0"0,0-1 0 0 0,-1 1 0 0 0,1 0 0 0 0,0 0 1 0 0,-1 0-1 0 0,1 0 0 0 0,0-1 0 0 0,0 1 0 0 0,-1 0 0 0 0,1 0 0 0 0,0-1 0 0 0,0 1 0 0 0,-1 0 0 0 0,1-1 0 0 0,0 1 0 0 0,0 0 0 0 0,0 0 0 0 0,0-1 0 0 0,-1 1 0 0 0,1 0 1 0 0,0-1-1 0 0,0 1 0 0 0,0 0 0 0 0,0-1 0 0 0,0 1 0 0 0,0 0 0 0 0,0-1 0 0 0,0 1 0 0 0,0-1 0 0 0,0 1 0 0 0,0 0 0 0 0,0-1 0 0 0,7-17 594 0 0,19-18-214 0 0,-21 30-258 0 0,1-4 31 0 0,2 0 1 0 0,0 1-1 0 0,0 0 1 0 0,0 1-1 0 0,1-1 0 0 0,13-8 1 0 0,-13 12-261 0 0</inkml:trace>
  <inkml:trace contextRef="#ctx0" brushRef="#br0" timeOffset="1">110 425 3193 0 0,'13'-4'136'0'0,"-5"1"40"0"0,1-3-176 0 0,0 1 0 0 0,-2 2 0 0 0,0-3 0 0 0,3 1 0 0 0,9-5 0 0 0,11-8 0 0 0,8-3 0 0 0,3 0-64 0 0,-6 4 64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1:02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6913 0 0,'1'0'194'0'0,"0"0"0"0"0,0 0-1 0 0,-1 0 1 0 0,1 0-1 0 0,0 0 1 0 0,0 0-1 0 0,0 0 1 0 0,0 0-1 0 0,0 0 1 0 0,0 0-1 0 0,0 1 1 0 0,0-1-1 0 0,0 0 1 0 0,-1 0-1 0 0,1 1 1 0 0,0-1-1 0 0,0 1 1 0 0,0-1-1 0 0,-1 1 1 0 0,1-1-1 0 0,0 1 1 0 0,0 0-1 0 0,-1-1 1 0 0,1 1-1 0 0,0 0 1 0 0,-1-1-1 0 0,1 1 1 0 0,-1 0 0 0 0,1 0-1 0 0,-1-1 1 0 0,0 1-1 0 0,1 0 1 0 0,-1 0-1 0 0,1 1 1 0 0,9 16 2595 0 0,-9-18-2796 0 0,-1 0 1 0 0,0 0 0 0 0,0 0 0 0 0,0 0-1 0 0,0 0 1 0 0,1 0 0 0 0,-1 1 0 0 0,0-1 0 0 0,0 0-1 0 0,0 0 1 0 0,1 0 0 0 0,-1 0 0 0 0,0 0-1 0 0,0 0 1 0 0,1 0 0 0 0,-1 0 0 0 0,0 0 0 0 0,0 0-1 0 0,0 0 1 0 0,1 0 0 0 0,-1 0 0 0 0,0 0-1 0 0,0 0 1 0 0,1 0 0 0 0,-1 0 0 0 0,0 0 0 0 0,0 0-1 0 0,0 0 1 0 0,1 0 0 0 0,-1-1 0 0 0,0 1 0 0 0,0 0-1 0 0,0 0 1 0 0,0 0 0 0 0,1 0 0 0 0,-1 0-1 0 0,0-1 1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1:03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57 3681 0 0,'-6'-35'1979'0'0,"5"13"2220"0"0,2 87-683 0 0,17 111 0 0 0,-11-135-3386 0 0,2 0 0 0 0,2 0 1 0 0,28 69-1 0 0,7-27-1656 0 0,-34-64-4174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0:58.5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17 170 3225 0 0,'9'-108'2583'0'0,"-2"57"260"0"0,-9 40-743 0 0,-4 19-527 0 0,-5 18-357 0 0,5 4-730 0 0,2 1 0 0 0,1-1 1 0 0,2 48-1 0 0,14 94 30 0 0,-9-127-434 0 0,4 37 32 0 0,52 417 189 0 0,-32-390-444 0 0,-24-92-159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0:58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0 119 3681 0 0,'0'0'284'0'0,"27"-15"2680"0"0,88-23 1072 0 0,61-3-2793 0 0,-124 30-1275 0 0,-24 4-97 0 0,0 0-11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1:12.2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81 2304 0 0,'0'-12'807'0'0,"0"0"0"0"0,1 0 0 0 0,1 0 0 0 0,6-21 1178 0 0,-5 46-643 0 0,-5-3 2124 0 0,-2 9-3419 0 0,3-15 76 0 0,2 5-1536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1:12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47 3177 0 0,'0'-4'457'0'0,"-1"0"1"0"0,1 0-1 0 0,-1 0 0 0 0,0 0 1 0 0,0 0-1 0 0,0 0 1 0 0,-1 1-1 0 0,1-1 1 0 0,-1 0-1 0 0,-2-3 0 0 0,4 42 2781 0 0,4 67-2035 0 0,12 147-159 0 0,-11-211-844 0 0,2-1 1 0 0,1 0-1 0 0,2 0 1 0 0,21 52-1 0 0,-28-82-197 0 0,0-1-1 0 0,0 1 1 0 0,1-1 0 0 0,0 0-1 0 0,0 0 1 0 0,0-1 0 0 0,1 1-1 0 0,0-1 1 0 0,0 0-1 0 0,0 0 1 0 0,1 0 0 0 0,0-1-1 0 0,0 0 1 0 0,6 4 0 0 0,-7-7-29 0 0,-1 1 0 0 0,0 0 1 0 0,1-1-1 0 0,-1 0 0 0 0,1 0 1 0 0,0 0-1 0 0,-1 0 0 0 0,1-1 1 0 0,0 0-1 0 0,-1 0 0 0 0,1 0 1 0 0,-1 0-1 0 0,1-1 0 0 0,0 0 1 0 0,-1 0-1 0 0,1 0 0 0 0,-1-1 1 0 0,1 1-1 0 0,-1-1 0 0 0,0 0 1 0 0,0 0-1 0 0,6-5 0 0 0,0 1 50 0 0,-1-1 0 0 0,0 0-1 0 0,14-15 1 0 0,-12 11-380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1:13.1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0 316 3225 0 0,'1'-3'32'0'0,"-1"-1"1"0"0,1 1 0 0 0,0 0-1 0 0,0-1 1 0 0,0 1 0 0 0,0 0-1 0 0,0 0 1 0 0,1 0 0 0 0,-1-1-1 0 0,1 2 1 0 0,0-1 0 0 0,4-5-1 0 0,32-33 135 0 0,-20 24-102 0 0,29-29 45 0 0,68-52 0 0 0,-79 69-246 0 0,-13 9 124 0 0,-2 1 12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1:13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0 115 456 0 0,'2'-1'176'0'0,"0"0"0"0"0,0 0-1 0 0,0 0 1 0 0,0 0 0 0 0,0 0 0 0 0,0 0 0 0 0,0 0-1 0 0,0 1 1 0 0,0-1 0 0 0,1 1 0 0 0,-1 0-1 0 0,0-1 1 0 0,0 1 0 0 0,0 0 0 0 0,1 0 0 0 0,-1 1-1 0 0,0-1 1 0 0,0 0 0 0 0,1 1 0 0 0,-1-1-1 0 0,0 1 1 0 0,0 0 0 0 0,0 0 0 0 0,0-1 0 0 0,3 3-1 0 0,2 1 399 0 0,1 0-1 0 0,-1 0 0 0 0,-1 0 0 0 0,1 1 1 0 0,10 9-1 0 0,-11-6-398 0 0,0-1 0 0 0,-1 1 0 0 0,0 0 1 0 0,0 0-1 0 0,-1 1 0 0 0,0-1 0 0 0,-1 1 1 0 0,0 0-1 0 0,0 0 0 0 0,0 1 0 0 0,-1-1 0 0 0,-1 0 1 0 0,0 1-1 0 0,0-1 0 0 0,-1 1 0 0 0,0-1 1 0 0,-2 12-1 0 0,3-20-128 0 0,-1 0 0 0 0,0 0-1 0 0,0 1 1 0 0,0-1 0 0 0,0 0 0 0 0,-1 0 0 0 0,1 0 0 0 0,0 1-1 0 0,0-1 1 0 0,-1 0 0 0 0,1 0 0 0 0,-1 0 0 0 0,1 0 0 0 0,-1 0 0 0 0,1 0-1 0 0,-1 0 1 0 0,0 0 0 0 0,1 0 0 0 0,-1 0 0 0 0,-1 1 0 0 0,1-2 33 0 0,0 0 1 0 0,1 0 0 0 0,-1 0 0 0 0,0 0-1 0 0,1 0 1 0 0,-1 0 0 0 0,0-1 0 0 0,0 1-1 0 0,1 0 1 0 0,-1-1 0 0 0,1 1 0 0 0,-1 0-1 0 0,0-1 1 0 0,1 1 0 0 0,-1-1 0 0 0,1 1-1 0 0,-1-1 1 0 0,1 1 0 0 0,-1-1 0 0 0,1 1-1 0 0,-1-1 1 0 0,1 1 0 0 0,-1-2 0 0 0,-4-5 320 0 0,1-1 0 0 0,0 0-1 0 0,0 0 1 0 0,-4-10 0 0 0,5 6-264 0 0,-1-1 0 0 0,2 0 1 0 0,-1 0-1 0 0,2 0 0 0 0,0 0 0 0 0,0 0 0 0 0,1-1 0 0 0,1 1 0 0 0,0 0 0 0 0,5-18 1 0 0,-3 16-1079 0 0,2 1 0 0 0,0 1 0 0 0,0-1 0 0 0,1 1 0 0 0,12-19 0 0 0,-4 10-4394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1:15.1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76 1840 0 0,'-4'-7'456'0'0,"0"2"-1"0"0,0-1 1 0 0,-1 0-1 0 0,1 1 1 0 0,-1 0-1 0 0,0 0 1 0 0,-1 0-1 0 0,1 0 1 0 0,-1 1-1 0 0,0 0 1 0 0,-11-6-1 0 0,15 9-367 0 0,0 0 0 0 0,0 0 0 0 0,-1 0 0 0 0,1 0 0 0 0,0 0 0 0 0,0 0 0 0 0,0 1 0 0 0,-1-1 0 0 0,1 1 0 0 0,0 0 0 0 0,0-1 0 0 0,-1 1 0 0 0,1 0 0 0 0,0 0 0 0 0,-1 0 0 0 0,1 1 0 0 0,0-1 0 0 0,-1 1 0 0 0,1-1 0 0 0,0 1 0 0 0,0 0 0 0 0,-1 0 0 0 0,1 0 0 0 0,0 0 0 0 0,0 0 0 0 0,0 0 0 0 0,0 0 0 0 0,0 1 0 0 0,1-1 0 0 0,-1 1 0 0 0,0-1 0 0 0,1 1 0 0 0,-1 0 0 0 0,1 0 0 0 0,-1 0 0 0 0,1 0 0 0 0,0 0 0 0 0,-2 3 0 0 0,-6 21 51 0 0,0 1 1 0 0,1 1-1 0 0,2-1 0 0 0,-6 56 0 0 0,6-32 13 0 0,-1-6-55 0 0,-13 107 139 0 0,18-126-221 0 0,1 0 0 0 0,2 0 0 0 0,6 45 0 0 0,-6-64-30 0 0,0-1 0 0 0,0 0 1 0 0,1 0-1 0 0,0 0 1 0 0,1 0-1 0 0,-1 0 1 0 0,1 0-1 0 0,0-1 1 0 0,1 1-1 0 0,-1-1 1 0 0,8 9-1 0 0,-9-12 10 0 0,1 0 0 0 0,0 0-1 0 0,-1 0 1 0 0,1 0 0 0 0,0 0-1 0 0,0 0 1 0 0,0-1 0 0 0,0 0 0 0 0,0 1-1 0 0,0-1 1 0 0,0 0 0 0 0,0-1-1 0 0,1 1 1 0 0,-1-1 0 0 0,0 1-1 0 0,1-1 1 0 0,-1 0 0 0 0,0 0 0 0 0,1 0-1 0 0,-1-1 1 0 0,0 1 0 0 0,1-1-1 0 0,5-1 1 0 0,5-3 12 0 0,0-1-1 0 0,0 0 1 0 0,-1 0 0 0 0,0-1 0 0 0,0-1-1 0 0,-1 0 1 0 0,0-1 0 0 0,0 0-1 0 0,-1-1 1 0 0,0 0 0 0 0,0-1-1 0 0,-2 0 1 0 0,1-1 0 0 0,-1 0-1 0 0,-1 0 1 0 0,8-16 0 0 0,-15 25 11 0 0,1 1 1 0 0,-2 0 0 0 0,1 0 0 0 0,0-1 0 0 0,0 1 0 0 0,-1-1 0 0 0,1 1 0 0 0,-1 0 0 0 0,0-1 0 0 0,0 1 0 0 0,0-1 0 0 0,0 1 0 0 0,0-1 0 0 0,0 1 0 0 0,-1 0 0 0 0,1-1 0 0 0,-1 1 0 0 0,0 0 0 0 0,0-1 0 0 0,0 1 0 0 0,0 0 0 0 0,0 0 0 0 0,0 0 0 0 0,0-1 0 0 0,-1 1 0 0 0,1 1-1 0 0,-1-1 1 0 0,1 0 0 0 0,-1 0 0 0 0,0 1 0 0 0,0-1 0 0 0,0 0 0 0 0,0 1 0 0 0,0 0 0 0 0,0 0 0 0 0,0-1 0 0 0,0 1 0 0 0,-1 0 0 0 0,-2 0 0 0 0,-3-2 71 0 0,1 1 1 0 0,-1 0-1 0 0,0 0 1 0 0,0 1-1 0 0,1 0 0 0 0,-1 1 1 0 0,0 0-1 0 0,0 0 0 0 0,0 0 1 0 0,0 1-1 0 0,-9 2 1 0 0,9 0-60 0 0,0-1 1 0 0,1 2-1 0 0,0-1 1 0 0,-1 1-1 0 0,1 0 1 0 0,0 0-1 0 0,1 1 1 0 0,-1 0-1 0 0,1 0 1 0 0,0 1-1 0 0,0 0 1 0 0,1 0-1 0 0,-8 10 1 0 0,4-2-254 0 0,0 0 1 0 0,1 0-1 0 0,0 0 1 0 0,1 1-1 0 0,-8 28 0 0 0,6-10-4353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1:16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85 1840 0 0,'-4'-8'515'0'0,"-1"0"-1"0"0,0 0 1 0 0,-1 1-1 0 0,0-1 0 0 0,0 1 1 0 0,-11-9-1 0 0,15 13-300 0 0,0 1-1 0 0,-1 1 1 0 0,1-1-1 0 0,0 0 1 0 0,-1 0-1 0 0,1 1 1 0 0,-1-1-1 0 0,1 1 1 0 0,-1 0-1 0 0,0 0 1 0 0,0 0-1 0 0,1 0 1 0 0,-1 0-1 0 0,0 1 0 0 0,0-1 1 0 0,0 1-1 0 0,0 0 1 0 0,0 0-1 0 0,0 0 1 0 0,1 0-1 0 0,-1 0 1 0 0,0 1-1 0 0,0-1 1 0 0,0 1-1 0 0,-3 1 1 0 0,4-1-129 0 0,0 1 1 0 0,1-1-1 0 0,-1 1 1 0 0,0 0-1 0 0,0 0 0 0 0,1 0 1 0 0,-1 0-1 0 0,1 0 1 0 0,0 0-1 0 0,-1 0 1 0 0,1 0-1 0 0,0 0 1 0 0,0 1-1 0 0,1-1 1 0 0,-1 0-1 0 0,0 1 1 0 0,1-1-1 0 0,-1 1 1 0 0,1-1-1 0 0,0 3 1 0 0,-1 57 448 0 0,2-47-324 0 0,-1-12-188 0 0,11 237 1271 0 0,-6-184-1011 0 0,3 0-1 0 0,18 69 0 0 0,-23-114-194 0 0,1-1 0 0 0,0 1 0 0 0,1-1 0 0 0,0 0 1 0 0,0 0-1 0 0,1 0 0 0 0,11 13 0 0 0,-14-19-170 0 0,1 0 1 0 0,0 0-1 0 0,0-1 1 0 0,0 1-1 0 0,0-1 1 0 0,1 0-1 0 0,8 4 0 0 0,-9-5-252 0 0,-1-1 0 0 0,0 0 0 0 0,1 0 0 0 0,-1 0 0 0 0,1 0 0 0 0,-1-1 0 0 0,1 1 0 0 0,-1-1 0 0 0,1 0 0 0 0,-1 0 0 0 0,1 0-1 0 0,6-2 1 0 0,4-1-4554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1:17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0 158 2761 0 0,'36'-20'1604'0'0,"39"-29"0"0"0,-50 31-1210 0 0,1 1 1 0 0,1 1-1 0 0,41-18 0 0 0,-56 31-330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1:17.6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152 181 4609 0 0,'1'38'7387'0'0,"2"4"-4119"0"0,0 84-1650 0 0,-7-73-1387 0 0,2-28-253 0 0,0 1 0 0 0,1 0 0 0 0,2 0 0 0 0,6 44 1 0 0,-2-55-1305 0 0</inkml:trace>
  <inkml:trace contextRef="#ctx0" brushRef="#br0" timeOffset="1">11 32 4609 0 0,'-2'-20'1031'0'0,"1"9"303"0"0,-3 27-860 0 0,2 50-2556 0 0,0-59 1845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1:18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60 4145 0 0,'17'-6'562'0'0,"-8"2"5"0"0,-1 1 1 0 0,0 1-1 0 0,1-1 0 0 0,-1 2 1 0 0,16-2-1 0 0,-22 3-428 0 0,1 0-1 0 0,0 0 1 0 0,0 0 0 0 0,-1 1 0 0 0,1-1-1 0 0,0 1 1 0 0,-1 0 0 0 0,1 0-1 0 0,-1 0 1 0 0,1 0 0 0 0,-1 0-1 0 0,1 1 1 0 0,-1-1 0 0 0,0 1-1 0 0,0 0 1 0 0,1-1 0 0 0,-1 1 0 0 0,0 0-1 0 0,-1 0 1 0 0,1 0 0 0 0,0 1-1 0 0,-1-1 1 0 0,2 3 0 0 0,2 4-63 0 0,-1 0-1 0 0,0 0 1 0 0,-1 1 0 0 0,0-1 0 0 0,0 1-1 0 0,-1 0 1 0 0,0 0 0 0 0,-1 0 0 0 0,0 15-1 0 0,-1 13 200 0 0,-5 41 0 0 0,4-65-285 0 0,2-22-11 0 0,3-26-18 0 0,-4 30 37 0 0,4-32-7 0 0,12-47 0 0 0,-13 70 2 0 0,1 0 1 0 0,1 0-1 0 0,0 0 1 0 0,0 1-1 0 0,1 0 0 0 0,14-21 1 0 0,-17 30 6 0 0,0 0 1 0 0,0-1-1 0 0,0 1 1 0 0,1 0-1 0 0,-1 1 1 0 0,1-1-1 0 0,0 0 1 0 0,0 1-1 0 0,0 0 1 0 0,0 0 0 0 0,0 0-1 0 0,0 1 1 0 0,1-1-1 0 0,-1 1 1 0 0,0 0-1 0 0,1 0 1 0 0,-1 1-1 0 0,1-1 1 0 0,-1 1-1 0 0,1 0 1 0 0,4 1-1 0 0,-5-1-6 0 0,0 0 0 0 0,0 1 0 0 0,0 0 0 0 0,0 0 0 0 0,0 0 0 0 0,0 0 0 0 0,-1 1 0 0 0,1 0 0 0 0,0-1 0 0 0,-1 1 0 0 0,1 0 0 0 0,-1 1 0 0 0,0-1 0 0 0,0 1 0 0 0,0-1 0 0 0,0 1 0 0 0,0 0 0 0 0,0 0 0 0 0,-1 0-1 0 0,1 1 1 0 0,-1-1 0 0 0,0 0 0 0 0,3 7 0 0 0,2 12-16 0 0,-1 0-1 0 0,-1 0 1 0 0,-1 0 0 0 0,2 28-1 0 0,-1-6-51 0 0,-2-19-6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1:18.5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0 456 0 0,'1'0'161'0'0,"1"1"0"0"0,-1-1 0 0 0,0 0-1 0 0,1 1 1 0 0,-1-1 0 0 0,0 1 0 0 0,0-1 0 0 0,0 1 0 0 0,0 0-1 0 0,1 0 1 0 0,-1-1 0 0 0,0 1 0 0 0,0 0 0 0 0,0 0-1 0 0,0 0 1 0 0,-1 0 0 0 0,1 0 0 0 0,0 0 0 0 0,0 0 0 0 0,-1 0-1 0 0,1 0 1 0 0,0 1 0 0 0,-1-1 0 0 0,1 0 0 0 0,-1 0 0 0 0,0 1-1 0 0,1-1 1 0 0,-1 0 0 0 0,0 1 0 0 0,0-1 0 0 0,0 0-1 0 0,0 2 1 0 0,1-1 5 0 0,-1 0-1 0 0,0 0 0 0 0,0-1 0 0 0,0 1 1 0 0,0 0-1 0 0,0 0 0 0 0,0 0 1 0 0,-1-1-1 0 0,1 1 0 0 0,-1 0 0 0 0,1 0 1 0 0,-1-1-1 0 0,1 1 0 0 0,-1 0 1 0 0,0-1-1 0 0,0 1 0 0 0,0-1 0 0 0,0 1 1 0 0,0-1-1 0 0,0 1 0 0 0,0-1 1 0 0,-1 0-1 0 0,-1 2 0 0 0,-13 0 298 0 0,15-3-429 0 0,0 0-1 0 0,0 0 1 0 0,0 0 0 0 0,0 0-1 0 0,0 0 1 0 0,0 0 0 0 0,-1 1-1 0 0,1-1 1 0 0,0 0 0 0 0,0 1-1 0 0,0-1 1 0 0,0 1 0 0 0,0-1-1 0 0,0 1 1 0 0,0-1 0 0 0,1 1-1 0 0,-1 0 1 0 0,0-1 0 0 0,-1 2-1 0 0,-7 8 93 0 0,1 0-1 0 0,1 1 1 0 0,0 0-1 0 0,0 0 1 0 0,1 1-1 0 0,0 0 1 0 0,1 0-1 0 0,1 0 1 0 0,0 0-1 0 0,-5 24 1 0 0,5-11 103 0 0,0-1 0 0 0,2 1 1 0 0,0 0-1 0 0,4 43 1 0 0,-1-58-158 0 0,0 0 0 0 0,0 0 0 0 0,1 0 1 0 0,1 0-1 0 0,0 0 0 0 0,0-1 1 0 0,1 1-1 0 0,5 10 0 0 0,-7-17-67 0 0,1 1 0 0 0,-1 0 0 0 0,1-1 0 0 0,0 0 0 0 0,0 0 0 0 0,1 0 0 0 0,-1 0 0 0 0,0 0 1 0 0,1 0-1 0 0,0-1 0 0 0,0 0 0 0 0,0 0 0 0 0,0 0 0 0 0,0 0 0 0 0,0-1 0 0 0,0 1 0 0 0,0-1 0 0 0,1 0 0 0 0,-1 0 0 0 0,0-1 0 0 0,6 1 0 0 0,5-1-160 0 0,0-1 0 0 0,1 0 0 0 0,-1-1-1 0 0,-1-1 1 0 0,1 0 0 0 0,0-1 0 0 0,-1-1 0 0 0,20-9 0 0 0,0-1-4426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1:23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146 227 1376 0 0,'-6'0'311'0'0,"0"-1"1"0"0,1 0-1 0 0,-1-1 0 0 0,1 1 0 0 0,-7-3 0 0 0,-22-6 1544 0 0,-37 7 2770 0 0,71 2-4474 0 0,0 0-1 0 0,1 0 0 0 0,-1 0 0 0 0,0 0 0 0 0,1 0 0 0 0,-1 0 1 0 0,1 1-1 0 0,-1-1 0 0 0,1 0 0 0 0,-1 0 0 0 0,1 1 0 0 0,0-1 1 0 0,-1 0-1 0 0,1 1 0 0 0,0-1 0 0 0,-1 0 0 0 0,1 1 1 0 0,0-1-1 0 0,0 1 0 0 0,1-1 0 0 0,22-18 53 0 0,-5 7-199 0 0,1 2 0 0 0,0 0 0 0 0,0 2 0 0 0,1 0 0 0 0,28-6 0 0 0,37-16-177 0 0,56-32-379 0 0,-104 46 208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1:24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 6913 0 0,'-1'-1'42'0'0,"0"1"0"0"0,-1 0 0 0 0,1 0 0 0 0,0 0 0 0 0,-1 0 0 0 0,1 0 0 0 0,0 1 0 0 0,-1-1 0 0 0,1 0 0 0 0,0 0 0 0 0,0 1 0 0 0,-1-1 0 0 0,1 1 0 0 0,0-1 0 0 0,0 1 0 0 0,0 0 0 0 0,-2 1 0 0 0,2-1 61 0 0,1 0-1 0 0,0 0 1 0 0,0 0 0 0 0,-1 1 0 0 0,1-1-1 0 0,0 0 1 0 0,0 0 0 0 0,0 0-1 0 0,0 1 1 0 0,0-1 0 0 0,1 0 0 0 0,-1 0-1 0 0,0 0 1 0 0,0 1 0 0 0,1-1-1 0 0,-1 0 1 0 0,1 0 0 0 0,-1 0 0 0 0,1 0-1 0 0,0 1 1 0 0,17 48 766 0 0,-2 1-1 0 0,-2 0 1 0 0,-3 1 0 0 0,6 63-1 0 0,9 36-519 0 0,38 138-68 0 0,15 66 174 0 0,-78-347-449 0 0,7 29 87 0 0,13 43 0 0 0,-18-70-80 0 0,1-1 0 0 0,0 1 0 0 0,0-1 0 0 0,1 0 0 0 0,0 0 0 0 0,1 0 0 0 0,0-1-1 0 0,0 0 1 0 0,12 11 0 0 0,-16-16-10 0 0,1-1 0 0 0,0 0 0 0 0,0 0 0 0 0,0 0-1 0 0,0 0 1 0 0,1 0 0 0 0,-1-1 0 0 0,0 0 0 0 0,1 1 0 0 0,-1-1-1 0 0,1 0 1 0 0,-1-1 0 0 0,1 1 0 0 0,-1-1 0 0 0,1 1-1 0 0,0-1 1 0 0,-1 0 0 0 0,1 0 0 0 0,-1-1 0 0 0,1 1 0 0 0,0-1-1 0 0,-1 0 1 0 0,1 0 0 0 0,-1 0 0 0 0,0 0 0 0 0,1-1-1 0 0,-1 1 1 0 0,0-1 0 0 0,0 0 0 0 0,0 0 0 0 0,0 0-1 0 0,4-3 1 0 0,9-8 26 0 0,-1-1 1 0 0,0-1-1 0 0,0-1 0 0 0,16-23 0 0 0,-18 22 55 0 0,8-9-297 0 0,2 1 0 0 0,38-34 0 0 0,-40 42-91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1:24.5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236 148 3225 0 0,'3'-7'508'0'0,"-1"-1"1"0"0,0 1 0 0 0,0-1-1 0 0,-1 1 1 0 0,0-1-1 0 0,0 0 1 0 0,-1 0 0 0 0,0 1-1 0 0,0-1 1 0 0,-1 0-1 0 0,0 0 1 0 0,-1 1 0 0 0,1-1-1 0 0,-1 1 1 0 0,-6-15-1 0 0,7 21-439 0 0,0 0 0 0 0,0 0-1 0 0,0 0 1 0 0,0 0-1 0 0,0 0 1 0 0,0 1 0 0 0,0-1-1 0 0,0 0 1 0 0,0 1-1 0 0,0-1 1 0 0,0 1 0 0 0,-1-1-1 0 0,1 1 1 0 0,0-1-1 0 0,0 1 1 0 0,-1 0 0 0 0,1 0-1 0 0,0 0 1 0 0,0-1-1 0 0,-1 1 1 0 0,1 0 0 0 0,0 1-1 0 0,-1-1 1 0 0,1 0-1 0 0,0 0 1 0 0,0 0 0 0 0,-1 1-1 0 0,1-1 1 0 0,0 1 0 0 0,0-1-1 0 0,0 1 1 0 0,-2 0-1 0 0,-38 22 645 0 0,26-11-689 0 0,0 0 0 0 0,1 1 0 0 0,0 1 0 0 0,1 0 0 0 0,1 1 0 0 0,0 1 0 0 0,-16 28 0 0 0,24-38-25 0 0,0 1 0 0 0,0 0 1 0 0,1 0-1 0 0,0 0 0 0 0,1 0 1 0 0,0 1-1 0 0,0-1 0 0 0,0 1 1 0 0,1-1-1 0 0,0 1 0 0 0,1 0 0 0 0,-1 0 1 0 0,1-1-1 0 0,1 1 0 0 0,0 0 1 0 0,0-1-1 0 0,0 1 0 0 0,1-1 1 0 0,0 1-1 0 0,1-1 0 0 0,-1 0 1 0 0,5 8-1 0 0,-4-10 15 0 0,0-1-1 0 0,0 0 1 0 0,0 1 0 0 0,0-1 0 0 0,1-1-1 0 0,0 1 1 0 0,0 0 0 0 0,0-1-1 0 0,0 0 1 0 0,0 0 0 0 0,1 0-1 0 0,-1-1 1 0 0,1 1 0 0 0,0-1 0 0 0,0 0-1 0 0,0 0 1 0 0,0-1 0 0 0,0 0-1 0 0,0 1 1 0 0,0-2 0 0 0,1 1-1 0 0,-1-1 1 0 0,0 1 0 0 0,9-2 0 0 0,-1-1-469 0 0,0 0 0 0 0,-1 0 0 0 0,1-2 1 0 0,-1 1-1 0 0,1-1 0 0 0,-1-1 0 0 0,-1-1 1 0 0,1 1-1 0 0,10-9 0 0 0,4-1-3982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1:25.0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92 147 3225 0 0,'-35'-10'293'0'0,"28"9"458"0"0,0 0 0 0 0,0-1-1 0 0,1-1 1 0 0,-1 1 0 0 0,-11-6 0 0 0,18 7-674 0 0,0 0 0 0 0,-1 1 0 0 0,1-1 1 0 0,-1 1-1 0 0,1-1 0 0 0,0 0 0 0 0,-1 1 0 0 0,1-1 0 0 0,0 0 0 0 0,0 1 0 0 0,-1-1 1 0 0,1 0-1 0 0,0 1 0 0 0,0-1 0 0 0,0 0 0 0 0,0 1 0 0 0,0-1 0 0 0,0 0 0 0 0,0 0 1 0 0,0 1-1 0 0,0-1 0 0 0,0 0 0 0 0,1 1 0 0 0,-1-1 0 0 0,0 0 0 0 0,0 1 0 0 0,1-1 1 0 0,-1 0-1 0 0,0 1 0 0 0,1-1 0 0 0,-1 1 0 0 0,1-1 0 0 0,-1 1 0 0 0,1-1 0 0 0,-1 1 1 0 0,1-1-1 0 0,-1 1 0 0 0,1-1 0 0 0,-1 1 0 0 0,1-1 0 0 0,-1 1 0 0 0,2-1 0 0 0,25-20 1113 0 0,-4 10-921 0 0,-1 0 0 0 0,1 1 0 0 0,1 2 0 0 0,0 0 0 0 0,0 2 0 0 0,1 0 0 0 0,-1 2 0 0 0,1 0 0 0 0,25 1 0 0 0,-45 3-257 0 0,-1 0-1 0 0,1 0 1 0 0,-1 1 0 0 0,1 0-1 0 0,-1-1 1 0 0,0 2 0 0 0,1-1-1 0 0,-1 0 1 0 0,0 1-1 0 0,0 0 1 0 0,0 0 0 0 0,0 0-1 0 0,0 0 1 0 0,0 1-1 0 0,-1 0 1 0 0,1-1 0 0 0,-1 1-1 0 0,1 0 1 0 0,-1 1-1 0 0,0-1 1 0 0,-1 1 0 0 0,1-1-1 0 0,0 1 1 0 0,3 7-1 0 0,3 9 30 0 0,-1-1-1 0 0,0 1 0 0 0,-1 1 1 0 0,4 22-1 0 0,-3-10 55 0 0,85 374 149 0 0,-12-43-243 0 0,-75-341 22 0 0,2 4-40 0 0,-1 0 0 0 0,5 55 0 0 0,-11-76 33 0 0,-1 0 0 0 0,1 1 0 0 0,-1-1 1 0 0,-1 0-1 0 0,0 1 0 0 0,1-1 0 0 0,-2 0 1 0 0,1 0-1 0 0,-1 0 0 0 0,0 0 0 0 0,0 0 1 0 0,-1 0-1 0 0,1-1 0 0 0,-1 1 0 0 0,-1-1 1 0 0,1 1-1 0 0,-1-1 0 0 0,0 0 0 0 0,-4 4 0 0 0,5-7 92 0 0,-1 1 0 0 0,1-1-1 0 0,0 0 1 0 0,-1 0-1 0 0,1-1 1 0 0,-1 1-1 0 0,0-1 1 0 0,1 0-1 0 0,-1 0 1 0 0,0 0-1 0 0,0 0 1 0 0,-4 0-1 0 0,-53-1 1829 0 0,14-1-1630 0 0,33 2-567 0 0,0 1 0 0 0,0 0 1 0 0,0 1-1 0 0,0 1 0 0 0,0 0 1 0 0,1 1-1 0 0,0 0 0 0 0,0 1 0 0 0,-21 12 1 0 0,25-12-668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1:25.4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1 140 2304 0 0,'116'-101'7742'0'0,"-109"95"-7765"0"0,1 0 1 0 0,-1 1-1 0 0,16-10 0 0 0,-22 14 7 0 0,1 1 0 0 0,0-1 0 0 0,-1 0-1 0 0,1 0 1 0 0,0 1 0 0 0,0-1 0 0 0,-1 1 0 0 0,1-1-1 0 0,0 1 1 0 0,0 0 0 0 0,0 0 0 0 0,0 0 0 0 0,0 0 0 0 0,-1 0-1 0 0,1 0 1 0 0,0 0 0 0 0,0 1 0 0 0,0-1 0 0 0,0 1-1 0 0,-1-1 1 0 0,1 1 0 0 0,0-1 0 0 0,-1 1 0 0 0,1 0-1 0 0,0 0 1 0 0,1 2 0 0 0,3 3 92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1:25.7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58 1840 0 0,'0'0'160'0'0,"2"0"-160"0"0,0 2 0 0 0,0-4 0 0 0,-1 2 128 0 0,1-2 0 0 0,2 0-7 0 0,3-1-1 0 0,3-2-120 0 0,1-2 64 0 0,3-2-64 0 0,-2 0 0 0 0,0-1 0 0 0,-2-1 0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1:26.1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77 3681 0 0,'0'1'81'0'0,"-1"-1"1"0"0,0 0 0 0 0,1 1-1 0 0,-1-1 1 0 0,1 1-1 0 0,-1-1 1 0 0,1 0 0 0 0,-1 1-1 0 0,1-1 1 0 0,0 1-1 0 0,-1-1 1 0 0,1 1 0 0 0,-1 0-1 0 0,1-1 1 0 0,0 1-1 0 0,0-1 1 0 0,-1 1-1 0 0,1 0 1 0 0,0-1 0 0 0,0 1-1 0 0,0-1 1 0 0,0 1-1 0 0,-1 0 1 0 0,1-1 0 0 0,0 1-1 0 0,0 0 1 0 0,0-1-1 0 0,0 1 1 0 0,1 0 0 0 0,-1-1-1 0 0,0 1 1 0 0,0 0-1 0 0,0-1 1 0 0,0 1 0 0 0,1-1-1 0 0,-1 1 1 0 0,0 0-1 0 0,1 0 1 0 0,0 0 86 0 0,0 1 0 0 0,0-1 0 0 0,-1 0 0 0 0,1 0 0 0 0,0 0 0 0 0,0 0 0 0 0,0 0 0 0 0,0 0 0 0 0,0 0 0 0 0,1 0-1 0 0,-1 0 1 0 0,0-1 0 0 0,0 1 0 0 0,1 0 0 0 0,-1-1 0 0 0,0 1 0 0 0,3 0 0 0 0,7 0 268 0 0,-1-1 1 0 0,1 0-1 0 0,0-1 0 0 0,-1 0 0 0 0,1 0 0 0 0,-1-1 1 0 0,11-4-1 0 0,75-28 389 0 0,-59 19-756 0 0,2 3-859 0 0,49-10 1 0 0,-18 6-3312 0 0,-59 12 4005 0 0,-2 1 84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1:26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1 2761 0 0,'-3'4'191'0'0,"1"0"1"0"0,0 0 0 0 0,-1 0 0 0 0,2 1-1 0 0,-1-1 1 0 0,1 1 0 0 0,-1-1 0 0 0,0 6-1 0 0,1-3 96 0 0,-3 4 252 0 0,-1 3-94 0 0,1 1-1 0 0,0 0 1 0 0,1 0 0 0 0,1 0 0 0 0,-1 20 0 0 0,3-32-412 0 0,0 0 1 0 0,0-1 0 0 0,1 1 0 0 0,-1 0 0 0 0,0 0 0 0 0,1 0 0 0 0,0-1 0 0 0,0 1 0 0 0,0 0 0 0 0,0-1 0 0 0,0 1 0 0 0,1-1 0 0 0,-1 1 0 0 0,1-1-1 0 0,-1 0 1 0 0,1 0 0 0 0,0 1 0 0 0,0-1 0 0 0,0 0 0 0 0,0-1 0 0 0,0 1 0 0 0,0 0 0 0 0,1-1 0 0 0,-1 1 0 0 0,1-1 0 0 0,-1 0 0 0 0,1 1 0 0 0,-1-1-1 0 0,1 0 1 0 0,0-1 0 0 0,-1 1 0 0 0,1 0 0 0 0,0-1 0 0 0,0 0 0 0 0,4 1 0 0 0,76 0 170 0 0,-54-1-33 0 0,1 0 0 0 0,35 6 0 0 0,-57-5-150 0 0,0 1 0 0 0,-1 0 0 0 0,0 0-1 0 0,1 0 1 0 0,-1 1 0 0 0,0 0 0 0 0,0 1 0 0 0,-1-1-1 0 0,1 1 1 0 0,-1 1 0 0 0,0-1 0 0 0,0 1-1 0 0,8 7 1 0 0,-12-10-20 0 0,0 1 0 0 0,-1-1-1 0 0,1 1 1 0 0,0-1 0 0 0,-1 1-1 0 0,1-1 1 0 0,-1 1 0 0 0,0 0 0 0 0,0 0-1 0 0,0-1 1 0 0,-1 1 0 0 0,1 0-1 0 0,0 0 1 0 0,-1 0 0 0 0,0 0 0 0 0,0 4-1 0 0,0-2 3 0 0,-1 0 0 0 0,0 1 0 0 0,0-1 0 0 0,-1 0 0 0 0,1 1 0 0 0,-1-1 0 0 0,0 0 0 0 0,-4 6 0 0 0,-5 8 7 0 0,-2-1-1 0 0,0 0 1 0 0,-23 23 0 0 0,21-25-13 0 0,-52 50-1112 0 0,54-55 739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1:26.7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93 3681 0 0,'0'-1'196'0'0,"-1"-1"0"0"0,1 1-1 0 0,-1 0 1 0 0,1 0 0 0 0,-1 0 0 0 0,1 0 0 0 0,-1 0 0 0 0,0 0 0 0 0,0 0-1 0 0,0 0 1 0 0,1 0 0 0 0,-1 0 0 0 0,0 1 0 0 0,0-1 0 0 0,0 0 0 0 0,0 0-1 0 0,0 1 1 0 0,-1-1 0 0 0,1 1 0 0 0,0-1 0 0 0,0 1 0 0 0,0-1 0 0 0,0 1-1 0 0,-1 0 1 0 0,1 0 0 0 0,0 0 0 0 0,0-1 0 0 0,0 1 0 0 0,-1 0 0 0 0,1 0-1 0 0,0 1 1 0 0,0-1 0 0 0,-1 0 0 0 0,1 0 0 0 0,0 1 0 0 0,0-1 0 0 0,0 0-1 0 0,-2 1 1 0 0,1 1-53 0 0,0-1-1 0 0,0 1 1 0 0,-1-1-1 0 0,1 1 0 0 0,0 0 1 0 0,1-1-1 0 0,-1 1 1 0 0,0 0-1 0 0,0 0 1 0 0,1 1-1 0 0,0-1 0 0 0,-1 0 1 0 0,1 0-1 0 0,0 1 1 0 0,0-1-1 0 0,0 1 1 0 0,-1 2-1 0 0,-1 15-42 0 0,0 1 0 0 0,1-1 0 0 0,0 1-1 0 0,2 0 1 0 0,1-1 0 0 0,1 1 0 0 0,0 0 0 0 0,1-1 0 0 0,2 0 0 0 0,10 33-1 0 0,-11-43-100 0 0,0 0-1 0 0,1 0 0 0 0,0 0 0 0 0,1-1 1 0 0,-1 0-1 0 0,2 0 0 0 0,-1-1 0 0 0,1 0 1 0 0,15 14-1 0 0,-16-18 3 0 0,0 1 0 0 0,0-1 0 0 0,1 0 0 0 0,-1-1 0 0 0,1 0 1 0 0,0 0-1 0 0,0 0 0 0 0,0-1 0 0 0,0 0 0 0 0,0 0 0 0 0,1-1 0 0 0,-1 0 0 0 0,1 0 1 0 0,-1-1-1 0 0,11 0 0 0 0,-14 0 15 0 0,-1 0 0 0 0,1 0 0 0 0,-1-1 0 0 0,1 1 0 0 0,-1-1 0 0 0,1 0 0 0 0,-1 0 0 0 0,0 0 0 0 0,1-1 0 0 0,-1 1 0 0 0,0-1 0 0 0,0 1 1 0 0,0-1-1 0 0,0 0 0 0 0,0-1 0 0 0,-1 1 0 0 0,1 0 0 0 0,0-1 0 0 0,-1 1 0 0 0,0-1 0 0 0,0 0 0 0 0,1 0 0 0 0,-2 0 0 0 0,4-5 0 0 0,-3 1 123 0 0,1 0-1 0 0,-2 0 1 0 0,1 0-1 0 0,-1 0 1 0 0,0 0-1 0 0,0 0 1 0 0,-1-1-1 0 0,0 1 1 0 0,0 0-1 0 0,-1 0 0 0 0,-1-10 1 0 0,0 9 8 0 0,-26-136 1761 0 0,22 120-1743 0 0,-1 0 1 0 0,-1 1-1 0 0,-21-42 1 0 0,25 56-333 0 0,-1 1 1 0 0,0 0 0 0 0,-1 1 0 0 0,0-1 0 0 0,0 1 0 0 0,-1 0 0 0 0,0 0 0 0 0,-12-9 0 0 0,1 8-6386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1:27.4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1 194 1840 0 0,'0'-2'138'0'0,"0"-1"1"0"0,0 1-1 0 0,0-1 0 0 0,0 1 0 0 0,0-1 0 0 0,1 1 0 0 0,-1 0 0 0 0,1-1 0 0 0,0 1 0 0 0,-1 0 0 0 0,1-1 0 0 0,0 1 0 0 0,1 0 0 0 0,-1 0 0 0 0,0 0 1 0 0,1 0-1 0 0,-1 0 0 0 0,1 0 0 0 0,-1 0 0 0 0,1 1 0 0 0,3-3 0 0 0,-5 3-46 0 0,1 0 1 0 0,0 0 0 0 0,0 0-1 0 0,0 1 1 0 0,0-1-1 0 0,0 0 1 0 0,1 1-1 0 0,-1-1 1 0 0,0 0 0 0 0,0 1-1 0 0,0 0 1 0 0,0-1-1 0 0,1 1 1 0 0,-1 0-1 0 0,0-1 1 0 0,1 1-1 0 0,-1 0 1 0 0,0 0 0 0 0,0 0-1 0 0,1 0 1 0 0,-1 0-1 0 0,0 0 1 0 0,0 1-1 0 0,1-1 1 0 0,-1 0-1 0 0,0 1 1 0 0,0-1 0 0 0,1 1-1 0 0,-1-1 1 0 0,0 1-1 0 0,0-1 1 0 0,0 1-1 0 0,0 0 1 0 0,0 0-1 0 0,0-1 1 0 0,0 1 0 0 0,0 0-1 0 0,0 0 1 0 0,0 0-1 0 0,-1 0 1 0 0,1 0-1 0 0,0 2 1 0 0,6 9 213 0 0,-2 0 1 0 0,0 1-1 0 0,0-1 1 0 0,-1 1-1 0 0,-1 1 1 0 0,0-1-1 0 0,2 24 1 0 0,-4-23-273 0 0,1-1 0 0 0,0 0 1 0 0,1 0-1 0 0,0 0 0 0 0,1 0 1 0 0,1-1-1 0 0,0 0 0 0 0,9 16 0 0 0,-14-27-35 0 0,1 0 0 0 0,-1 0-1 0 0,1 0 1 0 0,-1 0-1 0 0,1-1 1 0 0,0 1-1 0 0,0 0 1 0 0,-1 0 0 0 0,1 0-1 0 0,0-1 1 0 0,0 1-1 0 0,0 0 1 0 0,0-1-1 0 0,-1 1 1 0 0,1-1 0 0 0,0 1-1 0 0,0-1 1 0 0,0 0-1 0 0,0 1 1 0 0,0-1-1 0 0,1 0 1 0 0,-1 1 0 0 0,0-1-1 0 0,0 0 1 0 0,0 0-1 0 0,0 0 1 0 0,0 0-1 0 0,0 0 1 0 0,0 0 0 0 0,0-1-1 0 0,0 1 1 0 0,0 0-1 0 0,0 0 1 0 0,0-1-1 0 0,0 1 1 0 0,0-1-1 0 0,0 1 1 0 0,0-1 0 0 0,0 1-1 0 0,0-1 1 0 0,0 1-1 0 0,0-1 1 0 0,0 0-1 0 0,-1 0 1 0 0,1 1 0 0 0,0-1-1 0 0,-1 0 1 0 0,2-1-1 0 0,5-7 5 0 0,0 0 0 0 0,-1-1 0 0 0,10-19 0 0 0,-7 13-9 0 0,39-60-60 0 0,73-88 0 0 0,-119 161 71 0 0,0 0-1 0 0,1 0 1 0 0,-1 1-1 0 0,1-1 0 0 0,0 1 1 0 0,0-1-1 0 0,0 1 0 0 0,0 0 1 0 0,0 0-1 0 0,0 0 0 0 0,1 0 1 0 0,-1 1-1 0 0,1 0 1 0 0,-1-1-1 0 0,1 1 0 0 0,4 0 1 0 0,-5 1 43 0 0,0 0 1 0 0,0 0 0 0 0,0 1-1 0 0,0-1 1 0 0,-1 1-1 0 0,1 0 1 0 0,0 0 0 0 0,0 0-1 0 0,-1 0 1 0 0,1 0-1 0 0,0 1 1 0 0,-1-1 0 0 0,0 1-1 0 0,1 0 1 0 0,-1 0-1 0 0,0 0 1 0 0,0 0 0 0 0,0 0-1 0 0,0 0 1 0 0,3 5-1 0 0,11 13 264 0 0,-2 2-1 0 0,0 0 1 0 0,19 43-1 0 0,-32-62-311 0 0,0-1 0 0 0,-1 0 0 0 0,2 0 0 0 0,-1 0 0 0 0,0 0 0 0 0,0 0 0 0 0,1 0 0 0 0,-1 0 0 0 0,1 0 0 0 0,-1 0 0 0 0,1 0 0 0 0,0-1 0 0 0,0 1 0 0 0,0-1 0 0 0,0 1 0 0 0,0-1 0 0 0,0 0 0 0 0,0 0 0 0 0,0 0 0 0 0,0 0 0 0 0,1 0 0 0 0,-1-1 0 0 0,0 1 0 0 0,1 0 0 0 0,-1-1 0 0 0,3 1 0 0 0,0-2 0 0 0,-1 0 0 0 0,1 0 0 0 0,-1 0 0 0 0,0-1 0 0 0,1 1 0 0 0,-1-1 0 0 0,0 0 0 0 0,0 0 0 0 0,0 0 0 0 0,0-1 0 0 0,-1 1 0 0 0,1-1 0 0 0,4-4 0 0 0,6-8 0 0 0,0 0 0 0 0,0 0 0 0 0,-1-2 0 0 0,15-26 0 0 0,-18 27 0 0 0,0 1 0 0 0,1 0 0 0 0,1 0 0 0 0,0 1 0 0 0,24-22 0 0 0,-34 35-19 0 0,0-1 0 0 0,0 1-1 0 0,0-1 1 0 0,0 1 0 0 0,0-1 0 0 0,0 1 0 0 0,0 0-1 0 0,1 0 1 0 0,-1 0 0 0 0,0 1 0 0 0,1-1 0 0 0,-1 0 0 0 0,1 1-1 0 0,-1-1 1 0 0,1 1 0 0 0,-1 0 0 0 0,1 0 0 0 0,-1 0-1 0 0,1 0 1 0 0,-1 1 0 0 0,1-1 0 0 0,-1 0 0 0 0,0 1-1 0 0,1 0 1 0 0,-1 0 0 0 0,0 0 0 0 0,1 0 0 0 0,-1 0 0 0 0,0 0-1 0 0,0 0 1 0 0,0 1 0 0 0,0-1 0 0 0,0 1 0 0 0,0-1-1 0 0,3 4 1 0 0,4 6-331 0 0,0 1 1 0 0,-1 0-1 0 0,-1 0 0 0 0,0 0 0 0 0,7 17 0 0 0,1-1-804 0 0,-7-14-3072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1:27.8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68 143 8290 0 0,'-16'-142'6393'0'0,"-3"210"-4152"0"0,5 16-1976 0 0,-3 113 0 0 0,16-147-278 0 0,2 0 1 0 0,3 0-1 0 0,16 82 1 0 0,-9-85-892 0 0,28 79-1 0 0,-30-101-4704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1:28.2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140 255 456 0 0,'1'-9'216'0'0,"-1"-1"1"0"0,0 1-1 0 0,0 0 1 0 0,-1 0-1 0 0,0 0 0 0 0,-1 0 1 0 0,0 0-1 0 0,0 0 0 0 0,-4-9 1 0 0,4 15 34 0 0,1 0 0 0 0,-1 0 0 0 0,0 0 0 0 0,0 0 1 0 0,0 0-1 0 0,0 0 0 0 0,-1 1 0 0 0,1-1 0 0 0,-1 1 1 0 0,0-1-1 0 0,0 1 0 0 0,0 0 0 0 0,0 0 0 0 0,0 1 1 0 0,0-1-1 0 0,0 0 0 0 0,0 1 0 0 0,-1 0 0 0 0,1 0 1 0 0,0 0-1 0 0,-1 0 0 0 0,1 0 0 0 0,-1 1 0 0 0,0 0 1 0 0,1 0-1 0 0,-4 0 0 0 0,3-1-32 0 0,1 1 0 0 0,0 0 0 0 0,0 1 0 0 0,0-1 0 0 0,0 0 0 0 0,-1 1 0 0 0,1 0 0 0 0,0 0 0 0 0,-6 2 0 0 0,9-2-186 0 0,-1-1-1 0 0,0 1 0 0 0,0 0 0 0 0,1 0 1 0 0,-1 0-1 0 0,0 0 0 0 0,1 0 0 0 0,-1 0 1 0 0,1 0-1 0 0,-1 0 0 0 0,1 0 0 0 0,0 0 1 0 0,-1 0-1 0 0,1 0 0 0 0,0 0 0 0 0,0 0 1 0 0,0 0-1 0 0,0 0 0 0 0,0 0 0 0 0,0 0 1 0 0,0 0-1 0 0,0 0 0 0 0,0 1 0 0 0,0-1 1 0 0,0 0-1 0 0,1 0 0 0 0,-1 0 0 0 0,1 0 1 0 0,-1 0-1 0 0,1 1 0 0 0,7 21 82 0 0,0 1 0 0 0,2-1 0 0 0,0-1-1 0 0,2 0 1 0 0,0 0 0 0 0,20 24 0 0 0,-25-36-106 0 0,1-1-1 0 0,1 1 1 0 0,0-1 0 0 0,0-1-1 0 0,1 0 1 0 0,0 0 0 0 0,0-1-1 0 0,1 0 1 0 0,0-1 0 0 0,0 0-1 0 0,0 0 1 0 0,1-2 0 0 0,0 1 0 0 0,14 2-1 0 0,-23-6-9 0 0,0-1-1 0 0,-1 1 0 0 0,1-1 1 0 0,-1 0-1 0 0,1 0 0 0 0,0 0 1 0 0,-1-1-1 0 0,1 1 0 0 0,0 0 1 0 0,-1-1-1 0 0,1 0 0 0 0,-1 0 1 0 0,1 0-1 0 0,-1 0 1 0 0,1 0-1 0 0,-1 0 0 0 0,0-1 1 0 0,0 1-1 0 0,1-1 0 0 0,-1 1 1 0 0,0-1-1 0 0,0 0 0 0 0,-1 0 1 0 0,1 0-1 0 0,0 0 0 0 0,-1 0 1 0 0,1 0-1 0 0,-1 0 0 0 0,1-1 1 0 0,0-2-1 0 0,5-10 18 0 0,-2 1 0 0 0,0-1 0 0 0,0 0 0 0 0,2-19-1 0 0,1 0 9 0 0,-4 21 30 0 0,41-121 503 0 0,-40 120-255 0 0,1 1 1 0 0,1 1-1 0 0,0-1 1 0 0,0 1-1 0 0,1 0 1 0 0,1 1-1 0 0,17-18 1 0 0,-25 28-259 0 0,-1 0 0 0 0,1 0 1 0 0,0 0-1 0 0,0 1 1 0 0,0-1-1 0 0,0 0 0 0 0,-1 1 1 0 0,1-1-1 0 0,0 0 1 0 0,0 1-1 0 0,0-1 0 0 0,0 1 1 0 0,1 0-1 0 0,-1-1 1 0 0,0 1-1 0 0,0 0 0 0 0,0 0 1 0 0,0 0-1 0 0,0 0 1 0 0,0 0-1 0 0,0 0 0 0 0,1 0 1 0 0,-1 0-1 0 0,0 0 1 0 0,0 0-1 0 0,0 0 0 0 0,0 1 1 0 0,0-1-1 0 0,0 0 1 0 0,0 1-1 0 0,0-1 0 0 0,0 1 1 0 0,0 0-1 0 0,0-1 1 0 0,0 1-1 0 0,0-1 0 0 0,0 1 1 0 0,0 0-1 0 0,-1 0 1 0 0,1 0-1 0 0,0 0 0 0 0,-1-1 1 0 0,1 1-1 0 0,0 0 1 0 0,-1 0-1 0 0,1 0 0 0 0,-1 0 1 0 0,1 0-1 0 0,-1 0 1 0 0,1 2-1 0 0,3 9 215 0 0,0-1 0 0 0,0 0 0 0 0,3 22 0 0 0,-6-25-159 0 0,13 60 521 0 0,27 118 176 0 0,-30-148-787 0 0,2-1-1 0 0,33 69 1 0 0,-27-70-283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1:43.8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348 0 1376 0 0,'-31'65'4297'0'0,"-147"464"2505"0"0,143-411-5728 0 0,-56 160 1104 0 0,81-263-2071 0 0,8-13-581 0 0,5-8-1891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1:44.2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72 456 0 0,'1'-6'530'0'0,"0"0"-1"0"0,0 0 1 0 0,-1 0 0 0 0,1 0 0 0 0,-1 0-1 0 0,-2-9 1 0 0,1-6 4196 0 0,19 53-1120 0 0,167 425 2122 0 0,-121-313-5276 0 0,-39-94-564 0 0,33 100 0 0 0,-50-133-1658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1:44.5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1 129 1376 0 0,'0'-2'172'0'0,"0"0"1"0"0,1 0-1 0 0,-1 0 0 0 0,1 1 0 0 0,-1-1 0 0 0,1 0 0 0 0,0 0 0 0 0,0 1 1 0 0,-1-1-1 0 0,1 0 0 0 0,1 1 0 0 0,1-3 0 0 0,5-4 445 0 0,0 1-1 0 0,0 0 1 0 0,1 0-1 0 0,0 1 1 0 0,1 0-1 0 0,13-6 1 0 0,63-24 2759 0 0,-76 33-3110 0 0,1 0-1 0 0,-1 0 0 0 0,0 1 0 0 0,1 0 0 0 0,-1 1 0 0 0,21 0 0 0 0,-24 2-838 0 0,1-1-1 0 0,-1 2 1 0 0,0-1 0 0 0,-1 1-1 0 0,1 0 1 0 0,13 5 0 0 0,-3 2-3367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1:44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41 3681 0 0,'-1'2'1280'0'0,"11"-4"2287"0"0,26-8-2785 0 0,-5 0-681 0 0,0 2 1 0 0,33-4-1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1:45.2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0 108 3225 0 0,'31'-26'504'0'0,"-18"14"525"0"0,2 1 0 0 0,-1 1 0 0 0,27-15 1 0 0,-32 20-628 0 0,0 2 0 0 0,0-1 1 0 0,-1 1-1 0 0,2 1 0 0 0,-1 0 1 0 0,0 0-1 0 0,0 1 0 0 0,18-1 0 0 0,-16 2-402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2:03.3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26 456 0 0,'0'-1'54'0'0,"0"0"1"0"0,0 0-1 0 0,0 0 0 0 0,1 0 1 0 0,-1 0-1 0 0,0 0 0 0 0,1 0 0 0 0,-1 0 1 0 0,1 0-1 0 0,-1 0 0 0 0,1 0 0 0 0,-1 0 1 0 0,1 0-1 0 0,0 0 0 0 0,-1 0 1 0 0,1 1-1 0 0,0-1 0 0 0,0 0 0 0 0,0 0 1 0 0,-1 1-1 0 0,1-1 0 0 0,0 1 1 0 0,0-1-1 0 0,0 1 0 0 0,0-1 0 0 0,0 1 1 0 0,0-1-1 0 0,0 1 0 0 0,2 0 1 0 0,-1-1 45 0 0,0 0 0 0 0,0 1 1 0 0,1 0-1 0 0,-1 0 1 0 0,0 0-1 0 0,0 0 0 0 0,0 0 1 0 0,1 0-1 0 0,-1 0 0 0 0,0 1 1 0 0,0-1-1 0 0,0 1 1 0 0,3 0-1 0 0,5 5 209 0 0,-1 0-1 0 0,1 1 1 0 0,-1 0 0 0 0,-1 1-1 0 0,1 0 1 0 0,-1 0 0 0 0,-1 0-1 0 0,0 1 1 0 0,12 18 0 0 0,-4-1 350 0 0,0 0 0 0 0,16 44 0 0 0,-25-54-534 0 0,-1 1 1 0 0,0-1-1 0 0,-1 1 1 0 0,-1 0-1 0 0,-1 0 0 0 0,0 0 1 0 0,-1 0-1 0 0,-1 18 1 0 0,-3-7 140 0 0,-1 0-1 0 0,-1-1 1 0 0,-2 1 0 0 0,-10 29 0 0 0,13-44-492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2:03.6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4145 0 0,'2'1'68'0'0,"-1"-1"0"0"0,1 1 1 0 0,-1 0-1 0 0,1-1 0 0 0,-1 1 1 0 0,1 0-1 0 0,-1 0 0 0 0,0 0 1 0 0,0 0-1 0 0,1 0 0 0 0,-1 1 1 0 0,0-1-1 0 0,0 0 0 0 0,0 1 0 0 0,0-1 1 0 0,0 0-1 0 0,0 1 0 0 0,0 2 1 0 0,15 27-239 0 0,-11-13-577 0 0,0-1-1 0 0,5 29 0 0 0,-9-37 24 0 0,1 1 482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2:01.6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219 58 920 0 0,'41'-39'3409'0'0,"-40"38"-3326"0"0,-1 1-1 0 0,0-1 1 0 0,0 0-1 0 0,0 1 1 0 0,0-1 0 0 0,0 1-1 0 0,0-1 1 0 0,0 1-1 0 0,0-1 1 0 0,0 0 0 0 0,0 1-1 0 0,0-1 1 0 0,0 1-1 0 0,0-1 1 0 0,-1 0-1 0 0,1 1 1 0 0,0-1 0 0 0,0 1-1 0 0,-1-1 1 0 0,1 1-1 0 0,0-1 1 0 0,-1 1 0 0 0,1-1-1 0 0,0 1 1 0 0,-1-1-1 0 0,1 1 1 0 0,-1 0 0 0 0,1-1-1 0 0,-1 1 1 0 0,1 0-1 0 0,-1-1 1 0 0,1 1 0 0 0,-1 0-1 0 0,1-1 1 0 0,-1 1-1 0 0,1 0 1 0 0,-1 0 0 0 0,1 0-1 0 0,-1 0 1 0 0,0-1-1 0 0,1 1 1 0 0,-1 0 0 0 0,1 0-1 0 0,-1 0 1 0 0,0 0-1 0 0,1 0 1 0 0,-1 0 0 0 0,1 1-1 0 0,-1-1 1 0 0,1 0-1 0 0,-1 0 1 0 0,0 0 0 0 0,1 1-1 0 0,-1-1 1 0 0,1 0-1 0 0,-1 0 1 0 0,1 1 0 0 0,-1-1-1 0 0,1 0 1 0 0,-1 1-1 0 0,0 0 1 0 0,-18 16 50 0 0,0 1 1 0 0,1 0-1 0 0,2 2 0 0 0,-1 0 1 0 0,-14 25-1 0 0,-62 120 467 0 0,87-152-578 0 0,1-1-1 0 0,-7 25 0 0 0,41-61 41 0 0,26-25-120 0 0,-51 45 58 0 0,1 1 0 0 0,-1 0 1 0 0,0 0-1 0 0,1 1 1 0 0,-1-1-1 0 0,1 1 0 0 0,0 0 1 0 0,0 0-1 0 0,0 1 1 0 0,0-1-1 0 0,9 0 0 0 0,-12 2-1 0 0,-1 0 1 0 0,1 0-1 0 0,0 0 0 0 0,-1 1 0 0 0,1-1 0 0 0,-1 1 0 0 0,1-1 1 0 0,0 1-1 0 0,-1 0 0 0 0,1 0 0 0 0,-1-1 0 0 0,0 1 0 0 0,1 0 0 0 0,-1 0 1 0 0,0 0-1 0 0,1 0 0 0 0,-1 1 0 0 0,0-1 0 0 0,0 0 0 0 0,0 1 0 0 0,0-1 1 0 0,0 0-1 0 0,0 1 0 0 0,-1-1 0 0 0,1 1 0 0 0,0-1 0 0 0,-1 1 0 0 0,1-1 1 0 0,-1 1-1 0 0,1 0 0 0 0,-1-1 0 0 0,0 1 0 0 0,0 0 0 0 0,0-1 1 0 0,0 1-1 0 0,0 3 0 0 0,0 8-9 0 0,-1-1 0 0 0,0 1 1 0 0,-5 21-1 0 0,4-25 8 0 0,-9 37 60 0 0,4-20 75 0 0,-4 40 0 0 0,10-59-116 0 0,1-1 0 0 0,0 1 0 0 0,0-1 0 0 0,0 1 0 0 0,1-1 0 0 0,0 1 0 0 0,0-1 0 0 0,1 0 0 0 0,-1 1 0 0 0,1-1 0 0 0,4 8 0 0 0,-4-11-4 0 0,0 0 0 0 0,1 0-1 0 0,-1-1 1 0 0,1 1-1 0 0,-1-1 1 0 0,1 1-1 0 0,0-1 1 0 0,-1 0-1 0 0,1 0 1 0 0,0-1 0 0 0,0 1-1 0 0,1 0 1 0 0,-1-1-1 0 0,0 0 1 0 0,1 0-1 0 0,-1 0 1 0 0,0 0 0 0 0,1 0-1 0 0,-1-1 1 0 0,1 1-1 0 0,-1-1 1 0 0,1 0-1 0 0,-1 0 1 0 0,1 0-1 0 0,-1-1 1 0 0,1 1 0 0 0,4-2-1 0 0,6-1-42 0 0,-1 0-1 0 0,0-1 0 0 0,1-1 1 0 0,-1 0-1 0 0,19-11 0 0 0,-17 7-134 0 0,0 0-1 0 0,-1-2 0 0 0,0 0 0 0 0,-1 0 1 0 0,0-2-1 0 0,21-26 0 0 0,-12 13-234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2: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1 100 920 0 0,'16'-32'3585'0'0,"-12"25"-3075"0"0,1 1 1 0 0,0-1-1 0 0,0 1 0 0 0,1 0 0 0 0,6-6 1 0 0,-9 10-510 0 0,-1-1 0 0 0,1 1 1 0 0,0 0-1 0 0,0 0 0 0 0,1 0 1 0 0,-1 0-1 0 0,0 1 0 0 0,1-1 1 0 0,-1 1-1 0 0,0 0 1 0 0,1 0-1 0 0,0 0 0 0 0,5 0 1 0 0,-8 1-4 0 0,-1 0 0 0 0,0 0 0 0 0,1 0 0 0 0,-1 0 0 0 0,0 0 0 0 0,0 0 1 0 0,1 1-1 0 0,-1-1 0 0 0,0 0 0 0 0,0 0 0 0 0,1 0 0 0 0,-1 0 0 0 0,0 1 1 0 0,0-1-1 0 0,1 0 0 0 0,-1 0 0 0 0,0 1 0 0 0,0-1 0 0 0,0 0 0 0 0,1 0 1 0 0,-1 1-1 0 0,0-1 0 0 0,0 0 0 0 0,0 0 0 0 0,0 1 0 0 0,0-1 0 0 0,0 0 1 0 0,0 1-1 0 0,0-1 0 0 0,0 0 0 0 0,0 1 0 0 0,0-1 0 0 0,0 0 0 0 0,0 1 0 0 0,0-1 1 0 0,0 0-1 0 0,0 0 0 0 0,0 1 0 0 0,0-1 0 0 0,0 0 0 0 0,0 1 0 0 0,0-1 1 0 0,-2 7 81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2:02.3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95 3225 0 0,'1'1'-20'0'0,"0"-1"0"0"0,-1 0 1 0 0,1 1-1 0 0,0-1 0 0 0,-1 0 1 0 0,1 0-1 0 0,0 0 0 0 0,-1 1 1 0 0,1-1-1 0 0,0 0 0 0 0,-1 0 1 0 0,1 0-1 0 0,0 0 0 0 0,0 0 1 0 0,-1 0-1 0 0,1-1 0 0 0,0 1 1 0 0,-1 0-1 0 0,1 0 0 0 0,0 0 1 0 0,-1-1-1 0 0,1 1 1 0 0,0 0-1 0 0,0-1 0 0 0,32-9-175 0 0,-19 5 758 0 0,0 1-494 0 0,0 0 1 0 0,0 0 0 0 0,-1-1 0 0 0,0-1 0 0 0,0 0-1 0 0,-1-1 1 0 0,1-1 0 0 0,17-13 0 0 0,-17 7-422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2:02.6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97 3225 0 0,'0'-2'7'0'0,"0"1"-1"0"0,0-1 1 0 0,0 1 0 0 0,1-1 0 0 0,-1 1 0 0 0,0-1 0 0 0,0 1 0 0 0,1 0 0 0 0,-1-1 0 0 0,1 1 0 0 0,0-1-1 0 0,-1 1 1 0 0,1 0 0 0 0,0-1 0 0 0,0 1 0 0 0,0 0 0 0 0,0 0 0 0 0,0 0 0 0 0,0 0 0 0 0,0 0-1 0 0,0 0 1 0 0,0 0 0 0 0,0 0 0 0 0,2-1 0 0 0,33-24 624 0 0,-35 26-613 0 0,3-3 117 0 0,4-2 273 0 0,0-1 1 0 0,0 2-1 0 0,1-1 0 0 0,0 1 1 0 0,13-4-1 0 0,-21 7-329 0 0,1 1 1 0 0,0-1 0 0 0,0 1-1 0 0,0 0 1 0 0,-1 0 0 0 0,1 0-1 0 0,0 0 1 0 0,0 0 0 0 0,0 0-1 0 0,-1 0 1 0 0,1 0 0 0 0,0 1-1 0 0,0-1 1 0 0,0 1 0 0 0,-1 0-1 0 0,1-1 1 0 0,0 1 0 0 0,-1 0-1 0 0,1 0 1 0 0,-1 0 0 0 0,1 0-1 0 0,-1 0 1 0 0,1 0 0 0 0,-1 0-1 0 0,0 1 1 0 0,1-1 0 0 0,-1 0-1 0 0,0 1 1 0 0,0-1-1 0 0,0 1 1 0 0,0 0 0 0 0,0-1-1 0 0,-1 1 1 0 0,1 0 0 0 0,0-1-1 0 0,0 3 1 0 0,2 7 77 0 0,0 1 0 0 0,0 0 0 0 0,-1 0 0 0 0,-1 0 1 0 0,0 0-1 0 0,-1 15 0 0 0,-8 79-10 0 0,4-67-31 0 0,-1 12 12 0 0,1-25-46 0 0,1 0 0 0 0,2 0 1 0 0,0 0-1 0 0,2 0 0 0 0,4 28 0 0 0,-4-51-77 0 0,-1 1-1 0 0,1-1 0 0 0,0 1 0 0 0,0-1 0 0 0,0 0 0 0 0,1 1 0 0 0,-1-1 0 0 0,1 0 1 0 0,0 0-1 0 0,0 0 0 0 0,0 0 0 0 0,0 0 0 0 0,0-1 0 0 0,1 1 0 0 0,-1 0 0 0 0,1-1 1 0 0,0 0-1 0 0,0 0 0 0 0,-1 0 0 0 0,1 0 0 0 0,1 0 0 0 0,-1 0 0 0 0,0-1 1 0 0,0 0-1 0 0,1 1 0 0 0,-1-1 0 0 0,0-1 0 0 0,1 1 0 0 0,-1 0 0 0 0,1-1 0 0 0,-1 1 1 0 0,1-1-1 0 0,0 0 0 0 0,5-1 0 0 0,5-1-36 0 0,0 0 0 0 0,0-1 0 0 0,0-1 0 0 0,0 0 0 0 0,-1-1 0 0 0,1 0 0 0 0,16-10-1 0 0,-6 3-159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2:04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0 4609 0 0,'0'0'571'0'0,"-6"28"4043"0"0,5-22-4298 0 0,-1 1-239 0 0,0-1-1 0 0,0 0 0 0 0,1 1 1 0 0,0 0-1 0 0,1-1 1 0 0,-1 1-1 0 0,1 0 1 0 0,0-1-1 0 0,2 13 0 0 0,1-14-252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3:14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0 101 1840 0 0,'21'-27'2961'0'0,"-10"17"-2331"0"0,0 0-1 0 0,0 1 0 0 0,19-11 1 0 0,-25 16-601 0 0,1 1 0 0 0,0 0 0 0 0,0 0 0 0 0,0 1 0 0 0,0 0 1 0 0,0 0-1 0 0,0 0 0 0 0,1 1 0 0 0,-1 0 0 0 0,9-1 0 0 0,-10 3-50 0 0,-3 1 21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3:15.2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81 1840 0 0,'19'-13'3907'0'0,"-4"4"-3629"0"0,6-4 917 0 0,43-19 0 0 0,-57 29-1057 0 0,0 1 1 0 0,0 0-1 0 0,0 0 1 0 0,0 0-1 0 0,1 1 1 0 0,-1 0-1 0 0,0 1 1 0 0,1-1-1 0 0,-1 1 1 0 0,14 2-1 0 0,-12 0-138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3:15.6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70 128 3225 0 0,'-12'8'229'0'0,"6"-3"121"0"0,-1 0 1 0 0,0-1 0 0 0,0 0-1 0 0,0 0 1 0 0,0 0-1 0 0,-9 2 1 0 0,70-40 4093 0 0,24 0-2993 0 0,1 3 1 0 0,125-32 0 0 0,-197 62-1619 0 0,1-1 1 0 0,-1 1-1 0 0,1 0 0 0 0,0 1 1 0 0,-1 0-1 0 0,1 0 0 0 0,0 1 1 0 0,-1 0-1 0 0,1 0 0 0 0,13 4 0 0 0,-3 2-4496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3:15.9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5 7370 0 0,'-1'-1'78'0'0,"1"1"1"0"0,-1 0 0 0 0,1-1 0 0 0,-1 1-1 0 0,1-1 1 0 0,-1 1 0 0 0,0 0 0 0 0,1 0 0 0 0,-1-1-1 0 0,1 1 1 0 0,-1 0 0 0 0,0 0 0 0 0,1 0-1 0 0,-1 0 1 0 0,0 0 0 0 0,1 0 0 0 0,-1 0 0 0 0,0 0-1 0 0,0 0 1 0 0,1 0 0 0 0,-1 0 0 0 0,0 0-1 0 0,1 0 1 0 0,-1 0 0 0 0,0 1 0 0 0,-1 16 1980 0 0,2-9-2183 0 0,15 250 3697 0 0,-6-149-3176 0 0,-8-105-387 0 0,29 294 74 0 0,-22-248-530 0 0,3-1 1 0 0,1 0 0 0 0,36 89 0 0 0,-32-104-4445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3:16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17 203 920 0 0,'-1'1'85'0'0,"0"1"-1"0"0,0-1 0 0 0,1 0 1 0 0,-1 1-1 0 0,0-1 1 0 0,0 1-1 0 0,1-1 1 0 0,-1 1-1 0 0,1-1 0 0 0,0 1 1 0 0,-1 0-1 0 0,1-1 1 0 0,0 1-1 0 0,0-1 1 0 0,0 4-1 0 0,-1-1 200 0 0,-2 16 444 0 0,0 0 0 0 0,2 1 0 0 0,0-1 0 0 0,3 29 0 0 0,-2-43-591 0 0,1 0-1 0 0,0 0 1 0 0,0 0 0 0 0,0 0-1 0 0,1 0 1 0 0,-1-1 0 0 0,1 1-1 0 0,1-1 1 0 0,-1 1 0 0 0,1-1-1 0 0,0 0 1 0 0,0 1 0 0 0,1-2-1 0 0,-1 1 1 0 0,1 0 0 0 0,0-1 0 0 0,0 1-1 0 0,1-1 1 0 0,8 6 0 0 0,-9-8-98 0 0,1 0 1 0 0,0 0 0 0 0,-1-1-1 0 0,1 1 1 0 0,0-1 0 0 0,0 0 0 0 0,0 0-1 0 0,0-1 1 0 0,1 0 0 0 0,-1 1 0 0 0,0-2-1 0 0,0 1 1 0 0,0 0 0 0 0,0-1-1 0 0,0 0 1 0 0,0-1 0 0 0,0 1 0 0 0,0-1-1 0 0,-1 1 1 0 0,9-6 0 0 0,-7 4 91 0 0,0 0 1 0 0,0-1 0 0 0,-1 0-1 0 0,1 0 1 0 0,-1-1 0 0 0,0 1-1 0 0,0-1 1 0 0,-1 0 0 0 0,1 0-1 0 0,-1-1 1 0 0,-1 1 0 0 0,1-1-1 0 0,-1 0 1 0 0,1 0 0 0 0,1-7-1 0 0,-1 0 201 0 0,-1-1 1 0 0,-1 1-1 0 0,0-1 0 0 0,-1 0 1 0 0,-1 1-1 0 0,0-1 0 0 0,-1 0 0 0 0,0 1 1 0 0,-1-1-1 0 0,0 1 0 0 0,-6-17 0 0 0,3 12-69 0 0,-1 0-1 0 0,-1 1 0 0 0,0 0 0 0 0,-2 1 1 0 0,1 0-1 0 0,-2 0 0 0 0,-22-27 1 0 0,28 37-250 0 0,-1 1 0 0 0,0 0 1 0 0,0 1-1 0 0,0-1 1 0 0,-1 1-1 0 0,0 0 0 0 0,1 0 1 0 0,-10-4-1 0 0,13 8-62 0 0,1-1-1 0 0,-1 1 0 0 0,0-1 0 0 0,1 1 1 0 0,-1 0-1 0 0,1-1 0 0 0,-1 1 1 0 0,0 0-1 0 0,1 0 0 0 0,-1 0 1 0 0,1 0-1 0 0,-1 1 0 0 0,0-1 1 0 0,1 0-1 0 0,-1 1 0 0 0,-2 0 0 0 0,2 0-100 0 0,0 1 0 0 0,1-1 0 0 0,-1 0 0 0 0,0 1-1 0 0,1-1 1 0 0,-1 1 0 0 0,1 0 0 0 0,0-1-1 0 0,-1 1 1 0 0,1 0 0 0 0,0 0 0 0 0,0 0-1 0 0,0 0 1 0 0,0 0 0 0 0,1 0 0 0 0,-2 2-1 0 0,-3 17-3599 0 0,1 1-975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3:16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39 2761 0 0,'0'-3'156'0'0,"1"0"0"0"0,-1 0 0 0 0,0-1 0 0 0,0 1 0 0 0,0 0 0 0 0,-1 0 0 0 0,1 0 0 0 0,-2-5 1 0 0,2 8-80 0 0,0-1 0 0 0,0 1 1 0 0,0 0-1 0 0,0 0 1 0 0,0-1-1 0 0,-1 1 0 0 0,1 0 1 0 0,0-1-1 0 0,0 1 0 0 0,0 0 1 0 0,-1 0-1 0 0,1 0 1 0 0,0-1-1 0 0,0 1 0 0 0,0 0 1 0 0,-1 0-1 0 0,1 0 1 0 0,0-1-1 0 0,-1 1 0 0 0,1 0 1 0 0,0 0-1 0 0,0 0 1 0 0,-1 0-1 0 0,1 0 0 0 0,0 0 1 0 0,-1 0-1 0 0,1 0 0 0 0,0 0 1 0 0,0-1-1 0 0,-1 1 1 0 0,1 1-1 0 0,-1-1 0 0 0,-14 13 2174 0 0,7-1-1872 0 0,0 1 1 0 0,1 1-1 0 0,1-1 0 0 0,0 1 0 0 0,-8 28 1 0 0,-13 76-412 0 0,23-99 16 0 0,1-8-2 0 0,0 1 0 0 0,1-1 0 0 0,1 1 0 0 0,0 0 0 0 0,0 0 0 0 0,1-1 0 0 0,0 1 0 0 0,1 0 0 0 0,4 17 0 0 0,-5-28 13 0 0,0-1 0 0 0,0 1 0 0 0,1 0 0 0 0,-1-1 0 0 0,0 1 0 0 0,0 0 0 0 0,1-1 0 0 0,-1 1 0 0 0,0-1-1 0 0,1 1 1 0 0,-1 0 0 0 0,0-1 0 0 0,1 1 0 0 0,-1-1 0 0 0,1 1 0 0 0,-1-1 0 0 0,1 1 0 0 0,-1-1 0 0 0,1 0 0 0 0,0 1-1 0 0,-1-1 1 0 0,1 0 0 0 0,-1 1 0 0 0,1-1 0 0 0,0 0 0 0 0,-1 0 0 0 0,1 1 0 0 0,0-1 0 0 0,-1 0 0 0 0,1 0-1 0 0,0 0 1 0 0,1 0 0 0 0,-1-1 12 0 0,1 1 0 0 0,0-1-1 0 0,-1 0 1 0 0,1 0 0 0 0,0 0 0 0 0,-1 0-1 0 0,1 0 1 0 0,-1 0 0 0 0,0 0 0 0 0,1 0-1 0 0,-1-1 1 0 0,2-1 0 0 0,3-5 8 0 0,0 0 0 0 0,0-1 0 0 0,6-12 0 0 0,6-19-127 0 0,14-27 357 0 0,-29 62-210 0 0,0-1 0 0 0,1 1 0 0 0,-1 0 0 0 0,1 0 0 0 0,0 0 0 0 0,1 1 0 0 0,-1-1 0 0 0,10-6 0 0 0,-13 10-14 0 0,0 1-1 0 0,0-1 1 0 0,1 0-1 0 0,-1 1 1 0 0,0-1-1 0 0,0 1 1 0 0,0-1-1 0 0,1 1 1 0 0,-1 0-1 0 0,0-1 1 0 0,0 1-1 0 0,1 0 0 0 0,-1 0 1 0 0,0 0-1 0 0,1 0 1 0 0,-1 0-1 0 0,0 0 1 0 0,0 0-1 0 0,1 1 1 0 0,-1-1-1 0 0,0 0 1 0 0,0 1-1 0 0,1-1 1 0 0,-1 1-1 0 0,2 0 0 0 0,0 2 3 0 0,-1-1 1 0 0,1 0-1 0 0,-1 0 0 0 0,0 1 0 0 0,0-1 0 0 0,0 1 0 0 0,0 0 0 0 0,0-1 0 0 0,3 7 0 0 0,0 3 48 0 0,0 0 1 0 0,-1 1 0 0 0,0-1-1 0 0,3 16 1 0 0,-4-3 75 0 0,0-1 0 0 0,-2 1 0 0 0,-1 0 1 0 0,0 0-1 0 0,-2-1 0 0 0,-1 1 0 0 0,-9 32 0 0 0,-2-3 107 0 0,-4-1 0 0 0,-27 59 0 0 0,36-92-217 0 0,4-12-96 0 0,1 1 0 0 0,1-1 0 0 0,0 1-1 0 0,-4 14 1 0 0,7-17-1183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3:17.2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0 6449 0 0,'-1'1'24'0'0,"0"-1"-1"0"0,0 1 0 0 0,0 0 0 0 0,0-1 1 0 0,0 1-1 0 0,0 0 0 0 0,0-1 1 0 0,1 1-1 0 0,-1 0 0 0 0,0 0 0 0 0,0 0 1 0 0,1 0-1 0 0,-1 0 0 0 0,1 0 0 0 0,-1 0 1 0 0,1 0-1 0 0,-1 0 0 0 0,1 0 1 0 0,0 0-1 0 0,-1 0 0 0 0,1 0 0 0 0,0 0 1 0 0,0 0-1 0 0,0 0 0 0 0,0 0 0 0 0,0 1 1 0 0,0-1-1 0 0,0 0 0 0 0,0 0 1 0 0,0 1-1 0 0,3 51 1910 0 0,-2-36-1362 0 0,6 104 2367 0 0,-1-68-2867 0 0,16 73 0 0 0,-15-98-199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3:17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0 5529 0 0,'-2'5'504'0'0,"1"0"0"0"0,-1 0 1 0 0,2 0-1 0 0,-1-1 0 0 0,0 1 0 0 0,1 0 0 0 0,0 0 0 0 0,0 1 0 0 0,1-1 0 0 0,0 6 0 0 0,0 5-18 0 0,-1 1-430 0 0,1 1 0 0 0,1-1 0 0 0,1 0 0 0 0,0 0 1 0 0,1 0-1 0 0,1-1 0 0 0,0 0 0 0 0,13 26 0 0 0,-15-36-42 0 0,0-1-1 0 0,0 1 1 0 0,0 0 0 0 0,1-1-1 0 0,0 0 1 0 0,0 0-1 0 0,0 0 1 0 0,1 0 0 0 0,-1-1-1 0 0,1 0 1 0 0,0 0-1 0 0,1 0 1 0 0,-1 0 0 0 0,1-1-1 0 0,-1 0 1 0 0,1 0-1 0 0,0-1 1 0 0,0 1-1 0 0,0-1 1 0 0,1-1 0 0 0,-1 1-1 0 0,0-1 1 0 0,1 0-1 0 0,-1 0 1 0 0,11-1 0 0 0,-15 0 41 0 0,1 0 1 0 0,0 0-1 0 0,-1 0 1 0 0,1-1-1 0 0,0 1 1 0 0,-1-1-1 0 0,1 1 1 0 0,-1-1 0 0 0,1 0-1 0 0,-1 0 1 0 0,1 0-1 0 0,-1-1 1 0 0,0 1-1 0 0,0 0 1 0 0,1-1-1 0 0,-1 1 1 0 0,0-1-1 0 0,0 0 1 0 0,-1 0-1 0 0,1 0 1 0 0,0 0 0 0 0,-1 0-1 0 0,1 0 1 0 0,-1 0-1 0 0,1-1 1 0 0,-1 1-1 0 0,0 0 1 0 0,0-1-1 0 0,0 1 1 0 0,0-1-1 0 0,-1 1 1 0 0,1-1-1 0 0,-1 1 1 0 0,1-1 0 0 0,-1 0-1 0 0,0 1 1 0 0,0-1-1 0 0,0 0 1 0 0,0 1-1 0 0,-2-6 1 0 0,0-4 254 0 0,0 0 0 0 0,-1-1 0 0 0,-1 1 0 0 0,0 0 1 0 0,-1 0-1 0 0,0 1 0 0 0,-7-13 0 0 0,5 12-151 0 0,-1 1 1 0 0,1 0-1 0 0,-2 0 1 0 0,1 1-1 0 0,-2 0 1 0 0,-19-17-1 0 0,24 23-247 0 0,0 0 1 0 0,-1 1-1 0 0,1 0 0 0 0,-1 0 0 0 0,1 0 1 0 0,-1 0-1 0 0,0 1 0 0 0,0 0 0 0 0,0 0 0 0 0,0 1 1 0 0,-1 0-1 0 0,1 0 0 0 0,0 0 0 0 0,-1 1 0 0 0,1 0 1 0 0,-12 1-1 0 0,2 2-1222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3:17.9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89 6913 0 0,'3'-20'548'0'0,"1"-23"-389"0"0,-7 21 3494 0 0,2 21-3571 0 0,1 1 1 0 0,0 0-1 0 0,-1-1 1 0 0,1 1-1 0 0,-1 0 0 0 0,1 0 1 0 0,0-1-1 0 0,-1 1 1 0 0,1 0-1 0 0,-1 0 0 0 0,1 0 1 0 0,-1 0-1 0 0,1-1 1 0 0,-1 1-1 0 0,1 0 0 0 0,-1 0 1 0 0,1 0-1 0 0,-1 0 1 0 0,1 0-1 0 0,-1 0 0 0 0,1 0 1 0 0,0 0-1 0 0,-1 1 0 0 0,1-1 1 0 0,-1 0-1 0 0,1 0 1 0 0,-1 0-1 0 0,1 0 0 0 0,-1 1 1 0 0,1-1-1 0 0,0 0 1 0 0,-1 0-1 0 0,1 1 0 0 0,-1-1 1 0 0,1 0-1 0 0,0 1 1 0 0,-1-1-1 0 0,1 0 0 0 0,0 1 1 0 0,-1-1-1 0 0,1 1 1 0 0,0-1-1 0 0,0 0 0 0 0,0 1 1 0 0,-1-1-1 0 0,1 1 1 0 0,-16 21 1114 0 0,16-22-1185 0 0,-13 24 217 0 0,2 0 0 0 0,0 1 0 0 0,2 0-1 0 0,1 1 1 0 0,0 0 0 0 0,2 0 0 0 0,-4 46-1 0 0,4-8-230 0 0,2 0 0 0 0,6 82 0 0 0,1-109-6 0 0,2 0 0 0 0,1 0 1 0 0,1-1-1 0 0,2 0 0 0 0,19 46 0 0 0,-23-70-16 0 0,0-1 0 0 0,0 0 1 0 0,2 0-1 0 0,-1-1 0 0 0,1 0 1 0 0,0 0-1 0 0,1 0 0 0 0,1-1 1 0 0,-1 0-1 0 0,1-1 0 0 0,1 0 0 0 0,-1 0 1 0 0,1-1-1 0 0,1-1 0 0 0,-1 1 1 0 0,1-1-1 0 0,0-1 0 0 0,1 0 1 0 0,-1-1-1 0 0,1 0 0 0 0,0-1 1 0 0,0 0-1 0 0,0-1 0 0 0,0 0 0 0 0,14 0 1 0 0,14-2-473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3:18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 8290 0 0,'1'13'7368'0'0,"-1"-12"-7300"0"0,-5 20-249 0 0,5-20 114 0 0,0-1-1 0 0,0 1 1 0 0,0 0-1 0 0,0 0 1 0 0,0 0-1 0 0,0 0 0 0 0,0 0 1 0 0,0-1-1 0 0,0 1 1 0 0,0 0-1 0 0,1 0 0 0 0,-1 0 1 0 0,0 0-1 0 0,1-1 1 0 0,-1 1-1 0 0,0 0 1 0 0,1 0-1 0 0,-1-1 0 0 0,1 1 1 0 0,-1 0-1 0 0,1-1 1 0 0,0 1-1 0 0,-1 0 0 0 0,1-1 1 0 0,1 1-1 0 0,6 3-93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3:18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6913 0 0,'2'-2'370'0'0,"-2"2"-341"0"0,0-1 0 0 0,0 1 0 0 0,1 0 1 0 0,-1 0-1 0 0,0-1 0 0 0,0 1 0 0 0,0 0 1 0 0,1 0-1 0 0,-1-1 0 0 0,0 1 0 0 0,0 0 1 0 0,1 0-1 0 0,-1 0 0 0 0,0 0 0 0 0,0-1 1 0 0,1 1-1 0 0,-1 0 0 0 0,0 0 0 0 0,1 0 0 0 0,-1 0 1 0 0,0 0-1 0 0,1 0 0 0 0,-1 0 0 0 0,0 0 1 0 0,1 0-1 0 0,-1 0 0 0 0,0 0 0 0 0,1 0 1 0 0,-1 0-1 0 0,0 0 0 0 0,0 0 0 0 0,1 0 1 0 0,-1 0-1 0 0,0 0 0 0 0,1 0 0 0 0,-1 0 1 0 0,0 1-1 0 0,1-1 0 0 0,-1 0 0 0 0,0 0 1 0 0,0 0-1 0 0,1 1 0 0 0,-1-1 0 0 0,0 0 1 0 0,0 0-1 0 0,0 0 0 0 0,1 1 0 0 0,-1-1 1 0 0,0 0-1 0 0,0 1 0 0 0,0-1 0 0 0,1 1 1 0 0,7 12 3021 0 0,-5 6-2661 0 0,-1-10 33 0 0,5 33 307 0 0,-1 1-1 0 0,-2 0 0 0 0,-1 44 0 0 0,1 16-596 0 0,20 146-217 0 0,-16-192-549 0 0,3-1-1 0 0,25 73 1 0 0,-23-93-4336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3:19.2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15 3225 0 0,'9'-14'6497'0'0,"-29"160"-5919"0"0,-6 88 748 0 0,25-206-1222 0 0,1 0 0 0 0,2 0 0 0 0,0 0 1 0 0,2 0-1 0 0,1-1 0 0 0,12 37 0 0 0,-14-54-102 0 0,1-1 0 0 0,1 1 0 0 0,-1-1 0 0 0,1 0 0 0 0,1 0 1 0 0,0-1-1 0 0,0 0 0 0 0,0 0 0 0 0,1 0 0 0 0,1-1 0 0 0,-1 0 0 0 0,11 8 1 0 0,-13-12-2 0 0,0 0 0 0 0,0 0 0 0 0,0 0 0 0 0,0-1 0 0 0,0 0 1 0 0,1 0-1 0 0,-1 0 0 0 0,1 0 0 0 0,-1-1 0 0 0,1 0 0 0 0,-1 0 1 0 0,1-1-1 0 0,0 0 0 0 0,-1 0 0 0 0,1 0 0 0 0,0 0 0 0 0,-1-1 1 0 0,1 0-1 0 0,0 0 0 0 0,-1-1 0 0 0,1 0 0 0 0,-1 0 0 0 0,8-4 1 0 0,-5 2 22 0 0,-1-1 1 0 0,1 0 0 0 0,-1-1-1 0 0,0 1 1 0 0,-1-1 0 0 0,1-1-1 0 0,-1 1 1 0 0,-1-1-1 0 0,1 0 1 0 0,-1-1 0 0 0,0 1-1 0 0,4-11 1 0 0,-2 5 324 0 0,-2-1 0 0 0,1 1-1 0 0,-2-1 1 0 0,0-1 0 0 0,0 1 0 0 0,2-25 0 0 0,-6 37-268 0 0,1-1 0 0 0,-1 1 1 0 0,0 0-1 0 0,0-1 0 0 0,0 1 1 0 0,0-1-1 0 0,0 1 0 0 0,-1 0 1 0 0,1-1-1 0 0,-1 1 0 0 0,0 0 1 0 0,1 0-1 0 0,-1-1 0 0 0,0 1 1 0 0,0 0-1 0 0,-1 0 0 0 0,1 0 1 0 0,0 0-1 0 0,-2-2 0 0 0,1 3-28 0 0,1 0-1 0 0,-1 0 0 0 0,0 1 1 0 0,0-1-1 0 0,1 0 0 0 0,-1 1 1 0 0,0-1-1 0 0,0 1 0 0 0,0-1 1 0 0,1 1-1 0 0,-1 0 0 0 0,0 0 1 0 0,0 0-1 0 0,0 0 0 0 0,0 0 1 0 0,0 1-1 0 0,1-1 0 0 0,-1 0 1 0 0,0 1-1 0 0,0-1 0 0 0,0 1 1 0 0,1 0-1 0 0,-1 0 1 0 0,-2 1-1 0 0,-12 6-385 0 0,1 0 0 0 0,1 1 0 0 0,0 1 0 0 0,0 0 0 0 0,1 1 0 0 0,0 0 0 0 0,1 1 0 0 0,0 0 0 0 0,-18 27 0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3:19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 3225 0 0,'0'-4'102'0'0,"0"2"-38"0"0,9-16 7221 0 0,9 37-5166 0 0,6 13-1744 0 0,-1 0 1 0 0,-2 2-1 0 0,-2 0 1 0 0,-1 1 0 0 0,-1 1-1 0 0,-2 1 1 0 0,10 39-1 0 0,-12-23 141 0 0,-1 1 1 0 0,-3 0-1 0 0,-3 0 0 0 0,1 83 0 0 0,-15 14-1314 0 0,-42 241-1 0 0,28-250 580 0 0,15-91 203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3:19.8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55 6449 0 0,'7'-1'569'0'0,"0"-1"-1"0"0,0 1 1 0 0,0-1 0 0 0,-1 0-1 0 0,1-1 1 0 0,0 0-1 0 0,-1 0 1 0 0,0 0-1 0 0,7-5 1 0 0,27-11 195 0 0,-21 12-764 0 0,-19 8 0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3:20.2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98 6449 0 0,'0'2'689'0'0,"2"-2"-689"0"0,1 0 0 0 0,1 0-209 0 0,-3-2-63 0 0,5 2-16 0 0,2-2 0 0 0,6-3 752 0 0,6-4 145 0 0,2 0 31 0 0,1-3 8 0 0,1 0-392 0 0,-1 0-72 0 0,0-1-24 0 0,-2-1 0 0 0,-2 4-160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3:28.6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 4145 0 0,'-1'-7'8611'0'0,"1"17"-7059"0"0,0-6-1817 0 0,1 0 0 0 0,-1 0-1 0 0,1 0 1 0 0,0 0-1 0 0,0-1 1 0 0,0 1 0 0 0,3 6-1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3:29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58 443 1376 0 0,'-2'-2'65'0'0,"0"-1"-1"0"0,0 1 0 0 0,0-1 1 0 0,0 0-1 0 0,1 1 0 0 0,-1-1 1 0 0,1 0-1 0 0,0 0 0 0 0,0 0 1 0 0,0 0-1 0 0,0 0 0 0 0,1 0 1 0 0,-1 0-1 0 0,1-1 0 0 0,-1 1 1 0 0,1 0-1 0 0,0-4 0 0 0,5-63 2224 0 0,-4 56-1757 0 0,1-6 178 0 0,1 1-1 0 0,1 0 1 0 0,1-1-1 0 0,0 1 1 0 0,1 1 0 0 0,16-32-1 0 0,-16 38-468 0 0,2-1 1 0 0,-1 1-1 0 0,2 1 0 0 0,0 0 0 0 0,0 0 0 0 0,1 1 0 0 0,0 0 0 0 0,0 0 0 0 0,1 1 1 0 0,14-8-1 0 0,-24 16-238 0 0,0-1 1 0 0,1 1 0 0 0,0 0-1 0 0,-1 0 1 0 0,1 1 0 0 0,-1-1-1 0 0,1 0 1 0 0,0 0-1 0 0,-1 1 1 0 0,1-1 0 0 0,0 1-1 0 0,0 0 1 0 0,0-1 0 0 0,-1 1-1 0 0,1 0 1 0 0,0 0 0 0 0,0 0-1 0 0,0 0 1 0 0,0 0-1 0 0,-1 1 1 0 0,4 0 0 0 0,-3 0-8 0 0,-1 0-1 0 0,1 0 1 0 0,-1 0 0 0 0,0 1 0 0 0,0-1 0 0 0,0 0 0 0 0,0 1 0 0 0,0-1 0 0 0,0 1 0 0 0,0-1 0 0 0,0 1 0 0 0,0-1-1 0 0,-1 1 1 0 0,1 0 0 0 0,0-1 0 0 0,-1 1 0 0 0,0 0 0 0 0,1 1 0 0 0,1 12-25 0 0,-2-1 0 0 0,1 0 0 0 0,-2 1 0 0 0,-1 17 1 0 0,1-27 45 0 0,-30 186-250 0 0,19-128 178 0 0,2 0 0 0 0,-2 84 0 0 0,12-135 20 0 0,1-1-1 0 0,0 1 1 0 0,1 0 0 0 0,1-1-1 0 0,0 0 1 0 0,0 0-1 0 0,1 0 1 0 0,0 0-1 0 0,1 0 1 0 0,10 15 0 0 0,-13-22 25 0 0,1 0 0 0 0,-1 0 1 0 0,1 0-1 0 0,0 0 1 0 0,1-1-1 0 0,-1 1 1 0 0,1-1-1 0 0,-1 0 1 0 0,1 0-1 0 0,0 0 0 0 0,0 0 1 0 0,0-1-1 0 0,1 0 1 0 0,-1 0-1 0 0,1 0 1 0 0,-1 0-1 0 0,1-1 1 0 0,-1 1-1 0 0,1-1 0 0 0,0 0 1 0 0,0-1-1 0 0,-1 1 1 0 0,1-1-1 0 0,0 0 1 0 0,0 0-1 0 0,0-1 1 0 0,0 1-1 0 0,5-2 0 0 0,-4 0 47 0 0,1 0 0 0 0,-1 0 0 0 0,0-1 0 0 0,0 1 0 0 0,0-1 0 0 0,-1-1-1 0 0,1 1 1 0 0,-1-1 0 0 0,1 0 0 0 0,-1 0 0 0 0,0-1 0 0 0,7-8-1 0 0,-10 11 14 0 0,-1 0-1 0 0,1 0 1 0 0,-1-1-1 0 0,0 1 1 0 0,0 0-1 0 0,0 0 1 0 0,0 0-1 0 0,0-1 1 0 0,-1 1-1 0 0,1-1 1 0 0,-1 1-1 0 0,0 0 1 0 0,1-1-1 0 0,-1 1 1 0 0,0-1-1 0 0,0 1 1 0 0,-1-1-1 0 0,1 1 1 0 0,0-1-1 0 0,-1 1 1 0 0,1 0-1 0 0,-1-1 1 0 0,0 1-1 0 0,0 0 1 0 0,0 0-1 0 0,0-1 1 0 0,0 1-1 0 0,-1 0 1 0 0,1 0-1 0 0,-1 0 1 0 0,1 0-1 0 0,-1 1 1 0 0,0-1-1 0 0,1 0 1 0 0,-1 1-1 0 0,-4-3 1 0 0,-5-5 352 0 0,0 1 0 0 0,-1 1 1 0 0,-1 0-1 0 0,1 1 0 0 0,-1 0 0 0 0,0 1 1 0 0,0 0-1 0 0,-1 1 0 0 0,-16-3 0 0 0,-21-2 230 0 0,-57-2 1 0 0,91 10-535 0 0,-69-8-1575 0 0,61 5-4917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3:34.7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31 2304 0 0,'1'-1'226'0'0,"-1"-1"0"0"0,0 1 0 0 0,0 0 0 0 0,0 0 0 0 0,0-1-1 0 0,0 1 1 0 0,0 0 0 0 0,0 0 0 0 0,-1-1 0 0 0,1 1-1 0 0,0 0 1 0 0,-1 0 0 0 0,1-1 0 0 0,0 1 0 0 0,-1 0-1 0 0,0 0 1 0 0,1 0 0 0 0,-1 0 0 0 0,0 0 0 0 0,1 0 0 0 0,-1 0-1 0 0,0 0 1 0 0,0 0 0 0 0,-2-1 0 0 0,2 2-36 0 0,0-1 0 0 0,-1 1 1 0 0,1 0-1 0 0,0 1 0 0 0,0-1 0 0 0,-1 0 1 0 0,1 0-1 0 0,0 0 0 0 0,-1 1 1 0 0,1-1-1 0 0,0 1 0 0 0,0-1 0 0 0,0 1 1 0 0,-1-1-1 0 0,1 1 0 0 0,0 0 1 0 0,0-1-1 0 0,0 1 0 0 0,-1 1 0 0 0,-7 5 381 0 0,1 1 0 0 0,0 0 0 0 0,0 0 0 0 0,-7 11 0 0 0,-2 6-163 0 0,2 0 0 0 0,0 0 0 0 0,1 2 0 0 0,2 0 0 0 0,1 0 0 0 0,0 1 0 0 0,3 0 0 0 0,0 1 1 0 0,2 0-1 0 0,-4 36 0 0 0,10-62-395 0 0,0 1 1 0 0,0 0 0 0 0,0 0-1 0 0,0 0 1 0 0,0-1-1 0 0,1 1 1 0 0,0 0-1 0 0,0-1 1 0 0,0 1 0 0 0,0 0-1 0 0,1-1 1 0 0,-1 1-1 0 0,4 4 1 0 0,-4-7-22 0 0,0 1 0 0 0,1-1 0 0 0,0 0 0 0 0,-1 1 0 0 0,1-1 0 0 0,0 0 0 0 0,-1 0 0 0 0,1 0 0 0 0,0 0 0 0 0,0 0 0 0 0,0 0 0 0 0,0-1 0 0 0,0 1 0 0 0,0-1 0 0 0,0 1 0 0 0,0-1 0 0 0,0 0 0 0 0,0 0 0 0 0,0 0 0 0 0,0 0 0 0 0,1 0 0 0 0,-1 0 0 0 0,0 0 0 0 0,0-1 0 0 0,2 0 0 0 0,12-4-123 0 0,0 0 0 0 0,0-1 0 0 0,-1-1 0 0 0,0 0 0 0 0,-1-1 0 0 0,28-20 0 0 0,-21 14-105 0 0,41-21 0 0 0,-62 35 235 0 0,1 0 0 0 0,0 0 1 0 0,-1-1-1 0 0,1 1 1 0 0,0 0-1 0 0,-1 0 0 0 0,1 0 1 0 0,0 0-1 0 0,-1 0 0 0 0,1 0 1 0 0,0 0-1 0 0,0 0 0 0 0,-1 0 1 0 0,1 0-1 0 0,0 0 0 0 0,-1 1 1 0 0,1-1-1 0 0,0 0 1 0 0,-1 0-1 0 0,1 1 0 0 0,-1-1 1 0 0,1 0-1 0 0,0 1 0 0 0,-1-1 1 0 0,1 0-1 0 0,-1 1 0 0 0,1-1 1 0 0,-1 1-1 0 0,1-1 0 0 0,-1 1 1 0 0,1-1-1 0 0,-1 1 1 0 0,0 0-1 0 0,1-1 0 0 0,-1 1 1 0 0,0-1-1 0 0,1 1 0 0 0,-1 0 1 0 0,0-1-1 0 0,0 1 0 0 0,0 0 1 0 0,0-1-1 0 0,1 1 0 0 0,-1 0 1 0 0,0-1-1 0 0,0 1 0 0 0,0 0 1 0 0,0 0-1 0 0,-1 0 1 0 0,0 41-39 0 0,1-39 38 0 0,-4 28 1 0 0,-15 52 0 0 0,13-63 0 0 0,0 0 0 0 0,2 0 0 0 0,1 1 0 0 0,0-1 0 0 0,2 1 0 0 0,0 32 0 0 0,2-50 7 0 0,-1 0 1 0 0,0 0 0 0 0,1 0 0 0 0,0-1-1 0 0,0 1 1 0 0,-1 0 0 0 0,1-1-1 0 0,1 1 1 0 0,-1-1 0 0 0,0 1 0 0 0,1-1-1 0 0,-1 1 1 0 0,1-1 0 0 0,0 0-1 0 0,0 0 1 0 0,0 0 0 0 0,0 0-1 0 0,0 0 1 0 0,0 0 0 0 0,0-1 0 0 0,1 1-1 0 0,-1-1 1 0 0,0 1 0 0 0,1-1-1 0 0,0 0 1 0 0,-1 0 0 0 0,1 0 0 0 0,0 0-1 0 0,-1-1 1 0 0,1 1 0 0 0,0-1-1 0 0,0 0 1 0 0,-1 1 0 0 0,7-2-1 0 0,3 1-223 0 0,1-1-1 0 0,-1-1 0 0 0,1 0 1 0 0,-1-1-1 0 0,0-1 0 0 0,18-6 1 0 0,-15 3-5659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3:32.0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70 126 3105 0 0,'0'-9'427'0'0,"-1"1"0"0"0,-1 0 1 0 0,0-1-1 0 0,0 1 0 0 0,-5-12 0 0 0,4 12 328 0 0,1 0 0 0 0,-1-1 0 0 0,1 1 0 0 0,1 0 0 0 0,-2-15 0 0 0,8 67 2722 0 0,1 2-2913 0 0,-5 123 990 0 0,-24 188-1 0 0,0-9-31 0 0,15-196-3530 0 0,10-144 282 0 0,10-22-4322 0 0,-8 3 2579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3:32.4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61 3225 0 0,'3'-12'-348'0'0,"-3"7"687"0"0,1-1 0 0 0,0 1 0 0 0,1 0 0 0 0,0 0 1 0 0,2-7-1 0 0,-3 11-272 0 0,-1 1 0 0 0,0-1 0 0 0,1 0 0 0 0,-1 1 0 0 0,1-1 0 0 0,-1 1 0 0 0,1-1 1 0 0,-1 0-1 0 0,1 1 0 0 0,-1-1 0 0 0,1 1 0 0 0,0 0 0 0 0,-1-1 0 0 0,1 1 0 0 0,0-1 0 0 0,-1 1 0 0 0,1 0 0 0 0,0 0 1 0 0,0-1-1 0 0,-1 1 0 0 0,1 0 0 0 0,0 0 0 0 0,0 0 0 0 0,-1 0 0 0 0,1 0 0 0 0,0 0 0 0 0,0 0 0 0 0,0 0 1 0 0,-1 0-1 0 0,1 0 0 0 0,0 0 0 0 0,0 0 0 0 0,-1 1 0 0 0,1-1 0 0 0,0 0 0 0 0,-1 1 0 0 0,1-1 0 0 0,0 0 0 0 0,-1 1 1 0 0,1-1-1 0 0,0 1 0 0 0,-1-1 0 0 0,1 1 0 0 0,0 0 0 0 0,15 12 545 0 0,-1 0 1 0 0,0 1-1 0 0,-1 1 0 0 0,24 31 0 0 0,41 76 1199 0 0,-42-63-971 0 0,24 33-448 0 0,4-4 0 0 0,146 154 0 0 0,-164-190-1889 0 0,-41-47 1002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3:32.7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4 126 3225 0 0,'-1'-1'68'0'0,"1"0"1"0"0,-1 0 0 0 0,1 0-1 0 0,0 0 1 0 0,-1 0 0 0 0,1-1-1 0 0,0 1 1 0 0,0 0 0 0 0,0 0-1 0 0,0 0 1 0 0,0 0-1 0 0,0 0 1 0 0,0-1 0 0 0,0 1-1 0 0,0 0 1 0 0,1 0 0 0 0,-1 0-1 0 0,0 0 1 0 0,1 0 0 0 0,-1 0-1 0 0,1 0 1 0 0,-1 0 0 0 0,1 0-1 0 0,0-1 1 0 0,17-26 1538 0 0,-17 26-1448 0 0,4-4-89 0 0,1 0 0 0 0,0 1 0 0 0,0-1 0 0 0,0 1 0 0 0,1 0 0 0 0,0 1 0 0 0,0 0 0 0 0,0 0 0 0 0,0 0 0 0 0,1 1 0 0 0,0 0 0 0 0,-1 0 0 0 0,1 1 1 0 0,0 0-1 0 0,0 1 0 0 0,14-2 0 0 0,2 1-2911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3:33.0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2 121 2304 0 0,'-2'-3'530'0'0,"8"-5"343"0"0,9-8 594 0 0,-14 15-1399 0 0,13-12 471 0 0,1 0 0 0 0,0 1-1 0 0,1 1 1 0 0,1 0-1 0 0,28-14 1 0 0,-28 18-611 0 0</inkml:trace>
  <inkml:trace contextRef="#ctx0" brushRef="#br0" timeOffset="1">224 252 3225 0 0,'0'0'142'0'0,"0"-1"-2"0"0,1-2-72 0 0,0 0-1 0 0,1 0 0 0 0,-1 1 0 0 0,0-1 0 0 0,1 1 1 0 0,0-1-1 0 0,0 1 0 0 0,-1 0 0 0 0,1 0 0 0 0,1 0 1 0 0,3-4-1 0 0,0 0 153 0 0,8-8 69 0 0,0 0 0 0 0,1 0-1 0 0,31-21 1 0 0,-34 27-289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3:39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31 920 0 0,'0'-1'4'0'0,"1"-1"5"0"0,0-1 0 0 0,-1 1 0 0 0,1 0 0 0 0,-1 0 0 0 0,0 0 0 0 0,1 0 0 0 0,-1-1 0 0 0,0 1 0 0 0,0 0 0 0 0,-1-3-1 0 0,-6 3 33 0 0,-11 8-24 0 0,-76 48 179 0 0,68-38-72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3:40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6 257 3225 0 0,'0'0'-5'0'0,"0"0"1"0"0,-1 0 0 0 0,1 0 0 0 0,0 0 0 0 0,-1 0-1 0 0,1 0 1 0 0,0-1 0 0 0,0 1 0 0 0,0 0 0 0 0,-1 0-1 0 0,1 0 1 0 0,0 0 0 0 0,0 0 0 0 0,-1-1 0 0 0,1 1-1 0 0,0 0 1 0 0,0 0 0 0 0,0 0 0 0 0,-1-1 0 0 0,1 1-1 0 0,0 0 1 0 0,0 0 0 0 0,0 0 0 0 0,0-1 0 0 0,0 1-1 0 0,0 0 1 0 0,0 0 0 0 0,-1-1 0 0 0,1 1-1 0 0,0 0 1 0 0,0 0 0 0 0,0-1 0 0 0,0 1 0 0 0,0 0-1 0 0,0-1 1 0 0,0 1 0 0 0,0 0 0 0 0,3-17 201 0 0,9-14 545 0 0,-4 18-368 0 0,0 0 0 0 0,1 1 1 0 0,1 0-1 0 0,0 0 1 0 0,0 1-1 0 0,1 0 1 0 0,0 1-1 0 0,1 0 1 0 0,0 1-1 0 0,1 0 0 0 0,0 1 1 0 0,0 1-1 0 0,1 0 1 0 0,0 0-1 0 0,19-5 1 0 0,1 2-98 0 0,0 1 0 0 0,0 2 1 0 0,1 2-1 0 0,-1 1 0 0 0,60 0 0 0 0,-40 8-24 0 0,-31 1-361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3:35.0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2761 0 0,'1'0'272'0'0,"1"0"-272"0"0,0 0 528 0 0,0 0 80 0 0,-1 2 8 0 0,1 0 8 0 0,0 3 1425 0 0,5 23-2233 0 0,-9-21 8 0 0,-1-2-1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3:35.4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1 205 2761 0 0,'0'0'32'0'0,"0"0"0"0"0,0 0 0 0 0,0 0 0 0 0,0 1 0 0 0,0-1 0 0 0,1 0 289 0 0,-1 0-289 0 0,0 0 0 0 0,0 0 1 0 0,0 0-1 0 0,0 1 0 0 0,0-1 0 0 0,0 0 0 0 0,0 0 0 0 0,1 0 0 0 0,-1 0 0 0 0,0 0 0 0 0,0 0 0 0 0,0 0 1 0 0,0 0-1 0 0,0 0 0 0 0,0 1 0 0 0,0-1 0 0 0,0 0 0 0 0,0 0 0 0 0,0 0 0 0 0,0 0 0 0 0,0 0 0 0 0,-1 0 1 0 0,1 0-1 0 0,0 0 0 0 0,0 0 0 0 0,0 1 289 0 0,0-1-289 0 0,0 0 0 0 0,0 0 0 0 0,-1 0 0 0 0,1 1 0 0 0,0-1 0 0 0,0 0 1 0 0,0 0-1 0 0,0 0 0 0 0,0 0 0 0 0,0 0 0 0 0,0 0 0 0 0,0 0 0 0 0,0 0 0 0 0,-1 0 0 0 0,1 0 0 0 0,0 0 1 0 0,0 0-1 0 0,11-3 770 0 0,12-7-261 0 0,55-51 2212 0 0,24-17-1218 0 0,-88 69-1514 0 0,1 0 0 0 0,0 1 0 0 0,0 1 1 0 0,1 0-1 0 0,24-6 0 0 0,-32 11-212 0 0,0 1 0 0 0,1 0 0 0 0,-1 1-1 0 0,17 0 1 0 0,-8 2-3330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3:35.8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0 1984 0 0,'-17'11'150'0'0,"-24"20"1111"0"0,38-29-1069 0 0,1 0-1 0 0,0 0 1 0 0,0 0 0 0 0,0 1-1 0 0,0-1 1 0 0,0 1-1 0 0,0-1 1 0 0,1 1-1 0 0,-1 0 1 0 0,1-1 0 0 0,0 1-1 0 0,0 0 1 0 0,-1 3-1 0 0,3-2 0 0 0,0 0 0 0 0,0-1 0 0 0,1 1 0 0 0,-1-1 0 0 0,1 1 1 0 0,0-1-1 0 0,0 0 0 0 0,0 0 0 0 0,1 0 0 0 0,-1 0 0 0 0,1 0 0 0 0,5 5 0 0 0,2 2 162 0 0,16 24 315 0 0,-2 2 0 0 0,-1 0 0 0 0,23 51 0 0 0,43 122-82 0 0,-54-120-507 0 0,-13-29 682 0 0,-4 2 0 0 0,-2 0 1 0 0,8 70-1 0 0,-23-124-670 0 0,1-1 20 0 0,-2-2-93 0 0,0-1-1 0 0,1 0 0 0 0,-1 0 0 0 0,1 0 0 0 0,0 0 0 0 0,1 0 0 0 0,-1 0 0 0 0,1 0 1 0 0,-1 0-1 0 0,1 0 0 0 0,0-1 0 0 0,1 1 0 0 0,-1-1 0 0 0,4 5 0 0 0,-4-8-17 0 0,-1 1 0 0 0,1-1-1 0 0,-1 0 1 0 0,1 0 0 0 0,-1 0 0 0 0,1 0-1 0 0,-1 0 1 0 0,1 0 0 0 0,-1 0-1 0 0,0 0 1 0 0,1-1 0 0 0,-1 1 0 0 0,1-1-1 0 0,-1 1 1 0 0,1-1 0 0 0,-1 1-1 0 0,0-1 1 0 0,0 0 0 0 0,1 0 0 0 0,-1 1-1 0 0,0-1 1 0 0,0 0 0 0 0,0 0-1 0 0,0 0 1 0 0,0 0 0 0 0,2-3 0 0 0,26-32-148 0 0,-27 34 127 0 0,15-23-18 0 0,6-9-1218 0 0,33-36-1 0 0,-35 47 436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3:36.3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95 1464 0 0,'-6'-6'658'0'0,"0"-2"-1"0"0,1 1 0 0 0,-1-1 0 0 0,2 1 0 0 0,-1-1 1 0 0,1-1-1 0 0,0 1 0 0 0,1-1 0 0 0,-3-11 0 0 0,6 20-604 0 0,0 0 1 0 0,0 0-1 0 0,0 0 0 0 0,0-1 0 0 0,0 1 0 0 0,0 0 0 0 0,0 0 0 0 0,0 0 0 0 0,0 0 0 0 0,-1-1 1 0 0,1 1-1 0 0,0 0 0 0 0,0 0 0 0 0,0 0 0 0 0,0 0 0 0 0,0-1 0 0 0,0 1 0 0 0,0 0 0 0 0,0 0 0 0 0,-1 0 1 0 0,1 0-1 0 0,0 0 0 0 0,0 0 0 0 0,0 0 0 0 0,0-1 0 0 0,0 1 0 0 0,-1 0 0 0 0,1 0 0 0 0,0 0 0 0 0,0 0 1 0 0,0 0-1 0 0,0 0 0 0 0,-1 0 0 0 0,1 0 0 0 0,0 0 0 0 0,0 0 0 0 0,0 0 0 0 0,0 0 0 0 0,-1 0 1 0 0,1 0-1 0 0,0 0 0 0 0,0 0 0 0 0,0 0 0 0 0,0 0 0 0 0,-1 0 0 0 0,1 0 0 0 0,-9 9 737 0 0,-6 13-921 0 0,14-21 262 0 0,-9 15-99 0 0,2 1 0 0 0,0 0 0 0 0,0 0-1 0 0,2 0 1 0 0,0 1 0 0 0,1 0-1 0 0,0 0 1 0 0,2 0 0 0 0,0 1 0 0 0,1-1-1 0 0,1 1 1 0 0,1 0 0 0 0,4 32 0 0 0,-4-48-29 0 0,0 0 1 0 0,1 0 0 0 0,-1 0 0 0 0,1 0 0 0 0,0 0 0 0 0,-1 0 0 0 0,1 0 0 0 0,1 0 0 0 0,-1 0 0 0 0,0-1 0 0 0,1 1 0 0 0,-1 0 0 0 0,1-1 0 0 0,0 1 0 0 0,0-1 0 0 0,0 0 0 0 0,0 0 0 0 0,1 0 0 0 0,4 4 0 0 0,-4-5-4 0 0,0 1 1 0 0,1-1 0 0 0,-1 0 0 0 0,1 0 0 0 0,-1 0-1 0 0,1-1 1 0 0,-1 1 0 0 0,1-1 0 0 0,-1 0 0 0 0,1 0 0 0 0,-1 0-1 0 0,1-1 1 0 0,-1 1 0 0 0,6-2 0 0 0,9-3-2 0 0,-1-1-1 0 0,0-1 1 0 0,-1-1 0 0 0,0 0 0 0 0,19-12 0 0 0,-31 17-4 0 0,2-1-30 0 0,0 0 0 0 0,1 0 0 0 0,-1 1-1 0 0,1 0 1 0 0,0 0 0 0 0,0 1 0 0 0,0 0-1 0 0,8-2 1 0 0,-1 2-76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3:36.8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71 1696 0 0,'0'0'45'0'0,"-1"0"0"0"0,0 0-1 0 0,1 0 1 0 0,-1 0 0 0 0,0 0-1 0 0,1 0 1 0 0,-1 0-1 0 0,0 0 1 0 0,1 0 0 0 0,-1-1-1 0 0,0 1 1 0 0,1 0 0 0 0,-1 0-1 0 0,1-1 1 0 0,-1 1 0 0 0,0 0-1 0 0,1-1 1 0 0,-1 1-1 0 0,1 0 1 0 0,-1-1 0 0 0,1 1-1 0 0,-1-1 1 0 0,1 1 0 0 0,-1-1-1 0 0,1 1 1 0 0,0-1 0 0 0,-1 0-1 0 0,1 1 1 0 0,0-1-1 0 0,-1 1 1 0 0,1-1 0 0 0,0 0-1 0 0,0 1 1 0 0,-1-1 0 0 0,1 0-1 0 0,0 1 1 0 0,0-1 0 0 0,0 0-1 0 0,0 1 1 0 0,0-1-1 0 0,0 0 1 0 0,0 1 0 0 0,0-1-1 0 0,0 0 1 0 0,1 1 0 0 0,-1-1-1 0 0,0 1 1 0 0,0-1 0 0 0,1-1-1 0 0,0 0 97 0 0,-1 0 0 0 0,1 1 0 0 0,0-1 0 0 0,0 0 0 0 0,0 0 0 0 0,0 0 0 0 0,0 1 0 0 0,1-1 0 0 0,-1 0-1 0 0,0 1 1 0 0,1-1 0 0 0,-1 1 0 0 0,1 0 0 0 0,0 0 0 0 0,-1-1 0 0 0,3 0 0 0 0,5-2 202 0 0,1 1 1 0 0,-1 0-1 0 0,0 0 0 0 0,1 1 0 0 0,-1 1 1 0 0,1-1-1 0 0,0 1 0 0 0,0 1 1 0 0,-1 0-1 0 0,1 0 0 0 0,18 4 0 0 0,-21-2-274 0 0,0 0-1 0 0,-1 0 0 0 0,1 1 0 0 0,0 0 1 0 0,-1 0-1 0 0,0 1 0 0 0,0 0 0 0 0,0 0 1 0 0,0 0-1 0 0,-1 1 0 0 0,0 0 0 0 0,1 0 1 0 0,-2 0-1 0 0,1 0 0 0 0,-1 1 0 0 0,0 0 1 0 0,4 6-1 0 0,16 34-65 0 0,-3 1-1 0 0,-1 1 1 0 0,18 66 0 0 0,16 43-4 0 0,25 0-6 0 0,-21-47 97 0 0,-55-103-28 0 0,0-1-1 0 0,-1 0 1 0 0,1 1 0 0 0,-1-1-1 0 0,0 1 1 0 0,-1 0 0 0 0,0 0-1 0 0,0-1 1 0 0,0 1-1 0 0,-1 0 1 0 0,0 0 0 0 0,0 0-1 0 0,-1 0 1 0 0,-2 9 0 0 0,1-10 136 0 0,0 0 0 0 0,0 0 0 0 0,-1 0 1 0 0,0-1-1 0 0,0 0 0 0 0,-1 1 1 0 0,0-1-1 0 0,1 0 0 0 0,-2-1 1 0 0,1 1-1 0 0,0-1 0 0 0,-1 0 1 0 0,0 0-1 0 0,0 0 0 0 0,0-1 0 0 0,-8 5 1 0 0,-56 26-1896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3:37.1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 5529 0 0,'4'-5'4398'0'0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3:38.9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4 3281 0 0,'-2'-3'288'0'0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3:41.9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0 114 2304 0 0,'2'-113'7906'0'0,"9"144"-6071"0"0,-3-11-1757 0 0,22 82-44 0 0,80 236 60 0 0,-99-310-86 0 0,37 84 119 0 0,-43-102-116 0 0,1 0 0 0 0,0-1-1 0 0,1 1 1 0 0,0-1 0 0 0,0 0 0 0 0,1-1-1 0 0,0 0 1 0 0,12 10 0 0 0,-17-16 0 0 0,0 0 0 0 0,0 0 0 0 0,0-1 0 0 0,0 1 0 0 0,0 0 0 0 0,1-1 0 0 0,-1 0 0 0 0,0 0 0 0 0,1 0 0 0 0,-1 0 0 0 0,1-1 0 0 0,-1 1 0 0 0,1-1 0 0 0,-1 0 0 0 0,1 0 0 0 0,6-1 0 0 0,-5 0-3 0 0,0 0 0 0 0,0-1 0 0 0,0 0 0 0 0,0 0 0 0 0,0 0 0 0 0,-1-1 0 0 0,1 1 0 0 0,0-1 0 0 0,-1 0 0 0 0,5-5 0 0 0,7-8-27 0 0,0-1 0 0 0,-2 0 0 0 0,0-1 1 0 0,15-25-1 0 0,-17 25-38 0 0,17-24-259 0 0,-15 22 156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3:42.7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1 106 3225 0 0,'0'-2'150'0'0,"0"1"0"0"0,0 0 0 0 0,0-1 1 0 0,0 1-1 0 0,0-1 0 0 0,1 1 0 0 0,-1 0 1 0 0,1-1-1 0 0,-1 1 0 0 0,1 0 0 0 0,-1 0 0 0 0,1-1 1 0 0,0 1-1 0 0,-1 0 0 0 0,1 0 0 0 0,0 0 1 0 0,0 0-1 0 0,0 0 0 0 0,0 0 0 0 0,1-1 1 0 0,24-25 1212 0 0,-17 18-1378 0 0,1 1-1 0 0,0 0 1 0 0,0 1-1 0 0,14-8 1 0 0,-15 11-233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3:43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5 179 3225 0 0,'0'0'30'0'0,"0"0"-1"0"0,-1 0 1 0 0,1 0 0 0 0,0 0 0 0 0,0 0 0 0 0,0 0 0 0 0,-1-1 0 0 0,1 1 0 0 0,0 0-1 0 0,0 0 1 0 0,0 0 0 0 0,0 0 0 0 0,-1 0 0 0 0,1 0 0 0 0,0 0 0 0 0,0 0 0 0 0,0 0-1 0 0,0-1 1 0 0,-1 1 0 0 0,1 0 0 0 0,0 0 0 0 0,0 0 0 0 0,0 0 0 0 0,0 0 0 0 0,0-1-1 0 0,0 1 1 0 0,0 0 0 0 0,0 0 0 0 0,-1 0 0 0 0,1 0 0 0 0,0-1 0 0 0,0 1 0 0 0,0 0-1 0 0,0 0 1 0 0,0 0 0 0 0,0-1 0 0 0,0 1 0 0 0,0 0 0 0 0,0 0 0 0 0,0 0 0 0 0,0-1-1 0 0,0 1 1 0 0,0 0 0 0 0,0 0 0 0 0,1 0 0 0 0,-1-1 0 0 0,6-13 969 0 0,11-13 286 0 0,-3 12-1280 0 0,0 0 0 0 0,0 0-1 0 0,1 2 1 0 0,1-1 0 0 0,1 2-1 0 0,-1 0 1 0 0,35-17 0 0 0,-38 23-59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3:46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10 1840 0 0,'0'0'97'0'0,"0"0"-1"0"0,0-1 0 0 0,0 1 0 0 0,0 0 0 0 0,0-1 0 0 0,0 1 1 0 0,0 0-1 0 0,0-1 0 0 0,0 1 0 0 0,0 0 0 0 0,0-1 0 0 0,0 1 0 0 0,0 0 1 0 0,0-1-1 0 0,0 1 0 0 0,0 0 0 0 0,0-1 0 0 0,0 1 0 0 0,-1 0 1 0 0,1-1-1 0 0,0 1 0 0 0,0 0 0 0 0,0 0 0 0 0,-1-1 0 0 0,1 1 1 0 0,0 0-1 0 0,0 0 0 0 0,0-1 0 0 0,-1 1 0 0 0,1 0 0 0 0,0 0 1 0 0,-1 0-1 0 0,1 0 0 0 0,0-1 0 0 0,-1 1 0 0 0,1 0 0 0 0,-13 7 1445 0 0,-11 19-814 0 0,4 2-217 0 0,1 1 1 0 0,1 1 0 0 0,1 0 0 0 0,-16 43 0 0 0,26-54-458 0 0,1 0 0 0 0,0 1 0 0 0,1 0 0 0 0,1 0 1 0 0,2 0-1 0 0,-1 0 0 0 0,2 1 0 0 0,2 33 0 0 0,-1-52-55 0 0,0-1-1 0 0,0 1 1 0 0,1 0-1 0 0,-1 0 0 0 0,0 0 1 0 0,0 0-1 0 0,1-1 1 0 0,0 1-1 0 0,-1 0 0 0 0,1-1 1 0 0,0 1-1 0 0,0 0 1 0 0,-1-1-1 0 0,1 1 0 0 0,1-1 1 0 0,-1 1-1 0 0,0-1 1 0 0,0 1-1 0 0,0-1 1 0 0,1 0-1 0 0,-1 0 0 0 0,1 0 1 0 0,1 2-1 0 0,0-3-7 0 0,-1 1-1 0 0,1-1 1 0 0,0 1-1 0 0,0-1 1 0 0,-1 0-1 0 0,1 0 1 0 0,0 0 0 0 0,0-1-1 0 0,-1 1 1 0 0,1-1-1 0 0,0 1 1 0 0,-1-1-1 0 0,1 0 1 0 0,-1 0-1 0 0,4-1 1 0 0,112-51-305 0 0,-117 53 311 0 0,-1 0-1 0 0,1 0 1 0 0,0-1-1 0 0,-1 1 1 0 0,1 0 0 0 0,0 0-1 0 0,-1 0 1 0 0,1 0-1 0 0,0 0 1 0 0,0-1-1 0 0,-1 1 1 0 0,1 1 0 0 0,0-1-1 0 0,-1 0 1 0 0,1 0-1 0 0,0 0 1 0 0,-1 0-1 0 0,1 0 1 0 0,0 1-1 0 0,-1-1 1 0 0,1 0 0 0 0,0 1-1 0 0,-1-1 1 0 0,1 0-1 0 0,-1 1 1 0 0,1-1-1 0 0,0 1 1 0 0,-1-1 0 0 0,1 1-1 0 0,-1-1 1 0 0,0 1-1 0 0,1-1 1 0 0,-1 1-1 0 0,1-1 1 0 0,-1 1 0 0 0,0 0-1 0 0,1-1 1 0 0,-1 1-1 0 0,0 0 1 0 0,0-1-1 0 0,0 1 1 0 0,1 0-1 0 0,-1-1 1 0 0,0 1 0 0 0,0 0-1 0 0,0-1 1 0 0,0 1-1 0 0,0 0 1 0 0,0-1-1 0 0,0 1 1 0 0,-1 1 0 0 0,-6 43-2 0 0,5-37 83 0 0,-9 49 13 0 0,-3 4-55 0 0,-5 71 0 0 0,18-114 9 0 0,0 1 1 0 0,1-1-1 0 0,1 1 0 0 0,1-1 1 0 0,0 0-1 0 0,2 0 0 0 0,0 0 1 0 0,9 26-1 0 0,-11-39-37 0 0,0 0-1 0 0,0-1 1 0 0,0 1 0 0 0,1 0-1 0 0,-1-1 1 0 0,1 1-1 0 0,0-1 1 0 0,1 0-1 0 0,-1 0 1 0 0,1 0 0 0 0,0 0-1 0 0,0-1 1 0 0,0 1-1 0 0,0-1 1 0 0,0 0-1 0 0,1-1 1 0 0,0 1 0 0 0,-1-1-1 0 0,1 1 1 0 0,0-2-1 0 0,0 1 1 0 0,0 0-1 0 0,0-1 1 0 0,1 0 0 0 0,-1 0-1 0 0,0-1 1 0 0,0 1-1 0 0,1-1 1 0 0,-1 0-1 0 0,0-1 1 0 0,1 1-1 0 0,-1-1 1 0 0,0 0 0 0 0,0 0-1 0 0,0-1 1 0 0,0 1-1 0 0,0-1 1 0 0,0 0-1 0 0,0-1 1 0 0,4-2 0 0 0,12-8-115 0 0,0-2 10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3:46.7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5529 0 0,'0'0'68'0'0,"0"0"-1"0"0,0 0 1 0 0,0-1-1 0 0,0 1 1 0 0,0 0-1 0 0,0 0 1 0 0,1-1-1 0 0,-1 1 1 0 0,0 0-1 0 0,0 0 1 0 0,0 0-1 0 0,1 0 1 0 0,-1-1 0 0 0,0 1-1 0 0,0 0 1 0 0,0 0-1 0 0,1 0 1 0 0,-1 0-1 0 0,0 0 1 0 0,0 0-1 0 0,1-1 1 0 0,-1 1-1 0 0,0 0 1 0 0,0 0-1 0 0,1 0 1 0 0,-1 0-1 0 0,0 0 1 0 0,0 0-1 0 0,1 0 1 0 0,-1 0-1 0 0,0 0 1 0 0,0 0-1 0 0,1 0 1 0 0,-1 0 0 0 0,0 0-1 0 0,0 1 1 0 0,1-1-1 0 0,10 9 1331 0 0,5 14 135 0 0,-1 6-527 0 0,-2 1 0 0 0,0 1 0 0 0,10 40 0 0 0,17 101-18 0 0,-15-59-823 0 0,-14-65-333 0 0,-3-8-952 0 0,23 62 0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3:47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18 118 2617 0 0,'-8'-35'554'0'0,"6"30"-159"0"0,0-1 0 0 0,1 1 0 0 0,-1-1-1 0 0,1 1 1 0 0,0-1 0 0 0,1 0 0 0 0,0 0-1 0 0,0 1 1 0 0,1-11 0 0 0,-1 15-319 0 0,1 0 0 0 0,-1 0-1 0 0,1 0 1 0 0,0 0 0 0 0,0 0 0 0 0,-1 0 0 0 0,1 0 0 0 0,0 0 0 0 0,0 0-1 0 0,0 0 1 0 0,0 1 0 0 0,0-1 0 0 0,0 0 0 0 0,0 1 0 0 0,0-1 0 0 0,0 1-1 0 0,1-1 1 0 0,-1 1 0 0 0,0-1 0 0 0,0 1 0 0 0,0 0 0 0 0,1-1 0 0 0,-1 1-1 0 0,0 0 1 0 0,0 0 0 0 0,1 0 0 0 0,-1 0 0 0 0,0 0 0 0 0,0 1 0 0 0,1-1-1 0 0,-1 0 1 0 0,0 0 0 0 0,0 1 0 0 0,2 0 0 0 0,42 15 666 0 0,-26-6-675 0 0,0 1 0 0 0,-1 0 0 0 0,-1 2-1 0 0,0 0 1 0 0,0 1 0 0 0,15 17 0 0 0,80 102 755 0 0,-80-91-629 0 0,2-2 1 0 0,40 38 0 0 0,-60-65-260 0 0,0 0 0 0 0,-1 1 0 0 0,12 16 1 0 0,-21-24 33 0 0,0-1 1 0 0,-1 1 0 0 0,0 0 0 0 0,0 0 0 0 0,0 0 0 0 0,-1 0-1 0 0,0 0 1 0 0,0 1 0 0 0,0-1 0 0 0,-1 1 0 0 0,0-1 0 0 0,0 10 0 0 0,-2-9-374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3:47.4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0 149 920 0 0,'9'-9'697'0'0,"16"-16"1405"0"0,53-42-1 0 0,-70 61-2310 0 0,1 1 1 0 0,0-1-1 0 0,0 1 1 0 0,0 1-1 0 0,1 0 1 0 0,-1 0-1 0 0,1 1 1 0 0,0 0-1 0 0,0 1 1 0 0,0 0 0 0 0,13-1-1 0 0,-4 2-20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3:47.8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13 924 1840 0 0,'0'0'93'0'0,"-1"1"0"0"0,1-1-1 0 0,-1 0 1 0 0,1 0 0 0 0,-1 0-1 0 0,1 0 1 0 0,-1 0 0 0 0,0 0-1 0 0,1 0 1 0 0,-1-1 0 0 0,1 1-1 0 0,-1 0 1 0 0,1 0-1 0 0,-1 0 1 0 0,1 0 0 0 0,-1-1-1 0 0,1 1 1 0 0,-1 0 0 0 0,1 0-1 0 0,-1-1 1 0 0,1 1 0 0 0,0-1-1 0 0,-1 1 1 0 0,1 0 0 0 0,-1-1-1 0 0,6-10 850 0 0,25-11-593 0 0,279-175 4665 0 0,-223 139-3694 0 0,2 3 0 0 0,3 5 0 0 0,179-72 0 0 0,-165 84-1086 0 0,223-91 622 0 0,-159 51-628 0 0,85-43 213 0 0,-240 114-540 0 0,-3 1-136 0 0,-1 0 0 0 0,1 1 0 0 0,1 1-1 0 0,19-6 1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3:48.3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0 313 2761 0 0,'3'-7'220'0'0,"-1"1"1"0"0,1 0 0 0 0,0-1 0 0 0,0 1-1 0 0,1 1 1 0 0,0-1 0 0 0,0 0-1 0 0,9-8 1 0 0,43-39 1397 0 0,-48 45-1372 0 0,28-21 927 0 0,0 2 0 0 0,62-36 0 0 0,25 0-1949 0 0,-106 56-2585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3:48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 1840 0 0,'-2'0'213'0'0,"1"1"-1"0"0,-1 0 1 0 0,1 0-1 0 0,-1 0 0 0 0,1 0 1 0 0,-1 1-1 0 0,1-1 0 0 0,0 0 1 0 0,0 1-1 0 0,0-1 1 0 0,0 0-1 0 0,0 1 0 0 0,0-1 1 0 0,0 1-1 0 0,0 0 1 0 0,0-1-1 0 0,0 3 0 0 0,2 31 3224 0 0,-1-34-3501 0 0,13 82 1070 0 0,4-1 1 0 0,29 82 0 0 0,-36-131-810 0 0,2 0 0 0 0,1-1 0 0 0,19 36-1 0 0,-26-58-8 0 0,0 0 0 0 0,0 0 0 0 0,1 0 0 0 0,0-1 0 0 0,1 0 0 0 0,0-1 0 0 0,0 0 0 0 0,1 0 0 0 0,0-1 0 0 0,1 0 0 0 0,-1 0-1 0 0,1-1 1 0 0,12 5 0 0 0,-19-9-155 0 0,0-1 0 0 0,0-1 0 0 0,0 1 0 0 0,0 0 0 0 0,0-1-1 0 0,0 0 1 0 0,1 0 0 0 0,-1 0 0 0 0,0 0 0 0 0,0 0 0 0 0,0 0 0 0 0,0-1 0 0 0,0 0-1 0 0,0 1 1 0 0,0-1 0 0 0,0-1 0 0 0,0 1 0 0 0,0 0 0 0 0,0-1 0 0 0,0 1-1 0 0,-1-1 1 0 0,4-2 0 0 0,5-5-83 0 0,0-1 0 0 0,-1 0 0 0 0,16-19-1 0 0,-5 5-958 0 0,-5 7-4365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3:49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16 345 2761 0 0,'0'1'14'0'0,"-1"-1"1"0"0,1 0 0 0 0,-1 0 0 0 0,1 0-1 0 0,-1 0 1 0 0,1 0 0 0 0,-1 0-1 0 0,1 0 1 0 0,-1 0 0 0 0,1 0 0 0 0,-1 0-1 0 0,1 0 1 0 0,-1 0 0 0 0,1 0 0 0 0,-1 0-1 0 0,1 0 1 0 0,-1 0 0 0 0,1 0 0 0 0,-1-1-1 0 0,1 1 1 0 0,0 0 0 0 0,-1 0 0 0 0,1-1-1 0 0,-1 1 1 0 0,1 0 0 0 0,0-1 0 0 0,-1 1-1 0 0,1 0 1 0 0,0-1 0 0 0,-1 1-1 0 0,1 0 1 0 0,0-1 0 0 0,-1 1 0 0 0,1-1-1 0 0,0 1 1 0 0,-1-1 0 0 0,11-16 585 0 0,-5 10-520 0 0,19-20 559 0 0,0 1 0 0 0,2 1 0 0 0,55-42 0 0 0,-20 17 517 0 0,-40 31-642 0 0,51-40 1199 0 0,-63 53-1326 0 0,0 0 0 0 0,1 0 0 0 0,0 1 0 0 0,-1 0-1 0 0,2 1 1 0 0,11-4 0 0 0,-20 7-290 0 0,1 1 0 0 0,-1 0 0 0 0,1 0 0 0 0,0 0 0 0 0,-1 0 0 0 0,1 0 0 0 0,0 1 0 0 0,-1-1 0 0 0,1 1 0 0 0,-1 0 0 0 0,1-1 0 0 0,-1 1 0 0 0,1 0 0 0 0,-1 0 0 0 0,0 1 0 0 0,1-1 0 0 0,-1 1 0 0 0,0-1 0 0 0,0 1 0 0 0,0-1-1 0 0,0 1 1 0 0,0 0 0 0 0,0 0 0 0 0,-1 0 0 0 0,1 0 0 0 0,-1 0 0 0 0,1 1 0 0 0,-1-1 0 0 0,0 0 0 0 0,2 4 0 0 0,4 10 18 0 0,0 1 0 0 0,-1-1 0 0 0,6 25 0 0 0,-9-30-88 0 0,17 62-14 0 0,-7-19-9 0 0,2-2 0 0 0,2 1 0 0 0,40 79 0 0 0,-31-88 42 0 0,43 53 0 0 0,-1-2 6 0 0,-66-92-52 0 0,35 63 0 0 0,-35-62 0 0 0,0 0 0 0 0,0 1 0 0 0,0-1 0 0 0,-1 1 0 0 0,1 0 0 0 0,-1-1 0 0 0,0 1 0 0 0,-1 0 0 0 0,1 0 0 0 0,-1 0 0 0 0,0 0 0 0 0,0 0 0 0 0,-1 4 0 0 0,-1-4 23 0 0,0-1-1 0 0,0 0 0 0 0,0 0 0 0 0,-1-1 0 0 0,1 1 0 0 0,-1 0 0 0 0,0-1 0 0 0,0 0 0 0 0,0 1 0 0 0,-1-1 0 0 0,1-1 0 0 0,-1 1 0 0 0,1 0 0 0 0,-1-1 0 0 0,0 0 0 0 0,0 1 0 0 0,-6 1 0 0 0,-9 4 98 0 0,0-1-1 0 0,-27 6 0 0 0,-79 15-2399 0 0,107-25 2037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3:49.7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18 2505 0 0,'0'-1'115'0'0,"-1"0"1"0"0,1 0-1 0 0,-1 1 1 0 0,0-1 0 0 0,0 0-1 0 0,1 0 1 0 0,-1 0-1 0 0,0 1 1 0 0,0-1 0 0 0,0 0-1 0 0,0 1 1 0 0,0-1-1 0 0,0 1 1 0 0,0-1 0 0 0,0 1-1 0 0,0-1 1 0 0,0 1-1 0 0,0 0 1 0 0,0-1 0 0 0,0 1-1 0 0,0 0 1 0 0,-2 0-1 0 0,-27-4 2826 0 0,27 4-2710 0 0,0 0-1 0 0,0 0 1 0 0,0 1-1 0 0,0-1 1 0 0,0 1-1 0 0,0 0 0 0 0,0 0 1 0 0,0 0-1 0 0,1 0 1 0 0,-1 1-1 0 0,0-1 1 0 0,1 1-1 0 0,-1-1 0 0 0,1 1 1 0 0,-1 0-1 0 0,1 0 1 0 0,0 0-1 0 0,0 0 1 0 0,0 1-1 0 0,0-1 1 0 0,0 1-1 0 0,0-1 0 0 0,1 1 1 0 0,-1-1-1 0 0,1 1 1 0 0,0 0-1 0 0,0 0 1 0 0,-2 4-1 0 0,-1 9 38 0 0,1 0 1 0 0,0 0 0 0 0,1 0-1 0 0,-1 20 1 0 0,2-17-188 0 0,0-10-58 0 0,0 0 0 0 0,1 0 0 0 0,0-1 0 0 0,1 1 0 0 0,0 0 0 0 0,4 16-1 0 0,-4-23-18 0 0,0 1 0 0 0,0-1 0 0 0,0 0-1 0 0,0 1 1 0 0,0-1 0 0 0,1 0-1 0 0,-1 0 1 0 0,1 0 0 0 0,0 0 0 0 0,-1 0-1 0 0,1 0 1 0 0,0-1 0 0 0,0 1 0 0 0,0-1-1 0 0,0 1 1 0 0,1-1 0 0 0,-1 0-1 0 0,0 1 1 0 0,0-1 0 0 0,1 0 0 0 0,-1-1-1 0 0,1 1 1 0 0,-1 0 0 0 0,1-1-1 0 0,-1 1 1 0 0,1-1 0 0 0,4 0 0 0 0,4 0-28 0 0,0-2 1 0 0,0 1-1 0 0,0-1 1 0 0,0-1-1 0 0,-1 0 1 0 0,1 0-1 0 0,-1-1 1 0 0,0-1 0 0 0,0 0-1 0 0,0 0 1 0 0,-1 0-1 0 0,1-2 1 0 0,11-9-1 0 0,3-1-336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3:50.4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57 3225 0 0,'-1'-2'133'0'0,"-1"0"1"0"0,1 0 0 0 0,0 0 0 0 0,0 0 0 0 0,-1 0 0 0 0,1 0-1 0 0,1 0 1 0 0,-1-1 0 0 0,0 1 0 0 0,0-4 0 0 0,0 4 355 0 0,1 0 0 0 0,0 0 1 0 0,-1 0-1 0 0,1 0 0 0 0,0 0 1 0 0,0 0-1 0 0,1 0 1 0 0,-1 0-1 0 0,0-1 0 0 0,1 1 1 0 0,-1 0-1 0 0,2-2 0 0 0,-1 5-236 0 0,0 0-1 0 0,0-1 1 0 0,0 1-1 0 0,1 0 1 0 0,-1 0-1 0 0,0 0 1 0 0,0 1-1 0 0,0-1 1 0 0,0 0-1 0 0,-1 0 1 0 0,1 0-1 0 0,0 1 0 0 0,0-1 1 0 0,-1 0-1 0 0,2 3 1 0 0,43 135 1113 0 0,-28-83-1089 0 0,1-2 0 0 0,45 89-1 0 0,-54-126-114 0 0,0 2-1 0 0,1-1 0 0 0,1-1 0 0 0,14 17 0 0 0,-23-31-154 0 0,1 0 1 0 0,-1 0-1 0 0,1 0 0 0 0,0 0 1 0 0,0 0-1 0 0,0-1 0 0 0,1 1 1 0 0,-1-1-1 0 0,1 0 0 0 0,-1 0 1 0 0,1 0-1 0 0,0 0 0 0 0,-1-1 1 0 0,1 0-1 0 0,0 0 0 0 0,0 0 1 0 0,0 0-1 0 0,0 0 0 0 0,0-1 1 0 0,0 1-1 0 0,6-1 0 0 0,16-11-5104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3:50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1 146 3225 0 0,'11'-18'1526'0'0,"1"1"1"0"0,0 1-1 0 0,2 0 1 0 0,23-22-1 0 0,-33 34-1444 0 0,0 0-1 0 0,1 0 1 0 0,-1 0-1 0 0,1 1 1 0 0,0-1 0 0 0,1 1-1 0 0,-1 0 1 0 0,0 1-1 0 0,1-1 1 0 0,5-1 0 0 0,0 2-171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3:51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42 3225 0 0,'-4'0'288'0'0,"2"-2"-288"0"0,2 1 0 0 0,2-1-160 0 0,0 0-80 0 0,0 0-16 0 0,3-1-8 0 0,5-4-57 0 0,2-2 1 0 0,1 2-8 0 0,-1 0 0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3:51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58 3209 0 0,'4'0'136'0'0,"-3"0"40"0"0,1-2-176 0 0,0 0 0 0 0,1 0 0 0 0,-1 1 0 0 0,3-3 0 0 0,2-1 0 0 0,7-6 0 0 0,4-4 0 0 0,1-1-96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4:20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50 1376 0 0,'0'-3'399'0'0,"0"-1"-1"0"0,1 0 0 0 0,0 1 1 0 0,-1-1-1 0 0,1 1 0 0 0,1-1 1 0 0,-1 1-1 0 0,0 0 0 0 0,1-1 1 0 0,0 1-1 0 0,0 0 0 0 0,4-6 1 0 0,18 23 2526 0 0,-9-4-1899 0 0,1 0 73 0 0,-14-8-719 0 0,1 0 0 0 0,-1 0-1 0 0,1-1 1 0 0,0 1 0 0 0,-1-1 0 0 0,1 1-1 0 0,6 1 1 0 0,-19 26-403 0 0,-4-20-2133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4:21.0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196 452 1840 0 0,'0'4'117'0'0,"-1"0"0"0"0,1-1 0 0 0,-1 1-1 0 0,1-1 1 0 0,-1 0 0 0 0,0 1 0 0 0,0-1-1 0 0,-1 1 1 0 0,1-1 0 0 0,-1 0-1 0 0,0 0 1 0 0,0 0 0 0 0,0 0 0 0 0,0 0-1 0 0,0 0 1 0 0,-4 3 0 0 0,5-6-81 0 0,1 0 1 0 0,-1 0-1 0 0,0 0 1 0 0,1 0-1 0 0,-1 0 1 0 0,0 0 0 0 0,0 0-1 0 0,1 0 1 0 0,-1 0-1 0 0,0 0 1 0 0,1 0-1 0 0,-1 0 1 0 0,0 0-1 0 0,1-1 1 0 0,-1 1-1 0 0,0 0 1 0 0,1 0-1 0 0,-1-1 1 0 0,0 1-1 0 0,1 0 1 0 0,-1-1 0 0 0,1 1-1 0 0,-1-1 1 0 0,1 1-1 0 0,-1-1 1 0 0,1 1-1 0 0,-1-1 1 0 0,1 1-1 0 0,-1-1 1 0 0,1 0-1 0 0,-14-20 607 0 0,-36-108 781 0 0,40 99-932 0 0,1 0 0 0 0,2-1-1 0 0,-6-39 1 0 0,12 58-337 0 0,0-1 0 0 0,1 1 0 0 0,0 0 0 0 0,1 0 0 0 0,0 0 0 0 0,1 0 0 0 0,0 0 0 0 0,1 0-1 0 0,1 0 1 0 0,0 1 0 0 0,8-19 0 0 0,-11 28-142 0 0,0 0-1 0 0,0 0 0 0 0,0 1 1 0 0,0-1-1 0 0,0 0 0 0 0,0 0 1 0 0,1 1-1 0 0,-1-1 0 0 0,0 1 1 0 0,1-1-1 0 0,-1 1 0 0 0,1 0 1 0 0,0-1-1 0 0,-1 1 0 0 0,1 0 1 0 0,0 0-1 0 0,0 0 0 0 0,0 1 1 0 0,0-1-1 0 0,2-1 0 0 0,-2 2-9 0 0,-1 1-1 0 0,1-1 1 0 0,0 0-1 0 0,0 0 0 0 0,-1 1 1 0 0,1-1-1 0 0,0 1 1 0 0,-1-1-1 0 0,1 1 1 0 0,0 0-1 0 0,-1 0 0 0 0,1-1 1 0 0,-1 1-1 0 0,1 0 1 0 0,-1 1-1 0 0,0-1 1 0 0,1 0-1 0 0,1 2 0 0 0,2 4-115 0 0,1 0 0 0 0,-1 0 0 0 0,0 1 0 0 0,-1-1 0 0 0,0 1-1 0 0,0 0 1 0 0,5 16 0 0 0,14 70-1562 0 0,17 150 0 0 0,-14-67 1243 0 0,-24-167 402 0 0,0 0 0 0 0,0 0-1 0 0,1 0 1 0 0,8 17 0 0 0,-10-25 39 0 0,1 1-1 0 0,-1 0 1 0 0,1-1-1 0 0,0 1 1 0 0,-1-1-1 0 0,1 0 1 0 0,0 1-1 0 0,1-1 1 0 0,-1 0-1 0 0,0 0 1 0 0,0 0-1 0 0,1-1 1 0 0,0 1-1 0 0,-1 0 1 0 0,1-1-1 0 0,0 0 1 0 0,-1 0-1 0 0,1 0 1 0 0,0 0 0 0 0,5 1-1 0 0,11 2 163 0 0,-15-3-123 0 0,0 0-1 0 0,-1 0 0 0 0,1-1 0 0 0,0 1 1 0 0,0-1-1 0 0,0 0 0 0 0,-1 0 0 0 0,1 0 1 0 0,0-1-1 0 0,0 1 0 0 0,-1-1 0 0 0,8-2 1 0 0,25-5 418 0 0,-31 7-379 0 0,0 1 0 0 0,-1-1 0 0 0,1 0 1 0 0,-1 0-1 0 0,1 0 0 0 0,-1-1 0 0 0,1 0 0 0 0,5-3 0 0 0,17-17 624 0 0,-26 22-653 0 0,0-1 1 0 0,-1 1 0 0 0,1 0 0 0 0,0-1-1 0 0,-1 1 1 0 0,1-1 0 0 0,-1 0 0 0 0,1 1-1 0 0,0-1 1 0 0,-1 1 0 0 0,0-1-1 0 0,1 0 1 0 0,-1 1 0 0 0,1-1 0 0 0,-1 0-1 0 0,0 0 1 0 0,1 1 0 0 0,-1-1 0 0 0,0 0-1 0 0,0 0 1 0 0,1 1 0 0 0,-1-1 0 0 0,0 0-1 0 0,0 0 1 0 0,0 0 0 0 0,0 1 0 0 0,0-1-1 0 0,0 0 1 0 0,-1 0 0 0 0,1 0-1 0 0,0 1 1 0 0,0-1 0 0 0,0 0 0 0 0,-1 0-1 0 0,1 0 1 0 0,-25-5 1432 0 0,7 3-953 0 0,-22-7 1263 0 0,-75-8 0 0 0,11 2-729 0 0,88 13-1119 0 0,0 0 1 0 0,0 2-1 0 0,0 0 1 0 0,0 1-1 0 0,-20 1 1 0 0,25 1-355 0 0,1 0 0 0 0,-1 0 1 0 0,-13 5-1 0 0,16-4-648 0 0,1 1-1 0 0,-1-1 0 0 0,1 1 1 0 0,-13 9-1 0 0,7-2-3671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4:21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1141 2304 0 0,'8'-6'418'0'0,"1"-1"-1"0"0,0 1 0 0 0,0 1 1 0 0,0 0-1 0 0,0 0 0 0 0,11-4 0 0 0,10-4 305 0 0,22-15 1265 0 0,96-69 0 0 0,84-62 1367 0 0,-94 67-2371 0 0,172-105-75 0 0,-83 56-839 0 0,122-70-700 0 0,-106 93-1536 0 0,-159 90 682 0 0,-47 19-1667 0 0,-12 5-215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4:23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1 307 6913 0 0,'18'-3'5522'0'0,"21"-20"-3738"0"0,0-2 0 0 0,47-41-1 0 0,-10 0-1408 0 0,-2-3-3676 0 0,-26 25-1621 0 0,-37 33 609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4:23.6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0 1376 0 0,'-1'1'141'0'0,"0"0"-1"0"0,0 1 1 0 0,0-1 0 0 0,0 0-1 0 0,1 0 1 0 0,-1 0-1 0 0,0 0 1 0 0,1 1 0 0 0,-1-1-1 0 0,1 0 1 0 0,-1 1-1 0 0,1-1 1 0 0,-1 0 0 0 0,1 1-1 0 0,0-1 1 0 0,0 2-1 0 0,-5 28 2145 0 0,4-30-2383 0 0,0 6 413 0 0,0 0 1 0 0,1 0-1 0 0,0 0 0 0 0,0 0 0 0 0,0 0 1 0 0,1-1-1 0 0,0 1 0 0 0,0 0 0 0 0,1 0 1 0 0,4 10-1 0 0,-5-13-157 0 0,1-1 1 0 0,0 0 0 0 0,0 0 0 0 0,0 0-1 0 0,0 0 1 0 0,0 0 0 0 0,1-1-1 0 0,-1 1 1 0 0,1-1 0 0 0,0 1-1 0 0,0-1 1 0 0,0 0 0 0 0,0 0 0 0 0,0 0-1 0 0,0 0 1 0 0,0-1 0 0 0,1 0-1 0 0,-1 1 1 0 0,1-1 0 0 0,-1 0-1 0 0,7 1 1 0 0,1-1 177 0 0,0-1 0 0 0,0 0 0 0 0,0 0 0 0 0,0-1 0 0 0,0 0 0 0 0,18-5 0 0 0,18-2 387 0 0,-45 7-724 0 0,1 1-1 0 0,-1 0 1 0 0,1 0-1 0 0,-1 0 1 0 0,1 0-1 0 0,0 0 1 0 0,-1 1-1 0 0,1-1 1 0 0,-1 1-1 0 0,0 0 0 0 0,1-1 1 0 0,-1 1-1 0 0,1 0 1 0 0,-1 1-1 0 0,0-1 1 0 0,0 0-1 0 0,0 1 1 0 0,1-1-1 0 0,-1 1 1 0 0,2 2-1 0 0,-1-1-106 0 0,-1 1 0 0 0,1 0 0 0 0,-1 0 1 0 0,1 0-1 0 0,-1 0 0 0 0,0 0 0 0 0,-1 1 0 0 0,1-1 0 0 0,-1 1 0 0 0,1 6 1 0 0,1 9-376 0 0,-1 0 1 0 0,-1 0 0 0 0,-1 0 0 0 0,-3 21-1 0 0,3-35 417 0 0,-3 37-749 0 0,-2-1-1 0 0,-11 46 1 0 0,11-68-2789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4:24.0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1 236 2304 0 0,'0'-2'64'0'0,"1"0"-1"0"0,0 0 1 0 0,0 0-1 0 0,-1 0 1 0 0,1 1-1 0 0,1-1 1 0 0,-1 0-1 0 0,0 1 1 0 0,0-1-1 0 0,1 0 1 0 0,-1 1-1 0 0,3-3 1 0 0,-3 4 19 0 0,0 0 0 0 0,0 0 1 0 0,0-1-1 0 0,0 1 1 0 0,0 0-1 0 0,0 0 0 0 0,0 0 1 0 0,0 0-1 0 0,0 0 0 0 0,0 1 1 0 0,0-1-1 0 0,0 0 0 0 0,0 0 1 0 0,0 1-1 0 0,0-1 1 0 0,0 0-1 0 0,0 1 0 0 0,0-1 1 0 0,-1 1-1 0 0,1-1 0 0 0,0 1 1 0 0,0 0-1 0 0,0-1 0 0 0,-1 1 1 0 0,1 0-1 0 0,0-1 0 0 0,-1 1 1 0 0,1 0-1 0 0,0 1 1 0 0,6 8 707 0 0,-1 0 1 0 0,0 0 0 0 0,0 0-1 0 0,-1 1 1 0 0,6 18-1 0 0,-5-14-151 0 0,0-1-1 0 0,0 0 0 0 0,16 24 0 0 0,-20-35-548 0 0,0 0 0 0 0,0 0-1 0 0,1-1 1 0 0,-1 1 0 0 0,1-1-1 0 0,0 1 1 0 0,0-1 0 0 0,0 0-1 0 0,0 0 1 0 0,0 0 0 0 0,0 0 0 0 0,0-1-1 0 0,1 1 1 0 0,-1-1 0 0 0,1 0-1 0 0,-1 0 1 0 0,1 0 0 0 0,-1-1-1 0 0,1 1 1 0 0,6 0 0 0 0,-6-2-26 0 0,0 0 1 0 0,1 0 0 0 0,-1 0-1 0 0,0 0 1 0 0,0 0-1 0 0,0-1 1 0 0,0 0-1 0 0,0 0 1 0 0,0 0 0 0 0,0 0-1 0 0,-1-1 1 0 0,1 1-1 0 0,-1-1 1 0 0,0 0-1 0 0,0 0 1 0 0,0 0-1 0 0,0 0 1 0 0,0-1 0 0 0,-1 1-1 0 0,1-1 1 0 0,-1 0-1 0 0,0 0 1 0 0,0 1-1 0 0,0-1 1 0 0,1-7 0 0 0,0 4 16 0 0,-1 0 0 0 0,0 1 1 0 0,0-1-1 0 0,0 0 1 0 0,-1 0-1 0 0,0 0 0 0 0,-1 0 1 0 0,1 0-1 0 0,-1 0 1 0 0,-1 0-1 0 0,1 0 1 0 0,-1 0-1 0 0,-1 0 0 0 0,1 0 1 0 0,-4-8-1 0 0,-5-6-36 0 0,-1 1 0 0 0,-1 0 0 0 0,0 1 0 0 0,-2 0 1 0 0,0 1-1 0 0,-1 0 0 0 0,-1 1 0 0 0,0 1 0 0 0,-1 1 0 0 0,-33-23 0 0 0,48 37-113 0 0,0 0 0 0 0,1 0 0 0 0,-1 0 1 0 0,1 0-1 0 0,-1 1 0 0 0,0-1 0 0 0,0 1 0 0 0,1-1 0 0 0,-1 1 1 0 0,0 0-1 0 0,0-1 0 0 0,-3 1 0 0 0,4 0-34 0 0,0 1 1 0 0,1-1-1 0 0,-1 0 0 0 0,0 0 0 0 0,0 1 0 0 0,1-1 1 0 0,-1 0-1 0 0,0 1 0 0 0,1-1 0 0 0,-1 0 1 0 0,0 1-1 0 0,1-1 0 0 0,-1 1 0 0 0,1-1 0 0 0,-1 1 1 0 0,0 0-1 0 0,1-1 0 0 0,0 1 0 0 0,-1-1 1 0 0,1 1-1 0 0,-1 1 0 0 0,0 0-190 0 0,0 0 0 0 0,1 1-1 0 0,-1-1 1 0 0,1 1 0 0 0,0-1 0 0 0,-1 1 0 0 0,1-1-1 0 0,0 1 1 0 0,1-1 0 0 0,-1 1 0 0 0,0-1 0 0 0,1 1-1 0 0,-1-1 1 0 0,1 0 0 0 0,0 1 0 0 0,2 4 0 0 0,-1-1 222 0 0,1-1 1 0 0,1 1 0 0 0,-1 0 0 0 0,1-1 0 0 0,0 0-1 0 0,5 6 1 0 0,-1-4 68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4:24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1 276 5529 0 0,'2'-1'271'0'0,"0"1"-1"0"0,0 0 0 0 0,0 0 1 0 0,0 0-1 0 0,1 0 1 0 0,-1 0-1 0 0,0 0 0 0 0,0 0 1 0 0,0 1-1 0 0,0-1 1 0 0,0 1-1 0 0,0 0 1 0 0,0-1-1 0 0,0 1 0 0 0,3 2 1 0 0,36 17 2386 0 0,-37-17-2433 0 0,0 0 0 0 0,1 0 0 0 0,-1 0 0 0 0,0 1-1 0 0,-1-1 1 0 0,1 1 0 0 0,-1 0 0 0 0,1 0 0 0 0,-1 0 0 0 0,-1 0-1 0 0,5 8 1 0 0,-2 1-262 0 0,0-1 0 0 0,-1 2 0 0 0,3 12 1 0 0,-5-18-136 0 0,-5-15 31 0 0,0 0-1 0 0,0-1 1 0 0,1 1-1 0 0,-3-15 1 0 0,4-3 90 0 0,1 1 0 0 0,2-1 0 0 0,8-47 0 0 0,-8 60 31 0 0,1 0 0 0 0,1 0 1 0 0,0 0-1 0 0,0 0 0 0 0,1 1 0 0 0,1 0 0 0 0,0 0 1 0 0,0 0-1 0 0,15-17 0 0 0,-20 26 26 0 0,1 1 1 0 0,0-1-1 0 0,0 0 1 0 0,-1 0-1 0 0,1 1 1 0 0,0-1-1 0 0,0 1 1 0 0,1 0-1 0 0,-1-1 1 0 0,0 1-1 0 0,0 0 1 0 0,1 0-1 0 0,-1 0 0 0 0,0 1 1 0 0,1-1-1 0 0,-1 1 1 0 0,1-1-1 0 0,-1 1 1 0 0,4 0-1 0 0,-2 0 7 0 0,-1 1 0 0 0,0 0 0 0 0,1 0 0 0 0,-1 0 0 0 0,0 0 0 0 0,0 0 0 0 0,0 1 0 0 0,1-1 0 0 0,-1 1 0 0 0,-1 0 0 0 0,1 0 0 0 0,4 4 0 0 0,6 7-57 0 0,-1 0 0 0 0,0 1 0 0 0,-1 1 0 0 0,13 21 0 0 0,-15-21-180 0 0,-6-11 51 0 0,0 1 0 0 0,0-1 0 0 0,0 0 0 0 0,1 0 0 0 0,0 0-1 0 0,6 5 1 0 0,-9-9 118 0 0,-1 1-1 0 0,1-1 0 0 0,0 0 0 0 0,-1 1 0 0 0,1-1 0 0 0,0 0 0 0 0,-1 1 0 0 0,1-1 0 0 0,0 0 0 0 0,-1 0 0 0 0,1 0 0 0 0,0 0 0 0 0,0 0 0 0 0,-1 0 0 0 0,1 0 0 0 0,0 0 0 0 0,-1 0 0 0 0,1 0 0 0 0,0 0 0 0 0,0 0 0 0 0,0-1 0 0 0,1 0 0 0 0,-1 0-1 0 0,0 0 1 0 0,0 0 0 0 0,0 0-1 0 0,0 0 1 0 0,0 0-1 0 0,0 0 1 0 0,0-1-1 0 0,0 1 1 0 0,0 0 0 0 0,0 0-1 0 0,-1-1 1 0 0,1 1-1 0 0,0-3 1 0 0,2-7 106 0 0,-1 1 0 0 0,0-1 0 0 0,0 1 0 0 0,-1-1 0 0 0,-1 0 0 0 0,0-11 0 0 0,-1 7 318 0 0,2 0-1 0 0,3-24 0 0 0,-3 35-262 0 0,0 0 0 0 0,0 0-1 0 0,0 0 1 0 0,1 1 0 0 0,-1-1-1 0 0,1 0 1 0 0,0 1 0 0 0,0-1 0 0 0,0 1-1 0 0,0 0 1 0 0,1 0 0 0 0,-1-1-1 0 0,1 2 1 0 0,4-5 0 0 0,-6 6-98 0 0,0 1 0 0 0,0-1 0 0 0,0 0 0 0 0,0 1 0 0 0,0-1 0 0 0,0 1 0 0 0,0-1 0 0 0,0 1 0 0 0,0-1 0 0 0,1 1 0 0 0,-1 0 0 0 0,0 0-1 0 0,0-1 1 0 0,0 1 0 0 0,1 0 0 0 0,-1 0 0 0 0,0 0 0 0 0,0 0 0 0 0,0 1 0 0 0,1-1 0 0 0,-1 0 0 0 0,0 0 0 0 0,0 1 0 0 0,0-1 0 0 0,0 1 0 0 0,0-1 0 0 0,0 1 0 0 0,0-1 0 0 0,1 1 0 0 0,-2 0 0 0 0,1-1 0 0 0,0 1 0 0 0,0 0 0 0 0,0 0 0 0 0,0 0 0 0 0,0-1 0 0 0,-1 1 0 0 0,2 2 0 0 0,4 6-186 0 0,0-1-1 0 0,-1 1 1 0 0,8 18 0 0 0,-1-4-491 0 0,14 10-1391 0 0,-12-18-1663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4:24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100 135 7834 0 0,'-22'-35'316'0'0,"-42"-59"5069"0"0,64 94-5332 0 0,0 0 0 0 0,0-1-1 0 0,0 1 1 0 0,0 0 0 0 0,0 0 0 0 0,0-1 0 0 0,-1 1 0 0 0,1 0-1 0 0,0 0 1 0 0,0-1 0 0 0,0 1 0 0 0,0 0 0 0 0,-1 0 0 0 0,1-1 0 0 0,0 1-1 0 0,0 0 1 0 0,0 0 0 0 0,-1 0 0 0 0,1 0 0 0 0,0-1 0 0 0,0 1-1 0 0,-1 0 1 0 0,1 0 0 0 0,0 0 0 0 0,-1 0 0 0 0,1 0 0 0 0,0 0-1 0 0,0 0 1 0 0,-1 0 0 0 0,1 0 0 0 0,0 0 0 0 0,-1 0 0 0 0,1 0 0 0 0,0 0-1 0 0,-1 0 1 0 0,1 0 0 0 0,0 0 0 0 0,0 0 0 0 0,-1 0 0 0 0,1 0-1 0 0,0 0 1 0 0,0 0 0 0 0,-1 1 0 0 0,1-1 0 0 0,-1 0 0 0 0,-2 17 876 0 0,7 25-300 0 0,30 135 427 0 0,66 201 0 0 0,-86-332-2617 0 0,2-2 1 0 0,1 1-1 0 0,3-2 0 0 0,2-1 0 0 0,41 62 1 0 0,-53-90-2895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4:25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2 180 456 0 0,'-1'-12'403'0'0,"1"0"1"0"0,0-1-1 0 0,2-11 1 0 0,-2 19-96 0 0,1 1 0 0 0,-1 0 1 0 0,1 0-1 0 0,0-1 0 0 0,1 1 0 0 0,-1 0 1 0 0,1 0-1 0 0,-1 0 0 0 0,1 0 1 0 0,1 0-1 0 0,3-6 0 0 0,-5 10-162 0 0,0-1 0 0 0,0 0-1 0 0,0 1 1 0 0,0-1 0 0 0,1 1 0 0 0,-1 0-1 0 0,0-1 1 0 0,0 1 0 0 0,0 0 0 0 0,1-1-1 0 0,-1 1 1 0 0,0 0 0 0 0,0 0 0 0 0,0 0-1 0 0,1 0 1 0 0,-1 0 0 0 0,0 1 0 0 0,0-1-1 0 0,1 0 1 0 0,-1 0 0 0 0,0 1 0 0 0,0-1-1 0 0,0 1 1 0 0,0-1 0 0 0,0 1 0 0 0,2 0-1 0 0,33 22 1634 0 0,-26-16-1405 0 0,33 25 184 0 0,-1 2 0 0 0,-1 1 0 0 0,50 58 0 0 0,-28-28-1404 0 0,-56-58 668 0 0,23 22-300 0 0,-28-28 415 0 0,-1 0 0 0 0,1 0-1 0 0,-1 0 1 0 0,1 0 0 0 0,-1 0 0 0 0,1 0 0 0 0,0 0 0 0 0,-1 0 0 0 0,1-1-1 0 0,0 1 1 0 0,0-1 0 0 0,-1 1 0 0 0,1-1 0 0 0,0 0 0 0 0,0 1 0 0 0,0-1 0 0 0,2 0-1 0 0,-3-3-30 0 0,-1 0 0 0 0,0 1-1 0 0,0-1 1 0 0,0 0-1 0 0,0 0 1 0 0,-1 1 0 0 0,1-1-1 0 0,-1 0 1 0 0,-1-4-1 0 0,-8-30 511 0 0,3 0-1 0 0,-6-61 0 0 0,12 81-12 0 0,1 0 0 0 0,0 0 0 0 0,1 0 0 0 0,1 0-1 0 0,1 0 1 0 0,0 0 0 0 0,1 0 0 0 0,8-18 0 0 0,-12 34-334 0 0,0-1 0 0 0,1 1 0 0 0,-1 0 0 0 0,1-1 0 0 0,0 1 0 0 0,-1 0 0 0 0,1 0 0 0 0,0-1 0 0 0,0 1 0 0 0,0 0 0 0 0,0 0 1 0 0,0 0-1 0 0,0 0 0 0 0,0 0 0 0 0,0 0 0 0 0,0 0 0 0 0,0 0 0 0 0,0 1 0 0 0,1-1 0 0 0,-1 0 0 0 0,2 0 0 0 0,-2 1-12 0 0,1 0 0 0 0,-1 0 0 0 0,0 0 0 0 0,0 1 0 0 0,1-1 0 0 0,-1 0 0 0 0,0 1 0 0 0,0-1 1 0 0,0 1-1 0 0,0-1 0 0 0,0 1 0 0 0,1-1 0 0 0,-1 1 0 0 0,0 0 0 0 0,0 0 0 0 0,0-1 0 0 0,-1 1 0 0 0,1 0 0 0 0,1 2 0 0 0,6 6 159 0 0,-1 1 0 0 0,-1 0 0 0 0,0 1 0 0 0,5 11 0 0 0,-6-13-202 0 0,6 13-368 0 0,1-2-1 0 0,1 1 1 0 0,1-1 0 0 0,1-1 0 0 0,24 25-1 0 0,-18-24-768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4:26.4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1056 1376 0 0,'-4'1'64'0'0,"3"-1"76"0"0,1 0 0 0 0,-1 0 1 0 0,0 0-1 0 0,1 0 0 0 0,-1 0 0 0 0,1 0 1 0 0,-13-9 5292 0 0,15 3-5160 0 0,2-1-107 0 0,0 0 0 0 0,1-1 0 0 0,0 2 0 0 0,0-1-1 0 0,1 0 1 0 0,0 1 0 0 0,0 0 0 0 0,0 0 0 0 0,1 1-1 0 0,0 0 1 0 0,0 0 0 0 0,0 1 0 0 0,0-1-1 0 0,11-3 1 0 0,21-9 297 0 0,64-20 0 0 0,-86 31-459 0 0,383-143 1359 0 0,-128 43-356 0 0,-262 102-963 0 0,693-222 1358 0 0,-613 204-1186 0 0,289-72 32 0 0,-10-29-270 0 0,-235 60 159 0 0,-94 41-358 0 0,2 3 1 0 0,0 1-1 0 0,84-23 1 0 0,-111 39-1310 0 0,-2 4-3436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4:28.4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37 5065 0 0,'-1'-3'492'0'0,"1"0"-1"0"0,0 0 0 0 0,1 0 1 0 0,-1 0-1 0 0,0 0 1 0 0,1 0-1 0 0,0 0 1 0 0,1-5-1 0 0,7 3 1899 0 0,8 13-1233 0 0,-3 5-734 0 0,0 0 0 0 0,-1 1 0 0 0,0 0 0 0 0,-1 1 0 0 0,0 0 0 0 0,10 20 1 0 0,51 103 350 0 0,-72-136-767 0 0,137 300 547 0 0,-32-66-973 0 0,-81-183-349 0 0,-2-1-238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4:29.7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1 356 2304 0 0,'0'-5'313'0'0,"1"1"0"0"0,0 0 0 0 0,1 0 0 0 0,-1 0 0 0 0,1 0 0 0 0,0 0 0 0 0,0 0 0 0 0,0 1 0 0 0,0-1 0 0 0,1 0-1 0 0,-1 1 1 0 0,1 0 0 0 0,0-1 0 0 0,0 1 0 0 0,0 1 0 0 0,1-1 0 0 0,-1 0 0 0 0,8-4 0 0 0,-10 7-251 0 0,0 1 0 0 0,0-1 0 0 0,1 0 0 0 0,-1 0 0 0 0,0 0 1 0 0,0 1-1 0 0,0-1 0 0 0,0 1 0 0 0,0-1 0 0 0,0 1 0 0 0,0-1 0 0 0,0 1 1 0 0,0-1-1 0 0,0 1 0 0 0,0 0 0 0 0,0 0 0 0 0,0-1 0 0 0,-1 1 0 0 0,1 0 0 0 0,0 0 1 0 0,0 0-1 0 0,0 1 0 0 0,18 29 728 0 0,-12-18-353 0 0,6 4-37 0 0,0-1 0 0 0,1-1-1 0 0,0 0 1 0 0,17 12 0 0 0,13 14-310 0 0,-42-39-153 0 0,0 0-1 0 0,0 1 1 0 0,0-1 0 0 0,-1 1 0 0 0,1-1 0 0 0,-1 1 0 0 0,1-1 0 0 0,-1 1-1 0 0,0 0 1 0 0,0 0 0 0 0,0-1 0 0 0,-1 1 0 0 0,1 0 0 0 0,0 0 0 0 0,-1 0-1 0 0,0 0 1 0 0,0 0 0 0 0,0 0 0 0 0,0 3 0 0 0,9-38-1332 0 0,-6 11 958 0 0,1-15 101 0 0,3-1-1 0 0,13-46 1 0 0,-17 73 431 0 0,0 0-1 0 0,1 0 0 0 0,0 1 1 0 0,1 0-1 0 0,0 0 1 0 0,0 0-1 0 0,1 0 0 0 0,0 1 1 0 0,1 0-1 0 0,0 0 1 0 0,0 1-1 0 0,0 0 0 0 0,15-11 1 0 0,-20 17-3 0 0,1-1 0 0 0,-1 1 1 0 0,1 0-1 0 0,-1 0 0 0 0,1 0 1 0 0,0 0-1 0 0,-1 1 0 0 0,1-1 1 0 0,0 1-1 0 0,-1-1 0 0 0,1 1 1 0 0,0 0-1 0 0,0 0 0 0 0,-1 0 1 0 0,1 1-1 0 0,5 0 0 0 0,-2 1 94 0 0,0 0 1 0 0,0 0-1 0 0,-1 1 0 0 0,1-1 0 0 0,-1 1 1 0 0,1 1-1 0 0,5 4 0 0 0,5 5 91 0 0,0 2-1 0 0,-1-1 0 0 0,18 25 1 0 0,-26-29-711 0 0,10 14-864 0 0,-16-24 1216 0 0,-1 1 0 0 0,0 0 1 0 0,1-1-1 0 0,-1 1 1 0 0,1-1-1 0 0,-1 1 0 0 0,1-1 1 0 0,0 1-1 0 0,-1-1 1 0 0,1 1-1 0 0,-1-1 0 0 0,1 0 1 0 0,0 1-1 0 0,-1-1 1 0 0,1 0-1 0 0,0 0 0 0 0,-1 1 1 0 0,1-1-1 0 0,0 0 1 0 0,0 0-1 0 0,-1 0 0 0 0,1 0 1 0 0,0 0-1 0 0,-1 0 1 0 0,1 0-1 0 0,0 0 0 0 0,1 0 1 0 0,-1-2 95 0 0,1 1 1 0 0,0-1-1 0 0,-1 0 1 0 0,1 0-1 0 0,-1 0 0 0 0,1 0 1 0 0,-1 0-1 0 0,0 0 1 0 0,0 0-1 0 0,0 0 1 0 0,0 0-1 0 0,0 0 1 0 0,0-1-1 0 0,-1 1 0 0 0,1-4 1 0 0,6-36 681 0 0,-9-22-4 0 0,1 43-403 0 0,0 0 1 0 0,5-39 0 0 0,-3 55-228 0 0,-1 0 1 0 0,2 0-1 0 0,-1 0 0 0 0,0 0 0 0 0,1 1 0 0 0,0-1 1 0 0,0 0-1 0 0,0 1 0 0 0,1 0 0 0 0,-1-1 1 0 0,1 1-1 0 0,0 0 0 0 0,0 0 0 0 0,1 1 1 0 0,-1-1-1 0 0,8-5 0 0 0,-9 8-30 0 0,-1 0 0 0 0,1 0 1 0 0,-1 1-1 0 0,1-1 0 0 0,0 0 0 0 0,-1 1 1 0 0,1 0-1 0 0,0-1 0 0 0,-1 1 0 0 0,1 0 1 0 0,0 0-1 0 0,-1 0 0 0 0,1 0 0 0 0,0 0 1 0 0,0 0-1 0 0,-1 0 0 0 0,1 1 0 0 0,0-1 0 0 0,-1 1 1 0 0,1-1-1 0 0,-1 1 0 0 0,1 0 0 0 0,0-1 1 0 0,-1 1-1 0 0,0 0 0 0 0,1 0 0 0 0,-1 0 1 0 0,1 0-1 0 0,-1 0 0 0 0,0 0 0 0 0,0 1 1 0 0,2 1-1 0 0,5 6-7 0 0,1 1 1 0 0,-2 0 0 0 0,11 16-1 0 0,-6-7-414 0 0,30 47-2403 0 0,-34-52 1678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4:30.8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57 5985 0 0,'9'-17'7914'0'0,"-8"17"-7811"0"0,15 18 374 0 0,-1 1 0 0 0,0 0 1 0 0,14 27-1 0 0,22 28 702 0 0,-19-34-889 0 0,-17-23-102 0 0,0 0 0 0 0,-2 1 0 0 0,0 1 0 0 0,-1 0 0 0 0,13 29 0 0 0,-18-33-201 0 0,-6-24-28 0 0,-1-18-45 0 0,5-16-567 0 0,2 1-1 0 0,20-67 1 0 0,-22 95 675 0 0,0 0 1 0 0,0 0-1 0 0,1 1 0 0 0,1-1 1 0 0,0 2-1 0 0,1-1 0 0 0,1 1 0 0 0,0 0 1 0 0,0 0-1 0 0,1 1 0 0 0,14-12 1 0 0,-22 22-5 0 0,0-1 1 0 0,0 1 0 0 0,0-1 0 0 0,0 1 0 0 0,0 0 0 0 0,0 0 0 0 0,0 0-1 0 0,0 0 1 0 0,1 0 0 0 0,-1 0 0 0 0,0 1 0 0 0,1-1 0 0 0,-1 1 0 0 0,1-1-1 0 0,-1 1 1 0 0,1 0 0 0 0,-1 0 0 0 0,0 0 0 0 0,1 0 0 0 0,-1 1 0 0 0,1-1-1 0 0,-1 1 1 0 0,1-1 0 0 0,-1 1 0 0 0,0 0 0 0 0,0 0 0 0 0,1 0 0 0 0,-1 0-1 0 0,0 0 1 0 0,0 1 0 0 0,0-1 0 0 0,0 1 0 0 0,3 3 0 0 0,5 5 156 0 0,0 1 0 0 0,-1 0 0 0 0,-1 1 0 0 0,14 24 0 0 0,2 2-3 0 0,-11-19-297 0 0,19 23-521 0 0,-31-40 617 0 0,1 0 1 0 0,0-1-1 0 0,0 1 1 0 0,0 0-1 0 0,0-1 1 0 0,0 1-1 0 0,0-1 1 0 0,1 0 0 0 0,-1 0-1 0 0,0 0 1 0 0,1 0-1 0 0,-1 0 1 0 0,1 0-1 0 0,-1-1 1 0 0,1 1-1 0 0,3 0 1 0 0,-5-2 31 0 0,1 1 1 0 0,0-1-1 0 0,-1 0 0 0 0,0 1 1 0 0,1-1-1 0 0,-1 0 0 0 0,1 0 1 0 0,-1 0-1 0 0,0 0 0 0 0,0 0 0 0 0,0 0 1 0 0,1 0-1 0 0,-1 0 0 0 0,0-1 1 0 0,-1 1-1 0 0,1 0 0 0 0,0-1 1 0 0,0 1-1 0 0,0-1 0 0 0,-1 1 1 0 0,1-1-1 0 0,-1 1 0 0 0,1-3 1 0 0,12-42 791 0 0,-12 40-719 0 0,1-1 0 0 0,14-49 187 0 0,-15 53-250 0 0,0 0 1 0 0,0 1 0 0 0,0 0-1 0 0,0-1 1 0 0,1 1-1 0 0,-1 0 1 0 0,1 0 0 0 0,0-1-1 0 0,-1 1 1 0 0,1 1-1 0 0,0-1 1 0 0,0 0 0 0 0,0 0-1 0 0,0 1 1 0 0,1-1 0 0 0,-1 1-1 0 0,0-1 1 0 0,4 0-1 0 0,-5 2-10 0 0,0 0 0 0 0,0 0 0 0 0,0 0-1 0 0,0 0 1 0 0,0 1 0 0 0,0-1 0 0 0,0 0 0 0 0,0 0-1 0 0,0 1 1 0 0,0-1 0 0 0,0 1 0 0 0,0-1 0 0 0,-1 1-1 0 0,1-1 1 0 0,0 1 0 0 0,0 0 0 0 0,0-1 0 0 0,-1 1-1 0 0,1 0 1 0 0,0 0 0 0 0,-1-1 0 0 0,1 1-1 0 0,-1 0 1 0 0,1 0 0 0 0,-1 0 0 0 0,1 0 0 0 0,-1 0-1 0 0,0 0 1 0 0,1 1 0 0 0,12 32 81 0 0,-12-30-81 0 0,27 85-2906 0 0,-19-69-2916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4:31.2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16 149 6449 0 0,'-1'0'236'0'0,"0"0"-1"0"0,0-1 0 0 0,0 1 0 0 0,1-1 1 0 0,-1 1-1 0 0,0-1 0 0 0,0 1 0 0 0,0-1 1 0 0,1 1-1 0 0,-1-1 0 0 0,0 1 0 0 0,1-1 1 0 0,-1 0-1 0 0,1 0 0 0 0,-1 1 0 0 0,0-1 1 0 0,1 0-1 0 0,0 0 0 0 0,-1 1 0 0 0,1-1 0 0 0,-1 0 1 0 0,1 0-1 0 0,0 0 0 0 0,0 0 0 0 0,-1 0 1 0 0,1 0-1 0 0,0-1 0 0 0,0-1 85 0 0,0 0 0 0 0,1 0 0 0 0,-1 0 0 0 0,1 0 0 0 0,-1 0 0 0 0,1 0 0 0 0,0 0 0 0 0,2-4 0 0 0,2-3-616 0 0,1-1 0 0 0,0 2 0 0 0,10-15 0 0 0,-13 20-328 0 0,0 0 0 0 0,1 1-1 0 0,-1-1 1 0 0,1 1-1 0 0,-1-1 1 0 0,1 1-1 0 0,0 0 1 0 0,0 1-1 0 0,0-1 1 0 0,1 1 0 0 0,-1-1-1 0 0,6-1 1 0 0,-8 4 315 0 0,0-1 0 0 0,1 1 0 0 0,-1 0 0 0 0,0 0 0 0 0,0 0 0 0 0,1 0 0 0 0,-1 0 0 0 0,0 0 0 0 0,0 0 0 0 0,1 1 0 0 0,-1-1 0 0 0,0 1 0 0 0,0 0 1 0 0,4 1-1 0 0,19 17 376 0 0,-14-5-67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4:31.5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0 142 3225 0 0,'6'-11'136'0'0,"-3"4"40"0"0,2 2-176 0 0,1-2 0 0 0,-1 2 0 0 0,0-1 0 0 0,4 1 0 0 0,1-5 0 0 0,8-6 0 0 0,3-2-96 0 0,3 3 96 0 0,-3 1 64 0 0,-3 3-64 0 0,-4 4 88 0 0,-4 2-88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4:49.6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 7370 0 0,'4'-11'4019'0'0,"14"38"1547"0"0,-14-21-5951 0 0,79 121 3824 0 0,6 4-2344 0 0,91 185 0 0 0,-32 42-1929 0 0,-84-191-2729 0 0,-55-143 2237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4:50.0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 1376 0 0,'0'0'71'0'0,"0"0"0"0"0,0 0 0 0 0,-1 0-1 0 0,1 0 1 0 0,0 0 0 0 0,-1 0 0 0 0,1 0 0 0 0,0 0-1 0 0,0 0 1 0 0,-1 0 0 0 0,1 0 0 0 0,0 0 0 0 0,0 0-1 0 0,-1 0 1 0 0,1 0 0 0 0,0 0 0 0 0,0 0 0 0 0,-1 0-1 0 0,1 0 1 0 0,0 0 0 0 0,0 0 0 0 0,-1 1 0 0 0,1-1 0 0 0,0 0-1 0 0,0 0 1 0 0,0 0 0 0 0,-1 0 0 0 0,1 1 0 0 0,0-1-1 0 0,0 0 1 0 0,0 0 0 0 0,-1 1 0 0 0,1-1 0 0 0,0 0-1 0 0,0 0 1 0 0,0 1 0 0 0,0-1 0 0 0,-5 17 1800 0 0,1 18 1013 0 0,4-34-2759 0 0,0 38 1504 0 0,1 1 0 0 0,2 0 0 0 0,2 0 0 0 0,10 40 0 0 0,50 153-354 0 0,-63-226-1246 0 0,63 177-257 0 0,-56-164 55 0 0,1 0-1 0 0,1 0 1 0 0,1-1 0 0 0,0 0-1 0 0,2-1 1 0 0,24 27-1 0 0,-32-39 86 0 0,0-1 0 0 0,1 1-1 0 0,-1-1 1 0 0,1-1 0 0 0,0 1-1 0 0,1-1 1 0 0,-1 0 0 0 0,1-1-1 0 0,-1 0 1 0 0,1 0 0 0 0,0 0-1 0 0,0-1 1 0 0,0-1 0 0 0,1 1-1 0 0,-1-1 1 0 0,0 0 0 0 0,1-1-1 0 0,-1 0 1 0 0,10-2 0 0 0,-7 0 28 0 0,0 0 1 0 0,0-1 0 0 0,0-1 0 0 0,0 1 0 0 0,-1-2 0 0 0,0 0 0 0 0,0 0 0 0 0,0-1 0 0 0,-1 0 0 0 0,1 0 0 0 0,-1-1 0 0 0,-1 0-1 0 0,14-15 1 0 0,-11 10 126 0 0,-1-1 0 0 0,-1 0 0 0 0,0-1 0 0 0,0 1-1 0 0,-2-2 1 0 0,1 1 0 0 0,-2-1 0 0 0,0 0 0 0 0,-1-1-1 0 0,5-24 1 0 0,-8 29 117 0 0,0 0 0 0 0,-1 1 0 0 0,0-1 0 0 0,0 0 0 0 0,-2 0-1 0 0,1 0 1 0 0,-1 0 0 0 0,-1 1 0 0 0,0-1 0 0 0,0 1 0 0 0,-1-1 0 0 0,-1 1 0 0 0,0 0 0 0 0,0 0-1 0 0,-1 0 1 0 0,-10-16 0 0 0,14 24-126 0 0,0 1 0 0 0,0-1-1 0 0,0 0 1 0 0,0 1 0 0 0,-1-1-1 0 0,1 1 1 0 0,0-1 0 0 0,-1 1-1 0 0,0 0 1 0 0,1-1 0 0 0,-1 1-1 0 0,0 0 1 0 0,1 0 0 0 0,-1 0-1 0 0,0 0 1 0 0,0 1 0 0 0,0-1 0 0 0,0 0-1 0 0,0 1 1 0 0,0-1 0 0 0,0 1-1 0 0,0 0 1 0 0,0 0 0 0 0,0 0-1 0 0,0 0 1 0 0,0 0 0 0 0,0 0-1 0 0,0 0 1 0 0,0 1 0 0 0,0-1-1 0 0,0 1 1 0 0,0-1 0 0 0,1 1-1 0 0,-1 0 1 0 0,0 0 0 0 0,0-1-1 0 0,0 2 1 0 0,1-1 0 0 0,-1 0 0 0 0,-3 3-1 0 0,-2 2-47 0 0,0 1 0 0 0,1 0 0 0 0,0 0 0 0 0,0 1 0 0 0,0 0 0 0 0,1 0 0 0 0,-6 11 0 0 0,-3 11-612 0 0,-20 55-1 0 0,28-66-1652 0 0,1 0 0 0 0,-3 24 0 0 0,6-16-3231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4:50.4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35 188 5529 0 0,'0'-1'21'0'0,"0"0"0"0"0,-1 0 0 0 0,1 0 0 0 0,-1 0 0 0 0,1 0-1 0 0,-1 0 1 0 0,1 0 0 0 0,-1 0 0 0 0,0 0 0 0 0,1 0 0 0 0,-1 0 0 0 0,0 1-1 0 0,0-1 1 0 0,0 0 0 0 0,0 1 0 0 0,1-1 0 0 0,-1 0 0 0 0,0 1 0 0 0,-2-1-1 0 0,3 1 37 0 0,-1 0 0 0 0,1 0-1 0 0,-1 1 1 0 0,1-1 0 0 0,-1 0-1 0 0,1 1 1 0 0,-1-1-1 0 0,1 0 1 0 0,-1 1 0 0 0,1-1-1 0 0,0 1 1 0 0,-1-1-1 0 0,1 1 1 0 0,-1-1 0 0 0,1 1-1 0 0,0-1 1 0 0,0 1-1 0 0,-1-1 1 0 0,1 1 0 0 0,0-1-1 0 0,0 1 1 0 0,0-1-1 0 0,0 1 1 0 0,-1 0 0 0 0,1 0-1 0 0,-1 6 515 0 0,0 1-1 0 0,0-1 0 0 0,0 1 1 0 0,1 10-1 0 0,2 4-380 0 0,2-1-1 0 0,0 1 1 0 0,0-1-1 0 0,2 0 1 0 0,10 23-1 0 0,-11-30-108 0 0,2-1-1 0 0,-1 0 0 0 0,1-1 1 0 0,1 0-1 0 0,0 0 1 0 0,1-1-1 0 0,0 0 0 0 0,21 20 1 0 0,-25-27-73 0 0,0 0 0 0 0,0 0 0 0 0,1-1 0 0 0,-1 0 0 0 0,1 0 0 0 0,0 0 0 0 0,0 0 0 0 0,0-1 0 0 0,0 0 0 0 0,0 0 0 0 0,0-1 1 0 0,1 0-1 0 0,-1 0 0 0 0,1 0 0 0 0,-1-1 0 0 0,13-1 0 0 0,-10 0 16 0 0,-1-1 1 0 0,0 0-1 0 0,0 0 0 0 0,0-1 1 0 0,0 0-1 0 0,-1 0 0 0 0,1-1 1 0 0,-1 0-1 0 0,0-1 0 0 0,0 1 1 0 0,0-1-1 0 0,6-6 0 0 0,-5 3 5 0 0,0 1-1 0 0,-1-1 0 0 0,0-1 1 0 0,0 1-1 0 0,0-1 1 0 0,-1 0-1 0 0,-1-1 0 0 0,0 1 1 0 0,0-1-1 0 0,-1 0 0 0 0,0 0 1 0 0,0-1-1 0 0,-1 1 1 0 0,-1-1-1 0 0,0 0 0 0 0,0 0 1 0 0,-1 0-1 0 0,0 0 0 0 0,-1 0 1 0 0,-2-14-1 0 0,-1 12 127 0 0,-1 1 1 0 0,0-1-1 0 0,-1 1 0 0 0,0 0 0 0 0,-1 0 0 0 0,-1 1 0 0 0,0 0 1 0 0,0 0-1 0 0,-1 0 0 0 0,0 1 0 0 0,-1 0 0 0 0,0 1 0 0 0,-19-16 1 0 0,10 12 104 0 0,0-1 1 0 0,-1 2-1 0 0,-1 1 1 0 0,1 0-1 0 0,-2 2 1 0 0,1 0 0 0 0,-31-8-1 0 0,42 14-342 0 0,-1 0-1 0 0,0 2 1 0 0,0-1-1 0 0,0 1 1 0 0,0 0 0 0 0,0 1-1 0 0,0 1 1 0 0,0-1-1 0 0,-19 5 1 0 0,7 4-880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4:50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3 2304 0 0,'-29'-2'8593'0'0,"23"20"-6734"0"0,2 18-1406 0 0,0 0 0 0 0,3 1 0 0 0,1-1 0 0 0,1 1 0 0 0,11 61 0 0 0,-10-91-499 0 0,0 0 0 0 0,0 1 0 0 0,0-1 0 0 0,1 0 0 0 0,0-1 0 0 0,0 1 1 0 0,1 0-1 0 0,0-1 0 0 0,0 0 0 0 0,0 1 0 0 0,1-2 0 0 0,0 1 0 0 0,0-1 0 0 0,0 1 0 0 0,10 5 0 0 0,-10-7-516 0 0,0-1-1 0 0,0-1 1 0 0,0 1-1 0 0,1-1 1 0 0,-1 0-1 0 0,1 0 1 0 0,10 1 0 0 0,10 1-3845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4:51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0 294 1376 0 0,'9'47'2499'0'0,"24"72"0"0"0,0-1-2824 0 0,-31-112 142 0 0,-2-3 43 0 0,0 0-1 0 0,1 0 0 0 0,-1-1 1 0 0,1 1-1 0 0,0 0 0 0 0,0-1 1 0 0,0 1-1 0 0,0 0 0 0 0,1-1 1 0 0,-1 1-1 0 0,4 3 0 0 0,-5-6 118 0 0,1 0-1 0 0,-1 0 1 0 0,1 0-1 0 0,-1-1 1 0 0,0 1-1 0 0,1 0 1 0 0,-1 0-1 0 0,0-1 0 0 0,1 1 1 0 0,-1 0-1 0 0,0 0 1 0 0,1-1-1 0 0,-1 1 1 0 0,0 0-1 0 0,0-1 1 0 0,1 1-1 0 0,-1-1 1 0 0,0 1-1 0 0,0 0 1 0 0,0-1-1 0 0,1 1 1 0 0,-1-1-1 0 0,0 1 1 0 0,0 0-1 0 0,0-1 1 0 0,0 1-1 0 0,0-1 1 0 0,0 1-1 0 0,0-1 0 0 0,0 1 1 0 0,0 0-1 0 0,0-1 1 0 0,0 0-1 0 0,2-16 3 0 0,-4-36 1038 0 0,1 22 229 0 0,0 1-1 0 0,2-1 1 0 0,6-34-1 0 0,-7 58-938 0 0,2 0-1 0 0,-1 1 0 0 0,1-1 1 0 0,0 1-1 0 0,0 0 1 0 0,1-1-1 0 0,0 1 0 0 0,0 0 1 0 0,0 0-1 0 0,1 1 0 0 0,0-1 1 0 0,0 1-1 0 0,0 0 0 0 0,1 0 1 0 0,0 0-1 0 0,-1 1 0 0 0,2-1 1 0 0,-1 1-1 0 0,11-6 0 0 0,-14 9-269 0 0,1 0 0 0 0,-1 0-1 0 0,1 1 1 0 0,-1-1 0 0 0,1 1-1 0 0,0-1 1 0 0,-1 1 0 0 0,1 0 0 0 0,0 0-1 0 0,-1 0 1 0 0,1 1 0 0 0,-1-1-1 0 0,1 0 1 0 0,-1 1 0 0 0,1 0-1 0 0,-1 0 1 0 0,1-1 0 0 0,-1 1 0 0 0,1 1-1 0 0,-1-1 1 0 0,0 0 0 0 0,0 1-1 0 0,1-1 1 0 0,-1 1 0 0 0,0-1-1 0 0,2 4 1 0 0,7 5-390 0 0,-1 1-1 0 0,0 1 1 0 0,12 18-1 0 0,-7-11-759 0 0,-14-17 984 0 0,0-1-1 0 0,0 0 1 0 0,-1 0-1 0 0,1 0 1 0 0,0 0-1 0 0,0 0 1 0 0,0 0-1 0 0,1 0 1 0 0,-1-1-1 0 0,0 1 1 0 0,0 0-1 0 0,0 0 1 0 0,0-1-1 0 0,1 1 1 0 0,-1-1 0 0 0,0 1-1 0 0,1-1 1 0 0,-1 0-1 0 0,0 0 1 0 0,1 1-1 0 0,-1-1 1 0 0,0 0-1 0 0,1 0 1 0 0,-1 0-1 0 0,1 0 1 0 0,-1-1-1 0 0,2 1 1 0 0,0-1 16 0 0,-1-1 0 0 0,1 1 0 0 0,0 0 0 0 0,-1-1 0 0 0,1 0-1 0 0,-1 0 1 0 0,0 0 0 0 0,0 0 0 0 0,1 0 0 0 0,-1 0 0 0 0,0 0 0 0 0,1-3 0 0 0,3-4 209 0 0,-1 1-1 0 0,0-1 1 0 0,0 0 0 0 0,-1-1 0 0 0,0 1-1 0 0,5-18 1 0 0,-2-15 1085 0 0,14-62 772 0 0,-17 92-1630 0 0,0 0 0 0 0,0 0-1 0 0,1 1 1 0 0,0 0 0 0 0,1 0 0 0 0,10-14-1 0 0,-15 23-226 0 0,0 0 0 0 0,1 0 0 0 0,-1 0 0 0 0,1 0 0 0 0,0 0 0 0 0,-1 1 0 0 0,1-1 0 0 0,0 0 0 0 0,0 1 0 0 0,0 0 0 0 0,0-1 0 0 0,1 1-1 0 0,-1 0 1 0 0,0 0 0 0 0,0 0 0 0 0,1 0 0 0 0,-1 1 0 0 0,1-1 0 0 0,3 0 0 0 0,-4 1-21 0 0,1 1 0 0 0,-1-1 0 0 0,0 1-1 0 0,1-1 1 0 0,-1 1 0 0 0,0 0 0 0 0,1 0 0 0 0,-1 0 0 0 0,0 0 0 0 0,0 0-1 0 0,0 1 1 0 0,0-1 0 0 0,0 1 0 0 0,0-1 0 0 0,0 1 0 0 0,1 2 0 0 0,7 8 75 0 0,-1 0 0 0 0,0 1 0 0 0,-1 0 1 0 0,12 27-1 0 0,-14-29-236 0 0,13 28-527 0 0,-1 0-1152 0 0,-4-14-2204 0 0,0 0-1390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4:51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1 139 4145 0 0,'49'-47'5942'0'0,"-30"30"-6566"0"0,2 0-1 0 0,28-18 1 0 0,-4 16-1499 0 0,-34 16 2089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4:52.1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 5985 0 0,'1'-2'5330'0'0,"1"11"-1370"0"0,0-4-3080 0 0,94 180 4006 0 0,-14-28-5143 0 0,-62-117-1507 0 0,0-1-5125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4:52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 6449 0 0,'1'-1'174'0'0,"0"1"-1"0"0,0 0 1 0 0,0 0-1 0 0,0-1 1 0 0,0 1-1 0 0,0 0 1 0 0,0 0-1 0 0,0 0 1 0 0,0 0-1 0 0,0 0 1 0 0,0 0-1 0 0,0 0 1 0 0,0 0-1 0 0,0 1 1 0 0,-1-1-1 0 0,1 0 1 0 0,0 1-1 0 0,0-1 1 0 0,0 0-1 0 0,0 1 1 0 0,0-1-1 0 0,0 1 1 0 0,-1-1-1 0 0,1 1 1 0 0,0 0-1 0 0,0-1 1 0 0,-1 1-1 0 0,1 0 1 0 0,0 0-1 0 0,-1-1 1 0 0,2 3-1 0 0,20 24 2297 0 0,-10-7-1868 0 0,-1 1 0 0 0,-1 0 0 0 0,-1 0 0 0 0,10 37 0 0 0,17 96-253 0 0,-22-83-433 0 0,9 45-591 0 0,13 56-4083 0 0,-30-147 3231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4:52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1 244 3225 0 0,'60'72'5017'0'0,"-49"-57"-4235"0"0,0-1 0 0 0,1 0-1 0 0,0 0 1 0 0,2-1-1 0 0,-1-1 1 0 0,27 19 0 0 0,-18-19-96 0 0,-1-1 0 0 0,2-1 0 0 0,-1-1 1 0 0,40 11-1 0 0,-38-15-1068 0 0,0 0 0 0 0,34 2 0 0 0,-55-7 194 0 0,0 0-1 0 0,0 0 0 0 0,1 0 1 0 0,-1 0-1 0 0,0-1 0 0 0,0 1 1 0 0,0-1-1 0 0,0 0 1 0 0,0 0-1 0 0,0 0 0 0 0,-1 0 1 0 0,1-1-1 0 0,0 1 0 0 0,0-1 1 0 0,-1 1-1 0 0,1-1 0 0 0,-1 0 1 0 0,1 0-1 0 0,1-3 0 0 0,0 1 123 0 0,-1-1 1 0 0,1 0-1 0 0,-1 0 0 0 0,-1 0 0 0 0,1 0 0 0 0,-1 0 0 0 0,1-1 0 0 0,-2 1 0 0 0,3-10 1 0 0,0-8 625 0 0,-1-1 1 0 0,-1 0 0 0 0,-3-44 0 0 0,-7-20 679 0 0,5 63-773 0 0,0 1-1 0 0,2-1 1 0 0,0 0-1 0 0,2 0 1 0 0,4-27-1 0 0,-5 51-421 0 0,0 0-1 0 0,0 0 0 0 0,1 0 0 0 0,-1 0 1 0 0,0 0-1 0 0,0 0 0 0 0,1 0 0 0 0,-1 0 1 0 0,0 0-1 0 0,1 0 0 0 0,-1 0 0 0 0,1 0 1 0 0,-1 0-1 0 0,1 1 0 0 0,-1-1 0 0 0,1 0 1 0 0,0 0-1 0 0,-1 1 0 0 0,1-1 0 0 0,0 0 1 0 0,0 1-1 0 0,-1-1 0 0 0,3 0 0 0 0,-2 1-4 0 0,0 0 0 0 0,0 0 0 0 0,0 0 0 0 0,0 0 0 0 0,0 0 0 0 0,0 1 0 0 0,0-1 0 0 0,0 0 0 0 0,0 1 0 0 0,-1-1 0 0 0,1 1 0 0 0,0-1 0 0 0,0 1 0 0 0,0-1 0 0 0,0 1 0 0 0,-1-1 0 0 0,1 1 0 0 0,0 0 0 0 0,0 0 0 0 0,6 7 156 0 0,-1-1 0 0 0,0 1 1 0 0,6 13-1 0 0,-11-20-185 0 0,12 20 115 0 0,147 234-236 0 0,-144-231-384 0 0,7 10-1424 0 0,-6-12-2288 0 0,2 3-1786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4:53.3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1 223 5985 0 0,'7'-1'286'0'0,"0"0"0"0"0,0 0-1 0 0,0 0 1 0 0,0-1 0 0 0,-1 0-1 0 0,1-1 1 0 0,0 1 0 0 0,9-6-1 0 0,50-33 925 0 0,-57 35-1302 0 0,194-129-2739 0 0,-177 116 2757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4:53.6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 3225 0 0,'0'0'142'0'0,"-1"1"1"0"0,1-1 0 0 0,0 0-1 0 0,0 1 1 0 0,-1-1 0 0 0,1 1-1 0 0,0-1 1 0 0,0 1 0 0 0,0-1-1 0 0,0 1 1 0 0,-1-1 0 0 0,1 1-1 0 0,0 0 1 0 0,0-1 0 0 0,0 1-1 0 0,0-1 1 0 0,0 1 0 0 0,0-1-1 0 0,1 1 1 0 0,-1-1 0 0 0,0 1-1 0 0,0-1 1 0 0,0 1 0 0 0,0-1-1 0 0,0 1 1 0 0,1-1 0 0 0,-1 1-1 0 0,0-1 1 0 0,1 1 0 0 0,-1-1-1 0 0,0 0 1 0 0,1 1 0 0 0,14 30 2867 0 0,-9-18-1693 0 0,3 16 414 0 0,-1-1 0 0 0,-1 2 0 0 0,5 51 0 0 0,-4-23-2587 0 0,3-2-3516 0 0,-2-23-1622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5:23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182 598 6913 0 0,'-12'4'280'0'0,"0"1"-1"0"0,0 0 1 0 0,0 1-1 0 0,0 0 1 0 0,1 1-1 0 0,0 0 1 0 0,-14 13-1 0 0,7-7 183 0 0,8-6-193 0 0,6-5-142 0 0,0 0 0 0 0,1 1 0 0 0,-1-1 0 0 0,1 1 0 0 0,-1 0 0 0 0,1 0 0 0 0,0 0 0 0 0,0 1 0 0 0,0-1 0 0 0,0 1 0 0 0,1-1 0 0 0,-1 1 0 0 0,-1 5 0 0 0,4-9-79 0 0,0 1 0 0 0,1-1-1 0 0,-1 1 1 0 0,0-1 0 0 0,1 0-1 0 0,-1 1 1 0 0,1-1-1 0 0,-1 0 1 0 0,0 1 0 0 0,1-1-1 0 0,-1 0 1 0 0,1 1-1 0 0,-1-1 1 0 0,1 0 0 0 0,-1 0-1 0 0,1 0 1 0 0,-1 1-1 0 0,1-1 1 0 0,-1 0 0 0 0,1 0-1 0 0,-1 0 1 0 0,1 0-1 0 0,-1 0 1 0 0,1 0 0 0 0,-1 0-1 0 0,1 0 1 0 0,-1 0 0 0 0,1 0-1 0 0,-1 0 1 0 0,1 0-1 0 0,-1-1 1 0 0,1 1 0 0 0,-1 0-1 0 0,1 0 1 0 0,0-1-1 0 0,23-4 913 0 0,15-9 420 0 0,0-2-1 0 0,58-33 0 0 0,69-53 420 0 0,-162 100-1757 0 0,467-288 1308 0 0,-257 155-2529 0 0,-91 54 251 0 0,-92 62-381 0 0,-2 3-276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5:24.0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34 7370 0 0,'2'-3'402'0'0,"1"0"0"0"0,-1 0 0 0 0,1 1 0 0 0,0-1 0 0 0,0 1 0 0 0,0-1 0 0 0,0 1 0 0 0,0 0 0 0 0,1 0 0 0 0,-1 1 0 0 0,1-1 0 0 0,-1 1 0 0 0,1-1 0 0 0,5 0 0 0 0,-8 2-319 0 0,0 1 1 0 0,-1-1-1 0 0,1 1 0 0 0,0-1 0 0 0,0 1 0 0 0,-1-1 1 0 0,1 1-1 0 0,-1 0 0 0 0,1-1 0 0 0,0 1 0 0 0,-1 0 1 0 0,0 0-1 0 0,1-1 0 0 0,-1 1 0 0 0,1 0 0 0 0,-1 0 1 0 0,0 0-1 0 0,1-1 0 0 0,-1 1 0 0 0,0 1 0 0 0,7 24 721 0 0,-5-19-533 0 0,30 122 1675 0 0,-19-69-1435 0 0,3-1 0 0 0,2 0-1 0 0,43 91 1 0 0,41 38 64 0 0,48 95-2373 0 0,-130-241-5027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5:26.1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168 252 2761 0 0,'-20'0'19'0'0,"12"1"822"0"0,1-1-1 0 0,-1 0 0 0 0,1-1 1 0 0,-15-2-1 0 0,19 2-615 0 0,0 0 0 0 0,0-1-1 0 0,0 1 1 0 0,0-1 0 0 0,0 1 0 0 0,1-1-1 0 0,-1 0 1 0 0,1 0 0 0 0,-1 0 0 0 0,1 0-1 0 0,0 0 1 0 0,0-1 0 0 0,0 1 0 0 0,0-1 0 0 0,-2-3-1 0 0,-5-8 376 0 0,1 0 0 0 0,0-1-1 0 0,1 0 1 0 0,-8-28-1 0 0,13 39-569 0 0,1 1 0 0 0,0-1 0 0 0,0 1 0 0 0,0-1 0 0 0,1 0-1 0 0,-1 0 1 0 0,1 1 0 0 0,0-1 0 0 0,0 0 0 0 0,1 0-1 0 0,-1 1 1 0 0,1-1 0 0 0,-1 0 0 0 0,1 0 0 0 0,0 1 0 0 0,0-1-1 0 0,1 1 1 0 0,-1-1 0 0 0,1 1 0 0 0,0 0 0 0 0,0-1 0 0 0,0 1-1 0 0,0 0 1 0 0,0 0 0 0 0,1 0 0 0 0,5-4 0 0 0,-6 5-37 0 0,0 1 0 0 0,0-1 1 0 0,0 1-1 0 0,0 0 0 0 0,1-1 1 0 0,-1 1-1 0 0,0 1 0 0 0,1-1 1 0 0,-1 0-1 0 0,0 0 0 0 0,1 1 1 0 0,-1-1-1 0 0,1 1 0 0 0,-1 0 1 0 0,1 0-1 0 0,-1 0 0 0 0,1 0 0 0 0,-1 0 1 0 0,1 1-1 0 0,4 0 0 0 0,-4 1 10 0 0,0-1-1 0 0,0 1 0 0 0,0 0 0 0 0,0 0 0 0 0,0 0 0 0 0,0 1 1 0 0,0-1-1 0 0,0 1 0 0 0,-1-1 0 0 0,1 1 0 0 0,-1 0 0 0 0,3 5 1 0 0,3 5-55 0 0,-1 1 1 0 0,-1 0 0 0 0,0 0-1 0 0,-1 1 1 0 0,5 20 0 0 0,-5-16 86 0 0,0 0 1 0 0,1-1 0 0 0,1 0 0 0 0,14 25 0 0 0,-17-37 130 0 0,-1 0 1 0 0,1 0-1 0 0,0 0 1 0 0,0-1-1 0 0,1 0 0 0 0,0 0 1 0 0,0 0-1 0 0,0 0 1 0 0,0-1-1 0 0,1 1 0 0 0,0-1 1 0 0,0-1-1 0 0,0 1 1 0 0,0-1-1 0 0,10 3 1 0 0,-12-5-80 0 0,0 0 1 0 0,0-1 0 0 0,0 0-1 0 0,0 0 1 0 0,0 0-1 0 0,0 0 1 0 0,0-1 0 0 0,0 0-1 0 0,0 1 1 0 0,0-1 0 0 0,0-1-1 0 0,0 1 1 0 0,0-1 0 0 0,0 1-1 0 0,-1-1 1 0 0,1 0 0 0 0,-1 0-1 0 0,1-1 1 0 0,-1 1 0 0 0,4-5-1 0 0,8-6 22 0 0,-1-1 0 0 0,23-29-1 0 0,-31 36-194 0 0,28-42-1837 0 0,-18 23-4220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5:31.6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63 293 4313 0 0,'-1'-8'118'0'0,"-20"-68"1062"0"0,19 71-756 0 0,0-1 0 0 0,0 1 0 0 0,-1-1 0 0 0,0 1 1 0 0,0 0-1 0 0,0 0 0 0 0,0 0 0 0 0,-1 1 0 0 0,0-1 1 0 0,-8-6-1 0 0,31 27 543 0 0,24 29-1 0 0,-20-20-856 0 0,1-1-1 0 0,28 22 1 0 0,-43-39-219 0 0,0-1 0 0 0,0 0 0 0 0,0 0 1 0 0,0-1-1 0 0,1 0 0 0 0,19 6 0 0 0,-28-11 70 0 0,0 0-1 0 0,0 0 1 0 0,-1-1-1 0 0,1 1 1 0 0,0 0-1 0 0,0 0 1 0 0,0-1-1 0 0,-1 1 0 0 0,1 0 1 0 0,0-1-1 0 0,0 1 1 0 0,-1-1-1 0 0,1 1 1 0 0,0-1-1 0 0,-1 1 1 0 0,1-1-1 0 0,0 1 1 0 0,-1-1-1 0 0,1 0 1 0 0,-1 1-1 0 0,1-1 1 0 0,-1 0-1 0 0,1 1 1 0 0,-1-1-1 0 0,0 0 1 0 0,1 0-1 0 0,-1 0 1 0 0,0 1-1 0 0,1-1 1 0 0,-1 0-1 0 0,0 0 0 0 0,0 0 1 0 0,0 0-1 0 0,0 1 1 0 0,0-1-1 0 0,0-2 1 0 0,2-31-447 0 0,-4-70 1226 0 0,3 72-795 0 0,-1 1 0 0 0,-9-61 0 0 0,9 89-274 0 0,5 10 91 0 0,4 12 90 0 0,-9-19 149 0 0,13 32 66 0 0,-5-12-26 0 0,20 36 0 0 0,-25-51 3 0 0,0 0 1 0 0,1-1 0 0 0,-1 1 0 0 0,1-1 0 0 0,0 0-1 0 0,0 0 1 0 0,0 0 0 0 0,1 0 0 0 0,0-1 0 0 0,-1 0-1 0 0,1 0 1 0 0,5 3 0 0 0,-9-6-35 0 0,-1 0 0 0 0,1 0 0 0 0,-1 1 0 0 0,1-1 1 0 0,-1 0-1 0 0,1 0 0 0 0,-1 0 0 0 0,1 0 0 0 0,-1 0 0 0 0,1 0 0 0 0,-1 0 1 0 0,1 0-1 0 0,-1 0 0 0 0,1 0 0 0 0,-1 0 0 0 0,1 0 0 0 0,-1 0 1 0 0,1 0-1 0 0,-1 0 0 0 0,1 0 0 0 0,-1 0 0 0 0,1-1 0 0 0,-1 1 0 0 0,1 0 1 0 0,-1 0-1 0 0,1-1 0 0 0,-1 1 0 0 0,0 0 0 0 0,1-1 0 0 0,-1 1 0 0 0,1-1 1 0 0,5-19 606 0 0,-7-32 501 0 0,0 43-1044 0 0,0-10-68 0 0,-2-38 61 0 0,3 53-57 0 0,0 0 0 0 0,1 1 0 0 0,-1-1 0 0 0,1 0 0 0 0,0 1 0 0 0,0-1 0 0 0,0 0 0 0 0,0 1 0 0 0,0-1 0 0 0,1 1 0 0 0,3-6 0 0 0,-4 8-2 0 0,0 0 0 0 0,0 0 0 0 0,1 1 0 0 0,-1-1-1 0 0,0 0 1 0 0,0 1 0 0 0,0-1 0 0 0,0 1 0 0 0,0-1 0 0 0,1 1 0 0 0,-1 0 0 0 0,0-1-1 0 0,0 1 1 0 0,1 0 0 0 0,-1 0 0 0 0,0 0 0 0 0,1 0 0 0 0,-1 0 0 0 0,0 0 0 0 0,0 0-1 0 0,1 1 1 0 0,-1-1 0 0 0,0 0 0 0 0,0 1 0 0 0,1-1 0 0 0,-1 1 0 0 0,0-1 0 0 0,0 1-1 0 0,0-1 1 0 0,0 1 0 0 0,0 0 0 0 0,2 1 0 0 0,35 29 197 0 0,-34-28-387 0 0,55 52-2521 0 0,-49-43-1096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5:32.3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4 297 6449 0 0,'0'0'34'0'0,"-1"0"0"0"0,1 0-1 0 0,0-1 1 0 0,-1 1 0 0 0,1 0 0 0 0,0 0-1 0 0,0-1 1 0 0,0 1 0 0 0,-1 0-1 0 0,1-1 1 0 0,0 1 0 0 0,0 0-1 0 0,0-1 1 0 0,0 1 0 0 0,0 0-1 0 0,-1-1 1 0 0,1 1 0 0 0,0 0 0 0 0,0-1-1 0 0,0 1 1 0 0,0 0 0 0 0,0-1-1 0 0,0 1 1 0 0,0 0 0 0 0,0-1-1 0 0,0 1 1 0 0,0 0 0 0 0,0-1-1 0 0,1 1 1 0 0,-1 0 0 0 0,0-1 0 0 0,0 1-1 0 0,0 0 1 0 0,0-1 0 0 0,1 1-1 0 0,-1 0 1 0 0,0-1 0 0 0,0 1-1 0 0,1 0 1 0 0,16-9 1199 0 0,-13 8-1132 0 0,-1 1 1 0 0,0-1-1 0 0,0 1 1 0 0,1-1-1 0 0,-1 1 1 0 0,0 0-1 0 0,1 0 1 0 0,-1 1-1 0 0,0-1 1 0 0,0 1-1 0 0,6 1 1 0 0,0 5-182 0 0,0 0 1 0 0,-1 0-1 0 0,0 1 1 0 0,0 0-1 0 0,-1 1 1 0 0,0 0-1 0 0,0 0 1 0 0,8 17 0 0 0,17 20-549 0 0,-26-39 588 0 0,-2-1 15 0 0,0-1-1 0 0,1 1 1 0 0,0-1-1 0 0,0 0 1 0 0,0 0 0 0 0,0 0-1 0 0,1-1 1 0 0,8 5 0 0 0,-13-9 38 0 0,-1 0 1 0 0,0 1 0 0 0,1-1 0 0 0,-1 0 0 0 0,1 0-1 0 0,-1 0 1 0 0,1 0 0 0 0,-1 0 0 0 0,0 0 0 0 0,1 0 0 0 0,-1 0-1 0 0,1-1 1 0 0,-1 1 0 0 0,1 0 0 0 0,-1 0 0 0 0,0 0-1 0 0,1 0 1 0 0,-1-1 0 0 0,1 1 0 0 0,-1 0 0 0 0,0 0 0 0 0,1-1-1 0 0,-1 1 1 0 0,0 0 0 0 0,1 0 0 0 0,-1-1 0 0 0,0 1-1 0 0,0 0 1 0 0,1-1 0 0 0,-1 1 0 0 0,0-1 0 0 0,9-19 327 0 0,-2-19-71 0 0,-4-38-274 0 0,2-18 185 0 0,-4 87-78 0 0,0 0 0 0 0,1 0 0 0 0,0 0 0 0 0,0 0-1 0 0,1 1 1 0 0,0-1 0 0 0,0 1 0 0 0,9-14 0 0 0,-11 20-96 0 0,0-1-1 0 0,0 1 1 0 0,0-1-1 0 0,0 1 1 0 0,0 0-1 0 0,1 0 1 0 0,-1-1 0 0 0,0 1-1 0 0,1 0 1 0 0,-1 0-1 0 0,1 0 1 0 0,0 1-1 0 0,-1-1 1 0 0,1 0 0 0 0,-1 1-1 0 0,1-1 1 0 0,0 1-1 0 0,0-1 1 0 0,-1 1-1 0 0,1 0 1 0 0,0-1 0 0 0,0 1-1 0 0,-1 0 1 0 0,1 0-1 0 0,0 0 1 0 0,0 1 0 0 0,0-1-1 0 0,-1 0 1 0 0,1 1-1 0 0,0-1 1 0 0,-1 1-1 0 0,1 0 1 0 0,0-1 0 0 0,-1 1-1 0 0,1 0 1 0 0,-1 0-1 0 0,1 0 1 0 0,-1 0-1 0 0,3 2 1 0 0,7 6-47 0 0,0 1 1 0 0,-1 0 0 0 0,0 1-1 0 0,9 12 1 0 0,-2-3-66 0 0,-14-16 100 0 0,2 0 0 0 0,-1 0-1 0 0,0 0 1 0 0,1 0 0 0 0,0-1-1 0 0,0 0 1 0 0,0 0 0 0 0,0 0 0 0 0,0-1-1 0 0,7 2 1 0 0,-11-3 40 0 0,0-1 0 0 0,1 0 0 0 0,-1 1 0 0 0,1-1 0 0 0,-1 0 0 0 0,1 0-1 0 0,-1 0 1 0 0,1 0 0 0 0,-1 0 0 0 0,1-1 0 0 0,-1 1 0 0 0,1 0 0 0 0,-1-1 0 0 0,1 1 0 0 0,-1-1 0 0 0,1 1 0 0 0,1-2 0 0 0,-1 0 10 0 0,-1 1 1 0 0,1-1-1 0 0,-1 0 1 0 0,1 1-1 0 0,-1-1 1 0 0,0 0-1 0 0,1 0 1 0 0,-1 0 0 0 0,0 0-1 0 0,0 0 1 0 0,-1 0-1 0 0,1 0 1 0 0,0 0-1 0 0,-1 0 1 0 0,1-4-1 0 0,8-68-1058 0 0,-9 60 1182 0 0,1-1 0 0 0,1 1 1 0 0,0-1-1 0 0,1 1 1 0 0,1 0-1 0 0,0 0 0 0 0,12-26 1 0 0,-16 39-129 0 0,0 0 0 0 0,1 0 1 0 0,0 1-1 0 0,-1-1 0 0 0,1 0 0 0 0,-1 1 1 0 0,1-1-1 0 0,0 0 0 0 0,-1 1 1 0 0,1-1-1 0 0,0 1 0 0 0,0-1 1 0 0,0 1-1 0 0,-1-1 0 0 0,1 1 0 0 0,0-1 1 0 0,0 1-1 0 0,0 0 0 0 0,0 0 1 0 0,0-1-1 0 0,0 1 0 0 0,0 0 1 0 0,0 0-1 0 0,0 0 0 0 0,0 0 0 0 0,-1 0 1 0 0,1 0-1 0 0,0 0 0 0 0,0 0 1 0 0,0 1-1 0 0,0-1 0 0 0,0 0 1 0 0,0 0-1 0 0,0 1 0 0 0,0-1 0 0 0,-1 1 1 0 0,1-1-1 0 0,0 1 0 0 0,1 0 1 0 0,32 28-117 0 0,-26-22-678 0 0,4 4-3992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5:32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21 187 5065 0 0,'-20'15'981'0'0,"19"-9"441"0"0,15-8 312 0 0,10-7-1102 0 0,-1-1 0 0 0,0-1 0 0 0,-1-1 0 0 0,0-1 0 0 0,29-23 0 0 0,4 0-567 0 0,38-25-1067 0 0,-66 43 75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5:32.9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84 6913 0 0,'-26'18'1003'0'0,"0"2"0"0"0,-29 27 0 0 0,184-159 1023 0 0,-86 77-2797 0 0,-17 14-3236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6:34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247 1 3225 0 0,'-59'0'1644'0'0,"-80"12"0"0"0,126-12-1041 0 0,11 0-359 0 0,-1 0 0 0 0,0 0-1 0 0,0 0 1 0 0,0 1 0 0 0,1-1-1 0 0,-1 0 1 0 0,0 1 0 0 0,0 0 0 0 0,1 0-1 0 0,-1 0 1 0 0,-2 1 0 0 0,5-1-200 0 0,0-1 1 0 0,0 1 0 0 0,0-1-1 0 0,0 1 1 0 0,0-1-1 0 0,0 1 1 0 0,1-1 0 0 0,-1 1-1 0 0,0-1 1 0 0,0 1-1 0 0,1-1 1 0 0,-1 1 0 0 0,0-1-1 0 0,0 0 1 0 0,1 1-1 0 0,-1-1 1 0 0,1 1 0 0 0,-1-1-1 0 0,0 0 1 0 0,1 1 0 0 0,-1-1-1 0 0,1 0 1 0 0,-1 0-1 0 0,1 1 1 0 0,-1-1 0 0 0,1 0-1 0 0,-1 0 1 0 0,1 0-1 0 0,-1 1 1 0 0,1-1 0 0 0,-1 0-1 0 0,2 0 1 0 0,17 7 253 0 0,223 68 1497 0 0,-29-8-1814 0 0,-176-57 39 0 0,1-3 0 0 0,0-1 0 0 0,70 2 0 0 0,-67-9 237 0 0,80-13 1 0 0,-121 14-235 0 0,1 0 0 0 0,-1 0 0 0 0,0 0 1 0 0,1 0-1 0 0,-1 0 0 0 0,1 0 0 0 0,-1 0 0 0 0,0 0 1 0 0,1 1-1 0 0,-1-1 0 0 0,0 0 0 0 0,1 0 0 0 0,-1 1 1 0 0,0-1-1 0 0,1 0 0 0 0,-1 0 0 0 0,0 1 0 0 0,1-1 1 0 0,-1 0-1 0 0,0 1 0 0 0,0-1 0 0 0,1 0 0 0 0,-1 1 1 0 0,0-1-1 0 0,0 0 0 0 0,0 1 0 0 0,0-1 0 0 0,1 1 1 0 0,-1-1-1 0 0,0 1 0 0 0,0-1 0 0 0,0 0 0 0 0,0 1 1 0 0,0-1-1 0 0,0 1 0 0 0,0-1 0 0 0,0 0 0 0 0,0 1 1 0 0,0-1-1 0 0,0 1 0 0 0,-1-1 0 0 0,1 0 0 0 0,0 1 1 0 0,0-1-1 0 0,0 1 0 0 0,0-1 0 0 0,-1 0 0 0 0,1 1 1 0 0,-1 0-1 0 0,-9 29 310 0 0,7-22-206 0 0,-58 167 553 0 0,-45 224-1 0 0,83-286-726 0 0,-24 132-3419 0 0,43-219-1580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6:36.1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7405 5985 0 0,'7'-1'327'0'0,"0"-1"0"0"0,0 1-1 0 0,0-2 1 0 0,0 1 0 0 0,0-1 0 0 0,8-4-1 0 0,51-29-154 0 0,-54 30-96 0 0,214-128-1368 0 0,-145 84 1089 0 0,115-73 901 0 0,136-79 2863 0 0,93-68-1461 0 0,-75 41-1369 0 0,-126 94-798 0 0,115-65-978 0 0,-7 4 633 0 0,83-43 40 0 0,57-15 1673 0 0,-266 141-805 0 0,120-78 734 0 0,25-13-185 0 0,152-106-963 0 0,-442 270-99 0 0,276-171-816 0 0,-125 81 169 0 0,9-2 104 0 0,92-60 248 0 0,-221 129 309 0 0,259-162 559 0 0,378-200 713 0 0,-630 365-1299 0 0,-5 3 30 0 0,360-199 0 0 0,49-25 137 0 0,-203 106 198 0 0,-218 130-247 0 0,408-211 961 0 0,6-17-768 0 0,-196 98-910 0 0,-71 42 519 0 0,70-37 832 0 0,112-68 129 0 0,-63 33-755 0 0,-120 74 16 0 0,94-49 618 0 0,38 1-140 0 0,37-16-3207 0 0,-270 135-4488 0 0,-113 54 3149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6:44.5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156 208 7834 0 0,'-7'-20'1076'0'0,"-9"-36"0"0"0,14 43-681 0 0,-1 1 0 0 0,0 0-1 0 0,-1 0 1 0 0,-1 1-1 0 0,0-1 1 0 0,0 1-1 0 0,-1 0 1 0 0,-11-16 0 0 0,17 26-377 0 0,-1 0 1 0 0,0 1-1 0 0,1-1 1 0 0,-1 0 0 0 0,1 1-1 0 0,-1-1 1 0 0,0 0 0 0 0,1 1-1 0 0,-1-1 1 0 0,0 1 0 0 0,0-1-1 0 0,0 1 1 0 0,1-1-1 0 0,-1 1 1 0 0,0 0 0 0 0,0-1-1 0 0,0 1 1 0 0,0 0 0 0 0,0 0-1 0 0,0 0 1 0 0,0-1-1 0 0,0 1 1 0 0,0 0 0 0 0,1 0-1 0 0,-1 0 1 0 0,0 1 0 0 0,0-1-1 0 0,0 0 1 0 0,0 0 0 0 0,0 0-1 0 0,0 1 1 0 0,0-1-1 0 0,0 0 1 0 0,1 1 0 0 0,-1-1-1 0 0,0 1 1 0 0,0-1 0 0 0,0 1-1 0 0,1-1 1 0 0,-1 1-1 0 0,0 0 1 0 0,1-1 0 0 0,-1 1-1 0 0,0 0 1 0 0,1 0 0 0 0,-1-1-1 0 0,1 1 1 0 0,0 0-1 0 0,-1 0 1 0 0,1 0 0 0 0,-1 0-1 0 0,1-1 1 0 0,0 3 0 0 0,-5 5 108 0 0,2 1 1 0 0,0 1-1 0 0,-4 15 1 0 0,7-24-125 0 0,-12 66 415 0 0,4 1 0 0 0,3 0 0 0 0,6 129 0 0 0,2-140-258 0 0,4 0 1 0 0,26 110 0 0 0,52 106-518 0 0,-52-189-826 0 0,-27-73-8 0 0,-1 0-1 0 0,16 18 1 0 0,-11-17-3336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6:44.9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 41 456 0 0,'-8'-7'24'0'0,"6"6"249"0"0,1 0 1 0 0,-1 0-1 0 0,1 0 1 0 0,-1 0-1 0 0,1 0 1 0 0,0 0-1 0 0,-1 0 1 0 0,1-1 0 0 0,0 1-1 0 0,0 0 1 0 0,0-1-1 0 0,0 1 1 0 0,0-1-1 0 0,0 1 1 0 0,0-1-1 0 0,1 0 1 0 0,-1 1-1 0 0,1-1 1 0 0,-1 0-1 0 0,1 0 1 0 0,-1-2-1 0 0,2 4-148 0 0,-1 0-1 0 0,1 0 0 0 0,-1 0 1 0 0,1 0-1 0 0,-1 0 1 0 0,1 0-1 0 0,-1 0 0 0 0,1 0 1 0 0,-1 0-1 0 0,1 0 0 0 0,-1 0 1 0 0,1 0-1 0 0,-1 0 0 0 0,1 0 1 0 0,-1 0-1 0 0,1 1 0 0 0,-1-1 1 0 0,1 0-1 0 0,-1 0 1 0 0,0 1-1 0 0,1-1 0 0 0,-1 0 1 0 0,1 1-1 0 0,-1-1 0 0 0,0 0 1 0 0,1 1-1 0 0,-1-1 0 0 0,0 1 1 0 0,1-1-1 0 0,-1 0 0 0 0,0 1 1 0 0,1 0-1 0 0,14 15 1182 0 0,43 64 374 0 0,-37-48-929 0 0,37 40 1 0 0,32 20 1246 0 0,-32-33-2251 0 0,54 70 0 0 0,-83-93-1722 0 0,-10-13-2092 0 0,-5-7-496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6:45.2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35 345 3681 0 0,'-4'0'120'0'0,"1"0"-1"0"0,0 0 1 0 0,0 0 0 0 0,0 0 0 0 0,0-1-1 0 0,0 1 1 0 0,-6-3 0 0 0,9 3-72 0 0,-1 0 0 0 0,1 0 1 0 0,0 0-1 0 0,0 0 0 0 0,0-1 0 0 0,0 1 1 0 0,-1 0-1 0 0,1 0 0 0 0,0 0 0 0 0,0-1 0 0 0,0 1 1 0 0,0 0-1 0 0,-1 0 0 0 0,1-1 0 0 0,0 1 0 0 0,0 0 1 0 0,0 0-1 0 0,0-1 0 0 0,0 1 0 0 0,0 0 0 0 0,0 0 1 0 0,0-1-1 0 0,0 1 0 0 0,0 0 0 0 0,0 0 1 0 0,0-1-1 0 0,0 1 0 0 0,0 0 0 0 0,0-1 0 0 0,0 1 1 0 0,0 0-1 0 0,1-1 0 0 0,10-14 1557 0 0,18-10-499 0 0,2 0 0 0 0,0 2-1 0 0,40-22 1 0 0,3-2 167 0 0,128-86-278 0 0,-173 114-1518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6:45.7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1 245 8290 0 0,'134'-130'-736'0'0,"-87"86"-2098"0"0,26-14 1171 0 0,-58 45 1663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6:46.1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0 235 10594 0 0,'4'-11'472'0'0,"-1"4"96"0"0,3 0-455 0 0,0 2-113 0 0,1 0 0 0 0,0 0 0 0 0,2-2 0 0 0,7-7-129 0 0,10-5 25 0 0,11-8 8 0 0,5-2-1184 0 0,1-4-224 0 0,-1-1-56 0 0,-3 3-9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6:59.0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33 16588 0 0,'-7'-5'201'0'0,"28"4"-9330"0"0,-7-2 9439 0 0,7-9-2056 0 0,-11 0 1619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6:59.7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67 417 6913 0 0,'-8'-7'456'0'0,"1"-1"0"0"0,0 0-1 0 0,1 0 1 0 0,-1 0 0 0 0,2-1-1 0 0,-8-15 1 0 0,10 18-315 0 0,1-1 1 0 0,-1 0-1 0 0,2 0 0 0 0,-1 0 1 0 0,1 0-1 0 0,0-1 1 0 0,1 1-1 0 0,0 0 1 0 0,0 0-1 0 0,2-12 0 0 0,0 2-190 0 0,1 0 0 0 0,1 1-1 0 0,0-1 1 0 0,2 1-1 0 0,0 1 1 0 0,0-1-1 0 0,10-15 1 0 0,-10 21 31 0 0,-1 1 0 0 0,2 0 1 0 0,-1 0-1 0 0,1 1 0 0 0,0 0 1 0 0,1 0-1 0 0,0 1 0 0 0,0 0 1 0 0,1 0-1 0 0,0 1 0 0 0,0 0 1 0 0,11-5-1 0 0,-18 10 10 0 0,-1 0 0 0 0,1 0 0 0 0,-1 1 0 0 0,1-1 0 0 0,0 1 0 0 0,-1-1 0 0 0,1 1 1 0 0,0 0-1 0 0,-1 0 0 0 0,1-1 0 0 0,0 1 0 0 0,0 0 0 0 0,-1 1 0 0 0,1-1 0 0 0,0 0 0 0 0,-1 0 0 0 0,1 1 0 0 0,0-1 0 0 0,-1 1 0 0 0,1-1 0 0 0,2 2 0 0 0,-2 0 25 0 0,0 0-1 0 0,0 0 0 0 0,0 0 0 0 0,0 0 0 0 0,0 0 0 0 0,0 0 0 0 0,0 0 1 0 0,-1 1-1 0 0,1-1 0 0 0,-1 1 0 0 0,2 4 0 0 0,2 7 93 0 0,0 1 0 0 0,-2-1 0 0 0,4 30 0 0 0,-5-33-149 0 0,6 56-164 0 0,-3-27-85 0 0,15 67 0 0 0,-17-96 239 0 0,0 0-1 0 0,1 0 1 0 0,0-1 0 0 0,1 0 0 0 0,0 1-1 0 0,1-2 1 0 0,0 1 0 0 0,0-1-1 0 0,1 0 1 0 0,14 15 0 0 0,-17-21 103 0 0,1-1 0 0 0,-1 1 0 0 0,1 0 0 0 0,-1-1 0 0 0,1 0-1 0 0,0 0 1 0 0,0-1 0 0 0,0 1 0 0 0,0-1 0 0 0,0 0 0 0 0,0 0 0 0 0,0-1 0 0 0,0 1 0 0 0,0-1 0 0 0,10-1 0 0 0,-10 1 144 0 0,-1-1 0 0 0,0 1 0 0 0,0-1 0 0 0,1 0 0 0 0,-1 0 0 0 0,0 0 0 0 0,0 0 0 0 0,0-1 0 0 0,0 0 0 0 0,-1 0-1 0 0,1 0 1 0 0,0 0 0 0 0,-1 0 0 0 0,1-1 0 0 0,-1 0 0 0 0,0 0 0 0 0,0 0 0 0 0,0 0 0 0 0,4-5 0 0 0,-7 6-127 0 0,1 0-1 0 0,-1 0 1 0 0,1 0-1 0 0,-1 0 1 0 0,0 0-1 0 0,0 0 1 0 0,0 0-1 0 0,0 0 0 0 0,0 0 1 0 0,0 0-1 0 0,-1 0 1 0 0,1 0-1 0 0,-1 0 1 0 0,1 0-1 0 0,-1 0 1 0 0,0 0-1 0 0,0 0 1 0 0,0 0-1 0 0,0 0 1 0 0,0 1-1 0 0,0-1 1 0 0,0 0-1 0 0,-1 1 1 0 0,1-1-1 0 0,-1 1 1 0 0,1-1-1 0 0,-3 0 1 0 0,-5-8 211 0 0,-1 2 0 0 0,-19-14 0 0 0,16 13-208 0 0,1 1 1 0 0,-1 1-1 0 0,0 0 1 0 0,0 1 0 0 0,-1 0-1 0 0,0 1 1 0 0,0 1-1 0 0,-1 0 1 0 0,1 1-1 0 0,-24-2 1 0 0,23 5-492 0 0,0 0 0 0 0,0 1 1 0 0,1 0-1 0 0,-1 1 0 0 0,0 1 0 0 0,-21 7 1 0 0,2 2-1637 0 0,-1 1-3031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7:00.0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14 8754 0 0,'0'0'84'0'0,"0"-1"1"0"0,1 0 0 0 0,-1 0-1 0 0,0 1 1 0 0,1-1-1 0 0,-1 0 1 0 0,1 0 0 0 0,-1 1-1 0 0,1-1 1 0 0,-1 0-1 0 0,1 1 1 0 0,0-1 0 0 0,-1 1-1 0 0,1-1 1 0 0,0 1-1 0 0,-1-1 1 0 0,1 1-1 0 0,0 0 1 0 0,0-1 0 0 0,-1 1-1 0 0,1 0 1 0 0,0-1-1 0 0,0 1 1 0 0,0 0 0 0 0,-1 0-1 0 0,1 0 1 0 0,0 0-1 0 0,0 0 1 0 0,0 0 0 0 0,0 0-1 0 0,-1 0 1 0 0,1 0-1 0 0,0 0 1 0 0,0 0-1 0 0,0 0 1 0 0,0 1 0 0 0,42 6 614 0 0,-33-5-294 0 0,210 37 1703 0 0,-71-19-3610 0 0,-123-18-3426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7:00.4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331 7 9218 0 0,'-4'-2'84'0'0,"0"1"-1"0"0,0 0 1 0 0,0 0 0 0 0,0 0 0 0 0,0 1 0 0 0,0 0-1 0 0,0-1 1 0 0,0 1 0 0 0,0 1 0 0 0,0-1-1 0 0,0 0 1 0 0,0 1 0 0 0,0 0 0 0 0,-4 1-1 0 0,0 1-59 0 0,1 1 0 0 0,-1 0 0 0 0,0 0 0 0 0,1 0 0 0 0,-12 10 0 0 0,7-3-34 0 0,0 1 0 0 0,0 0-1 0 0,2 0 1 0 0,-1 1 0 0 0,1 0 0 0 0,1 1-1 0 0,1 0 1 0 0,0 1 0 0 0,1-1-1 0 0,-10 29 1 0 0,-2 15 114 0 0,-16 95 0 0 0,27-116 100 0 0,-4 24 8 0 0,3 1 0 0 0,2 0-1 0 0,3 0 1 0 0,5 67 0 0 0,0-103-4522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7:00.7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1 169 7834 0 0,'4'-9'173'0'0,"0"0"0"0"0,1 1 1 0 0,0-1-1 0 0,0 1 0 0 0,1 0 0 0 0,0 0 1 0 0,0 0-1 0 0,1 1 0 0 0,0 0 1 0 0,15-12-1 0 0,-8 9 214 0 0,0 1 1 0 0,0 0-1 0 0,1 0 0 0 0,0 2 1 0 0,26-10-1 0 0,-38 15-356 0 0,0 1-1 0 0,0 0 1 0 0,0 0 0 0 0,0 1-1 0 0,0-1 1 0 0,0 1 0 0 0,0-1 0 0 0,0 1-1 0 0,0 0 1 0 0,0 0 0 0 0,0 0 0 0 0,0 0-1 0 0,0 1 1 0 0,0-1 0 0 0,0 1-1 0 0,0 0 1 0 0,0 0 0 0 0,0 0 0 0 0,0 0-1 0 0,-1 0 1 0 0,1 1 0 0 0,0-1-1 0 0,-1 1 1 0 0,1 0 0 0 0,-1 0 0 0 0,1 0-1 0 0,-1 0 1 0 0,0 0 0 0 0,0 0-1 0 0,0 1 1 0 0,0-1 0 0 0,0 1 0 0 0,-1-1-1 0 0,1 1 1 0 0,-1 0 0 0 0,0 0-1 0 0,0-1 1 0 0,0 1 0 0 0,0 0 0 0 0,1 4-1 0 0,1 8-132 0 0,0 0 0 0 0,0 0 0 0 0,-2 1 0 0 0,0-1 0 0 0,-1 0 0 0 0,-3 29 0 0 0,-20 74-978 0 0,15-88 1908 0 0,2 0 1 0 0,0 0 0 0 0,0 43-1 0 0,6-73-761 0 0,-1 0 1 0 0,1 1-1 0 0,0-1 0 0 0,0 1 0 0 0,0-1 0 0 0,0 0 1 0 0,0 1-1 0 0,0-1 0 0 0,1 0 0 0 0,-1 1 0 0 0,0-1 1 0 0,0 1-1 0 0,0-1 0 0 0,0 0 0 0 0,0 1 0 0 0,0-1 1 0 0,1 0-1 0 0,-1 1 0 0 0,0-1 0 0 0,0 0 1 0 0,1 0-1 0 0,-1 1 0 0 0,0-1 0 0 0,0 0 0 0 0,1 0 1 0 0,-1 1-1 0 0,0-1 0 0 0,1 0 0 0 0,-1 0 0 0 0,0 0 1 0 0,1 1-1 0 0,-1-1 0 0 0,0 0 0 0 0,1 0 0 0 0,-1 0 1 0 0,0 0-1 0 0,1 0 0 0 0,-1 0 0 0 0,0 0 1 0 0,1 0-1 0 0,-1 0 0 0 0,1 0 0 0 0,20-8 1355 0 0,18-20-299 0 0,-15 7-1245 0 0,62-49-1721 0 0,-58 51 406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7:01.1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0 115 6913 0 0,'24'-2'1977'0'0,"13"-8"-1622"0"0,-1-2 0 0 0,0-1 1 0 0,-1-2-1 0 0,43-24 0 0 0,-41 20-639 0 0,-28 14 272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7:01.4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1 136 10594 0 0,'6'-8'2939'0'0,"19"-5"-2902"0"0,-14 8-221 0 0,11-10-626 0 0,-2-1 0 0 0,0 0 0 0 0,21-23 0 0 0,-31 27 810 0 0,-3 0 0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7:01.8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27 3681 0 0,'-5'-3'4'0'0,"-24"-17"1544"0"0,28 20-1310 0 0,0-1 0 0 0,1 1 0 0 0,-1 0 0 0 0,0-1-1 0 0,0 1 1 0 0,0 0 0 0 0,0-1 0 0 0,0 1 0 0 0,1 0 0 0 0,-1 0 0 0 0,0 0-1 0 0,0 0 1 0 0,0 0 0 0 0,0 0 0 0 0,0 0 0 0 0,-1 0 0 0 0,4 10 3152 0 0,12 19-2714 0 0,8 18 297 0 0,2-2 0 0 0,1-1 0 0 0,56 71 1 0 0,-47-74-94 0 0,33 54 0 0 0,-9 2-3758 0 0,-45-74-3022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7:02.1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7 10138 0 0,'-2'-3'448'0'0,"2"-1"200"0"0,2 4-648 0 0,0 0 216 0 0,-1 2 16 0 0,1 0 9 0 0,2 0-1 0 0,-1 1-536 0 0,13 20-1065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7:02.5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82 66 7370 0 0,'0'-2'46'0'0,"-1"-1"1"0"0,1 0 0 0 0,0 1 0 0 0,0-1 0 0 0,0 0 0 0 0,0 0 0 0 0,0 1 0 0 0,1-1 0 0 0,-1 0-1 0 0,1 0 1 0 0,0 1 0 0 0,0-1 0 0 0,0 1 0 0 0,0-1 0 0 0,0 1 0 0 0,0-1 0 0 0,1 1-1 0 0,-1 0 1 0 0,1-1 0 0 0,0 1 0 0 0,0 0 0 0 0,0 0 0 0 0,0 0 0 0 0,0 1 0 0 0,3-4 0 0 0,-30 69-174 0 0,3-7 453 0 0,-22 88 0 0 0,38-123-129 0 0,2 1 0 0 0,1 0 0 0 0,0-1 1 0 0,2 1-1 0 0,0 0 0 0 0,2 0 0 0 0,4 29 1 0 0,-4-46-111 0 0,0 0 0 0 0,1 0 1 0 0,0-1-1 0 0,0 1 1 0 0,0 0-1 0 0,1-1 0 0 0,0 1 1 0 0,0-1-1 0 0,0 0 0 0 0,1 0 1 0 0,-1 0-1 0 0,1 0 1 0 0,0 0-1 0 0,1-1 0 0 0,-1 0 1 0 0,1 0-1 0 0,0 0 1 0 0,0-1-1 0 0,0 1 0 0 0,0-1 1 0 0,1 0-1 0 0,-1-1 0 0 0,1 1 1 0 0,0-1-1 0 0,0-1 1 0 0,0 1-1 0 0,0-1 0 0 0,0 0 1 0 0,0 0-1 0 0,0 0 1 0 0,0-1-1 0 0,0 0 0 0 0,0 0 1 0 0,0-1-1 0 0,0 1 0 0 0,1-2 1 0 0,-2 1-1 0 0,1 0 1 0 0,0-1-1 0 0,0 0 0 0 0,9-5 1 0 0,0 0 33 0 0,-1-1 1 0 0,0 0 0 0 0,0-1 0 0 0,-1-1-1 0 0,0 0 1 0 0,17-17 0 0 0,-25 22-78 0 0,0-1 0 0 0,1 0 0 0 0,-2 0 0 0 0,1 0-1 0 0,-1-1 1 0 0,0 0 0 0 0,0 1 0 0 0,-1-1 0 0 0,0-1 0 0 0,0 1 0 0 0,0 0 0 0 0,-1-1 0 0 0,0 1 0 0 0,-1-1 0 0 0,1-11 0 0 0,-2 19-19 0 0,1-1 0 0 0,-1 1 1 0 0,0-1-1 0 0,0 1 0 0 0,0-1 0 0 0,0 0 1 0 0,0 1-1 0 0,0-1 0 0 0,0 1 0 0 0,0-1 1 0 0,0 0-1 0 0,0 1 0 0 0,-1-1 0 0 0,1 1 1 0 0,0-1-1 0 0,0 1 0 0 0,-1-1 0 0 0,1 1 1 0 0,0-1-1 0 0,0 1 0 0 0,-1-1 0 0 0,1 1 1 0 0,0-1-1 0 0,-1 0 0 0 0,-8 10 175 0 0,-4 23-1086 0 0,-36 124-8047 0 0,40-124 8221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7:08.8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226 1 6329 0 0,'-3'2'-3'0'0,"0"1"0"0"0,-1-1-1 0 0,1 0 1 0 0,-1 0 0 0 0,0 0 0 0 0,0-1-1 0 0,1 1 1 0 0,-1-1 0 0 0,-8 1-1 0 0,7-1 0 0 0,0 1 1 0 0,0-1-1 0 0,0 1 0 0 0,0 0 0 0 0,0 0 0 0 0,0 0 0 0 0,-6 5 0 0 0,-124 114 7286 0 0,161-135-4419 0 0,68-57-5317 0 0,-51 37 184 0 0,-28 22 1194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7:09.2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42 252 10594 0 0,'-41'7'1153'0'0,"74"-34"-1546"0"0,52-38-294 0 0,86-59-2458 0 0,-142 104 3218 0 0,-2-3-58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7:14.2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179 7 4145 0 0,'-1'-1'-106'0'0,"1"0"1"0"0,-1 1-1 0 0,0-1 0 0 0,0 1 1 0 0,0-1-1 0 0,0 1 1 0 0,0-1-1 0 0,0 1 0 0 0,1-1 1 0 0,-1 1-1 0 0,0 0 0 0 0,0 0 1 0 0,0-1-1 0 0,0 1 1 0 0,0 0-1 0 0,0 0 0 0 0,0 0 1 0 0,0 0-1 0 0,0 0 0 0 0,0 0 1 0 0,-2 1-1 0 0,-16 1-147 0 0,16-2 772 0 0,0 0 0 0 0,1 1 0 0 0,-1-1 0 0 0,0 1 0 0 0,0 0 0 0 0,1 0 0 0 0,-1 0 0 0 0,1 0 0 0 0,-1 1 0 0 0,1-1 0 0 0,0 0 0 0 0,-4 4 0 0 0,1-1-184 0 0,1 0-1 0 0,1 0 0 0 0,-1 0 1 0 0,0 0-1 0 0,-4 10 1 0 0,-1 3-325 0 0,1 0 1 0 0,-10 31 0 0 0,14-37 523 0 0,-5 18-392 0 0,2 0 1 0 0,1 1-1 0 0,1-1 0 0 0,1 1 1 0 0,2 1-1 0 0,1-1 1 0 0,1 0-1 0 0,2 0 1 0 0,1 0-1 0 0,1 0 1 0 0,2 0-1 0 0,1-1 0 0 0,1 0 1 0 0,2 0-1 0 0,0-1 1 0 0,2 0-1 0 0,1-1 1 0 0,2 0-1 0 0,0-1 0 0 0,2-1 1 0 0,0 0-1 0 0,2-2 1 0 0,1 0-1 0 0,0-1 1 0 0,30 24-1 0 0,-38-37-63 0 0,0 0 1 0 0,1-1-1 0 0,1-1 0 0 0,0 0 1 0 0,-1-1-1 0 0,2 0 0 0 0,-1-1 0 0 0,1 0 1 0 0,0-2-1 0 0,0 0 0 0 0,0 0 1 0 0,0-1-1 0 0,0-1 0 0 0,1-1 0 0 0,-1 0 1 0 0,0-1-1 0 0,1 0 0 0 0,-1-1 1 0 0,0-1-1 0 0,0-1 0 0 0,23-8 0 0 0,-16 3-667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7:19.9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66 163 3225 0 0,'-8'4'603'0'0,"0"2"0"0"0,1-1 1 0 0,0 1-1 0 0,-1 0 0 0 0,2 1 0 0 0,-1 0 1 0 0,-8 11-1 0 0,27-22 3786 0 0,67-43-1951 0 0,106-80 0 0 0,-133 94-3244 0 0,-49 31 76 0 0,1 0 0 0 0,-1 1 0 0 0,1-1 0 0 0,0 1 0 0 0,0 0-1 0 0,-1 0 1 0 0,9 0 0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7:20.3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 5 1840 0 0,'-1'-1'177'0'0,"0"1"0"0"0,0-1-1 0 0,0 1 1 0 0,0-1 0 0 0,0 1-1 0 0,0 0 1 0 0,0-1 0 0 0,0 1-1 0 0,0 0 1 0 0,0 0-1 0 0,0 0 1 0 0,0 0 0 0 0,0 0-1 0 0,-1 0 1 0 0,1 0 0 0 0,0 0-1 0 0,0 1 1 0 0,0-1 0 0 0,0 0-1 0 0,0 1 1 0 0,0-1-1 0 0,0 0 1 0 0,-2 2 0 0 0,3-1 166 0 0,0 1 1 0 0,0-1-1 0 0,1 1 1 0 0,-1-1-1 0 0,0 1 1 0 0,0-1-1 0 0,1 1 1 0 0,-1-1-1 0 0,1 1 1 0 0,-1-1-1 0 0,1 0 1 0 0,0 1-1 0 0,0 0 1 0 0,8 19 371 0 0,-1 1 881 0 0,2 0 0 0 0,23 39 1 0 0,9 5-2595 0 0,-42-65 770 0 0,1 0-1 0 0,0 0 0 0 0,0-1 1 0 0,-1 1-1 0 0,1 0 0 0 0,0 0 1 0 0,0 0-1 0 0,0-1 1 0 0,0 1-1 0 0,0 0 0 0 0,0-1 1 0 0,0 1-1 0 0,0-1 0 0 0,1 1 1 0 0,-1-1-1 0 0,0 0 0 0 0,1 1 1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7:20.7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43 151 4145 0 0,'-2'-7'196'0'0,"0"-1"1"0"0,1 1-1 0 0,0-1 1 0 0,1-14-1 0 0,-5-27-231 0 0,-6 18-400 0 0,11 30 493 0 0,0 0 0 0 0,0 0 1 0 0,0 0-1 0 0,-1 1 0 0 0,1-1 0 0 0,0 0 0 0 0,-1 0 1 0 0,1 0-1 0 0,-1 1 0 0 0,1-1 0 0 0,-1 0 0 0 0,1 0 0 0 0,-1 1 1 0 0,1-1-1 0 0,-1 0 0 0 0,0 1 0 0 0,1-1 0 0 0,-1 1 0 0 0,0-1 1 0 0,1 1-1 0 0,-1-1 0 0 0,0 1 0 0 0,0 0 0 0 0,0-1 0 0 0,1 1 1 0 0,-1 0-1 0 0,0-1 0 0 0,0 1 0 0 0,0 0 0 0 0,0 0 1 0 0,-1 0-1 0 0,39 19 3530 0 0,41 6-1245 0 0,-48-16-1073 0 0,57 24 0 0 0,-64-23-868 0 0,-2 2 1 0 0,0 0-1 0 0,0 2 1 0 0,-1 0-1 0 0,0 1 1 0 0,-2 1-1 0 0,19 19 1 0 0,-31-27-413 0 0,0-1 1 0 0,0 1 0 0 0,0 0 0 0 0,-1 0 0 0 0,0 1-1 0 0,-1 0 1 0 0,0 0 0 0 0,0 0 0 0 0,-1 0-1 0 0,0 0 1 0 0,-1 1 0 0 0,0 0 0 0 0,0-1-1 0 0,-1 1 1 0 0,0 0 0 0 0,-1 0 0 0 0,0-1 0 0 0,0 1-1 0 0,-1 0 1 0 0,-4 15 0 0 0,-3 6-1666 0 0,-2 0-4288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7:22.0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27 8290 0 0,'-7'-27'6520'0'0,"11"40"-5416"0"0,57 206 1781 0 0,-28-128-2833 0 0,67 129 0 0 0,-85-192-1481 0 0,2-2 1 0 0,28 34 0 0 0,-32-44 149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7:22.4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36 14283 0 0,'0'0'5'0'0,"-1"0"0"0"0,1 0-1 0 0,0 0 1 0 0,0 0 0 0 0,0 0 0 0 0,-1 0 0 0 0,1 0 0 0 0,0-1-1 0 0,0 1 1 0 0,0 0 0 0 0,0 0 0 0 0,0 0 0 0 0,-1 0-1 0 0,1 0 1 0 0,0-1 0 0 0,0 1 0 0 0,0 0 0 0 0,0 0-1 0 0,0 0 1 0 0,0-1 0 0 0,0 1 0 0 0,-1 0 0 0 0,1 0-1 0 0,0 0 1 0 0,0-1 0 0 0,0 1 0 0 0,0 0 0 0 0,0 0-1 0 0,0 0 1 0 0,0-1 0 0 0,0 1 0 0 0,0 0 0 0 0,0 0 0 0 0,0 0-1 0 0,0-1 1 0 0,1 1 0 0 0,-1 0 0 0 0,0 0 0 0 0,0 0-1 0 0,0-1 1 0 0,0 1 0 0 0,0 0 0 0 0,0 0 0 0 0,0 0-1 0 0,0-1 1 0 0,1 1 0 0 0,-1 0 0 0 0,0 0 0 0 0,0 0-1 0 0,0 0 1 0 0,0 0 0 0 0,1 0 0 0 0,-1-1 0 0 0,0 1-1 0 0,19-13-2 0 0,-16 11-412 0 0,0 0 0 0 0,0 0-1 0 0,0 1 1 0 0,1-1 0 0 0,-1 1 0 0 0,1 0 0 0 0,-1 0 0 0 0,1 1-1 0 0,-1-1 1 0 0,1 1 0 0 0,-1-1 0 0 0,5 1 0 0 0,-5 1 192 0 0,0 0 1 0 0,0 1 0 0 0,0-1 0 0 0,-1 0-1 0 0,1 1 1 0 0,-1 0 0 0 0,5 3 0 0 0,-5-3 200 0 0,2 0 101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7:22.7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12 6913 0 0,'-1'0'-3'0'0,"1"0"0"0"0,0-1 0 0 0,0 1 0 0 0,0 0 0 0 0,0 0 0 0 0,0-1 0 0 0,-1 1 0 0 0,1 0 0 0 0,0 0 0 0 0,0-1 0 0 0,0 1 0 0 0,0 0 0 0 0,0-1 0 0 0,0 1 0 0 0,0 0 0 0 0,0-1 0 0 0,0 1 0 0 0,0 0 0 0 0,0 0 0 0 0,0-1 0 0 0,0 1 0 0 0,0 0 0 0 0,0-1 0 0 0,0 1 0 0 0,0 0 0 0 0,0-1 0 0 0,1 1 0 0 0,-1 0 0 0 0,0 0 0 0 0,0-1 0 0 0,0 1 0 0 0,0 0 0 0 0,1 0 0 0 0,-1-1 0 0 0,0 1 0 0 0,0 0 0 0 0,1 0-1 0 0,-1 0 1 0 0,0 0 0 0 0,0-1 0 0 0,1 1 0 0 0,-1 0 0 0 0,0 0 0 0 0,0 0 0 0 0,1 0 0 0 0,-1 0 0 0 0,1 0 0 0 0,0 0 15 0 0,-1 0-1 0 0,1 1 0 0 0,0-1 1 0 0,0 1-1 0 0,0-1 0 0 0,-1 1 1 0 0,1-1-1 0 0,0 1 0 0 0,-1-1 1 0 0,1 1-1 0 0,-1 0 1 0 0,1-1-1 0 0,0 1 0 0 0,-1 0 1 0 0,0 0-1 0 0,1-1 0 0 0,-1 1 1 0 0,1 0-1 0 0,-1 0 0 0 0,0 0 1 0 0,0 0-1 0 0,1 1 1 0 0,27 123 250 0 0,1 4 824 0 0,-25-112-726 0 0,2-1 0 0 0,0 0 0 0 0,1-1 0 0 0,1 1 0 0 0,14 21 0 0 0,-17-31-190 0 0,0 1-1 0 0,0-2 0 0 0,1 1 1 0 0,-1-1-1 0 0,1 0 1 0 0,0 0-1 0 0,1 0 1 0 0,-1-1-1 0 0,1 0 0 0 0,0 0 1 0 0,0-1-1 0 0,0 0 1 0 0,0 0-1 0 0,0 0 0 0 0,1-1 1 0 0,9 1-1 0 0,-13-2-125 0 0,1-1-1 0 0,-1 1 0 0 0,1-1 0 0 0,0 0 1 0 0,-1-1-1 0 0,1 1 0 0 0,-1-1 1 0 0,1 0-1 0 0,-1 0 0 0 0,0 0 0 0 0,1-1 1 0 0,-1 1-1 0 0,0-1 0 0 0,0 0 1 0 0,0-1-1 0 0,0 1 0 0 0,0-1 1 0 0,0 1-1 0 0,-1-1 0 0 0,0 0 0 0 0,1 0 1 0 0,-1-1-1 0 0,0 1 0 0 0,0-1 1 0 0,-1 1-1 0 0,1-1 0 0 0,-1 0 1 0 0,3-5-1 0 0,1-3 86 0 0,-1-1 0 0 0,0 1 1 0 0,-1-1-1 0 0,-1 0 0 0 0,0 0 1 0 0,2-17-1 0 0,-4 24-68 0 0,-1 0 1 0 0,0 0-1 0 0,0 1 0 0 0,0-1 1 0 0,0 0-1 0 0,-1 0 0 0 0,0 1 1 0 0,0-1-1 0 0,-1 0 1 0 0,1 1-1 0 0,-1-1 0 0 0,-1 1 1 0 0,1 0-1 0 0,-1 0 0 0 0,0 0 1 0 0,0 0-1 0 0,-4-5 1 0 0,7 9-68 0 0,-1 0 1 0 0,0 0-1 0 0,0 1 1 0 0,1-1 0 0 0,-1 0-1 0 0,0 0 1 0 0,0 1-1 0 0,0-1 1 0 0,0 0-1 0 0,0 1 1 0 0,0-1 0 0 0,0 1-1 0 0,0-1 1 0 0,0 1-1 0 0,0 0 1 0 0,0-1 0 0 0,0 1-1 0 0,0 0 1 0 0,0 0-1 0 0,0 0 1 0 0,-1 0 0 0 0,1 0-1 0 0,0 0 1 0 0,-2 0-1 0 0,2 1-27 0 0,-1-1 0 0 0,1 1 0 0 0,-1 0 1 0 0,1 0-1 0 0,-1 0 0 0 0,1 0 0 0 0,-1 0 0 0 0,1 1 0 0 0,0-1 0 0 0,0 0 0 0 0,0 0 0 0 0,0 1 0 0 0,0-1 0 0 0,-1 3 0 0 0,-4 7-317 0 0,1 0 0 0 0,0 1 0 0 0,-5 19 0 0 0,7-22 96 0 0,-6 24-1230 0 0,-1 1-3262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7:03.4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107 208 1376 0 0,'-107'38'14209'0'0,"125"-55"-11509"0"0,41-40-2748 0 0,4 5-8 0 0,21-18-823 0 0,-24 28-2947 0 0,-49 34-1184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7:03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43 3681 0 0,'-22'-13'473'0'0,"-23"-10"4405"0"0,42 22-4512 0 0,0 0-1 0 0,0 0 1 0 0,0 0 0 0 0,-1 0 0 0 0,1 0 0 0 0,0 1-1 0 0,0 0 1 0 0,-1-1 0 0 0,1 1 0 0 0,0 0-1 0 0,-1 1 1 0 0,-2 0 0 0 0,5-1-251 0 0,0 0 0 0 0,1 1 0 0 0,-1-1 0 0 0,0 1 0 0 0,1-1 1 0 0,-1 1-1 0 0,1-1 0 0 0,-1 1 0 0 0,1 0 0 0 0,-1-1 0 0 0,1 1 0 0 0,-1 0 0 0 0,1-1 0 0 0,0 1 1 0 0,-1 0-1 0 0,1-1 0 0 0,0 1 0 0 0,0 0 0 0 0,-1 0 0 0 0,1 0 0 0 0,0-1 0 0 0,0 1 0 0 0,0 0 1 0 0,0 0-1 0 0,0-1 0 0 0,0 1 0 0 0,0 0 0 0 0,0 0 0 0 0,0 0 0 0 0,1-1 0 0 0,-1 1 0 0 0,0 0 1 0 0,0 0-1 0 0,1 0 0 0 0,13 37 1260 0 0,-9-26-874 0 0,31 132 759 0 0,-28-100-1215 0 0,29 82-1 0 0,-31-112-47 0 0,0 0 0 0 0,1 0-1 0 0,0-1 1 0 0,2 1 0 0 0,-1-2 0 0 0,1 1 0 0 0,1-1 0 0 0,1-1 0 0 0,17 16 0 0 0,-11-12-175 0 0,1-2 0 0 0,0 0 1 0 0,30 15-1 0 0,-32-20-1136 0 0,0-1 1 0 0,29 7-1 0 0,-19-6-4762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7:04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66 159 456 0 0,'0'-1'249'0'0,"0"-1"-1"0"0,0 1 1 0 0,-1 0-1 0 0,1-1 1 0 0,0 1-1 0 0,-1 0 1 0 0,1-1-1 0 0,-1 1 1 0 0,0 0-1 0 0,1 0 1 0 0,-1-1-1 0 0,0 1 1 0 0,0 0-1 0 0,1 0 1 0 0,-1 0-1 0 0,0 0 1 0 0,0 0 0 0 0,0 0-1 0 0,0 0 1 0 0,0 1-1 0 0,-1-1 1 0 0,1 0-1 0 0,0 0 1 0 0,0 1-1 0 0,-1-1 1 0 0,1 1-1 0 0,0-1 1 0 0,0 1-1 0 0,-1 0 1 0 0,1-1-1 0 0,-1 1 1 0 0,1 0-1 0 0,0 0 1 0 0,-1 0-1 0 0,1 0 1 0 0,0 0-1 0 0,-1 0 1 0 0,1 0 0 0 0,0 1-1 0 0,-1-1 1 0 0,1 0-1 0 0,0 1 1 0 0,-1-1-1 0 0,1 1 1 0 0,0 0-1 0 0,0-1 1 0 0,-1 1-1 0 0,1 0 1 0 0,0 0-1 0 0,0-1 1 0 0,0 1-1 0 0,0 0 1 0 0,0 0-1 0 0,0 0 1 0 0,0 0-1 0 0,1 1 1 0 0,-1-1-1 0 0,0 0 1 0 0,0 0 0 0 0,1 0-1 0 0,-1 1 1 0 0,1-1-1 0 0,-1 0 1 0 0,1 1-1 0 0,0-1 1 0 0,-1 0-1 0 0,1 3 1 0 0,-1 7-146 0 0,0-1 1 0 0,0 1 0 0 0,1 0 0 0 0,1 0 0 0 0,0-1-1 0 0,0 1 1 0 0,5 19 0 0 0,-1-13 34 0 0,1 0 1 0 0,0 0-1 0 0,16 29 1 0 0,-15-34-132 0 0,0-2 0 0 0,1 1 1 0 0,0-1-1 0 0,1 0 0 0 0,0 0 0 0 0,0-1 1 0 0,1 0-1 0 0,1-1 0 0 0,-1 0 0 0 0,1-1 0 0 0,1 0 1 0 0,-1-1-1 0 0,24 9 0 0 0,-28-12-1 0 0,0-1 0 0 0,0 0 1 0 0,0 0-1 0 0,0-1 0 0 0,0 1 0 0 0,0-2 0 0 0,1 1 1 0 0,-1-1-1 0 0,0 0 0 0 0,0-1 0 0 0,1 1 0 0 0,-1-1 0 0 0,0-1 1 0 0,0 1-1 0 0,0-2 0 0 0,0 1 0 0 0,0 0 0 0 0,-1-1 1 0 0,1-1-1 0 0,-1 1 0 0 0,0-1 0 0 0,1 0 0 0 0,-2 0 1 0 0,1-1-1 0 0,0 1 0 0 0,6-9 0 0 0,-9 9 56 0 0,0 1 1 0 0,0-1-1 0 0,0 0 1 0 0,-1 0-1 0 0,1 0 0 0 0,-1 0 1 0 0,0-1-1 0 0,0 1 0 0 0,-1-1 1 0 0,1 1-1 0 0,-1-1 0 0 0,0 0 1 0 0,0 1-1 0 0,-1-1 0 0 0,1-7 1 0 0,-2 5 29 0 0,0-1 0 0 0,0 1 1 0 0,0 0-1 0 0,-1-1 0 0 0,0 1 0 0 0,0 0 1 0 0,-1 0-1 0 0,-7-13 0 0 0,-3-2 94 0 0,-2 1-1 0 0,-1 0 1 0 0,0 1 0 0 0,-29-27 0 0 0,18 20-87 0 0,-1 2 0 0 0,-34-22 1 0 0,49 37-297 0 0,-1 2 1 0 0,0-1-1 0 0,0 2 0 0 0,-1 0 1 0 0,0 1-1 0 0,0 0 0 0 0,-22-4 1 0 0,4 7-2725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7:05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49 4145 0 0,'-3'0'151'0'0,"0"-1"0"0"0,0 0 0 0 0,0 1 0 0 0,1 0 0 0 0,-1 0 0 0 0,0 0 0 0 0,0 0 0 0 0,0 0 0 0 0,0 0 0 0 0,0 1 0 0 0,0-1 0 0 0,0 1 0 0 0,0 0 0 0 0,0 0 0 0 0,-3 2 0 0 0,-41 20 626 0 0,37-18-736 0 0,0 1 0 0 0,1 1 0 0 0,-1-1 0 0 0,2 2 0 0 0,-1-1 0 0 0,1 1 0 0 0,0 0 0 0 0,0 1 0 0 0,1 0 0 0 0,0 0 0 0 0,1 1 0 0 0,-7 14 0 0 0,12-24-39 0 0,1 0 0 0 0,0 1 1 0 0,0-1-1 0 0,-1 0 0 0 0,1 1 0 0 0,0-1 0 0 0,0 1 0 0 0,0-1 1 0 0,0 0-1 0 0,0 1 0 0 0,-1-1 0 0 0,1 1 0 0 0,0-1 1 0 0,0 0-1 0 0,0 1 0 0 0,0-1 0 0 0,0 1 0 0 0,0-1 0 0 0,0 1 1 0 0,0-1-1 0 0,1 0 0 0 0,-1 1 0 0 0,0-1 0 0 0,0 1 1 0 0,0-1-1 0 0,0 0 0 0 0,0 1 0 0 0,1-1 0 0 0,-1 1 0 0 0,0-1 1 0 0,0 0-1 0 0,1 1 0 0 0,-1-1 0 0 0,0 0 0 0 0,1 1 1 0 0,-1-1-1 0 0,17-3 458 0 0,18-17 642 0 0,-27 13-749 0 0,0-1-1 0 0,0-1 1 0 0,0 1-1 0 0,-1-1 1 0 0,0 0 0 0 0,-1-1-1 0 0,0 0 1 0 0,0 0-1 0 0,-1 0 1 0 0,5-15 0 0 0,9-16 1847 0 0,-18 39-2122 0 0,0 1 1 0 0,-1-1 0 0 0,1 0 0 0 0,0 1 0 0 0,0-1-1 0 0,0 1 1 0 0,0 0 0 0 0,0-1 0 0 0,1 1-1 0 0,-1 0 1 0 0,0 0 0 0 0,1-1 0 0 0,-1 1-1 0 0,0 0 1 0 0,1 0 0 0 0,-1 1 0 0 0,1-1 0 0 0,0 0-1 0 0,-1 0 1 0 0,1 1 0 0 0,0-1 0 0 0,-1 1-1 0 0,1-1 1 0 0,3 1 0 0 0,-3 0-53 0 0,0 1 1 0 0,0-1-1 0 0,0 1 1 0 0,0-1 0 0 0,0 1-1 0 0,0 0 1 0 0,0 0-1 0 0,0 0 1 0 0,0 0-1 0 0,-1 0 1 0 0,1 1-1 0 0,0-1 1 0 0,-1 0-1 0 0,1 1 1 0 0,-1-1-1 0 0,1 1 1 0 0,-1 0-1 0 0,0-1 1 0 0,0 1-1 0 0,2 4 1 0 0,9 18 97 0 0,-2 2 1 0 0,0-1 0 0 0,-2 2-1 0 0,-1-1 1 0 0,-2 1 0 0 0,0 0-1 0 0,2 45 1 0 0,-7-61-123 0 0,0 0 1 0 0,0 0-1 0 0,-1 0 0 0 0,-4 18 0 0 0,5-26 3 0 0,0-1 0 0 0,-1 1-1 0 0,0 0 1 0 0,0-1 0 0 0,0 1-1 0 0,0-1 1 0 0,0 1 0 0 0,0-1-1 0 0,0 0 1 0 0,-1 0 0 0 0,0 1-1 0 0,1-1 1 0 0,-1 0 0 0 0,0 0-1 0 0,0 0 1 0 0,0-1 0 0 0,0 1-1 0 0,0 0 1 0 0,0-1 0 0 0,0 1-1 0 0,-1-1 1 0 0,1 0 0 0 0,-1 0-1 0 0,-3 2 1 0 0,3-3-38 0 0,1 0 0 0 0,-1 0 0 0 0,1 0 0 0 0,-1-1 0 0 0,1 1 0 0 0,0 0 0 0 0,-1-1 0 0 0,1 0 0 0 0,-1 1 0 0 0,1-1 0 0 0,0 0-1 0 0,-1 0 1 0 0,-1-2 0 0 0,-14-13-3777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7:06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12443 0 0,'8'8'5438'0'0,"0"11"-3652"0"0,0 18-699 0 0,-4-15-999 0 0,21 100 560 0 0,-21-105-1280 0 0,2-1 0 0 0,0 0 0 0 0,1 0-1 0 0,0 0 1 0 0,12 16 0 0 0,-5-11-5855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7:06.8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62 5529 0 0,'19'-13'8274'0'0,"-20"29"-6410"0"0,-1-5-1637 0 0,2 0-1 0 0,-1 0 0 0 0,1 0 0 0 0,1 0 0 0 0,0 0 0 0 0,1-1 1 0 0,0 1-1 0 0,1 0 0 0 0,0-1 0 0 0,6 16 0 0 0,-7-22-224 0 0,-1-1-1 0 0,1 1 0 0 0,0-1 0 0 0,0 0 1 0 0,0 0-1 0 0,0 1 0 0 0,1-1 0 0 0,-1-1 0 0 0,1 1 1 0 0,0 0-1 0 0,-1-1 0 0 0,1 1 0 0 0,1-1 1 0 0,-1 0-1 0 0,0 0 0 0 0,0 0 0 0 0,1 0 0 0 0,-1-1 1 0 0,1 1-1 0 0,0-1 0 0 0,-1 0 0 0 0,1 0 1 0 0,0-1-1 0 0,0 1 0 0 0,-1-1 0 0 0,1 1 1 0 0,0-1-1 0 0,0 0 0 0 0,0-1 0 0 0,0 1 0 0 0,-1-1 1 0 0,9-1-1 0 0,-9 1 104 0 0,0 0 1 0 0,0 0 0 0 0,0 0-1 0 0,0-1 1 0 0,0 1-1 0 0,0-1 1 0 0,0 1-1 0 0,-1-1 1 0 0,1 0-1 0 0,-1 0 1 0 0,1 0 0 0 0,-1-1-1 0 0,0 1 1 0 0,1-1-1 0 0,-1 1 1 0 0,0-1-1 0 0,-1 1 1 0 0,1-1-1 0 0,2-5 1 0 0,-2 2 41 0 0,0 1 0 0 0,-1-1 1 0 0,0 1-1 0 0,0-1 0 0 0,0 1 0 0 0,-1-1 1 0 0,0 1-1 0 0,0-1 0 0 0,0 0 0 0 0,-2-10 0 0 0,0 7-123 0 0,0 1-1 0 0,0 0 1 0 0,0 0-1 0 0,-1 0 0 0 0,0 0 1 0 0,-1 0-1 0 0,0 1 1 0 0,0 0-1 0 0,0-1 0 0 0,-1 1 1 0 0,0 1-1 0 0,-1-1 1 0 0,1 1-1 0 0,-1 0 0 0 0,-12-9 1 0 0,-3 4-568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4:50.80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21 11 13827 0 0,'-20'-10'2038'0'0,"32"12"302"0"0,36 15-1268 0 0,-19 0-727 0 0,0 1 0 0 0,-2 1 0 0 0,50 46 0 0 0,66 82 1028 0 0,-115-116-1280 0 0,136 163 432 0 0,64 66-504 0 0,-217-250 13 0 0,0 1 0 0 0,2-1-1 0 0,-1-1 1 0 0,19 10 0 0 0,-27-16-246 0 0,1-1-1 0 0,-1 1 1 0 0,1-1-1 0 0,0-1 1 0 0,0 1-1 0 0,0-1 0 0 0,0 0 1 0 0,0 0-1 0 0,1 0 1 0 0,-1-1-1 0 0,0 1 1 0 0,0-1-1 0 0,1-1 1 0 0,-1 1-1 0 0,0-1 1 0 0,8-1-1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4:51.1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313 51 4609 0 0,'-1'-2'204'0'0,"0"0"0"0"0,0 1 0 0 0,0-1 0 0 0,0 0 0 0 0,1 1 0 0 0,-1-1 0 0 0,1 0 0 0 0,-1 0 0 0 0,1 0 0 0 0,0 0 0 0 0,-1 1 0 0 0,1-1 0 0 0,0 0 0 0 0,0 0 0 0 0,0 0 0 0 0,1-3 0 0 0,-4-11 6858 0 0,3 16-6975 0 0,-9 4 1718 0 0,-9 12-624 0 0,17-15-822 0 0,-28 28 413 0 0,2 1 1 0 0,0 1 0 0 0,-36 58 0 0 0,43-56-820 0 0,2 0-1 0 0,1 1 1 0 0,1 0 0 0 0,3 1-1 0 0,0 1 1 0 0,3 0 0 0 0,-9 48-1 0 0,17-67-861 0 0,1-3-277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4:51.45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54 1 3945 0 0,'-19'20'1180'0'0,"15"-17"-363"0"0,0 0 1 0 0,1 1-1 0 0,-1-1 0 0 0,1 1 1 0 0,0 0-1 0 0,0 0 1 0 0,0 0-1 0 0,1 0 0 0 0,-4 7 1 0 0,6-11-673 0 0,1 1 0 0 0,-1-1 0 0 0,1 0 0 0 0,-1 1 0 0 0,0-1-1 0 0,1 0 1 0 0,-1 0 0 0 0,1 1 0 0 0,-1-1 0 0 0,1 0 0 0 0,-1 0 0 0 0,1 0 0 0 0,-1 0 0 0 0,1 0 0 0 0,-1 1 0 0 0,1-1 0 0 0,-1 0 0 0 0,1 0 0 0 0,-1 0 0 0 0,1 0 0 0 0,-1 0 0 0 0,1-1-1 0 0,-1 1 1 0 0,1 0 0 0 0,-1 0 0 0 0,1 0 0 0 0,-1 0 0 0 0,1 0 0 0 0,-1-1 0 0 0,1 1 0 0 0,19-5 688 0 0,26-9 402 0 0,-20 5-1616 0 0,0 1 0 0 0,1 2 0 0 0,0 0 0 0 0,35-2-1 0 0,-41 8-1353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4:51.64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1 161 9674 0 0,'76'-44'3431'0'0,"156"-59"-5019"0"0,-200 90 1601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4:52.2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30 201 6913 0 0,'-3'-3'249'0'0,"0"1"-1"0"0,1-1 0 0 0,-1 0 0 0 0,1 0 0 0 0,0 0 0 0 0,0 0 0 0 0,0 0 1 0 0,1 0-1 0 0,-1-1 0 0 0,1 1 0 0 0,-1-1 0 0 0,1 1 0 0 0,0-1 0 0 0,1 1 0 0 0,-1-1 1 0 0,0 0-1 0 0,1 1 0 0 0,0-1 0 0 0,0 0 0 0 0,0 1 0 0 0,0-1 0 0 0,1 0 0 0 0,1-4 1 0 0,-1 3-33 0 0,2-1 0 0 0,-1 1 0 0 0,1 0 1 0 0,0 0-1 0 0,0 0 0 0 0,0 0 1 0 0,0 0-1 0 0,1 1 0 0 0,0-1 0 0 0,0 1 1 0 0,0 0-1 0 0,1 0 0 0 0,-1 1 0 0 0,6-4 1 0 0,-2 1 64 0 0,1 1 0 0 0,0 0 0 0 0,0 0 0 0 0,1 1 1 0 0,-1 0-1 0 0,1 1 0 0 0,0 0 0 0 0,0 0 0 0 0,17-2 0 0 0,-23 5-237 0 0,-1 0 0 0 0,1 0 0 0 0,0 0 0 0 0,0 0-1 0 0,0 1 1 0 0,-1 0 0 0 0,1-1 0 0 0,0 1 0 0 0,-1 0 0 0 0,1 1-1 0 0,0-1 1 0 0,-1 1 0 0 0,0 0 0 0 0,1 0 0 0 0,-1 0-1 0 0,0 0 1 0 0,0 0 0 0 0,0 1 0 0 0,0-1 0 0 0,-1 1 0 0 0,1 0-1 0 0,-1 0 1 0 0,1 0 0 0 0,-1 0 0 0 0,0 0 0 0 0,0 0 0 0 0,0 1-1 0 0,-1-1 1 0 0,2 5 0 0 0,3 7-1 0 0,-2 0-1 0 0,1 0 1 0 0,-2 1-1 0 0,0 0 1 0 0,-1 0-1 0 0,-1 0 1 0 0,0 0-1 0 0,-1 0 1 0 0,-1 0-1 0 0,-1-1 1 0 0,0 1-1 0 0,-6 22 1 0 0,-7 14 217 0 0,-2-1 0 0 0,-32 66 0 0 0,7-18-123 0 0,41-98-135 0 0,1 0 0 0 0,-1 0 0 0 0,1 0 0 0 0,0 0 0 0 0,-1 0 0 0 0,1 0 0 0 0,0 1 0 0 0,0-1 0 0 0,0 0 0 0 0,0 0 0 0 0,0 0 1 0 0,0 0-1 0 0,0 1 0 0 0,0 1 0 0 0,1-3 0 0 0,-1 1 1 0 0,0-1 0 0 0,0 0-1 0 0,1 1 1 0 0,-1-1 0 0 0,0 0-1 0 0,1 1 1 0 0,-1-1 0 0 0,0 0-1 0 0,1 1 1 0 0,-1-1 0 0 0,1 0-1 0 0,-1 0 1 0 0,0 0-1 0 0,1 1 1 0 0,-1-1 0 0 0,1 0-1 0 0,-1 0 1 0 0,0 0 0 0 0,1 0-1 0 0,-1 0 1 0 0,1 0 0 0 0,-1 0-1 0 0,1 0 1 0 0,0 0 0 0 0,34-9 101 0 0,-30 7-106 0 0,26-11 1 0 0,55-32 0 0 0,-26 12-1459 0 0,3 6-4374 0 0,-23 14-459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4:52.75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32 83 6913 0 0,'-11'4'-403'0'0,"-9"4"7559"0"0,35-11-4388 0 0,134-11 790 0 0,7-1-3507 0 0,-138 11-350 0 0,-1 0 1 0 0,23-10-1 0 0,-34 12-316 0 0,1-1-1 0 0,-1 1 1 0 0,0-2 0 0 0,-1 1-1 0 0,1-1 1 0 0,0 0 0 0 0,-1 0-1 0 0,0 0 1 0 0,6-7-1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4:53.14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 0 456 0 0,'-12'14'15630'0'0,"12"-13"-15080"0"0,0 9-2823 0 0,-2 6 2562 0 0,2 1 1 0 0,0 0-1 0 0,0 0 1 0 0,1-1-1 0 0,4 17 0 0 0,-4-28-224 0 0,1-1-1 0 0,-1 0 1 0 0,1 1-1 0 0,0-1 0 0 0,0 0 1 0 0,0 0-1 0 0,0 0 0 0 0,1 0 1 0 0,-1-1-1 0 0,1 1 0 0 0,0-1 1 0 0,0 1-1 0 0,1-1 1 0 0,-1 0-1 0 0,1 0 0 0 0,-1 0 1 0 0,1-1-1 0 0,0 1 0 0 0,0-1 1 0 0,0 0-1 0 0,0 0 0 0 0,7 2 1 0 0,30 6-45 0 0,-29-8-2 0 0,-1 1 1 0 0,0 0 0 0 0,0 1 0 0 0,-1 0 0 0 0,20 10-1 0 0,-27-12-14 0 0,-1-1 0 0 0,0 1 0 0 0,1 0 0 0 0,-1 0-1 0 0,0 0 1 0 0,0 1 0 0 0,0-1 0 0 0,0 0-1 0 0,-1 1 1 0 0,1 0 0 0 0,-1-1 0 0 0,0 1 0 0 0,1 0-1 0 0,-1-1 1 0 0,0 1 0 0 0,-1 0 0 0 0,1 0 0 0 0,0 0-1 0 0,-1 0 1 0 0,1 0 0 0 0,-1 0 0 0 0,0 0 0 0 0,0 0-1 0 0,0 0 1 0 0,-1 0 0 0 0,1 0 0 0 0,-2 5-1 0 0,-1-1 117 0 0,1 1 0 0 0,-1 0 0 0 0,-1-1-1 0 0,1 0 1 0 0,-1 1 0 0 0,0-2-1 0 0,-1 1 1 0 0,-7 9 0 0 0,-48 49 634 0 0,53-58-742 0 0,-1 0-206 0 0,-11 12 2 0 0,11-5-3027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4:53.62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 36 6913 0 0,'-2'-3'201'0'0,"0"1"0"0"0,-1-1 0 0 0,-12-25 11946 0 0,18 43-12019 0 0,0 0-1 0 0,-1 0 1 0 0,-1 0 0 0 0,0 1 0 0 0,-1-1-1 0 0,0 0 1 0 0,-2 0 0 0 0,1 0 0 0 0,-6 19-1 0 0,3-11 35 0 0,1 0 1 0 0,1 1-1 0 0,1 31 0 0 0,1-51-129 0 0,0 0 1 0 0,1-1 0 0 0,-1 1 0 0 0,1-1 0 0 0,0 1 0 0 0,0 0 0 0 0,1-1-1 0 0,-1 1 1 0 0,0-1 0 0 0,1 0 0 0 0,0 0 0 0 0,0 1 0 0 0,0-1-1 0 0,0 0 1 0 0,1 0 0 0 0,-1-1 0 0 0,6 6 0 0 0,-4-6-22 0 0,1 1 1 0 0,-1-1 0 0 0,1 1-1 0 0,0-1 1 0 0,-1 0 0 0 0,1-1-1 0 0,0 1 1 0 0,0-1-1 0 0,0 0 1 0 0,0-1 0 0 0,8 1-1 0 0,11-1 34 0 0,-1-2-1 0 0,0-1 0 0 0,0 0 1 0 0,35-11-1 0 0,-48 11 32 0 0,43-11-139 0 0,52-22 0 0 0,-40 7-3674 0 0,-46 20-3166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4:53.8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76 1 3225 0 0,'-24'11'11'0'0,"21"-9"634"0"0,1 0 0 0 0,0 0 0 0 0,-1 0 0 0 0,1 0 0 0 0,0 0 0 0 0,0 0 0 0 0,1 1 0 0 0,-1-1-1 0 0,-2 4 1 0 0,-6 27 6724 0 0,7-5-5726 0 0,-11 347 2097 0 0,12-341-4463 0 0,3 1 1 0 0,1-1-1 0 0,1 1 0 0 0,2-1 1 0 0,13 47-1 0 0,-11-59-5960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4:59.71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44 104 6913 0 0,'-32'-11'2655'0'0,"20"1"-793"0"0,12 10-1765 0 0,0 0-1 0 0,0-1 0 0 0,0 1 0 0 0,0 0 1 0 0,0-1-1 0 0,0 1 0 0 0,0 0 1 0 0,0-1-1 0 0,0 1 0 0 0,1 0 0 0 0,-1-1 1 0 0,0 1-1 0 0,0 0 0 0 0,0 0 1 0 0,0-1-1 0 0,0 1 0 0 0,1 0 1 0 0,-1-1-1 0 0,0 1 0 0 0,0 0 0 0 0,0 0 1 0 0,1-1-1 0 0,-1 1 0 0 0,0 0 1 0 0,0 0-1 0 0,1 0 0 0 0,-1 0 0 0 0,0-1 1 0 0,0 1-1 0 0,1 0 0 0 0,-1 0 1 0 0,0 0-1 0 0,1 0 0 0 0,-1 0 0 0 0,0 0 1 0 0,1 0-1 0 0,-1 0 0 0 0,0 0 1 0 0,1 0-1 0 0,1-1 24 0 0,-1 1 0 0 0,1 0 0 0 0,-1 0 0 0 0,1 1 0 0 0,-1-1 0 0 0,1 0 0 0 0,-1 0 0 0 0,1 1 0 0 0,-1-1 0 0 0,1 1 0 0 0,-1-1 0 0 0,0 1-1 0 0,1 0 1 0 0,-1-1 0 0 0,0 1 0 0 0,1 0 0 0 0,-1 0 0 0 0,0 0 0 0 0,0 0 0 0 0,0 0 0 0 0,0 0 0 0 0,0 1 0 0 0,0-1 0 0 0,0 0 0 0 0,1 2 0 0 0,23 38-2 0 0,-23-37-22 0 0,25 55 14 0 0,-20-41-113 0 0,0-1 0 0 0,2 0 0 0 0,0 0 1 0 0,15 19-1 0 0,-24-35 3 0 0,0-1 0 0 0,1 0 1 0 0,-1 1-1 0 0,0-1 0 0 0,0 1 1 0 0,1-1-1 0 0,-1 0 1 0 0,0 1-1 0 0,1-1 0 0 0,-1 0 1 0 0,1 0-1 0 0,-1 1 0 0 0,1-1 1 0 0,-1 0-1 0 0,0 0 0 0 0,1 1 1 0 0,-1-1-1 0 0,1 0 0 0 0,-1 0 1 0 0,1 0-1 0 0,-1 0 1 0 0,1 0-1 0 0,-1 0 0 0 0,1 0 1 0 0,-1 0-1 0 0,1 0 0 0 0,-1 0 1 0 0,1 0-1 0 0,-1 0 0 0 0,1 0 1 0 0,-1 0-1 0 0,1-1 1 0 0,11-13 45 0 0,2-23 29 0 0,-8 8-58 0 0,-2 5 58 0 0,2 1 0 0 0,0-1 1 0 0,2 1-1 0 0,14-33 0 0 0,-19 51-64 0 0,-1 0 1 0 0,1 0 0 0 0,0 0 0 0 0,1 1 0 0 0,-1-1 0 0 0,1 1-1 0 0,0 0 1 0 0,0 0 0 0 0,1 0 0 0 0,-1 0 0 0 0,1 1 0 0 0,-1-1-1 0 0,1 1 1 0 0,0 1 0 0 0,0-1 0 0 0,1 1 0 0 0,-1 0-1 0 0,0 0 1 0 0,1 0 0 0 0,0 1 0 0 0,-1-1 0 0 0,1 1 0 0 0,0 1-1 0 0,8-1 1 0 0,-11 1-11 0 0,0 0 1 0 0,1 1-1 0 0,-1-1 0 0 0,0 1 0 0 0,0 0 1 0 0,1 0-1 0 0,-1 0 0 0 0,0 0 0 0 0,0 1 1 0 0,0-1-1 0 0,0 1 0 0 0,-1-1 0 0 0,1 1 1 0 0,0 0-1 0 0,3 4 0 0 0,-1-1 5 0 0,0 0 1 0 0,0 1-1 0 0,-1 0 0 0 0,0 0 1 0 0,0 0-1 0 0,5 11 0 0 0,0 5 10 0 0,-1 0 0 0 0,-1 0 0 0 0,5 30 0 0 0,-10-37-16 0 0,6 22 0 0 0,-7-36 0 0 0,-1 0 0 0 0,1 0 0 0 0,-1 1 0 0 0,1-1 0 0 0,-1 0 0 0 0,1 0 0 0 0,0 0 0 0 0,-1 0 0 0 0,1 0 0 0 0,0 0 0 0 0,0 0 0 0 0,0 0 0 0 0,0 0 0 0 0,0 0 0 0 0,0 0 0 0 0,0 0 0 0 0,0-1 0 0 0,0 1 0 0 0,0 0 0 0 0,0-1 0 0 0,1 1 0 0 0,1 0 0 0 0,-2-1-2 0 0,1 0 0 0 0,-1-1 0 0 0,1 1-1 0 0,-1 0 1 0 0,0-1 0 0 0,1 1 0 0 0,-1-1-1 0 0,0 1 1 0 0,1-1 0 0 0,-1 0 0 0 0,0 1-1 0 0,0-1 1 0 0,1 0 0 0 0,-1 0 0 0 0,0 0 0 0 0,0 0-1 0 0,0 0 1 0 0,0 0 0 0 0,0 0 0 0 0,1-3-1 0 0,20-30-81 0 0,-15 22 56 0 0,12-15 62 0 0,1 0-1 0 0,1 1 1 0 0,1 2-1 0 0,1 0 0 0 0,28-21 1 0 0,-28 30-1536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5:00.74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 3 3225 0 0,'-12'-2'11188'0'0,"21"22"-10666"0"0,7 13 386 0 0,-4 15-544 0 0,-2 0 0 0 0,4 66 0 0 0,-7-59-50 0 0,16 72 1 0 0,-23-126-315 0 0,1 3-34 0 0,-1 0 1 0 0,2 0 0 0 0,-1 0-1 0 0,1 0 1 0 0,-1 0 0 0 0,1 0-1 0 0,0 0 1 0 0,5 6 0 0 0,-7-10 3 0 0,1 0 1 0 0,-1-1 0 0 0,1 1-1 0 0,-1 0 1 0 0,1 0 0 0 0,-1-1 0 0 0,1 1-1 0 0,-1 0 1 0 0,0 0 0 0 0,1-1-1 0 0,-1 1 1 0 0,0 0 0 0 0,1-1-1 0 0,-1 1 1 0 0,0-1 0 0 0,1 1-1 0 0,-1 0 1 0 0,0-1 0 0 0,0 1 0 0 0,1-1-1 0 0,-1 1 1 0 0,0-1 0 0 0,0 1-1 0 0,0-1 1 0 0,0 1 0 0 0,0-1-1 0 0,0 1 1 0 0,0-1 0 0 0,0 1-1 0 0,0-1 1 0 0,0 0 0 0 0,5-21-830 0 0,-4 21 822 0 0,41-171-1693 0 0,-28 131 2410 0 0,1 0 0 0 0,22-43-1 0 0,-34 79-535 0 0,0 0 0 0 0,1-1 0 0 0,0 1 0 0 0,0 1-1 0 0,0-1 1 0 0,0 0 0 0 0,1 1 0 0 0,0 0 0 0 0,0 0-1 0 0,0 1 1 0 0,0-1 0 0 0,9-3 0 0 0,-12 6-119 0 0,0 0 0 0 0,0 0-1 0 0,0 0 1 0 0,1 0 0 0 0,-1 1 0 0 0,0-1 0 0 0,1 1 0 0 0,-1 0-1 0 0,0 0 1 0 0,1 0 0 0 0,-1 0 0 0 0,0 0 0 0 0,1 0 0 0 0,-1 0-1 0 0,0 1 1 0 0,0-1 0 0 0,1 1 0 0 0,-1 0 0 0 0,0 0 0 0 0,0 0 0 0 0,0 0-1 0 0,0 0 1 0 0,0 0 0 0 0,0 0 0 0 0,0 1 0 0 0,0-1 0 0 0,0 1-1 0 0,-1-1 1 0 0,1 1 0 0 0,0 0 0 0 0,-1 0 0 0 0,0-1 0 0 0,1 1-1 0 0,-1 0 1 0 0,0 0 0 0 0,1 3 0 0 0,3 7 0 0 0,0 0-1 0 0,-1 0 1 0 0,-1 0 0 0 0,0 1-1 0 0,-1-1 1 0 0,0 1-1 0 0,0 13 1 0 0,-1-11-85 0 0,1 1 1 0 0,1-1-1 0 0,8 30 1 0 0,-10-44 51 0 0,-1 0 0 0 0,0 0-1 0 0,0 0 1 0 0,1 0 0 0 0,-1 0 0 0 0,1 0 0 0 0,-1 0 0 0 0,1 0 0 0 0,-1 0 0 0 0,1 0 0 0 0,0 0 0 0 0,-1-1 0 0 0,1 1 0 0 0,0 0 0 0 0,0 0 0 0 0,-1-1 0 0 0,1 1 0 0 0,0 0 0 0 0,0-1 0 0 0,0 1 0 0 0,0-1 0 0 0,0 1 0 0 0,0-1 0 0 0,0 0-1 0 0,0 1 1 0 0,0-1 0 0 0,0 0 0 0 0,2 0 0 0 0,-1 0-14 0 0,0 0-1 0 0,0-1 1 0 0,0 0 0 0 0,0 0-1 0 0,0 1 1 0 0,0-1-1 0 0,0 0 1 0 0,0-1 0 0 0,0 1-1 0 0,0 0 1 0 0,-1 0-1 0 0,1-1 1 0 0,2-1-1 0 0,6-8-148 0 0,-1 0 0 0 0,1-1-1 0 0,7-14 1 0 0,-15 24 137 0 0,10-20-15 0 0,-1 0 1 0 0,-1 0 0 0 0,0-1-1 0 0,7-30 1 0 0,4-10 844 0 0,-21 62-715 0 0,1 0-1 0 0,-1 0 1 0 0,0 0-1 0 0,1-1 0 0 0,-1 1 1 0 0,1 0-1 0 0,-1 0 0 0 0,1 0 1 0 0,0 0-1 0 0,-1 0 1 0 0,1 0-1 0 0,0 0 0 0 0,0 0 1 0 0,0 1-1 0 0,-1-1 0 0 0,1 0 1 0 0,0 0-1 0 0,0 1 1 0 0,0-1-1 0 0,0 0 0 0 0,2 0 1 0 0,-3 1-24 0 0,1 0 0 0 0,0 1 0 0 0,0-1 0 0 0,0 0 1 0 0,0 0-1 0 0,-1 0 0 0 0,1 1 0 0 0,0-1 0 0 0,0 1 1 0 0,0-1-1 0 0,-1 0 0 0 0,1 1 0 0 0,0-1 0 0 0,-1 1 0 0 0,1 0 1 0 0,0-1-1 0 0,-1 1 0 0 0,1-1 0 0 0,-1 1 0 0 0,1 0 1 0 0,0 1-1 0 0,4 7 212 0 0,0-1 1 0 0,-1 2 0 0 0,6 14-1 0 0,-9-22-262 0 0,19 59 135 0 0,12 26 204 0 0,-5-30-6569 0 0,-13-33-718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5:01.57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7675 0 20276 0 0,'1'0'128'0'0,"0"1"0"0"0,0-1 0 0 0,0 1-1 0 0,0 0 1 0 0,0-1 0 0 0,-1 1 0 0 0,1 0 0 0 0,0-1-1 0 0,0 1 1 0 0,0 0 0 0 0,-1 0 0 0 0,1 0-1 0 0,0 0 1 0 0,-1 0 0 0 0,1 0 0 0 0,-1 0 0 0 0,1 0-1 0 0,-1 0 1 0 0,1 1 0 0 0,12 23-235 0 0,-8-2 77 0 0,0 0 1 0 0,-2 0 0 0 0,-1 0-1 0 0,-1 1 1 0 0,-2 38 0 0 0,0 4-83 0 0,2 16 90 0 0,14 283-330 0 0,-9-306 636 0 0,3-1-1 0 0,3 0 1 0 0,2-1-1 0 0,26 67 1 0 0,-20-74-584 0 0,28 79-191 0 0,-43-112 481 0 0,-1-1 0 0 0,0 1-1 0 0,-1-1 1 0 0,-1 1 0 0 0,-1 32 0 0 0,-1-46 11 0 0,0 0 1 0 0,-1 0-1 0 0,0 0 0 0 0,1 0 1 0 0,-1 0-1 0 0,0-1 1 0 0,0 1-1 0 0,-1 0 1 0 0,1-1-1 0 0,0 1 0 0 0,-1-1 1 0 0,0 1-1 0 0,1-1 1 0 0,-1 1-1 0 0,0-1 0 0 0,0 0 1 0 0,0 0-1 0 0,-1 0 1 0 0,1 0-1 0 0,0-1 1 0 0,-1 1-1 0 0,0-1 0 0 0,1 1 1 0 0,-1-1-1 0 0,0 0 1 0 0,1 0-1 0 0,-6 1 0 0 0,-7 2 13 0 0,-1 0-1 0 0,0-2 0 0 0,0 0 0 0 0,-18 0 0 0 0,-4 0 39 0 0,-518 71 439 0 0,198-14-844 0 0,-339 43-326 0 0,158-39 967 0 0,-237 21-99 0 0,228-67-83 0 0,-2-29 5 0 0,12 1-176 0 0,-1259-8 596 0 0,1358 7-285 0 0,331 3-147 0 0,-1-4-1 0 0,-106-28 0 0 0,121 20 7 0 0,-90-25-24 0 0,158 37-572 0 0,0 0-1 0 0,1-2 0 0 0,1 0 1 0 0,-42-27-1 0 0,46 23-1666 0 0,2 0-4995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5:01.90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 4 17972 0 0,'-1'0'87'0'0,"1"-1"1"0"0,-1 1-1 0 0,1 0 1 0 0,-1-1 0 0 0,0 1-1 0 0,1 0 1 0 0,-1 0-1 0 0,1-1 1 0 0,-1 1-1 0 0,0 0 1 0 0,1 0-1 0 0,-1 0 1 0 0,0 0 0 0 0,1 0-1 0 0,-1 0 1 0 0,0 0-1 0 0,1 0 1 0 0,-1 0-1 0 0,0 0 1 0 0,1 0-1 0 0,-1 0 1 0 0,0 1-1 0 0,0-1 1 0 0,0 15 257 0 0,2-6-396 0 0,12 179-77 0 0,26 264-1395 0 0,41 65-855 0 0,22 225 3080 0 0,-102-742-709 0 0,13 123-588 0 0,-7-94-5241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5:02.78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71 174 3225 0 0,'-14'4'388'0'0,"-24"11"-563"0"0,20-1 2997 0 0,18-14-2787 0 0,0 0 1 0 0,0 1-1 0 0,0-1 0 0 0,0 0 0 0 0,0 0 1 0 0,0 0-1 0 0,-1 1 0 0 0,1-1 0 0 0,0 0 1 0 0,0 0-1 0 0,0 0 0 0 0,0 1 0 0 0,0-1 1 0 0,0 0-1 0 0,0 0 0 0 0,0 1 0 0 0,0-1 1 0 0,0 0-1 0 0,0 0 0 0 0,0 0 0 0 0,0 1 1 0 0,0-1-1 0 0,0 0 0 0 0,1 0 0 0 0,-1 0 1 0 0,0 1-1 0 0,0-1 0 0 0,0 0 0 0 0,0 0 1 0 0,0 0-1 0 0,0 1 0 0 0,1-1 0 0 0,-1 0 1 0 0,0 0-1 0 0,0 0 0 0 0,0 0 1 0 0,0 0-1 0 0,1 1 0 0 0,-1-1 0 0 0,0 0 1 0 0,14 3 618 0 0,14-3-117 0 0,110-19 1430 0 0,-24 2-760 0 0,417 6-30 0 0,-59 6-358 0 0,-361-3-784 0 0,300-20 472 0 0,0 27-65 0 0,1014 13 1599 0 0,-944-12-1442 0 0,-116 4-238 0 0,-108-20-361 0 0,-154 6 0 0 0,181 8 0 0 0,-41 15 32 0 0,294-21 0 0 0,-391-1-72 0 0,197-38 0 0 0,-215 21 45 0 0,180-14 1 0 0,-271 41 0 0 0,0 1 0 0 0,-1 1 0 0 0,1 2 0 0 0,50 14 0 0 0,-36-7 292 0 0,62 5 0 0 0,43-16 810 0 0,9 0-1110 0 0,-136 3-269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5:14.26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 11 11522 0 0,'-11'-11'9308'0'0,"42"282"-7967"0"0,-7-99-811 0 0,-12-52-566 0 0,24 177-250 0 0,-26-242 198 0 0,2-1 0 0 0,2 0 0 0 0,29 67 0 0 0,-32-97-1016 0 0,1-2-4158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5:14.51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77 140 9674 0 0,'-22'2'543'0'0,"14"-1"-291"0"0,1 0-1 0 0,-1 0 1 0 0,0-1-1 0 0,1 0 1 0 0,-9-1 0 0 0,22-4 282 0 0,0 1 1 0 0,0 0-1 0 0,0 0 1 0 0,9-4-1 0 0,43-18 812 0 0,87-28 1 0 0,-112 44-1372 0 0,2 1 0 0 0,-1 2 0 0 0,1 2 0 0 0,42-2 1 0 0,-67 6-350 0 0,0 2 1 0 0,1-1-1 0 0,19 5 1 0 0,-2 4-410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5:14.71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0 255 12899 0 0,'5'0'531'0'0,"-1"1"0"0"0,1-1 0 0 0,-1 0 0 0 0,1 0 0 0 0,0-1 0 0 0,-1 1 1 0 0,7-2-1 0 0,0-2-302 0 0,0 0 1 0 0,0 0 0 0 0,0-1 0 0 0,0 0 0 0 0,-1-1-1 0 0,0 0 1 0 0,16-13 0 0 0,64-62-594 0 0,-46 40-1100 0 0,9-11-2062 0 0,-31 27 1705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5:15.1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42 102 12443 0 0,'-5'-5'454'0'0,"0"0"0"0"0,1-1 0 0 0,-1 1 0 0 0,1-1 0 0 0,-6-13-1 0 0,9 16-216 0 0,-1 0 1 0 0,1 0-1 0 0,0 0 0 0 0,0 0 0 0 0,0-1 0 0 0,1 1 0 0 0,-1 0 0 0 0,1 0 0 0 0,0-1 0 0 0,0 1 0 0 0,0 0 0 0 0,0-1 0 0 0,0 1 0 0 0,1 0 0 0 0,0-4 0 0 0,8 33 576 0 0,1 88 321 0 0,-7-68-948 0 0,1 1-1 0 0,20 85 0 0 0,-20-120-172 0 0,0 0 0 0 0,0 0 0 0 0,1 0 0 0 0,0-1 0 0 0,1 1-1 0 0,1-1 1 0 0,0 0 0 0 0,0-1 0 0 0,1 0 0 0 0,0 0 0 0 0,1-1 0 0 0,0 0 0 0 0,0 0 0 0 0,1-1 0 0 0,13 9 0 0 0,-20-15-32 0 0,1 0 0 0 0,0 1 0 0 0,0-1 0 0 0,0-1 0 0 0,1 1 0 0 0,-1-1 0 0 0,0 0 1 0 0,1 0-1 0 0,8 1 0 0 0,7-8-5996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5:15.35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 91 15203 0 0,'-15'6'1580'0'0,"21"-10"101"0"0,-5 3-1269 0 0,19-12 351 0 0,23-15-1284 0 0,18-10-5516 0 0,-40 25 3766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5:15.68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1 195 10682 0 0,'21'0'1642'0'0,"-15"-1"-1265"0"0,-1 1 0 0 0,1 0 0 0 0,0 0 0 0 0,0 0 0 0 0,-1 1 0 0 0,1 0 0 0 0,0 0 0 0 0,-1 0 0 0 0,1 1 0 0 0,-1 0 0 0 0,1 0 0 0 0,-1 0 0 0 0,5 4 0 0 0,2 2 9 0 0,-1 0-1 0 0,0 1 0 0 0,17 19 0 0 0,-21-20-108 0 0,1 1 1 0 0,1-2-1 0 0,-1 1 0 0 0,1-1 1 0 0,1-1-1 0 0,15 10 1 0 0,-25-16-264 0 0,0 0 0 0 0,1 0 1 0 0,-1 0-1 0 0,0 1 0 0 0,1-1 1 0 0,-1 0-1 0 0,0 0 1 0 0,1 0-1 0 0,-1 0 0 0 0,1 0 1 0 0,-1 1-1 0 0,0-1 1 0 0,1 0-1 0 0,-1 0 0 0 0,0 0 1 0 0,1 0-1 0 0,-1 0 1 0 0,1 0-1 0 0,-1 0 0 0 0,0-1 1 0 0,1 1-1 0 0,-1 0 0 0 0,0 0 1 0 0,1 0-1 0 0,-1 0 1 0 0,1 0-1 0 0,-1 0 0 0 0,0-1 1 0 0,1 1-1 0 0,-1 0 1 0 0,0 0-1 0 0,0-1 0 0 0,1 1 1 0 0,-1 0-1 0 0,1-1 1 0 0,-1-16 307 0 0,-13-27 0 0 0,10 35-236 0 0,-1-8-28 0 0,0 0 0 0 0,1-1 0 0 0,1 1 0 0 0,0-1 0 0 0,2 1 0 0 0,2-32 0 0 0,8-17-6327 0 0,-1 31-799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5:15.98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0 120 15203 0 0,'35'-30'1797'0'0,"-30"25"-1577"0"0,20-20 118 0 0,-19 17-966 0 0,1 1 0 0 0,0 0 1 0 0,0 0-1 0 0,0 1 0 0 0,1 0 0 0 0,0 1 1 0 0,10-6-1 0 0,-17 11 613 0 0,-1-1 0 0 0,0 1 0 0 0,1 0 0 0 0,-1 0 1 0 0,0 0-1 0 0,1-1 0 0 0,-1 1 0 0 0,1 0 0 0 0,-1 0 0 0 0,0 0 0 0 0,1 0 0 0 0,-1 0 1 0 0,1 0-1 0 0,-1 0 0 0 0,1 0 0 0 0,-1 0 0 0 0,0 0 0 0 0,1 0 0 0 0,-1 0 0 0 0,1 0 0 0 0,-1 0 1 0 0,0 1-1 0 0,1-1 0 0 0,-1 0 0 0 0,1 0 0 0 0,-1 0 0 0 0,0 1 0 0 0,1-1 0 0 0,-1 0 0 0 0,1 1 1 0 0,0 4 14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5:16.14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81 10138 0 0,'1'0'896'0'0,"0"-2"-712"0"0,2 1-184 0 0,0-2 0 0 0,0 2 328 0 0,1-2 33 0 0,4-1 7 0 0,3-4 0 0 0,8 0-368 0 0,1-5-104 0 0,3 0-8 0 0,0 0 0 0 0,-2 2 112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5:17.6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 3 14283 0 0,'-1'0'424'0'0,"1"0"-421"0"0,0 0 1 0 0,-1 0 0 0 0,1-1 0 0 0,0 1-1 0 0,0 0 1 0 0,0 0 0 0 0,0 0 0 0 0,0 0-1 0 0,-1-1 1 0 0,1 1 0 0 0,0 0 0 0 0,0 0-1 0 0,0 0 1 0 0,0 0 0 0 0,-1 0 0 0 0,1 0 0 0 0,0 0-1 0 0,0-1 1 0 0,0 1 0 0 0,-1 0 0 0 0,1 0-1 0 0,0 0 1 0 0,0 0 0 0 0,0 0 0 0 0,-1 0-1 0 0,1 0 1 0 0,0 0 0 0 0,0 0 0 0 0,0 0-1 0 0,-1 0 1 0 0,1 0 0 0 0,0 0 0 0 0,0 0-1 0 0,0 1 1 0 0,-1-1 0 0 0,1 0 0 0 0,0 0-1 0 0,0 0 1 0 0,0 0 0 0 0,-1 0 0 0 0,1 0-1 0 0,0 0 1 0 0,0 1 0 0 0,0-1 0 0 0,0 0-1 0 0,0 0 1 0 0,-1 0 0 0 0,1 0 0 0 0,0 1-1 0 0,0-1 1 0 0,0 0 0 0 0,0 0 0 0 0,0 0 0 0 0,0 1-1 0 0,0-1 1 0 0,0 0 0 0 0,0 0 0 0 0,6 23-1527 0 0,-1-8-12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5:17.98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17 10594 0 0,'0'-1'138'0'0,"0"1"0"0"0,0-1 0 0 0,0 0 0 0 0,0 1-1 0 0,0-1 1 0 0,0 0 0 0 0,1 0 0 0 0,-1 1 0 0 0,0-1-1 0 0,1 0 1 0 0,-1 1 0 0 0,0-1 0 0 0,1 1 0 0 0,-1-1 0 0 0,1 0-1 0 0,-1 1 1 0 0,1-1 0 0 0,-1 1 0 0 0,1-1 0 0 0,-1 1-1 0 0,1-1 1 0 0,-1 1 0 0 0,1 0 0 0 0,0-1 0 0 0,-1 1 0 0 0,1 0-1 0 0,0-1 1 0 0,-1 1 0 0 0,1 0 0 0 0,0 0 0 0 0,0 0-1 0 0,-1-1 1 0 0,1 1 0 0 0,0 0 0 0 0,0 0 0 0 0,0 1 81 0 0,0 0 0 0 0,0-1 0 0 0,0 1 0 0 0,0 0 1 0 0,0-1-1 0 0,-1 1 0 0 0,1 0 0 0 0,0 0 0 0 0,-1 0 1 0 0,1 0-1 0 0,0 0 0 0 0,-1 0 0 0 0,1 0 0 0 0,-1 0 0 0 0,0 0 1 0 0,1 0-1 0 0,-1 0 0 0 0,0 0 0 0 0,0 0 0 0 0,1 0 0 0 0,-1 2 1 0 0,11 155 2055 0 0,-2-23-2216 0 0,-9-132-58 0 0,72 552 23 0 0,-51-474-517 0 0,-2-28-5394 0 0,-2-18-1140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5:18.52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141 68 10594 0 0,'2'-8'477'0'0,"4"-24"426"0"0,-6 31-751 0 0,0-1 0 0 0,0 1 0 0 0,0 0 1 0 0,0-1-1 0 0,0 1 0 0 0,0 0 0 0 0,0-1 0 0 0,0 1 1 0 0,0 0-1 0 0,-1 0 0 0 0,1-1 0 0 0,-1 1 0 0 0,1 0 1 0 0,-1 0-1 0 0,1-1 0 0 0,-1 1 0 0 0,0 0 0 0 0,1 0 1 0 0,-2-1-1 0 0,1 1 21 0 0,0 1 0 0 0,0 0 0 0 0,0 0 0 0 0,0-1 1 0 0,-1 1-1 0 0,1 0 0 0 0,0 0 0 0 0,0 0 0 0 0,0 0 0 0 0,0 0 0 0 0,0 1 0 0 0,0-1 1 0 0,0 0-1 0 0,0 0 0 0 0,0 1 0 0 0,0-1 0 0 0,0 1 0 0 0,0-1 0 0 0,1 1 1 0 0,-1-1-1 0 0,0 1 0 0 0,0-1 0 0 0,0 1 0 0 0,0 0 0 0 0,1-1 0 0 0,-1 1 0 0 0,0 0 1 0 0,1 0-1 0 0,-1 0 0 0 0,0-1 0 0 0,0 3 0 0 0,-21 26 592 0 0,9-5-657 0 0,0 0 0 0 0,2 0 0 0 0,1 1-1 0 0,1 0 1 0 0,1 1 0 0 0,1 0 0 0 0,1 0-1 0 0,-3 38 1 0 0,7-34-114 0 0,1-1-1 0 0,1 1 1 0 0,1-1 0 0 0,2 0-1 0 0,0 1 1 0 0,3-1-1 0 0,12 42 1 0 0,-14-61 1 0 0,-1 0-1 0 0,2 0 1 0 0,0 0-1 0 0,0-1 1 0 0,0 0 0 0 0,1 0-1 0 0,1-1 1 0 0,0 0-1 0 0,0 0 1 0 0,0 0-1 0 0,1-1 1 0 0,0 0 0 0 0,0 0-1 0 0,1-1 1 0 0,0 0-1 0 0,12 6 1 0 0,-14-9-15 0 0,0 0 0 0 0,0-1 0 0 0,0 1 1 0 0,1-1-1 0 0,-1-1 0 0 0,1 0 0 0 0,-1 0 0 0 0,1 0 0 0 0,0-1 1 0 0,-1 0-1 0 0,1 0 0 0 0,0-1 0 0 0,-1 0 0 0 0,1 0 0 0 0,-1-1 1 0 0,1 0-1 0 0,-1 0 0 0 0,0-1 0 0 0,0 0 0 0 0,0 0 0 0 0,0 0 1 0 0,-1-1-1 0 0,8-5 0 0 0,-8 4-64 0 0,0 0 0 0 0,0 0 1 0 0,0 0-1 0 0,0-1 0 0 0,-1 0 0 0 0,0 0 0 0 0,0 0 0 0 0,-1 0 1 0 0,0-1-1 0 0,0 0 0 0 0,-1 0 0 0 0,1 0 0 0 0,-1 0 1 0 0,3-14-1 0 0,-5 16 115 0 0,0 0 0 0 0,-1 0 0 0 0,1 0 1 0 0,-1 0-1 0 0,0 0 0 0 0,-1 0 0 0 0,1 0 1 0 0,-1 0-1 0 0,0 0 0 0 0,0 0 0 0 0,0 0 0 0 0,-1 0 1 0 0,0 0-1 0 0,0 0 0 0 0,0 1 0 0 0,-1-1 0 0 0,1 1 1 0 0,-1 0-1 0 0,0 0 0 0 0,0 0 0 0 0,-1 0 0 0 0,1 0 1 0 0,-6-4-1 0 0,2 2 61 0 0,0 1 1 0 0,0 0-1 0 0,-1 0 0 0 0,1 1 1 0 0,-1 0-1 0 0,0 0 0 0 0,0 1 1 0 0,-1 0-1 0 0,1 0 0 0 0,-1 1 1 0 0,1 0-1 0 0,-1 1 0 0 0,0 0 1 0 0,0 0-1 0 0,-15 1 0 0 0,11 1-273 0 0,0 0 0 0 0,0 1-1 0 0,0 1 1 0 0,-13 4-1 0 0,12-2-1283 0 0,0 0 0 0 0,0 1 0 0 0,-15 10-1 0 0,4-2-5359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5:18.94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 19 10594 0 0,'-12'-18'5928'0'0,"15"30"-2618"0"0,5 22-2991 0 0,-1 0 0 0 0,-1 0 0 0 0,1 41-1 0 0,-5 107 1262 0 0,-1-44-1038 0 0,1-66-722 0 0,14 78 1 0 0,-12-124-204 0 0,2-2 1 0 0,0 1 0 0 0,2 0-1 0 0,0-1 1 0 0,2-1 0 0 0,21 39 0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5:19.13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1 155 8290 0 0,'-1'-2'206'0'0,"1"0"0"0"0,0 0 0 0 0,1 0 0 0 0,-1 0 0 0 0,0 0 1 0 0,1 0-1 0 0,-1 0 0 0 0,1 0 0 0 0,-1 0 0 0 0,1 0 0 0 0,0 0 1 0 0,0 0-1 0 0,0 0 0 0 0,0 1 0 0 0,0-1 0 0 0,0 0 0 0 0,1 1 0 0 0,-1-1 1 0 0,0 1-1 0 0,1 0 0 0 0,2-3 0 0 0,40-32 1559 0 0,-34 29-1280 0 0,5-5-30 0 0,2 0 0 0 0,0 1 0 0 0,22-11 0 0 0,-36 21-473 0 0,1-1 0 0 0,-1 0 0 0 0,1 0 1 0 0,0 1-1 0 0,-1 0 0 0 0,1 0 0 0 0,0 0 0 0 0,0 0 0 0 0,0 1 0 0 0,0-1 0 0 0,0 1 0 0 0,0 0 0 0 0,0 0 0 0 0,0 1 0 0 0,0-1 0 0 0,0 1 0 0 0,-1 0 0 0 0,1 0 1 0 0,0 0-1 0 0,0 0 0 0 0,-1 1 0 0 0,1 0 0 0 0,5 3 0 0 0,3 8 5 0 0,-5 6 13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5:19.33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4 123 10594 0 0,'0'1'43'0'0,"-1"-1"0"0"0,1 1 0 0 0,0 0 0 0 0,-1-1 0 0 0,1 1 0 0 0,0-1 0 0 0,-1 1 0 0 0,1 0 0 0 0,0-1 0 0 0,0 1 0 0 0,0 0 0 0 0,0-1 0 0 0,0 1 0 0 0,-1 0 0 0 0,1-1 0 0 0,0 1 0 0 0,0 0 0 0 0,1-1 0 0 0,-1 1 0 0 0,0 0 0 0 0,0-1 0 0 0,0 1 0 0 0,0 0 0 0 0,0-1 0 0 0,1 1 0 0 0,-1 0 0 0 0,0-1-1 0 0,1 1 1 0 0,-1-1 0 0 0,0 1 0 0 0,1-1 0 0 0,-1 1 0 0 0,1-1 0 0 0,-1 1 0 0 0,1-1 0 0 0,-1 1 0 0 0,2 0 0 0 0,27 2 443 0 0,-17-3-431 0 0,0-2 0 0 0,0 1-1 0 0,-1-1 1 0 0,1-1 0 0 0,0 0 0 0 0,-1-1-1 0 0,12-5 1 0 0,78-43-1336 0 0,-37 18-2302 0 0,-4 6 1543 0 0,-30 16 1898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5:19.53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0 13363 0 0,'0'1'86'0'0,"0"-1"1"0"0,0 1 0 0 0,-1-1-1 0 0,1 1 1 0 0,0-1 0 0 0,0 1-1 0 0,0-1 1 0 0,-1 1 0 0 0,1-1-1 0 0,0 1 1 0 0,0-1-1 0 0,0 1 1 0 0,0 0 0 0 0,0-1-1 0 0,0 1 1 0 0,0-1 0 0 0,0 1-1 0 0,1-1 1 0 0,-1 1-1 0 0,0-1 1 0 0,0 1 0 0 0,0-1-1 0 0,0 1 1 0 0,1-1 0 0 0,-1 1-1 0 0,0-1 1 0 0,1 0 0 0 0,-1 1-1 0 0,0-1 1 0 0,1 1-1 0 0,-1 0 1 0 0,18 25 1589 0 0,-3-4 95 0 0,-5 1-427 0 0,12 43 1 0 0,-16-46-1861 0 0,0-1 0 0 0,1-1 0 0 0,18 34 0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5:19.70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6913 0 0,'0'0'737'0'0,"1"0"-737"0"0,1 3 928 0 0,-1 0 160 0 0,2-1 32 0 0,3 4 1 0 0,-1 4-609 0 0,4 2-128 0 0,1-1-32 0 0,-1 1 0 0 0,1-1-1152 0 0,1 1-241 0 0,2 1-47 0 0,-2-2 0 0 0,2 1 920 0 0,0-2 168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5:20.07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2761 0 0,'1'1'503'0'0,"1"0"1"0"0,0 0 0 0 0,-1 1 0 0 0,1-1-1 0 0,-1 1 1 0 0,0-1 0 0 0,0 1 0 0 0,1-1-1 0 0,-1 1 1 0 0,0 0 0 0 0,1 3 0 0 0,15 27 2084 0 0,16 95 3971 0 0,-30-129-6436 0 0,0 0 0 0 0,0-1 0 0 0,-1 1 0 0 0,1-1 0 0 0,-1 0 0 0 0,0 0 0 0 0,1 0 0 0 0,1-4 0 0 0,5-12 138 0 0,-3 6-21 0 0,1 0 1 0 0,0 1-1 0 0,0-1 1 0 0,2 1-1 0 0,-1 1 1 0 0,1-1-1 0 0,20-17 1 0 0,-27 28-218 0 0,-1 0 0 0 0,1 0 0 0 0,-1 0 0 0 0,1 0 0 0 0,-1 1 0 0 0,1-1 0 0 0,-1 1 0 0 0,1-1 0 0 0,0 1 0 0 0,-1 0 0 0 0,1 0 0 0 0,0 0 0 0 0,-1 0 0 0 0,1 0 0 0 0,0 0 0 0 0,0 0 0 0 0,-1 0 0 0 0,1 0 0 0 0,-1 1 0 0 0,1-1 0 0 0,0 1 0 0 0,-1 0 0 0 0,1-1 0 0 0,-1 1 0 0 0,1 0 1 0 0,-1 0-1 0 0,1 0 0 0 0,-1 0 0 0 0,0 0 0 0 0,1 0 0 0 0,-1 0 0 0 0,0 0 0 0 0,0 0 0 0 0,0 1 0 0 0,1 1 0 0 0,6 7-251 0 0,-1 0 0 0 0,0 0 0 0 0,10 20 0 0 0,-10-16-868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5:20.4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139 28 2304 0 0,'-3'-3'869'0'0,"1"1"-1"0"0,-1-1 0 0 0,0 1 0 0 0,0 0 0 0 0,0 0 0 0 0,0 0 0 0 0,0 0 0 0 0,0 1 0 0 0,0-1 0 0 0,-1 1 0 0 0,1 0 0 0 0,0 0 1 0 0,-1 0-1 0 0,1 0 0 0 0,-6 0 0 0 0,6 1-693 0 0,1 0 0 0 0,0 0 0 0 0,0 1 0 0 0,0-1 1 0 0,0 1-1 0 0,0-1 0 0 0,0 1 0 0 0,0 0 0 0 0,0 0 0 0 0,0 0 1 0 0,1 0-1 0 0,-1 0 0 0 0,0 0 0 0 0,0 1 0 0 0,1-1 0 0 0,-1 0 1 0 0,1 1-1 0 0,-1-1 0 0 0,1 1 0 0 0,0 0 0 0 0,0 0 0 0 0,-1-1 1 0 0,1 1-1 0 0,0 0 0 0 0,1 0 0 0 0,-2 4 0 0 0,-7 16 88 0 0,2 0 0 0 0,1 0 0 0 0,0 1 0 0 0,-2 26 0 0 0,7-34-237 0 0,0-1 1 0 0,0 0-1 0 0,1 1 0 0 0,1-1 0 0 0,1 0 0 0 0,0 1 0 0 0,7 25 0 0 0,-7-34-17 0 0,0-1-1 0 0,1 0 1 0 0,-1 0-1 0 0,1 0 0 0 0,0 0 1 0 0,0 0-1 0 0,1-1 0 0 0,-1 0 1 0 0,1 1-1 0 0,0-1 1 0 0,0 0-1 0 0,0-1 0 0 0,1 1 1 0 0,-1-1-1 0 0,1 0 1 0 0,0 0-1 0 0,0 0 0 0 0,0-1 1 0 0,0 0-1 0 0,0 0 0 0 0,1 0 1 0 0,-1 0-1 0 0,7 0 1 0 0,-2-1-186 0 0,0 0 1 0 0,0 0 0 0 0,1-1 0 0 0,-1 0 0 0 0,0-1 0 0 0,0 0 0 0 0,0-1 0 0 0,0 0-1 0 0,0 0 1 0 0,-1-1 0 0 0,1-1 0 0 0,9-4 0 0 0,10-7-7148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5:21.53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26 668 5529 0 0,'-12'-31'3313'0'0,"-1"-7"1332"0"0,13 35-4618 0 0,0 1 0 0 0,0-1 0 0 0,0 1 0 0 0,0-1 0 0 0,0 1 0 0 0,1 0 0 0 0,-1-1 0 0 0,1 1 0 0 0,0 0 0 0 0,0-1 0 0 0,-1 1 0 0 0,2 0 0 0 0,-1 0 0 0 0,0 0 0 0 0,0 0 0 0 0,1 0 0 0 0,-1 0 0 0 0,1 0 0 0 0,-1 0 0 0 0,1 1 0 0 0,0-1 0 0 0,0 0 0 0 0,0 1 0 0 0,0 0 0 0 0,0-1 0 0 0,0 1 0 0 0,0 0-1 0 0,0 0 1 0 0,3-1 0 0 0,9-3 364 0 0,0 0 0 0 0,0 0-1 0 0,25-3 1 0 0,-20 4-119 0 0,112-25 497 0 0,158-43-441 0 0,250-80-211 0 0,201 6-106 0 0,114 81 451 0 0,-672 57-410 0 0,79 1 46 0 0,82-5 302 0 0,319-10 1839 0 0,63 47-1646 0 0,-571-17-516 0 0,546 51 390 0 0,78 3 10 0 0,131-28-93 0 0,-441-46-870 0 0,-356 6-1659 0 0,-99 6-2816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5:22.55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7629 0 6913 0 0,'3'10'5277'0'0,"7"7"-2607"0"0,0 2-1205 0 0,-3 2-221 0 0,-1-1 0 0 0,3 25 0 0 0,4 90 130 0 0,-8-60-900 0 0,15 168 187 0 0,33 258-107 0 0,21 21-455 0 0,-19-114-105 0 0,-44-356 62 0 0,1-1-1 0 0,3 0 1 0 0,39 88 0 0 0,-42-114-10 0 0,16 43 126 0 0,-27-64-166 0 0,1-1 0 0 0,-2 0 0 0 0,1 1 0 0 0,0-1 0 0 0,-1 1 0 0 0,1 0 1 0 0,-1-1-1 0 0,0 1 0 0 0,0-1 0 0 0,-1 1 0 0 0,1-1 0 0 0,-1 1 0 0 0,1-1 0 0 0,-1 1 0 0 0,0-1 0 0 0,-2 4 0 0 0,2-5-2 0 0,0-1 0 0 0,-1 0 0 0 0,1 1-1 0 0,-1-1 1 0 0,1 0 0 0 0,-1 0 0 0 0,1 0 0 0 0,-1 0 0 0 0,0 0 0 0 0,0 0-1 0 0,1 0 1 0 0,-1 0 0 0 0,0-1 0 0 0,0 1 0 0 0,0-1 0 0 0,0 1-1 0 0,0-1 1 0 0,0 0 0 0 0,0 0 0 0 0,1 0 0 0 0,-1 0 0 0 0,-3 0 0 0 0,-50-9 130 0 0,42 7-114 0 0,-110-17-97 0 0,-1 6 0 0 0,0 5 1 0 0,-172 11-1 0 0,-620-21-478 0 0,477-2 270 0 0,69 2 535 0 0,52 1-23 0 0,-1050-26-1844 0 0,624 62 2097 0 0,511-7-402 0 0,-289-22 0 0 0,363 2-202 0 0,-203 16 0 0 0,103-7 124 0 0,178-5 0 0 0,1 4 0 0 0,-153 20 0 0 0,-379 107 656 0 0,477-102-662 0 0,-163 37 140 0 0,288-59-131 0 0,0-1 0 0 0,0 0-1 0 0,0-1 1 0 0,0 0 0 0 0,0-1 0 0 0,-15 0 0 0 0,21-1-820 0 0,0 1 1 0 0,1-1-1 0 0,-1 0 1 0 0,0 0-1 0 0,1 0 1 0 0,-1-1-1 0 0,-3-2 1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5:23.23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0 120 5985 0 0,'1'-13'646'0'0,"0"0"-1"0"0,1 0 1 0 0,6-22-1 0 0,2-11 5095 0 0,-16 99-1405 0 0,-1 93-4284 0 0,21 287 1866 0 0,48 349-1853 0 0,-43-618-39 0 0,-15-141 58 0 0,2 0 1 0 0,1 0-1 0 0,1 0 1 0 0,20 41 0 0 0,-20-48 75 0 0,0 0 0 0 0,-1 1 0 0 0,-1 0 0 0 0,0 0 0 0 0,-1 0 0 0 0,-1 1-1 0 0,-1-1 1 0 0,2 32 0 0 0,6 42 283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5:39.85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61 8290 0 0,'0'-3'7582'0'0,"16"1"-5147"0"0,21 0-1563 0 0,172-15 2047 0 0,-2-15-4669 0 0,-183 28 494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5:40.1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 1 5065 0 0,'8'-1'8422'0'0,"-5"3"-8196"0"0,0 1 0 0 0,-1-1 1 0 0,1 0-1 0 0,0 1 0 0 0,-1-1 0 0 0,0 1 0 0 0,0 0 1 0 0,0 0-1 0 0,0 0 0 0 0,0 0 0 0 0,-1 0 1 0 0,1 0-1 0 0,-1 1 0 0 0,0-1 0 0 0,0 0 0 0 0,0 1 1 0 0,0-1-1 0 0,0 1 0 0 0,-1-1 0 0 0,0 8 1 0 0,1 11 370 0 0,-1 0 0 0 0,-3 27-1 0 0,2-37-413 0 0,-16 154 812 0 0,-6 85-514 0 0,20-178-388 0 0,8 103 0 0 0,-4-164-40 0 0,1 1 0 0 0,0-1 0 0 0,1 0 0 0 0,1 0 1 0 0,-1 0-1 0 0,2-1 0 0 0,0 1 0 0 0,11 19 0 0 0,-14-28-37 0 0,0 1-1 0 0,0-1 0 0 0,1 0 0 0 0,-1 0 0 0 0,1-1 0 0 0,-1 1 0 0 0,1-1 0 0 0,0 1 0 0 0,0-1 1 0 0,0 0-1 0 0,0 0 0 0 0,1 0 0 0 0,-1 0 0 0 0,0-1 0 0 0,1 1 0 0 0,-1-1 0 0 0,1 0 1 0 0,0 0-1 0 0,-1 0 0 0 0,1 0 0 0 0,0-1 0 0 0,0 0 0 0 0,-1 1 0 0 0,1-1 0 0 0,0-1 0 0 0,0 1 1 0 0,-1-1-1 0 0,1 1 0 0 0,0-1 0 0 0,-1 0 0 0 0,1 0 0 0 0,6-3 0 0 0,22-12-147 0 0,0-1-1 0 0,42-30 0 0 0,26-15-2260 0 0,-55 39-2604 0 0,1 0-1495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5:40.59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222 73 5065 0 0,'0'-10'-752'0'0,"0"-10"2227"0"0,-5-4 5217 0 0,5 22-6292 0 0,-1 1 0 0 0,0 0 0 0 0,1 0-1 0 0,-1 0 1 0 0,0 0 0 0 0,-1-1 400 0 0,2 1-400 0 0,-1 1 0 0 0,0-1 0 0 0,0 0 0 0 0,-1 0 0 0 0,1 1 0 0 0,0-1 0 0 0,0 1 0 0 0,-2-2 0 0 0,-19-1 1267 0 0,10 3-1416 0 0,0 1 0 0 0,1 0 1 0 0,-1 1-1 0 0,1 0 0 0 0,-1 0 0 0 0,-20 9 1 0 0,28-10-250 0 0,0 1 1 0 0,0 0-1 0 0,0 0 1 0 0,0 0-1 0 0,0 1 0 0 0,0 0 1 0 0,0 0-1 0 0,1 0 1 0 0,0 0-1 0 0,-1 0 1 0 0,1 0-1 0 0,0 1 1 0 0,1 0-1 0 0,-1-1 1 0 0,1 1-1 0 0,-1 0 1 0 0,1 0-1 0 0,0 1 1 0 0,-2 7-1 0 0,1 2 6 0 0,0 0 0 0 0,1 0 0 0 0,1 0-1 0 0,0 0 1 0 0,1 0 0 0 0,1 0 0 0 0,0-1 0 0 0,1 1 0 0 0,0 0-1 0 0,1 0 1 0 0,1-1 0 0 0,0 1 0 0 0,7 14 0 0 0,-8-20-5 0 0,1-1 1 0 0,0 0 0 0 0,0-1-1 0 0,0 1 1 0 0,1-1 0 0 0,0 0 0 0 0,0 0-1 0 0,1 0 1 0 0,-1 0 0 0 0,1-1 0 0 0,0 0-1 0 0,1-1 1 0 0,-1 1 0 0 0,1-1 0 0 0,0-1-1 0 0,0 1 1 0 0,0-1 0 0 0,1 0 0 0 0,-1-1-1 0 0,1 1 1 0 0,0-2 0 0 0,-1 1-1 0 0,1-1 1 0 0,11 0 0 0 0,-8-1-405 0 0,0 0 0 0 0,0-2 0 0 0,0 1 0 0 0,0-1-1 0 0,0-1 1 0 0,0 0 0 0 0,12-6 0 0 0,3-3-6784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5:41.05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142 77 5529 0 0,'-20'4'428'0'0,"0"0"-1"0"0,0 2 1 0 0,-25 9 0 0 0,8-2 2038 0 0,181-58 5399 0 0,86-10-5305 0 0,-192 47-2241 0 0,-28 5-171 0 0,0 1-1 0 0,0 0 0 0 0,-1 0 1 0 0,1 1-1 0 0,0 0 0 0 0,0 1 0 0 0,12 1 1 0 0,-21 0-99 0 0,-1-1 0 0 0,1 1-1 0 0,-1-1 1 0 0,1 1 0 0 0,-1 0 0 0 0,1-1 0 0 0,-1 1 0 0 0,0 0 0 0 0,1 0 0 0 0,-1-1 0 0 0,0 1 0 0 0,0 0 0 0 0,1 0 0 0 0,-1-1 0 0 0,0 1 0 0 0,0 0 0 0 0,0 0 0 0 0,0 0-1 0 0,0-1 1 0 0,0 1 0 0 0,0 0 0 0 0,0 0 0 0 0,-1 1 0 0 0,-3 30 86 0 0,2-19-23 0 0,-1 51-31 0 0,4-1 0 0 0,7 65-1 0 0,28 126-99 0 0,-11-86 178 0 0,-22-151-156 0 0,-2 0 0 0 0,0 1 0 0 0,-1-1 0 0 0,0 0 0 0 0,-2 0 0 0 0,0 0 0 0 0,-7 29 0 0 0,6-39-5 0 0,1 0 1 0 0,-1 0-1 0 0,0 0 0 0 0,0 0 0 0 0,-1-1 1 0 0,1 0-1 0 0,-2 0 0 0 0,1 0 1 0 0,-1 0-1 0 0,0 0 0 0 0,0-1 0 0 0,0 0 1 0 0,-1 0-1 0 0,1-1 0 0 0,-1 1 0 0 0,-1-1 1 0 0,1 0-1 0 0,0-1 0 0 0,-1 0 0 0 0,-9 4 1 0 0,-27 6-2600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5:41.32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21 57 6449 0 0,'-21'-9'11483'0'0,"34"2"-10007"0"0,11-4-1021 0 0,35-12-182 0 0,-19 17-3837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5:41.4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24 50 1376 0 0,'-24'36'11850'0'0,"25"-35"-11714"0"0,16-5 2724 0 0,22-13-3293 0 0,44-26 0 0 0,-67 34 438 0 0,7-5-27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5:41.78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88 9674 0 0,'33'-1'1722'0'0,"-1"-2"0"0"0,1-1 0 0 0,45-13 0 0 0,98-38-1240 0 0,-158 48-1603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5:42.12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75 1 5065 0 0,'0'0'451'0'0,"-19"18"4019"0"0,13-11-3816 0 0,0 0 0 0 0,0 1 0 0 0,1 0 0 0 0,0 0-1 0 0,0 0 1 0 0,1 1 0 0 0,0 0 0 0 0,1 0 0 0 0,0 0 0 0 0,0 0-1 0 0,-2 16 1 0 0,4-19-528 0 0,1 0-1 0 0,0 1 0 0 0,1-1 0 0 0,-1 1 1 0 0,1-1-1 0 0,0 0 0 0 0,1 1 0 0 0,-1-1 1 0 0,1 0-1 0 0,0 0 0 0 0,1 0 0 0 0,0 0 1 0 0,0-1-1 0 0,0 1 0 0 0,0-1 1 0 0,1 1-1 0 0,0-1 0 0 0,6 5 0 0 0,11 11 51 0 0,2-1-1 0 0,26 18 1 0 0,-33-27-70 0 0,0 1 1 0 0,-1 1-1 0 0,0 0 1 0 0,0 1-1 0 0,-2 1 1 0 0,23 30 0 0 0,-33-40-169 0 0,0 0 1 0 0,-1 0 0 0 0,0 1 0 0 0,0-1 0 0 0,0 0 0 0 0,-1 1 0 0 0,0-1 0 0 0,0 1 0 0 0,0-1 0 0 0,-1 1-1 0 0,1-1 1 0 0,-1 1 0 0 0,-1-1 0 0 0,1 1 0 0 0,-1-1 0 0 0,0 1 0 0 0,0-1 0 0 0,-1 1 0 0 0,1-1 0 0 0,-1 0-1 0 0,-1 1 1 0 0,1-1 0 0 0,-1 0 0 0 0,1-1 0 0 0,-1 1 0 0 0,-1 0 0 0 0,1-1 0 0 0,-1 0 0 0 0,-6 7 0 0 0,-2 0-478 0 0,-1 1 1 0 0,0-2-1 0 0,0 0 1 0 0,-1-1-1 0 0,0 0 1 0 0,-1-1 0 0 0,1 0-1 0 0,-30 9 1 0 0,27-11-5834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5:42.48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90 2304 0 0,'8'-8'-598'0'0,"14"-10"3543"0"0,2 7 6184 0 0,-24 11-8967 0 0,0 0 0 0 0,1 1 0 0 0,-1-1 0 0 0,0 1 0 0 0,0-1 0 0 0,0 1 0 0 0,0-1 0 0 0,1 1 0 0 0,-1-1 0 0 0,0 1 0 0 0,0-1 0 0 0,0 1 0 0 0,0 0 0 0 0,0-1 0 0 0,0 1 0 0 0,0-1 0 0 0,0 1 0 0 0,0-1 0 0 0,-1 1 0 0 0,1-1 0 0 0,0 1 0 0 0,0-1 0 0 0,0 1 0 0 0,-1-1 0 0 0,1 1 0 0 0,0-1 0 0 0,0 1 0 0 0,-1-1 0 0 0,0 1 0 0 0,-7 18 1017 0 0,2-3-1050 0 0,0-1 1 0 0,0 0-1 0 0,2 1 0 0 0,0 0 1 0 0,1 0-1 0 0,0 1 1 0 0,1-1-1 0 0,1 0 0 0 0,1 1 1 0 0,0-1-1 0 0,1 1 1 0 0,1-1-1 0 0,1 0 0 0 0,6 25 1 0 0,-6-30-126 0 0,1-1 0 0 0,0 1 0 0 0,0-1 0 0 0,1 0 0 0 0,1-1 0 0 0,-1 1 0 0 0,2-1 0 0 0,-1 0 0 0 0,1 0 0 0 0,0-1 0 0 0,1 0 0 0 0,0 0 0 0 0,0-1 0 0 0,1 0 0 0 0,0-1 0 0 0,0 0 0 0 0,1 0 0 0 0,-1-1 0 0 0,1 0 1 0 0,0 0-1 0 0,1-1 0 0 0,15 4 0 0 0,-20-7 22 0 0,1 1 1 0 0,-1-1-1 0 0,1-1 1 0 0,-1 1-1 0 0,0-1 1 0 0,1 0-1 0 0,-1-1 1 0 0,1 1-1 0 0,-1-1 1 0 0,0-1 0 0 0,1 1-1 0 0,-1-1 1 0 0,0 0-1 0 0,0 0 1 0 0,0-1-1 0 0,0 0 1 0 0,-1 0-1 0 0,1 0 1 0 0,-1-1-1 0 0,6-4 1 0 0,-5 3-4 0 0,-1-1 0 0 0,0 1 1 0 0,0-1-1 0 0,-1 0 0 0 0,1 0 1 0 0,-1-1-1 0 0,-1 1 0 0 0,1-1 0 0 0,-1 0 1 0 0,0 1-1 0 0,-1-2 0 0 0,0 1 0 0 0,0 0 1 0 0,0 0-1 0 0,-1-1 0 0 0,0 1 1 0 0,0-10-1 0 0,-2 0-11 0 0,0-1 1 0 0,-1 1-1 0 0,-1 0 1 0 0,-1-1-1 0 0,0 2 1 0 0,-1-1-1 0 0,-1 0 0 0 0,-12-24 1 0 0,8 21-2 0 0,-1 1 1 0 0,0 1-1 0 0,-1 0 1 0 0,-1 0-1 0 0,-1 2 0 0 0,-24-24 1 0 0,33 35-244 0 0,-1 0-1 0 0,0 0 1 0 0,0 1 0 0 0,0 0 0 0 0,0 0-1 0 0,-1 1 1 0 0,0 0 0 0 0,0 0 0 0 0,0 0-1 0 0,0 1 1 0 0,0 0 0 0 0,-9-1 0 0 0,-4 1-7031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5:43.11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50 7370 0 0,'0'-2'263'0'0,"1"1"-1"0"0,-1-1 1 0 0,1 0 0 0 0,-1 0 0 0 0,1 0 0 0 0,0 1 0 0 0,0-1 0 0 0,0 0 0 0 0,0 1 0 0 0,0-1 0 0 0,0 1 0 0 0,0-1 0 0 0,0 1 0 0 0,1 0 0 0 0,-1-1 0 0 0,0 1 0 0 0,3-2 0 0 0,-3 3-149 0 0,0-1 0 0 0,-1 1 0 0 0,1-1 1 0 0,0 1-1 0 0,-1 0 0 0 0,1-1 0 0 0,0 1 1 0 0,-1 0-1 0 0,1-1 0 0 0,0 1 0 0 0,0 0 1 0 0,-1 0-1 0 0,1 0 0 0 0,0 0 0 0 0,0 0 1 0 0,-1 0-1 0 0,1 0 0 0 0,0 0 0 0 0,0 0 1 0 0,-1 0-1 0 0,1 0 0 0 0,0 0 0 0 0,0 1 1 0 0,-1-1-1 0 0,1 0 0 0 0,0 0 0 0 0,-1 1 1 0 0,1-1-1 0 0,0 1 0 0 0,-1-1 0 0 0,1 0 0 0 0,-1 1 1 0 0,1-1-1 0 0,0 1 0 0 0,-1 0 0 0 0,1-1 1 0 0,-1 1-1 0 0,1-1 0 0 0,-1 1 0 0 0,0 0 1 0 0,1-1-1 0 0,-1 1 0 0 0,0 0 0 0 0,1-1 1 0 0,-1 1-1 0 0,0 0 0 0 0,0 1 0 0 0,4 11 211 0 0,-1 0-1 0 0,-1 0 1 0 0,2 21-1 0 0,6 34 1185 0 0,-9-64-1447 0 0,0 1-1 0 0,0-1 1 0 0,1 0-1 0 0,0 0 1 0 0,0 1 0 0 0,0-1-1 0 0,0-1 1 0 0,1 1 0 0 0,0 0-1 0 0,0-1 1 0 0,6 7 0 0 0,-8-9-63 0 0,-1-1 1 0 0,1 1 0 0 0,0-1-1 0 0,0 0 1 0 0,-1 1 0 0 0,1-1 0 0 0,0 0-1 0 0,0 0 1 0 0,0 0 0 0 0,-1 0 0 0 0,1 1-1 0 0,0-1 1 0 0,0 0 0 0 0,0 0-1 0 0,0-1 1 0 0,-1 1 0 0 0,1 0 0 0 0,0 0-1 0 0,0 0 1 0 0,0 0 0 0 0,-1-1 0 0 0,1 1-1 0 0,0 0 1 0 0,0-1 0 0 0,-1 1 0 0 0,1-1-1 0 0,0 1 1 0 0,-1-1 0 0 0,1 1-1 0 0,0-1 1 0 0,-1 1 0 0 0,1-1 0 0 0,-1 1-1 0 0,1-1 1 0 0,-1 0 0 0 0,1 0 0 0 0,-1 1-1 0 0,1-1 1 0 0,-1 0 0 0 0,0 1 0 0 0,1-1-1 0 0,-1-2 1 0 0,16-34 29 0 0,-15 35-24 0 0,7-23 27 0 0,-1 1 33 0 0,16-33-1 0 0,-20 51-58 0 0,-1 1 0 0 0,1-1 0 0 0,1 1 0 0 0,-1 0 0 0 0,1 0 0 0 0,0 0 0 0 0,0 1 0 0 0,0-1 0 0 0,1 1 0 0 0,-1 0 1 0 0,8-4-1 0 0,-10 6-4 0 0,0 1 1 0 0,0 1 0 0 0,1-1 0 0 0,-1 0 0 0 0,0 1-1 0 0,0-1 1 0 0,1 1 0 0 0,-1-1 0 0 0,0 1 0 0 0,1 0 0 0 0,-1 0-1 0 0,0 0 1 0 0,1 0 0 0 0,-1 1 0 0 0,0-1 0 0 0,0 1-1 0 0,1-1 1 0 0,-1 1 0 0 0,0 0 0 0 0,0 0 0 0 0,0 0-1 0 0,0 0 1 0 0,0 0 0 0 0,0 0 0 0 0,0 1 0 0 0,0-1 0 0 0,0 1-1 0 0,0-1 1 0 0,-1 1 0 0 0,1 0 0 0 0,-1-1 0 0 0,2 3-1 0 0,7 8 37 0 0,-1 1-1 0 0,-1-1 0 0 0,12 26 0 0 0,-12-24-13 0 0,33 51 217 0 0,-23-108-242 0 0,-14 34 6 0 0,0 1 0 0 0,0-1 0 0 0,1 1 0 0 0,0 0 0 0 0,1 0 0 0 0,0 1 0 0 0,0 0 0 0 0,1 0 0 0 0,-1 0 1 0 0,1 1-1 0 0,9-6 0 0 0,-13 10 3 0 0,1 0-1 0 0,-1 0 1 0 0,1 0 0 0 0,-1 1 0 0 0,1-1 0 0 0,0 1-1 0 0,0 0 1 0 0,0 0 0 0 0,0 1 0 0 0,0-1-1 0 0,0 1 1 0 0,0-1 0 0 0,0 1 0 0 0,0 1 0 0 0,0-1-1 0 0,0 0 1 0 0,0 1 0 0 0,0 0 0 0 0,-1 0 0 0 0,1 0-1 0 0,0 1 1 0 0,0-1 0 0 0,-1 1 0 0 0,1 0 0 0 0,-1 0-1 0 0,1 0 1 0 0,-1 0 0 0 0,5 5 0 0 0,16 13-10 0 0,-16-13-467 0 0,0 1 0 0 0,1-2-1 0 0,0 0 1 0 0,11 6 0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5:43.3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183 0 11522 0 0,'7'1'5017'0'0,"-7"-2"-4945"0"0,2 22 2311 0 0,-4 27-467 0 0,-26 143-886 0 0,-59 213 1 0 0,39-199-925 0 0,24-64 4 0 0,22-70-1853 0 0,3-56-472 0 0,0 0-1 0 0,7 24 1 0 0,-3-19-4165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5:43.81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0 152 456 0 0,'0'-71'1924'0'0,"1"58"68"0"0,1 0 0 0 0,0 0 0 0 0,6-17 0 0 0,-8 29-1854 0 0,0 1 0 0 0,1-1 0 0 0,-1 1 0 0 0,0-1 0 0 0,0 1 0 0 0,0-1 0 0 0,0 1 0 0 0,1-1 0 0 0,-1 1 0 0 0,0-1 0 0 0,1 1 0 0 0,-1-1 0 0 0,0 1 0 0 0,1-1 0 0 0,-1 1 0 0 0,1 0 0 0 0,-1-1 0 0 0,0 1 0 0 0,1 0 0 0 0,-1-1 0 0 0,1 1 0 0 0,-1 0 0 0 0,1-1 0 0 0,-1 1 0 0 0,1 0 0 0 0,-1 0 0 0 0,1 0 0 0 0,-1 0 0 0 0,1 0 0 0 0,0-1 0 0 0,15 11 2135 0 0,11 23-881 0 0,-27-32-1370 0 0,38 63 1304 0 0,33 77 0 0 0,-14-26-784 0 0,-42-86-438 0 0,30 52 114 0 0,-40-71-203 0 0,2-1-1 0 0,-1 0 1 0 0,1-1 0 0 0,1 0 0 0 0,0 0 0 0 0,9 7 0 0 0,-16-14-15 0 0,0 0 0 0 0,0 0 0 0 0,0-1 0 0 0,1 1 0 0 0,-1 0 0 0 0,0-1 0 0 0,0 1 0 0 0,1-1 0 0 0,-1 1 0 0 0,1-1 0 0 0,-1 0 0 0 0,0 0 0 0 0,1 0 0 0 0,-1 0 0 0 0,0 0 0 0 0,1 0 0 0 0,-1 0 0 0 0,1 0 0 0 0,-1 0 0 0 0,0 0 0 0 0,1-1 0 0 0,-1 1 0 0 0,0-1 0 0 0,1 1 0 0 0,-1-1 0 0 0,0 1 0 0 0,0-1 0 0 0,0 0 0 0 0,1 1 0 0 0,-1-1 0 0 0,0 0 0 0 0,0 0 0 0 0,0 0 0 0 0,0 0 0 0 0,0 0 0 0 0,0 0 0 0 0,-1 0 0 0 0,2-3 0 0 0,4-5 0 0 0,0 0 0 0 0,-1 0 0 0 0,0-1 0 0 0,3-10 0 0 0,-4 10 0 0 0,50-137-3 0 0,-33 85 42 0 0,49-101-1 0 0,-65 153-3 0 0,17-29 334 0 0,-21 38-338 0 0,0-1 0 0 0,0 1-1 0 0,0-1 1 0 0,0 1 0 0 0,0-1 0 0 0,1 1 0 0 0,-1 0 0 0 0,0 0-1 0 0,1-1 1 0 0,-1 1 0 0 0,1 0 0 0 0,-1 1 0 0 0,1-1 0 0 0,0 0 0 0 0,-1 0-1 0 0,1 1 1 0 0,0-1 0 0 0,3 0 0 0 0,-4 1-12 0 0,1 1-1 0 0,-1 0 1 0 0,0-1 0 0 0,0 1 0 0 0,1 0 0 0 0,-1-1-1 0 0,0 1 1 0 0,0 0 0 0 0,0 0 0 0 0,0 0 0 0 0,0 0-1 0 0,0 0 1 0 0,0 0 0 0 0,0 1 0 0 0,0-1 0 0 0,-1 0-1 0 0,1 0 1 0 0,0 1 0 0 0,-1-1 0 0 0,1 0-1 0 0,-1 1 1 0 0,1 1 0 0 0,11 39 208 0 0,-10-35-166 0 0,112 365 614 0 0,-60-215-7578 0 0,-43-125-608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5:44.52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7820 1 14283 0 0,'22'34'2044'0'0,"-2"2"1"0"0,29 70-1 0 0,-29-52-733 0 0,18 82 1 0 0,21 261-939 0 0,-36-204 180 0 0,32 134-474 0 0,110 359-1 0 0,-122-541 68 0 0,111 242-1 0 0,-148-375-124 0 0,-1-1 0 0 0,-1 1-1 0 0,0 0 1 0 0,0 0 0 0 0,-1 1-1 0 0,-1-1 1 0 0,0 1 0 0 0,0 13-1 0 0,-2-19-13 0 0,0-1 0 0 0,-1 0 0 0 0,0 0 0 0 0,0 1 1 0 0,-1-1-1 0 0,1 0 0 0 0,-1 0 0 0 0,-1 0 0 0 0,1-1 0 0 0,-1 1 0 0 0,0-1 0 0 0,0 1 0 0 0,-1-1 0 0 0,1 0 0 0 0,-1 0 0 0 0,0 0 0 0 0,-1-1 0 0 0,-5 6 0 0 0,-1-2-10 0 0,0 0 0 0 0,0-1 0 0 0,-1-1 0 0 0,0 1 0 0 0,0-2 0 0 0,0 0 0 0 0,-1 0 0 0 0,1-1 0 0 0,-16 3 0 0 0,-20 1-21 0 0,-55 4 0 0 0,85-10 20 0 0,-110 6 143 0 0,-142-9 1 0 0,-128-28 969 0 0,-11-1-438 0 0,-551 36-1193 0 0,2 54-790 0 0,591-34 1053 0 0,-302 30 108 0 0,154-11 374 0 0,-649 61 181 0 0,911-84-700 0 0,-1-12 0 0 0,-482-43 0 0 0,516 6-544 0 0,-142-13-210 0 0,150 34 1225 0 0,2 0-1544 0 0,150 0-6165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5:44.90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 59 4145 0 0,'7'-25'2265'0'0,"-5"21"-1378"0"0,-1 1 1 0 0,1 0-1 0 0,0 0 1 0 0,0 0-1 0 0,0 0 1 0 0,1 0-1 0 0,-1 0 1 0 0,1 0-1 0 0,3-2 1 0 0,-6 31 3110 0 0,-29 427-1453 0 0,4 602-2730 0 0,45-601-473 0 0,-11-356-209 0 0,5 0 1 0 0,42 152-1 0 0,-47-221 236 0 0,1 0 0 0 0,24 46 0 0 0,-4-26-330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5:45.30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1 677 1376 0 0,'6'-6'42'0'0,"0"1"0"0"0,1 0 0 0 0,0 1 0 0 0,0 0-1 0 0,1 0 1 0 0,-1 0 0 0 0,1 1 0 0 0,8-3 0 0 0,69-16 569 0 0,-66 17-277 0 0,146-25 2035 0 0,174-10 0 0 0,-291 36-2083 0 0,135-13 681 0 0,152-15 346 0 0,725-31 92 0 0,3 74-874 0 0,-256 1 61 0 0,0-31 770 0 0,336-90-636 0 0,-9-57 3700 0 0,-490 55-1267 0 0,-502 79-3195 0 0,-112 24-230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5:51.1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48 161 4609 0 0,'0'-15'1218'0'0,"0"0"0"0"0,-2 0 0 0 0,0-1 0 0 0,-1 1 0 0 0,0 1 0 0 0,-1-1 0 0 0,-1 0 0 0 0,-7-15 0 0 0,2 19 1045 0 0,11 12-2194 0 0,-1-1 1 0 0,0 0-1 0 0,0 0 0 0 0,0 0 1 0 0,0 0-1 0 0,0 1 0 0 0,0-1 1 0 0,0 0-1 0 0,0 0 1 0 0,-2 4 1456 0 0,2-4-1457 0 0,0 0 1 0 0,-1 0-1 0 0,1 0 0 0 0,0 0 1 0 0,0 0-1 0 0,0 0 1 0 0,0 0-1 0 0,-1 0 0 0 0,1 0 1 0 0,0 0-1 0 0,0 0 1 0 0,0 0-1 0 0,-1 0 0 0 0,1 0 1 0 0,0 0-1 0 0,0 0 0 0 0,0 0 1 0 0,-1 0-1 0 0,1 0 1 0 0,0 0-1 0 0,-1-1 625 0 0,0 1-625 0 0,16 414-59 0 0,-16-380-9 0 0,11 157-1 0 0,-6-164 0 0 0,1 1 0 0 0,1-1 0 0 0,1 0 0 0 0,20 48 0 0 0,-23-67 3 0 0,1 0 1 0 0,-1 1-1 0 0,2-2 1 0 0,-1 1-1 0 0,1-1 0 0 0,0 1 1 0 0,0-2-1 0 0,1 1 1 0 0,0-1-1 0 0,0 0 1 0 0,14 9-1 0 0,-17-13 1 0 0,0 1-1 0 0,1-1 1 0 0,-1 0 0 0 0,1 0-1 0 0,-1-1 1 0 0,1 1-1 0 0,0-1 1 0 0,0 0 0 0 0,0-1-1 0 0,-1 1 1 0 0,1-1-1 0 0,0 0 1 0 0,0 0 0 0 0,0 0-1 0 0,0-1 1 0 0,0 1-1 0 0,0-1 1 0 0,0 0 0 0 0,-1-1-1 0 0,1 1 1 0 0,-1-1 0 0 0,1 0-1 0 0,6-4 1 0 0,1-2 62 0 0,0-1 1 0 0,-1 0-1 0 0,0-1 1 0 0,0 0-1 0 0,16-21 1 0 0,8-17-1445 0 0,-5 3-4778 0 0,-19 26-424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5:51.47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34 87 1376 0 0,'-33'9'15114'0'0,"38"-14"-14179"0"0,10-8-483 0 0,1 1 0 0 0,0 0 1 0 0,22-11-1 0 0,-28 17-820 0 0,1 1 1 0 0,-1 1 0 0 0,1 0-1 0 0,16-4 1 0 0,-11 5-1155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5:51.65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80 7370 0 0,'17'-8'8338'0'0,"30"-13"-4709"0"0,-35 15-5125 0 0,0 0 0 0 0,0-1-1 0 0,21-16 1 0 0,-25 15-358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5:54.87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45 155 5985 0 0,'-17'-65'2878'0'0,"12"44"-951"0"0,-1 1-1 0 0,-11-28 1 0 0,61 168 5404 0 0,-9 15-5893 0 0,18 146-2482 0 0,-50-262 1310 0 0,4 27-805 0 0,2 0 0 0 0,3-1 0 0 0,1 0 0 0 0,21 47 0 0 0,-20-60-388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5:55.52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1 136 8754 0 0,'1'-1'196'0'0,"-1"-1"1"0"0,1 1-1 0 0,0 0 0 0 0,0-1 1 0 0,0 1-1 0 0,0 0 0 0 0,1 0 1 0 0,-1 0-1 0 0,0-1 1 0 0,0 1-1 0 0,1 0 0 0 0,-1 1 1 0 0,1-1-1 0 0,-1 0 0 0 0,0 0 1 0 0,1 1-1 0 0,2-2 0 0 0,28-10 2639 0 0,-29 11-2662 0 0,-1 1 0 0 0,1 0 0 0 0,0 0 0 0 0,0 0 0 0 0,0 0 0 0 0,0 0 0 0 0,0 1 0 0 0,-1 0 0 0 0,1-1 0 0 0,0 1 0 0 0,0 0 0 0 0,0 0 1 0 0,-1 0-1 0 0,1 0 0 0 0,-1 1 0 0 0,1-1 0 0 0,-1 1 0 0 0,0 0 0 0 0,1 0 0 0 0,-1-1 0 0 0,0 1 0 0 0,0 1 0 0 0,3 3 0 0 0,5 7 107 0 0,0 0 0 0 0,-1 1 0 0 0,8 15 0 0 0,-8-13-82 0 0,13 35 0 0 0,-19-41-157 0 0,1 0 0 0 0,0 0 0 0 0,9 16 0 0 0,-12-30-45 0 0,0-1-1 0 0,-1 1 1 0 0,1 0-1 0 0,1 1 1 0 0,-1-1-1 0 0,1 0 1 0 0,3-7-1 0 0,0 0-12 0 0,13-27-188 0 0,1 0-1 0 0,2 1 1 0 0,38-49-1 0 0,-43 63-115 0 0,-12 17 314 0 0,-1 1 0 0 0,2 0 0 0 0,-1 0 0 0 0,0 1 0 0 0,1-1 0 0 0,0 1 0 0 0,9-6 0 0 0,-13 9 10 0 0,0 0 0 0 0,1 0 0 0 0,-1 1 0 0 0,1-1 0 0 0,-1 1 0 0 0,1-1-1 0 0,-1 1 1 0 0,1-1 0 0 0,-1 1 0 0 0,1 0 0 0 0,0 0 0 0 0,-1 0 0 0 0,1 0 0 0 0,-1 0 0 0 0,1 0-1 0 0,0 0 1 0 0,-1 0 0 0 0,1 1 0 0 0,-1-1 0 0 0,1 0 0 0 0,-1 1 0 0 0,1 0 0 0 0,-1-1 0 0 0,1 1-1 0 0,-1 0 1 0 0,1 0 0 0 0,-1 0 0 0 0,0 0 0 0 0,0 0 0 0 0,1 0 0 0 0,-1 0 0 0 0,0 0 0 0 0,0 0-1 0 0,0 0 1 0 0,1 3 0 0 0,15 25 219 0 0,-1 1 0 0 0,-1 0 0 0 0,-2 0 0 0 0,18 65 0 0 0,-26-79-208 0 0,2 11-14 0 0,0 3 0 0 0,-7-31 0 0 0,0 1 0 0 0,0 0 0 0 0,0 0 0 0 0,0 0 0 0 0,0 0 0 0 0,0 0 0 0 0,0 0 0 0 0,1 0 0 0 0,-1-1 0 0 0,0 1 0 0 0,0 0 0 0 0,0 0 0 0 0,0 0 0 0 0,0 0 0 0 0,0 0 0 0 0,1 0 0 0 0,-1 0 0 0 0,0 0 0 0 0,0 0 0 0 0,0 0 0 0 0,0 0 0 0 0,1 0 0 0 0,-1 0 0 0 0,0 0 0 0 0,0 0 0 0 0,0 0 0 0 0,0 0 0 0 0,1 0 0 0 0,-1 0 0 0 0,0 0 0 0 0,0 0 0 0 0,0 0 0 0 0,0 0 0 0 0,0 0 0 0 0,1 0 0 0 0,-1 0 0 0 0,0 0 0 0 0,0 0 0 0 0,0 1 0 0 0,7-45-56 0 0,-2 7-166 0 0,13-49-1 0 0,-15 76 197 0 0,0 1-1 0 0,0 0 0 0 0,1-1 1 0 0,0 2-1 0 0,1-1 0 0 0,0 0 0 0 0,0 1 1 0 0,1 0-1 0 0,0 0 0 0 0,9-8 1 0 0,-14 14 31 0 0,0 1 1 0 0,0 0 0 0 0,1 0 0 0 0,-1 0-1 0 0,0 1 1 0 0,1-1 0 0 0,-1 0 0 0 0,0 0 0 0 0,1 1-1 0 0,-1-1 1 0 0,1 1 0 0 0,-1-1 0 0 0,1 1-1 0 0,0-1 1 0 0,-1 1 0 0 0,1 0 0 0 0,-1 0 0 0 0,1 0-1 0 0,-1 0 1 0 0,1 0 0 0 0,3 1 0 0 0,-3 0 34 0 0,1 0 1 0 0,0 0 0 0 0,0 0 0 0 0,-1 1 0 0 0,1-1-1 0 0,-1 1 1 0 0,1 0 0 0 0,-1 0 0 0 0,0 0-1 0 0,0 0 1 0 0,2 2 0 0 0,5 8 216 0 0,0-1 0 0 0,-1 1 0 0 0,12 24 1 0 0,-19-33-227 0 0,19 38 113 0 0,-13-24-921 0 0,1-1 1 0 0,12 19-1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5:56.09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81 2761 0 0,'7'8'8564'0'0,"5"11"-7296"0"0,2 12-170 0 0,-1 0 0 0 0,11 46 0 0 0,-14-44-924 0 0,1 0 0 0 0,16 32 0 0 0,-27-65-179 0 0,0 0 0 0 0,0 0-1 0 0,0 0 1 0 0,0 0 0 0 0,0 1 0 0 0,0-1 0 0 0,0 0 0 0 0,0 0 0 0 0,0 0-1 0 0,0 0 1 0 0,0 0 0 0 0,0 0 0 0 0,1 1 0 0 0,-1-1 0 0 0,0 0 0 0 0,0 0 0 0 0,0 0-1 0 0,0 0 1 0 0,0 0 0 0 0,0 0 0 0 0,0 0 0 0 0,1 0 0 0 0,-1 0 0 0 0,0 1-1 0 0,0-1 1 0 0,0 0 0 0 0,0 0 0 0 0,0 0 0 0 0,1 0 0 0 0,-1 0 0 0 0,0 0-1 0 0,0 0 1 0 0,0 0 0 0 0,0 0 0 0 0,0 0 0 0 0,1 0 0 0 0,-1 0 0 0 0,0 0 0 0 0,0 0-1 0 0,0 0 1 0 0,0 0 0 0 0,0 0 0 0 0,1 0 0 0 0,-1-1 0 0 0,0 1 0 0 0,0 0-1 0 0,0 0 1 0 0,0 0 0 0 0,0 0 0 0 0,0 0 0 0 0,1 0 0 0 0,-1 0 0 0 0,0 0-1 0 0,0 0 1 0 0,0-1 0 0 0,0 1 0 0 0,0 0 0 0 0,7-14-211 0 0,3-26-250 0 0,-9 34 271 0 0,2-3 110 0 0,6-32-246 0 0,30-77 1 0 0,-35 107 414 0 0,2 0 0 0 0,-1 0-1 0 0,2 0 1 0 0,-1 0 0 0 0,1 1 0 0 0,1 0 0 0 0,0 1 0 0 0,0 0-1 0 0,1 0 1 0 0,0 1 0 0 0,14-10 0 0 0,-22 17-5 0 0,1 0 0 0 0,-1 0 0 0 0,1 0 0 0 0,-1 0 0 0 0,1 0 0 0 0,0 1-1 0 0,0-1 1 0 0,-1 1 0 0 0,1-1 0 0 0,0 1 0 0 0,0-1 0 0 0,0 1 0 0 0,-1 0 0 0 0,1 0 0 0 0,0 0 0 0 0,0 0 0 0 0,0 1 0 0 0,0-1 0 0 0,-1 0 0 0 0,1 1-1 0 0,0-1 1 0 0,2 2 0 0 0,-1-1 29 0 0,1 2-1 0 0,-1-1 0 0 0,0 0 0 0 0,0 0 0 0 0,0 1 0 0 0,0 0 1 0 0,0-1-1 0 0,-1 1 0 0 0,1 0 0 0 0,1 4 0 0 0,5 7 8 0 0,-2-1-1 0 0,1 2 1 0 0,-2-1 0 0 0,6 18-1 0 0,-7-10-419 0 0,-4-16 182 0 0,1 0-1 0 0,-1-1 1 0 0,1 1-1 0 0,0-1 1 0 0,0 1-1 0 0,6 8 1 0 0,-8-13 122 0 0,0-1 0 0 0,0 0 1 0 0,0 0-1 0 0,0 0 0 0 0,1 1 0 0 0,-1-1 1 0 0,0 0-1 0 0,0 0 0 0 0,0 0 0 0 0,1 0 1 0 0,-1 1-1 0 0,0-1 0 0 0,0 0 1 0 0,0 0-1 0 0,1 0 0 0 0,-1 0 0 0 0,0 0 1 0 0,0 0-1 0 0,1 0 0 0 0,-1 0 0 0 0,0 0 1 0 0,0 0-1 0 0,1 0 0 0 0,-1 0 0 0 0,0 0 1 0 0,0 0-1 0 0,1 0 0 0 0,-1 0 0 0 0,0 0 1 0 0,0 0-1 0 0,0 0 0 0 0,1 0 1 0 0,-1 0-1 0 0,0 0 0 0 0,0 0 0 0 0,1 0 1 0 0,-1-1-1 0 0,9-9-65 0 0,1-13-72 0 0,-6 8 62 0 0,5-12-121 0 0,15-30-1 0 0,-21 50 256 0 0,0 0-1 0 0,1 0 1 0 0,0 1 0 0 0,1 0-1 0 0,0 0 1 0 0,0 0-1 0 0,0 0 1 0 0,0 1 0 0 0,10-8-1 0 0,-14 12-3 0 0,0 0 0 0 0,1 0-1 0 0,-1 1 1 0 0,1-1 0 0 0,-1 0 0 0 0,1 1-1 0 0,0-1 1 0 0,-1 1 0 0 0,1-1-1 0 0,0 1 1 0 0,-1 0 0 0 0,1 0 0 0 0,0-1-1 0 0,-1 1 1 0 0,1 0 0 0 0,0 1 0 0 0,-1-1-1 0 0,1 0 1 0 0,0 0 0 0 0,-1 1 0 0 0,1-1-1 0 0,0 1 1 0 0,-1 0 0 0 0,1-1 0 0 0,-1 1-1 0 0,1 0 1 0 0,-1 0 0 0 0,1 0-1 0 0,-1 0 1 0 0,0 0 0 0 0,1 0 0 0 0,-1 0-1 0 0,0 0 1 0 0,0 1 0 0 0,0-1 0 0 0,0 0-1 0 0,0 1 1 0 0,0-1 0 0 0,1 4 0 0 0,5 6 306 0 0,-1 1 0 0 0,0 1 0 0 0,7 24 1 0 0,-8-25-394 0 0,-3-4-128 0 0,1-1-1 0 0,0 1 1 0 0,1-1-1 0 0,0 0 1 0 0,0 0-1 0 0,0 0 1 0 0,1 0-1 0 0,0-1 1 0 0,6 6-1 0 0,1-4-478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5:56.80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5289 8 10594 0 0,'0'-1'165'0'0,"1"0"0"0"0,-1 1-1 0 0,1-1 1 0 0,-1 1 0 0 0,1-1 0 0 0,0 1-1 0 0,0-1 1 0 0,-1 1 0 0 0,1 0 0 0 0,0-1-1 0 0,0 1 1 0 0,-1 0 0 0 0,1-1 0 0 0,0 1-1 0 0,0 0 1 0 0,0 0 0 0 0,-1 0 0 0 0,1 0-1 0 0,0 0 1 0 0,0 0 0 0 0,0 0 0 0 0,0 0-1 0 0,-1 0 1 0 0,1 0 0 0 0,0 0 0 0 0,1 1-1 0 0,0 0 83 0 0,0 0 0 0 0,-1 0-1 0 0,1 0 1 0 0,0 0 0 0 0,-1 1-1 0 0,1-1 1 0 0,0 0-1 0 0,-1 1 1 0 0,0-1 0 0 0,3 4-1 0 0,2 5 350 0 0,0 0 0 0 0,-1 0 0 0 0,5 12 0 0 0,-8-17-372 0 0,20 50 52 0 0,-2 2 0 0 0,20 89 0 0 0,7 122 836 0 0,11 45-426 0 0,-35-220-806 0 0,10 47-796 0 0,80 211-1 0 0,-97-317 603 0 0,-11-26 351 0 0,-1 1 1 0 0,0-1 0 0 0,0 1-1 0 0,-1 0 1 0 0,3 14-1 0 0,-6-22-6 0 0,0 0-1 0 0,0 1 1 0 0,0-1-1 0 0,0 0 1 0 0,0 0-1 0 0,-1 0 0 0 0,1 0 1 0 0,0 0-1 0 0,-1 0 1 0 0,1 0-1 0 0,-1 0 1 0 0,0 0-1 0 0,1 0 1 0 0,-1 0-1 0 0,0 0 1 0 0,1 0-1 0 0,-1 0 1 0 0,0 0-1 0 0,0-1 1 0 0,0 1-1 0 0,0 0 1 0 0,0 0-1 0 0,1-1 1 0 0,-1 1-1 0 0,-1-1 1 0 0,1 1-1 0 0,-2 0 1 0 0,-36 12 402 0 0,27-10-302 0 0,-254 83 669 0 0,61-23-703 0 0,-190 50 97 0 0,-479 46-470 0 0,475-94-67 0 0,-643 54 215 0 0,-149-125-448 0 0,1114 0 614 0 0,-107-7 134 0 0,-273-56 0 0 0,249 18 105 0 0,-111-25-548 0 0,277 70-930 0 0,14 3-2551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5:57.20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54 154 10594 0 0,'-3'-37'994'0'0,"2"22"-501"0"0,0 0 0 0 0,-1 0 0 0 0,-1 0 0 0 0,0 0 0 0 0,-8-21 0 0 0,11 35-424 0 0,-2-2 1604 0 0,2 2-1604 0 0,0 1 1 0 0,0 0 0 0 0,0 0-1 0 0,-1 0 1 0 0,1 0 0 0 0,0 0-1 0 0,0 0 1 0 0,0 0 0 0 0,0 0-1 0 0,-1 0 1 0 0,1 0 0 0 0,0 0-1 0 0,0 0 1 0 0,0 0 0 0 0,-1 0-1 0 0,1 0 1 0 0,0 0 0 0 0,0 0-1 0 0,0 0 1 0 0,0 0 0 0 0,-1 0 0 0 0,1 0-1 0 0,-1 1 349 0 0,1-1-348 0 0,-7 14 1335 0 0,0 21-500 0 0,1 23-616 0 0,4 113 0 0 0,20 59 109 0 0,-14-189-385 0 0,145 933-437 0 0,-137-911 116 0 0,-2 0 1 0 0,-3 0 0 0 0,-3 1-1 0 0,-5 88 1 0 0,-1-118-772 0 0,2-29 166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5:57.88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0 329 5529 0 0,'11'-7'5013'0'0,"6"-1"-4063"0"0,34-15-1 0 0,-13 16-478 0 0,-1 0 1 0 0,1 3-1 0 0,0 1 0 0 0,76 4 0 0 0,39-3-187 0 0,487-81 933 0 0,-344 56-758 0 0,3 24-347 0 0,-209 3-89 0 0,-52 0 13 0 0,374-11 46 0 0,153-29 248 0 0,-238 41 1040 0 0,-15 0-900 0 0,162-50-406 0 0,-368 38 126 0 0,148 4-1 0 0,69-6 2170 0 0,-249 4-2042 0 0,78-8-151 0 0,-129 16-100 0 0,0 1-1 0 0,0 1 0 0 0,0 2 0 0 0,38 7 1 0 0,57 12 425 0 0,15 3-1516 0 0,-121-22 492 0 0,-3-4-3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6:05.60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247 74 6449 0 0,'4'-73'12175'0'0,"-10"103"-8582"0"0,-1-3-3293 0 0,-107 585 396 0 0,4-170-696 0 0,110-440-169 0 0,-8 25 403 0 0,2-16-3264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6:06.00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40 920 0 0,'-1'-12'-520'0'0,"5"-5"3487"0"0,-3 17-2770 0 0,4-8 3151 0 0,-5 8-3151 0 0,1-1 0 0 0,-1 1 0 0 0,1 0 0 0 0,-1 0 0 0 0,1-1 0 0 0,-1 1 0 0 0,1 0 0 0 0,-1 0 0 0 0,1 0 0 0 0,-1 0 0 0 0,1 0 0 0 0,-1 0 0 0 0,1-1 0 0 0,-1 2 0 0 0,1-1 0 0 0,0 0 0 0 0,-1 0 0 0 0,1 0 0 0 0,6 5 3152 0 0,-6-5-3152 0 0,-1 1 0 0 0,0-1 0 0 0,0 1 0 0 0,1 0 0 0 0,84 131 5451 0 0,-24-33-4747 0 0,162 230 70 0 0,-217-319-990 0 0,28 46-768 0 0,-33-53 645 0 0,0-1 0 0 0,0 1 0 0 0,0 0 0 0 0,0-1 0 0 0,0 1 0 0 0,0 0 1 0 0,-1-1-1 0 0,1 1 0 0 0,-1 0 0 0 0,0 0 0 0 0,0 0 0 0 0,0 0 0 0 0,0-1 0 0 0,0 1 0 0 0,-1 0 0 0 0,1 0 1 0 0,-1 0-1 0 0,-2 4 0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6:06.2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3 142 8754 0 0,'-2'-1'757'0'0,"2"1"-723"0"0,0 0 1 0 0,0 0-1 0 0,0-1 0 0 0,0 1 1 0 0,0 0-1 0 0,0 0 1 0 0,0 0-1 0 0,0 0 0 0 0,0 0 1 0 0,0 0-1 0 0,0 0 1 0 0,0 0-1 0 0,1-2 792 0 0,-1 2-792 0 0,0 0 1 0 0,0 0-1 0 0,0 0 0 0 0,0 0 1 0 0,9-10 1639 0 0,13-9 523 0 0,-22 19-2042 0 0,19-15 1238 0 0,0 1 0 0 0,1 0 0 0 0,0 2 1 0 0,33-15-1 0 0,-39 21-1594 0 0,0 1-1 0 0,0 1 1 0 0,18-4 0 0 0,-21 7-1120 0 0,1-1 0 0 0,0 1-1 0 0,-1 1 1 0 0,20 2-1 0 0,-4 1-4940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6:06.71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 53 8754 0 0,'-16'-6'8364'0'0,"29"-6"-5574"0"0,-8 8-3310 0 0,0 0 577 0 0,0 1-1 0 0,0 0 1 0 0,1 0 0 0 0,-1 0 0 0 0,1 0-1 0 0,-1 1 1 0 0,1 0 0 0 0,0 0-1 0 0,0 0 1 0 0,0 1 0 0 0,0 0-1 0 0,0 0 1 0 0,0 1 0 0 0,8 0-1 0 0,4 1-1001 0 0,0 1-1 0 0,0 1 1 0 0,23 6-1 0 0,-5-1-1339 0 0,-20-5 2237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6:06.92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0 118 8290 0 0,'65'-28'6807'0'0,"0"2"-2946"0"0,-30 11-3710 0 0,1 1 1 0 0,75-18-1 0 0,-88 29-1303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6:07.3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7 209 8290 0 0,'-2'-9'480'0'0,"0"1"1"0"0,1 0 0 0 0,0-1-1 0 0,1 1 1 0 0,0 0 0 0 0,0-1-1 0 0,1 1 1 0 0,0-1-1 0 0,1 1 1 0 0,-1 0 0 0 0,1 0-1 0 0,1 0 1 0 0,0 0 0 0 0,0 0-1 0 0,8-14 1 0 0,-8 17-121 0 0,1 0 0 0 0,-1 0 0 0 0,0 0 0 0 0,1 1 0 0 0,0-1 0 0 0,0 1 0 0 0,0 0 1 0 0,1 1-1 0 0,0-1 0 0 0,8-5 0 0 0,-9 8-280 0 0,-1-1 1 0 0,1 0-1 0 0,0 1 0 0 0,-1 0 1 0 0,1 0-1 0 0,0 0 0 0 0,0 1 1 0 0,0-1-1 0 0,0 1 1 0 0,0 0-1 0 0,0 0 0 0 0,0 0 1 0 0,0 1-1 0 0,0-1 0 0 0,0 1 1 0 0,7 2-1 0 0,-6 0-74 0 0,0-1 1 0 0,0 1-1 0 0,0 0 0 0 0,-1 0 0 0 0,1 1 0 0 0,-1-1 1 0 0,0 1-1 0 0,0 0 0 0 0,0 0 0 0 0,-1 0 0 0 0,1 1 1 0 0,-1-1-1 0 0,0 1 0 0 0,0 0 0 0 0,-1 0 1 0 0,1 0-1 0 0,2 7 0 0 0,1 6 10 0 0,0 0 1 0 0,-1 0-1 0 0,4 35 1 0 0,-6-22-34 0 0,-2-1 0 0 0,-1 0 0 0 0,-1 1 1 0 0,-10 59-1 0 0,-40 116-105 0 0,38-159 109 0 0,0 14-511 0 0,13-20-6428 0 0,2-27 1004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6:07.5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9218 0 0,'0'15'2800'0'0,"1"0"-1"0"0,7 28 1 0 0,24 66 2180 0 0,-30-104-4804 0 0,1 6-105 0 0,1-1-1 0 0,0 0 1 0 0,7 12 0 0 0,-8-17-314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6:08.4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271 144 8290 0 0,'-29'-2'1085'0'0,"0"1"1"0"0,0 2-1 0 0,1 0 1 0 0,-1 2 0 0 0,-36 9-1 0 0,64-12-1062 0 0,0 0 1 0 0,-1 0-1 0 0,1 1 0 0 0,0-1 0 0 0,0 0 1 0 0,0 1-1 0 0,0-1 0 0 0,0 1 0 0 0,0-1 0 0 0,-1 1 1 0 0,1 0-1 0 0,0-1 0 0 0,1 1 0 0 0,-1 0 1 0 0,0 0-1 0 0,0 0 0 0 0,0 0 0 0 0,0-1 0 0 0,0 3 1 0 0,1-3-16 0 0,0 1 1 0 0,0-1-1 0 0,0 1 0 0 0,0 0 1 0 0,0-1-1 0 0,0 1 1 0 0,0 0-1 0 0,0-1 1 0 0,1 1-1 0 0,-1-1 0 0 0,0 1 1 0 0,0-1-1 0 0,1 1 1 0 0,-1 0-1 0 0,0-1 1 0 0,1 1-1 0 0,-1-1 0 0 0,1 1 1 0 0,-1-1-1 0 0,1 0 1 0 0,-1 1-1 0 0,1-1 1 0 0,-1 1-1 0 0,1-1 0 0 0,0 1 1 0 0,3 1-13 0 0,1 1 0 0 0,0 0 0 0 0,-1-1 0 0 0,1 0 0 0 0,0 0 0 0 0,0-1 0 0 0,6 2 0 0 0,5-1-16 0 0,0-1-1 0 0,0 0 0 0 0,0-1 1 0 0,1-1-1 0 0,19-3 1 0 0,81-22 253 0 0,-20 3 5 0 0,159-7 138 0 0,-70 10-290 0 0,346-41 38 0 0,-321 39-24 0 0,16 3 281 0 0,422 19 1 0 0,-577 5-182 0 0,90 18 0 0 0,-140-19-184 0 0,0 1 0 0 0,-1 1-1 0 0,0 1 1 0 0,0 1 0 0 0,-1 1-1 0 0,0 1 1 0 0,0 1 0 0 0,27 20-1 0 0,-42-27 130 0 0,0 1 0 0 0,0 0 0 0 0,-1 0-1 0 0,0 0 1 0 0,0 1 0 0 0,0-1 0 0 0,-1 1 0 0 0,0 0 0 0 0,0 0-1 0 0,0 1 1 0 0,-1-1 0 0 0,4 12 0 0 0,-1 8 430 0 0,-1-1 0 0 0,1 29 0 0 0,1 6-499 0 0,17 88 157 0 0,55 451-138 0 0,-67-469-44 0 0,5-1 1 0 0,37 145-1 0 0,-41-224 64 0 0,-1 0-1 0 0,-2 1 1 0 0,-3 0-1 0 0,-2 0 1 0 0,-4 76-1 0 0,-2-103-40 0 0,-1 1 1 0 0,-1-1-1 0 0,-1 0 0 0 0,-2 0 1 0 0,-15 39-1 0 0,15-48-54 0 0,-1 0 0 0 0,-1 0 0 0 0,0 0 0 0 0,0-1 1 0 0,-2-1-1 0 0,0 0 0 0 0,0 0 0 0 0,-1-1 0 0 0,-15 12 0 0 0,12-13-15 0 0,0-1 0 0 0,-1 0 1 0 0,0-2-1 0 0,-1 1 0 0 0,0-2 0 0 0,0 0 0 0 0,-20 4 1 0 0,-132 23 62 0 0,65-17-50 0 0,-1173 184-2000 0 0,1007-172 1360 0 0,100-8 314 0 0,-185-2-1 0 0,303-19 134 0 0,-1-3 1 0 0,1-2-1 0 0,0-3 0 0 0,1-1 1 0 0,0-3-1 0 0,0-2 0 0 0,-90-39 1 0 0,104 34-1299 0 0,3-2-4775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6:08.81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62 185 1376 0 0,'-4'-45'1725'0'0,"3"28"-497"0"0,0 1 1 0 0,-1 0 0 0 0,-1 0 0 0 0,-1 0-1 0 0,-10-28 1 0 0,14 43-1084 0 0,0 0 1 0 0,0 0-1 0 0,0 1 0 0 0,-1-1 1 0 0,1 0-1 0 0,0 1 0 0 0,0-1 1 0 0,-1 0-1 0 0,1 1 1 0 0,-1-1-1 0 0,1 1 0 0 0,-1-1 1 0 0,1 1-1 0 0,-1-1 0 0 0,1 1 1 0 0,-1-1-1 0 0,1 1 1 0 0,-1-1-1 0 0,1 1 0 0 0,-1 0 1 0 0,0-1-1 0 0,1 1 0 0 0,-1 0 1 0 0,0-1-1 0 0,-1 1 1 0 0,2 0 27 0 0,-1 1 0 0 0,0-1 1 0 0,1 0-1 0 0,-1 1 1 0 0,1-1-1 0 0,-1 1 1 0 0,1-1-1 0 0,-1 1 0 0 0,1 0 1 0 0,-1-1-1 0 0,1 1 1 0 0,-1-1-1 0 0,1 1 1 0 0,-1 0-1 0 0,1-1 1 0 0,0 1-1 0 0,0 0 0 0 0,-1 0 1 0 0,1 0-1 0 0,-9 40 2365 0 0,7 250-444 0 0,5-140-1984 0 0,-3-143-107 0 0,11 511 114 0 0,-2-403-110 0 0,5-1 1 0 0,41 165-1 0 0,-23-159-162 0 0,30 228 0 0 0,-62-337-526 0 0,2 0-1 0 0,0 0 1 0 0,6 23 0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6:11.85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290 16 6913 0 0,'-6'-14'10555'0'0,"3"13"-10435"0"0,-1 1 1 0 0,1-1 0 0 0,-1 1 0 0 0,1 0 0 0 0,-1 0-1 0 0,1 0 1 0 0,-1 1 0 0 0,0-1 0 0 0,1 1-1 0 0,-1 0 1 0 0,1 0 0 0 0,0 0 0 0 0,-1 0-1 0 0,1 1 1 0 0,0-1 0 0 0,0 1 0 0 0,-1 0-1 0 0,1 0 1 0 0,-3 3 0 0 0,-15 12 9 0 0,2 0-1 0 0,0 2 1 0 0,1 0 0 0 0,1 1-1 0 0,1 1 1 0 0,0 0 0 0 0,2 1-1 0 0,0 1 1 0 0,2 0 0 0 0,1 1-1 0 0,0 0 1 0 0,-10 40 0 0 0,20-62-126 0 0,0 0-1 0 0,1 0 1 0 0,-1 1 0 0 0,1-1 0 0 0,0 0 0 0 0,-1 0 0 0 0,1 0 0 0 0,0 0 0 0 0,0 0 0 0 0,0 1-1 0 0,1-1 1 0 0,-1 0 0 0 0,0 0 0 0 0,1 0 0 0 0,0 0 0 0 0,-1 0 0 0 0,1 0 0 0 0,0 0 0 0 0,0 0-1 0 0,0 0 1 0 0,0 0 0 0 0,0 0 0 0 0,2 1 0 0 0,0-1-32 0 0,0 0-1 0 0,0 0 1 0 0,0 0 0 0 0,0-1-1 0 0,0 1 1 0 0,0-1-1 0 0,0 0 1 0 0,0 0 0 0 0,0 0-1 0 0,1 0 1 0 0,-1-1 0 0 0,0 1-1 0 0,1-1 1 0 0,4 0 0 0 0,10 0-183 0 0,-1 0 0 0 0,1-1 0 0 0,-1-1 0 0 0,0-1 0 0 0,1-1 1 0 0,-1 0-1 0 0,16-7 0 0 0,-6 0-230 0 0,0-1 0 0 0,-2-1-1 0 0,36-25 1 0 0,-68 47 608 0 0,0 0 0 0 0,1 0 0 0 0,0 0 0 0 0,1 0 0 0 0,0 1 0 0 0,1 0 0 0 0,-5 15 0 0 0,2-10-21 0 0,-12 30 331 0 0,2 0 0 0 0,-16 65 1 0 0,30-96-365 0 0,0-1 0 0 0,1 1 1 0 0,1 0-1 0 0,0 0 0 0 0,1 0 1 0 0,0 0-1 0 0,1 0 0 0 0,1-1 0 0 0,0 1 1 0 0,1 0-1 0 0,0-1 0 0 0,1 1 0 0 0,6 13 1 0 0,-8-24-109 0 0,-1 0 1 0 0,1 0 0 0 0,0 0-1 0 0,0 0 1 0 0,0 0 0 0 0,0-1-1 0 0,0 1 1 0 0,1-1 0 0 0,-1 1-1 0 0,1-1 1 0 0,-1 0 0 0 0,1 0-1 0 0,0 0 1 0 0,0 0-1 0 0,0-1 1 0 0,0 1 0 0 0,0-1-1 0 0,1 0 1 0 0,-1 0 0 0 0,0 0-1 0 0,1 0 1 0 0,-1 0 0 0 0,0-1-1 0 0,1 0 1 0 0,4 1 0 0 0,40-7-1421 0 0,-2-9-4273 0 0,-13 3-903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6:12.10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24 68 11522 0 0,'-23'1'6502'0'0,"31"-11"-3834"0"0,-8 10-2636 0 0,11-10 722 0 0,1 0 0 0 0,22-14 1 0 0,-31 22-981 0 0,1 0 1 0 0,-1 0 0 0 0,1 0 0 0 0,-1 1-1 0 0,1-1 1 0 0,0 1 0 0 0,-1 0 0 0 0,1 1-1 0 0,0-1 1 0 0,0 0 0 0 0,0 1 0 0 0,0 0-1 0 0,0 0 1 0 0,0 0 0 0 0,-1 1 0 0 0,6 0-1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6:12.27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 34 10594 0 0,'-5'3'-488'0'0,"-19"18"6984"0"0,24-21-6434 0 0,17 0 2253 0 0,-1-4-2221 0 0,-1 0 1 0 0,1-1 0 0 0,-1 0-1 0 0,28-15 1 0 0,-27 12-1376 0 0,8-3-5312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6:12.62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27 110 3681 0 0,'-17'-9'374'0'0,"16"8"-78"0"0,1 0-1 0 0,-1 0 0 0 0,0 1 0 0 0,0-1 0 0 0,0 0 0 0 0,1 0 1 0 0,-1 0-1 0 0,0 0 0 0 0,1 0 0 0 0,-1-1 0 0 0,1 1 1 0 0,0 0-1 0 0,-1 0 0 0 0,1 0 0 0 0,0 0 0 0 0,-1-2 1 0 0,1 0 98 0 0,1 1 0 0 0,-1-1 0 0 0,0 1 1 0 0,1 0-1 0 0,0-1 0 0 0,-1 1 0 0 0,1 0 1 0 0,0-1-1 0 0,0 1 0 0 0,0 0 1 0 0,1 0-1 0 0,-1 0 0 0 0,0 0 0 0 0,1 0 1 0 0,2-3-1 0 0,0 1-70 0 0,-1 0 0 0 0,1 1 0 0 0,-1-1 1 0 0,1 1-1 0 0,1 0 0 0 0,-1 0 0 0 0,0 0 0 0 0,0 0 0 0 0,1 1 0 0 0,0 0 1 0 0,-1 0-1 0 0,1 0 0 0 0,0 1 0 0 0,9-2 0 0 0,-11 2-272 0 0,-1 1 1 0 0,1 0-1 0 0,0 0 0 0 0,0 1 0 0 0,0-1 0 0 0,0 0 1 0 0,0 1-1 0 0,-1 0 0 0 0,1 0 0 0 0,0 0 1 0 0,-1 0-1 0 0,1 0 0 0 0,0 0 0 0 0,-1 1 0 0 0,0-1 1 0 0,1 1-1 0 0,-1 0 0 0 0,0 0 0 0 0,0-1 0 0 0,0 2 1 0 0,0-1-1 0 0,0 0 0 0 0,0 0 0 0 0,0 0 0 0 0,-1 1 1 0 0,1-1-1 0 0,1 5 0 0 0,2 5 29 0 0,0 0-1 0 0,-1 1 1 0 0,-1 0-1 0 0,0 0 1 0 0,0 0 0 0 0,-1 0-1 0 0,-1 0 1 0 0,0 1 0 0 0,-1-1-1 0 0,-2 16 1 0 0,-3 21-77 0 0,-15 62 1 0 0,20-111-2 0 0,-20 84 49 0 0,10-49 29 0 0,2 1-1 0 0,1 0 1 0 0,2 0 0 0 0,-1 72 0 0 0,6-103-91 0 0,1 0 1 0 0,0 0-1 0 0,0 0 1 0 0,0 0-1 0 0,1 0 1 0 0,0-1-1 0 0,0 1 1 0 0,0 0-1 0 0,1-1 1 0 0,0 1-1 0 0,0-1 1 0 0,0 0-1 0 0,6 6 1 0 0,21 18-6822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6:12.78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 0 18292 0 0,'0'3'400'0'0,"0"3"80"0"0,0-1 24 0 0,0 1 8 0 0,0-1-408 0 0,0-3-104 0 0,-2 4 0 0 0,2 3 0 0 0,-1 2 544 0 0,-2 5 81 0 0,1-3 15 0 0,1-2 8 0 0,1-3-536 0 0,0-4-112 0 0,0-3 0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6:13.71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12 140 8754 0 0,'0'-1'53'0'0,"-1"1"-1"0"0,0 0 1 0 0,1 0-1 0 0,-1-1 1 0 0,1 1 0 0 0,-1 0-1 0 0,0-1 1 0 0,1 1 0 0 0,-1 0-1 0 0,1-1 1 0 0,-1 1-1 0 0,1-1 1 0 0,0 1 0 0 0,-1-1-1 0 0,1 1 1 0 0,-1-1 0 0 0,1 0-1 0 0,0 1 1 0 0,-1-1-1 0 0,1 1 1 0 0,0-1 0 0 0,0 0-1 0 0,-1 1 1 0 0,1-1 0 0 0,0 0-1 0 0,0 1 1 0 0,0-1 0 0 0,0 0-1 0 0,0 1 1 0 0,0-1-1 0 0,0 0 1 0 0,0 1 0 0 0,0-1-1 0 0,0 1 1 0 0,1-1 0 0 0,-1 0-1 0 0,0 1 1 0 0,0-1-1 0 0,0 0 1 0 0,1 0 0 0 0,0 0-20 0 0,0-1 1 0 0,-1 1 0 0 0,1-1-1 0 0,0 1 1 0 0,0 0 0 0 0,0 0-1 0 0,0 0 1 0 0,0-1-1 0 0,0 1 1 0 0,0 0 0 0 0,1 0-1 0 0,-1 0 1 0 0,0 1 0 0 0,1-1-1 0 0,-1 0 1 0 0,0 0-1 0 0,4 0 1 0 0,15-3 153 0 0,0 2-1 0 0,0 0 1 0 0,0 1 0 0 0,32 4-1 0 0,24-2 299 0 0,417-45 2362 0 0,77-3-1116 0 0,347 87-553 0 0,-302-1-1081 0 0,-595-39-102 0 0,352 4 522 0 0,-370-4-513 0 0,1-1 1 0 0,-1 1-1 0 0,0 0 0 0 0,1 0 0 0 0,-1 0 0 0 0,0 1 1 0 0,1-1-1 0 0,-1 0 0 0 0,0 1 0 0 0,1 0 1 0 0,-1-1-1 0 0,0 1 0 0 0,0 0 0 0 0,0 0 0 0 0,0 0 1 0 0,4 3-1 0 0,-6-3-89 0 0,1 1 0 0 0,-1-1 0 0 0,1 0 0 0 0,-1 1 0 0 0,0-1 0 0 0,1 0 0 0 0,-1 1 0 0 0,0-1 0 0 0,0 1 0 0 0,0-1 0 0 0,0 0 0 0 0,0 1 0 0 0,0-1 0 0 0,-1 1 0 0 0,1-1 0 0 0,0 0 0 0 0,-1 1 0 0 0,1-1 0 0 0,-1 0 0 0 0,1 0 0 0 0,-1 1 0 0 0,0-1 0 0 0,1 0 0 0 0,-1 0 1 0 0,0 0-1 0 0,0 0 0 0 0,0 0 0 0 0,-2 2 0 0 0,-19 27-1545 0 0,12-18 1766 0 0,0 1 0 0 0,2 0 1 0 0,-9 17-1 0 0,14-25 148 0 0,1 1-1 0 0,0 0 1 0 0,0 0-1 0 0,1 0 1 0 0,-1 0 0 0 0,1 0-1 0 0,1 0 1 0 0,-1 0 0 0 0,1 1-1 0 0,0-1 1 0 0,2 11 0 0 0,14 63 1038 0 0,51 147-1 0 0,-51-181-1097 0 0,-2-2-95 0 0,151 505 638 0 0,-142-447-693 0 0,-3 1 0 0 0,-6 0-1 0 0,3 156 1 0 0,-27-18 166 0 0,5-190-75 0 0,-3 0 1 0 0,-25 85-1 0 0,24-108-95 0 0,-1-1 0 0 0,-1 0 0 0 0,-2-1 0 0 0,0-1 0 0 0,-2 0 0 0 0,-19 25 0 0 0,19-32-45 0 0,0 0 0 0 0,-1-2-1 0 0,-1 0 1 0 0,0-1 0 0 0,-1 0-1 0 0,-1-2 1 0 0,0 0 0 0 0,-34 16-1 0 0,7-8-6 0 0,-2-3 0 0 0,0-2-1 0 0,0-1 1 0 0,-2-3 0 0 0,-89 10 0 0 0,-258-4 44 0 0,324-18-87 0 0,-428-12-1639 0 0,402 7 1521 0 0,-225-27-376 0 0,112 9-437 0 0,-166-34-3523 0 0,332 49 2801 0 0,13 2-3998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6:14.13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93 70 1376 0 0,'-4'-3'51'0'0,"0"-1"-1"0"0,0 1 0 0 0,0-1 0 0 0,1 0 1 0 0,-1 0-1 0 0,-30-43 15294 0 0,26 74-13571 0 0,-2 25-1037 0 0,2 0 1 0 0,-2 102-1 0 0,19 108-600 0 0,-8-261-133 0 0,25 306 89 0 0,-4-58-5 0 0,1 33 47 0 0,13 228 497 0 0,-36-492-719 0 0,4 40-250 0 0,-3-55 299 0 0,-1 0 0 0 0,1 1 0 0 0,0-1 1 0 0,0 0-1 0 0,0 0 0 0 0,0 0 0 0 0,0 0 0 0 0,1 0 0 0 0,0 0 0 0 0,-1 0 0 0 0,1 0 0 0 0,0 0 0 0 0,4 4 1 0 0,4-1-115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6:19.6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54 192 7834 0 0,'-4'1'463'0'0,"0"0"1"0"0,-1 0-1 0 0,1 1 0 0 0,0-1 1 0 0,0 1-1 0 0,0 0 1 0 0,0 0-1 0 0,0 1 1 0 0,0-1-1 0 0,1 1 0 0 0,-7 5 1 0 0,11-7-422 0 0,-1-1 0 0 0,0 1 1 0 0,0-1-1 0 0,1 1 0 0 0,-1 0 1 0 0,0-1-1 0 0,1 1 0 0 0,-1-1 1 0 0,0 0-1 0 0,1 1 0 0 0,-1-1 1 0 0,1 1-1 0 0,-1-1 0 0 0,1 1 1 0 0,-1-1-1 0 0,1 0 0 0 0,-1 0 0 0 0,1 1 1 0 0,-1-1-1 0 0,1 0 0 0 0,-1 0 1 0 0,1 1-1 0 0,0-1 0 0 0,-1 0 1 0 0,1 0-1 0 0,-1 0 0 0 0,1 0 1 0 0,0 0-1 0 0,-1 0 0 0 0,1 0 1 0 0,-1 0-1 0 0,2 0 0 0 0,22 0 285 0 0,12-3 601 0 0,0-3 1 0 0,67-18-1 0 0,0-1 138 0 0,37-2-664 0 0,257-44 839 0 0,-263 52-2352 0 0,164-29-4771 0 0,-273 42 737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6:19.97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 57 5065 0 0,'0'-4'456'0'0,"0"-1"0"0"0,1 1 0 0 0,0-1 0 0 0,0 1 0 0 0,0-1 0 0 0,2-4 0 0 0,10-12 6873 0 0,-15 37-2823 0 0,-1 3-3891 0 0,-7 41 110 0 0,3 1-1 0 0,0 93 0 0 0,19 124-654 0 0,-8-225 60 0 0,17 193 34 0 0,-14-192-534 0 0,3-1 1 0 0,26 81-1 0 0,-27-110-632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6:26.40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35 203 5985 0 0,'-3'-2'317'0'0,"0"0"-1"0"0,1 0 1 0 0,-1 0-1 0 0,1-1 0 0 0,0 1 1 0 0,0 0-1 0 0,0-1 1 0 0,0 0-1 0 0,0 1 0 0 0,0-1 1 0 0,1 0-1 0 0,-1 0 1 0 0,1 0-1 0 0,0 0 0 0 0,0 0 1 0 0,0 0-1 0 0,0 0 1 0 0,0-1-1 0 0,1 1 0 0 0,-1 0 1 0 0,1 0-1 0 0,0-1 1 0 0,0 1-1 0 0,0 0 0 0 0,1-1 1 0 0,-1 1-1 0 0,1 0 1 0 0,0 0-1 0 0,0 0 1 0 0,0 0-1 0 0,0 0 0 0 0,0 0 1 0 0,1 0-1 0 0,-1 0 1 0 0,1 0-1 0 0,3-4 0 0 0,1-2-16 0 0,1 1-1 0 0,0 0 0 0 0,0 0 1 0 0,1 0-1 0 0,0 1 0 0 0,0 0 0 0 0,1 0 1 0 0,0 1-1 0 0,0 0 0 0 0,11-4 0 0 0,-18 9-287 0 0,0 0 0 0 0,0 0 0 0 0,0 0-1 0 0,0 0 1 0 0,0 1 0 0 0,0-1 0 0 0,0 1-1 0 0,0-1 1 0 0,0 1 0 0 0,0 0 0 0 0,1 0-1 0 0,-1 0 1 0 0,0 0 0 0 0,0 0 0 0 0,0 0-1 0 0,0 1 1 0 0,1-1 0 0 0,-1 1 0 0 0,0-1-1 0 0,0 1 1 0 0,3 2 0 0 0,-2-1-17 0 0,-1 0 0 0 0,1 0 1 0 0,-1 0-1 0 0,0 0 0 0 0,0 1 1 0 0,0-1-1 0 0,0 1 0 0 0,0 0 0 0 0,-1-1 1 0 0,1 1-1 0 0,-1 0 0 0 0,0 0 0 0 0,2 4 1 0 0,0 5-83 0 0,0 0 1 0 0,-1 0 0 0 0,0 1-1 0 0,-1-1 1 0 0,-1 1 0 0 0,-1 19-1 0 0,-3-3-119 0 0,-1 0 1 0 0,-11 32-1 0 0,9-38 617 0 0,1 0 0 0 0,1 0 0 0 0,1 0 0 0 0,-1 28 0 0 0,5-50-395 0 0,0 0 0 0 0,0 0 0 0 0,0 0 1 0 0,0 0-1 0 0,1 0 0 0 0,-1 0 0 0 0,0 0 0 0 0,1 0 0 0 0,-1 0 0 0 0,0 0 0 0 0,1 0 1 0 0,-1 0-1 0 0,1 0 0 0 0,-1 0 0 0 0,1 0 0 0 0,0-1 0 0 0,-1 1 0 0 0,1 0 1 0 0,0 0-1 0 0,0-1 0 0 0,-1 1 0 0 0,1-1 0 0 0,0 1 0 0 0,0 0 0 0 0,0-1 0 0 0,0 0 1 0 0,0 1-1 0 0,0-1 0 0 0,0 1 0 0 0,0-1 0 0 0,0 0 0 0 0,0 0 0 0 0,0 0 0 0 0,0 0 1 0 0,0 1-1 0 0,0-1 0 0 0,0-1 0 0 0,0 1 0 0 0,0 0 0 0 0,0 0 0 0 0,0 0 1 0 0,0 0-1 0 0,0-1 0 0 0,1 0 0 0 0,8-1-53 0 0,-1 0 0 0 0,0-1-1 0 0,14-7 1 0 0,-18 9 59 0 0,76-42-2232 0 0,-59 30-5130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6:27.00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 55 2761 0 0,'-15'13'16438'0'0,"16"-11"-16917"0"0,5 10 798 0 0,-1 1 1 0 0,-1-1-1 0 0,0 1 0 0 0,0 0 0 0 0,1 15 1 0 0,-3-18-312 0 0,-1 1 0 0 0,2-1 0 0 0,0 1 0 0 0,0-1 0 0 0,1 0 0 0 0,0 0 0 0 0,1 0 0 0 0,0-1 0 0 0,7 11 0 0 0,-8-28-256 0 0,-1 0 0 0 0,0-1 0 0 0,0 1-1 0 0,-1-1 1 0 0,2-9 0 0 0,-1 6 72 0 0,0 1 217 0 0,1 0 0 0 0,0 0 1 0 0,0 0-1 0 0,7-10 0 0 0,-8 16 48 0 0,-1 1 0 0 0,1 0 0 0 0,0 0 0 0 0,0 0 0 0 0,0 0-1 0 0,1 1 1 0 0,-1-1 0 0 0,1 1 0 0 0,0 0 0 0 0,0 0 0 0 0,0 0 0 0 0,6-2-1 0 0,-9 5-67 0 0,1-1-1 0 0,0 1 1 0 0,-1 0-1 0 0,1 0 1 0 0,0 0-1 0 0,-1 0 1 0 0,1 0-1 0 0,0 0 1 0 0,-1 1-1 0 0,1-1 1 0 0,0 1-1 0 0,-1-1 1 0 0,1 1-1 0 0,-1-1 1 0 0,1 1-1 0 0,-1 0 1 0 0,1 0-1 0 0,-1 0 1 0 0,1-1-1 0 0,-1 2 1 0 0,0-1-1 0 0,1 0 1 0 0,-1 0-1 0 0,0 0 1 0 0,2 3-1 0 0,31 39 624 0 0,-26-31-572 0 0,-5-8-72 0 0,0 0 1 0 0,0 0 0 0 0,-1 1 0 0 0,1-1-1 0 0,-1 1 1 0 0,0-1 0 0 0,0 1 0 0 0,0 0-1 0 0,-1 0 1 0 0,0 0 0 0 0,0 0 0 0 0,0 0 0 0 0,0 9-1 0 0,0-24-8 0 0,1 1-1 0 0,0-1 1 0 0,0 1 0 0 0,1 0-1 0 0,0 0 1 0 0,0 0-1 0 0,1 1 1 0 0,0-1 0 0 0,10-14-1 0 0,1 1-61 0 0,0 1 1 0 0,27-29-1 0 0,-39 47 111 0 0,-1 0 1 0 0,1 1 0 0 0,0-1-1 0 0,0 1 1 0 0,0-1-1 0 0,0 1 1 0 0,0 0-1 0 0,0 0 1 0 0,0 1-1 0 0,1-1 1 0 0,-1 0-1 0 0,1 1 1 0 0,-1 0-1 0 0,1 0 1 0 0,0 0 0 0 0,-1 1-1 0 0,1-1 1 0 0,5 0-1 0 0,-6 2-22 0 0,0 0 0 0 0,-1-1 0 0 0,1 1 0 0 0,0 0 0 0 0,-1 0 0 0 0,1 1 0 0 0,0-1 0 0 0,-1 1 0 0 0,0-1 0 0 0,1 1 0 0 0,-1 0 0 0 0,0-1-1 0 0,0 1 1 0 0,0 0 0 0 0,0 1 0 0 0,0-1 0 0 0,0 0 0 0 0,-1 1 0 0 0,1-1 0 0 0,-1 0 0 0 0,1 1 0 0 0,-1 0 0 0 0,0-1 0 0 0,1 5 0 0 0,24 71-4096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6:27.68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49 920 0 0,'12'-20'12687'0'0,"-10"20"-12385"0"0,9 7 3735 0 0,-2 7-3638 0 0,-4 1-294 0 0,-1 1 1 0 0,0 0-1 0 0,-1 0 0 0 0,1 22 0 0 0,-4-27-50 0 0,1 0 1 0 0,0 0-1 0 0,0 0 0 0 0,1-1 0 0 0,1 1 0 0 0,0 0 0 0 0,1-1 0 0 0,0 0 0 0 0,0 1 0 0 0,1-2 0 0 0,9 16 0 0 0,-13-24-60 0 0,-1-1 1 0 0,1 1-1 0 0,-1 0 0 0 0,1 0 0 0 0,0 0 0 0 0,-1-1 1 0 0,1 1-1 0 0,0 0 0 0 0,0-1 0 0 0,-1 1 1 0 0,1 0-1 0 0,0-1 0 0 0,0 1 0 0 0,0-1 0 0 0,0 0 1 0 0,0 1-1 0 0,0-1 0 0 0,0 0 0 0 0,0 1 0 0 0,0-1 1 0 0,0 0-1 0 0,0 0 0 0 0,0 0 0 0 0,0 0 1 0 0,0 0-1 0 0,0 0 0 0 0,0 0 0 0 0,0 0 0 0 0,1-1 1 0 0,0 0-21 0 0,0 0 0 0 0,0 0 0 0 0,0-1 0 0 0,-1 1 0 0 0,1-1 0 0 0,0 1 1 0 0,-1-1-1 0 0,0 0 0 0 0,1 0 0 0 0,-1 1 0 0 0,0-1 0 0 0,2-4 0 0 0,3-7-110 0 0,-1-1 0 0 0,0 0 0 0 0,3-14-1 0 0,-8 26 132 0 0,5-16-137 0 0,0-6 514 0 0,18-46 0 0 0,-20 64-211 0 0,-1 0 1 0 0,1 0-1 0 0,0 1 0 0 0,1-1 0 0 0,-1 1 1 0 0,1 0-1 0 0,0 0 0 0 0,0 0 0 0 0,0 1 1 0 0,1-1-1 0 0,0 1 0 0 0,0 0 0 0 0,6-3 1 0 0,-8 6-133 0 0,1 0 0 0 0,-1 0 1 0 0,0 0-1 0 0,0 1 0 0 0,1-1 1 0 0,-1 1-1 0 0,1 0 0 0 0,-1 0 1 0 0,0 0-1 0 0,1 1 0 0 0,-1-1 1 0 0,0 1-1 0 0,1 0 0 0 0,-1 0 1 0 0,0 0-1 0 0,0 0 0 0 0,0 1 1 0 0,0-1-1 0 0,0 1 0 0 0,0-1 1 0 0,0 1-1 0 0,0 0 0 0 0,4 5 1 0 0,7 4 115 0 0,-1 1 0 0 0,0 1 0 0 0,12 14 0 0 0,-2 6-146 0 0,-20-27 0 0 0,1 0 0 0 0,-1 0 0 0 0,1 0 0 0 0,1-1 0 0 0,-1 0 0 0 0,11 10 0 0 0,-14-15-2 0 0,0 0 1 0 0,1 1-1 0 0,-1-1 1 0 0,1 0-1 0 0,-1 0 1 0 0,1 0-1 0 0,-1 0 1 0 0,1 0-1 0 0,-1 0 1 0 0,1 0-1 0 0,-1 0 1 0 0,1 0-1 0 0,-1-1 0 0 0,0 1 1 0 0,1-1-1 0 0,-1 1 1 0 0,1-1-1 0 0,-1 0 1 0 0,0 1-1 0 0,0-1 1 0 0,1 0-1 0 0,-1 0 1 0 0,0 0-1 0 0,0 0 1 0 0,0 0-1 0 0,0 0 1 0 0,1-2-1 0 0,31-32-62 0 0,-32 34 61 0 0,29-42-155 0 0,-24 32 117 0 0,1 0-1 0 0,0 1 1 0 0,1 1-1 0 0,0-1 0 0 0,1 1 1 0 0,-1 0-1 0 0,18-12 1 0 0,-25 20-7 0 0,0 1 1 0 0,0-1 0 0 0,1 1-1 0 0,-1-1 1 0 0,0 1 0 0 0,1 0-1 0 0,-1 0 1 0 0,1-1 0 0 0,-1 1-1 0 0,0 0 1 0 0,1 0 0 0 0,-1 0-1 0 0,1 1 1 0 0,-1-1 0 0 0,0 0-1 0 0,1 0 1 0 0,-1 1 0 0 0,0-1-1 0 0,1 1 1 0 0,-1-1 0 0 0,0 1-1 0 0,0-1 1 0 0,1 1 0 0 0,-1 0-1 0 0,0 0 1 0 0,0 0 0 0 0,2 1-1 0 0,27 32-1592 0 0,-27-29 1193 0 0,6 7-581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6:28.8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235 1 7834 0 0,'-36'15'1063'0'0,"1"1"0"0"0,-42 28 1 0 0,-9 4 1946 0 0,128-48-1510 0 0,328-19-764 0 0,298-9 204 0 0,-115 14-566 0 0,352 0 294 0 0,-48 77-367 0 0,-705-47-289 0 0,64 10-2 0 0,-216-26-9 0 0,14 3 6 0 0,0-1 1 0 0,-1 2-1 0 0,17 6 1 0 0,-26-8 34 0 0,0-1 0 0 0,-1 1 0 0 0,1 0 0 0 0,-1 0 0 0 0,0 1 0 0 0,0-1 0 0 0,0 1 0 0 0,0 0 0 0 0,0 0 0 0 0,0 0 0 0 0,-1 0 0 0 0,1 0 0 0 0,-1 0 0 0 0,0 1-1 0 0,3 6 1 0 0,7 22 448 0 0,-2 2 0 0 0,-2-1 0 0 0,6 42 0 0 0,-4-20-442 0 0,40 234 291 0 0,-23-112-233 0 0,75 254 1 0 0,-28-218-104 0 0,20 62-13 0 0,-76-210 41 0 0,-2 0 0 0 0,8 87-1 0 0,-22-132 22 0 0,-1 0 1 0 0,-1-1-1 0 0,-1 1 0 0 0,0 0 0 0 0,-2 0 0 0 0,0-1 1 0 0,-1 1-1 0 0,-1-1 0 0 0,-1 0 0 0 0,-10 21 1 0 0,9-25-8 0 0,0-2 1 0 0,-1 1-1 0 0,-1-1 0 0 0,0 0 1 0 0,-1-1-1 0 0,0 0 1 0 0,-1-1-1 0 0,0 0 1 0 0,-1 0-1 0 0,0-1 1 0 0,-1-1-1 0 0,0 0 0 0 0,-19 10 1 0 0,9-9 16 0 0,0 0 1 0 0,0-2-1 0 0,-1 0 0 0 0,-33 5 1 0 0,-103 10 390 0 0,63-12-338 0 0,-142 26-91 0 0,-171 23-3 0 0,218-37-219 0 0,-205 23-273 0 0,-226 10 47 0 0,-222 69 343 0 0,790-115 71 0 0,-7 1-24 0 0,-176 28 366 0 0,189-34-565 0 0,-1-2 0 0 0,-90-6 0 0 0,130 2 27 0 0,0 0 0 0 0,0 0 0 0 0,0-1 0 0 0,0-1 0 0 0,0 0 0 0 0,1 0 0 0 0,-1-1 0 0 0,1 0 0 0 0,0-1 0 0 0,-13-8 0 0 0,1-6-1373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6:29.2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114 126 1376 0 0,'-27'-35'54'0'0,"-22"-25"806"0"0,12 29 3605 0 0,42 45-366 0 0,5 21-3127 0 0,-9-33-729 0 0,86 413 5052 0 0,-36 9-3567 0 0,18 109-672 0 0,-61-492-929 0 0,26 148 570 0 0,15 277 0 0 0,-49-456-753 0 0,2 62-843 0 0,12 75 0 0 0,-7-109-6217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6:29.68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55 11979 0 0,'0'0'922'0'0,"22"-3"1274"0"0,-7-1-1402 0 0,-1 0 1 0 0,24-12-1 0 0,-26 11-1388 0 0,-1 0-1 0 0,1 1 1 0 0,0 0 0 0 0,23-4-1 0 0,-22 6-4735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6:29.85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 1 3225 0 0,'-6'8'277'0'0,"3"-5"452"0"0,0 1 0 0 0,1-1 0 0 0,-1 0 0 0 0,1 1 0 0 0,-1 0 1 0 0,1-1-1 0 0,0 1 0 0 0,1 0 0 0 0,-1 0 0 0 0,-1 7 0 0 0,3-10-657 0 0,0-1-1 0 0,1 0 1 0 0,-1 1-1 0 0,0-1 0 0 0,1 0 1 0 0,-1 1-1 0 0,0-1 1 0 0,1 0-1 0 0,-1 0 0 0 0,0 1 1 0 0,1-1-1 0 0,-1 0 1 0 0,0 0-1 0 0,1 0 0 0 0,-1 0 1 0 0,1 0-1 0 0,-1 1 0 0 0,0-1 1 0 0,1 0-1 0 0,-1 0 1 0 0,1 0-1 0 0,-1 0 0 0 0,0 0 1 0 0,1 0-1 0 0,-1 0 1 0 0,1 0-1 0 0,-1-1 0 0 0,1 1 1 0 0,-1 0-1 0 0,0 0 1 0 0,1 0-1 0 0,-1 0 0 0 0,0 0 1 0 0,1-1-1 0 0,-1 1 1 0 0,1 0-1 0 0,-1 0 0 0 0,0-1 1 0 0,0 1-1 0 0,1-1 0 0 0,18-8 235 0 0,34-21-1665 0 0,-37 23 174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6:30.15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23 1376 0 0,'-1'-8'7099'0'0,"1"7"-6902"0"0,12-6 2949 0 0,13 0-329 0 0,-21 8-2660 0 0,0 0-1 0 0,0 0 1 0 0,-1 1-1 0 0,1-1 1 0 0,-1 1-1 0 0,1-1 1 0 0,-1 1-1 0 0,1 0 1 0 0,-1 1-1 0 0,0-1 1 0 0,0 1-1 0 0,0-1 1 0 0,0 1-1 0 0,-1 0 1 0 0,1 0-1 0 0,-1 0 1 0 0,0 0 0 0 0,0 0-1 0 0,0 1 1 0 0,0-1-1 0 0,0 1 1 0 0,1 3-1 0 0,5 13 60 0 0,-1 0 1 0 0,8 37-1 0 0,-11-43-47 0 0,28 173 1054 0 0,-11-53-2968 0 0,-18-118-4919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6:30.30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10138 0 0,'1'14'448'0'0,"-1"-4"96"0"0,0 0-440 0 0,2-2-104 0 0,0-3 0 0 0,0-2 0 0 0,-1 4 1289 0 0,2 2 239 0 0,0 4 40 0 0,3 3 17 0 0,-2-1-489 0 0,2-3-96 0 0,1-2-16 0 0,0-7-7 0 0,5-3-1210 0 0,2-6-247 0 0,0-5-40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6:54.89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7 189 3681 0 0,'-4'-5'328'0'0,"1"-1"-264"0"0,3 2-64 0 0,0 1 0 0 0,2-1-224 0 0,-1-2-56 0 0,1-7-8 0 0,0-6-8 0 0,6-5 224 0 0,-1-2 72 0 0,1 3 0 0 0,1 2 0 0 0,0 3 0 0 0,-1 1 0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6:47.2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205 278 3225 0 0,'-4'-19'642'0'0,"1"1"0"0"0,1-1 1 0 0,1 0-1 0 0,1-30 0 0 0,14-75 3071 0 0,-3 94 1888 0 0,-8 46-3822 0 0,-2 47-138 0 0,-3-1-1 0 0,-17 103 1 0 0,-40 123-1376 0 0,40-206 0 0 0,-36 128-65 0 0,-10 41-353 0 0,62-226 61 0 0,3-24 35 0 0,0-1 1 0 0,0 1-1 0 0,-1 0 1 0 0,1-1-1 0 0,0 1 0 0 0,0 0 1 0 0,0-1-1 0 0,0 1 1 0 0,0 0-1 0 0,0-1 0 0 0,0 1 1 0 0,0 0-1 0 0,0-1 1 0 0,0 1-1 0 0,0 0 1 0 0,1-1-1 0 0,-1 1 0 0 0,0-1 1 0 0,0 1-1 0 0,1 0 1 0 0,-1-1-1 0 0,0 1 0 0 0,1-1 1 0 0,-1 1-1 0 0,1-1 1 0 0,-1 1-1 0 0,0-1 1 0 0,1 1-1 0 0,-1-1 0 0 0,2 1 1 0 0,7-11-4001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6:47.5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 1 8290 0 0,'0'0'206'0'0,"-1"0"0"0"0,0 1 0 0 0,0-1 0 0 0,1 1-1 0 0,-1-1 1 0 0,0 0 0 0 0,1 1 0 0 0,-1-1 0 0 0,1 1 0 0 0,-1-1 0 0 0,0 1 0 0 0,1 0 0 0 0,-1-1 0 0 0,1 1 0 0 0,-1 0 0 0 0,1-1 0 0 0,0 1 0 0 0,-1 0 0 0 0,1-1-1 0 0,0 1 1 0 0,-1 0 0 0 0,1 0 0 0 0,0 0 0 0 0,0-1 0 0 0,0 1 0 0 0,0 0 0 0 0,0 0 0 0 0,0 0 0 0 0,0-1 0 0 0,0 1 0 0 0,0 0 0 0 0,0 0 0 0 0,0-1 0 0 0,0 1 0 0 0,1 0-1 0 0,-1 0 1 0 0,1 1 0 0 0,7 31 2520 0 0,18 29-909 0 0,47 81 0 0 0,-2-7-1423 0 0,65 200-248 0 0,-112-272-175 0 0,-16-47-96 0 0,-6-14-202 0 0,0 1 0 0 0,0 0 0 0 0,0-1 1 0 0,-1 1-1 0 0,1 0 0 0 0,-1 0 0 0 0,0 0 0 0 0,0 0 0 0 0,-1 0 1 0 0,1 1-1 0 0,-1-1 0 0 0,0 6 0 0 0,-12-2-4386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6:47.75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13 214 9674 0 0,'-1'0'88'0'0,"1"0"1"0"0,-1 0-1 0 0,0 0 0 0 0,1 0 0 0 0,-1 0 1 0 0,1-1-1 0 0,-1 1 0 0 0,1 0 0 0 0,-1 0 0 0 0,1-1 1 0 0,-1 1-1 0 0,1-1 0 0 0,-1 1 0 0 0,1 0 1 0 0,-1-1-1 0 0,1 1 0 0 0,-1-1 0 0 0,1 1 1 0 0,0-1-1 0 0,-1 1 0 0 0,1-1 0 0 0,0 1 1 0 0,0-1-1 0 0,-1 1 0 0 0,1-1 0 0 0,0 1 1 0 0,0-1-1 0 0,0 0 0 0 0,0 1 0 0 0,0-1 1 0 0,-1 1-1 0 0,1-1 0 0 0,0 0 0 0 0,0 1 1 0 0,1-1-1 0 0,-1 1 0 0 0,0-1 0 0 0,0 1 0 0 0,0-1 1 0 0,0 0-1 0 0,0 1 0 0 0,1-1 0 0 0,-1 1 1 0 0,0-1-1 0 0,1 0 0 0 0,12-31 3480 0 0,-12 29-3033 0 0,4-7-92 0 0,1 0 1 0 0,0 0-1 0 0,0 0 0 0 0,1 1 1 0 0,1 0-1 0 0,-1 0 1 0 0,2 1-1 0 0,-1 0 0 0 0,16-11 1 0 0,-14 11-844 0 0,1 2 1 0 0,0 0-1 0 0,0 0 0 0 0,0 1 1 0 0,1 0-1 0 0,0 1 1 0 0,0 1-1 0 0,22-5 0 0 0,0 4-893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6:48.03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 61 8754 0 0,'-30'11'7803'0'0,"30"-11"-7747"0"0,13-12 1450 0 0,-12 11-1454 0 0,13-9 1052 0 0,0 0 0 0 0,29-16-1 0 0,-4 15-1882 0 0,-33 10 19 0 0,0 1 0 0 0,-1-1 1 0 0,1 1-1 0 0,0 1 0 0 0,9 1 1 0 0,-4 0-895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6:48.21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96 8754 0 0,'24'-9'6906'0'0,"19"-19"-4439"0"0,-32 20-1951 0 0,59-35-4399 0 0,-59 36 3470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6:49.25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51 40 456 0 0,'-4'-1'850'0'0,"-1"0"-1"0"0,1 0 1 0 0,0 1-1 0 0,0 0 1 0 0,-1-1-1 0 0,-6 2 1 0 0,-2-1 3688 0 0,76 4 2308 0 0,1 4-4157 0 0,-29-3-2393 0 0,0-1 1 0 0,59-2-1 0 0,-48-4-624 0 0,0-3 1 0 0,-1-1 0 0 0,1-3 0 0 0,-1-1 0 0 0,47-18-1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6:50.1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 25 10594 0 0,'-13'-25'3823'0'0,"19"40"123"0"0,10 28-2529 0 0,-1 33-566 0 0,10 124-1 0 0,-16-107-528 0 0,3 142 118 0 0,5 35-442 0 0,-8-223-601 0 0,0-16-5242 0 0,-2-9-946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6:50.90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141 138 3225 0 0,'-12'-13'2935'0'0,"9"9"-2025"0"0,-1 0-1 0 0,1 0 1 0 0,-1 0-1 0 0,0 1 1 0 0,0 0-1 0 0,-9-6 1 0 0,12 8-751 0 0,-1 1 1 0 0,1-1 0 0 0,-1 1 0 0 0,0-1-1 0 0,1 1 1 0 0,-1 0 0 0 0,0 0-1 0 0,1 0 1 0 0,-1 0 0 0 0,0 0-1 0 0,1 0 1 0 0,-1 0 0 0 0,0 0 0 0 0,1 1-1 0 0,-1-1 1 0 0,0 0 0 0 0,1 1-1 0 0,-1 0 1 0 0,1-1 0 0 0,-1 1-1 0 0,1 0 1 0 0,-1 0 0 0 0,1 0 0 0 0,0 0-1 0 0,-1 0 1 0 0,1 0 0 0 0,-2 2-1 0 0,-1 2 14 0 0,-1 0 0 0 0,1 0 0 0 0,0 1 0 0 0,1 0 0 0 0,0-1 0 0 0,0 1 0 0 0,0 1 0 0 0,0-1 0 0 0,1 0 0 0 0,0 1 0 0 0,-2 10 0 0 0,1 0-104 0 0,0-1 0 0 0,2 1 1 0 0,-1 25-1 0 0,3-29-74 0 0,0 1 1 0 0,1-1 0 0 0,0 0 0 0 0,1 0-1 0 0,0 0 1 0 0,1 0 0 0 0,1-1-1 0 0,0 1 1 0 0,7 11 0 0 0,-10-19-61 0 0,1 0 1 0 0,0-1 0 0 0,0 1-1 0 0,1-1 1 0 0,-1 0 0 0 0,1 0 0 0 0,0 0-1 0 0,0 0 1 0 0,1-1 0 0 0,-1 1-1 0 0,1-1 1 0 0,-1 0 0 0 0,1-1-1 0 0,0 1 1 0 0,0-1 0 0 0,0 0-1 0 0,0 0 1 0 0,1 0 0 0 0,-1-1-1 0 0,1 0 1 0 0,-1 0 0 0 0,1 0-1 0 0,-1-1 1 0 0,9 0 0 0 0,-9-1 22 0 0,0 0 0 0 0,0 0 1 0 0,0-1-1 0 0,0 0 0 0 0,0 0 1 0 0,0 0-1 0 0,-1 0 0 0 0,1-1 1 0 0,-1 0-1 0 0,0 0 0 0 0,0 0 1 0 0,0-1-1 0 0,0 1 0 0 0,0-1 0 0 0,-1 0 1 0 0,1 0-1 0 0,-1 0 0 0 0,0 0 1 0 0,4-8-1 0 0,3-5 185 0 0,-1 0 0 0 0,-1 0-1 0 0,11-37 1 0 0,-13 36 152 0 0,-2 0-1 0 0,0-1 1 0 0,-1 0-1 0 0,-1 0 1 0 0,0 0-1 0 0,-2-21 1 0 0,-1 30-92 0 0,0-1 0 0 0,0 1 1 0 0,-1-1-1 0 0,0 1 0 0 0,-1 0 1 0 0,-1-1-1 0 0,1 2 0 0 0,-1-1 1 0 0,-1 0-1 0 0,0 1 0 0 0,0 0 1 0 0,-11-13-1 0 0,15 20-226 0 0,0 0-1 0 0,0 1 0 0 0,0-1 1 0 0,-1 0-1 0 0,1 1 1 0 0,-1-1-1 0 0,1 1 1 0 0,-1 0-1 0 0,0 0 0 0 0,1-1 1 0 0,-1 1-1 0 0,0 0 1 0 0,0 0-1 0 0,0 1 1 0 0,0-1-1 0 0,0 0 1 0 0,0 1-1 0 0,0-1 0 0 0,0 1 1 0 0,0 0-1 0 0,0-1 1 0 0,0 1-1 0 0,0 0 1 0 0,0 0-1 0 0,0 0 1 0 0,0 1-1 0 0,0-1 0 0 0,0 0 1 0 0,0 1-1 0 0,0-1 1 0 0,0 1-1 0 0,0 0 1 0 0,0 0-1 0 0,0 0 0 0 0,0 0 1 0 0,1 0-1 0 0,-1 0 1 0 0,-3 2-1 0 0,-3 8-883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6:51.55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172 7 5529 0 0,'-1'0'148'0'0,"0"-1"-1"0"0,0 0 0 0 0,0 1 1 0 0,0-1-1 0 0,0 0 1 0 0,0 1-1 0 0,0-1 0 0 0,0 1 1 0 0,0-1-1 0 0,0 1 0 0 0,0 0 1 0 0,0 0-1 0 0,-1-1 1 0 0,1 1-1 0 0,0 0 0 0 0,0 0 1 0 0,0 0-1 0 0,0 0 1 0 0,0 0-1 0 0,-1 0 0 0 0,1 1 1 0 0,0-1-1 0 0,0 0 1 0 0,0 0-1 0 0,-1 1 0 0 0,-30 9 2497 0 0,25-5-2317 0 0,-1 0-1 0 0,1 0 1 0 0,0 0 0 0 0,1 1-1 0 0,-1 0 1 0 0,1 0 0 0 0,1 0-1 0 0,-1 1 1 0 0,1 0-1 0 0,0 0 1 0 0,0 1 0 0 0,1-1-1 0 0,0 1 1 0 0,1 0 0 0 0,-1 0-1 0 0,1 0 1 0 0,-3 17-1 0 0,2-6-249 0 0,0 0 0 0 0,2 0 0 0 0,0 0 0 0 0,1 0-1 0 0,1 0 1 0 0,1 0 0 0 0,3 23 0 0 0,-3-40-99 0 0,-1 0-1 0 0,0 0 1 0 0,0 0 0 0 0,1-1 0 0 0,-1 1 0 0 0,1 0 0 0 0,-1 0 0 0 0,1-1 0 0 0,0 1-1 0 0,0 0 1 0 0,0-1 0 0 0,0 1 0 0 0,0 0 0 0 0,0-1 0 0 0,0 1 0 0 0,1-1 0 0 0,-1 0 0 0 0,0 1-1 0 0,4 1 1 0 0,-4-3-30 0 0,0 0-1 0 0,0 0 0 0 0,1 0 0 0 0,-1 0 0 0 0,0 0 1 0 0,1 0-1 0 0,-1 0 0 0 0,0-1 0 0 0,0 1 0 0 0,1 0 1 0 0,-1-1-1 0 0,0 1 0 0 0,0-1 0 0 0,0 1 1 0 0,1-1-1 0 0,-1 0 0 0 0,0 0 0 0 0,0 1 0 0 0,0-1 1 0 0,0 0-1 0 0,0 0 0 0 0,0 0 0 0 0,-1 0 1 0 0,1 0-1 0 0,0 0 0 0 0,0 0 0 0 0,-1 0 0 0 0,1 0 1 0 0,0-2-1 0 0,14-22-240 0 0,-1-1 0 0 0,-2 0 0 0 0,0-1 0 0 0,13-50 0 0 0,-13 41 799 0 0,-11 34-358 0 0,-1 0 0 0 0,0 1 0 0 0,1-1-1 0 0,-1 1 1 0 0,1-1 0 0 0,0 1 0 0 0,0-1 0 0 0,-1 1 0 0 0,1-1 0 0 0,0 1 0 0 0,0 0-1 0 0,0-1 1 0 0,1 1 0 0 0,-1 0 0 0 0,0 0 0 0 0,0 0 0 0 0,1 0 0 0 0,-1 0 0 0 0,3-2-1 0 0,-3 4-78 0 0,0-1 0 0 0,0 0 0 0 0,0 0 0 0 0,1 1 0 0 0,-1-1 0 0 0,0 1-1 0 0,0-1 1 0 0,0 1 0 0 0,0-1 0 0 0,0 1 0 0 0,0 0 0 0 0,0-1 0 0 0,0 1 0 0 0,0 0-1 0 0,0 0 1 0 0,-1 0 0 0 0,1-1 0 0 0,0 1 0 0 0,0 0 0 0 0,-1 0 0 0 0,1 0-1 0 0,-1 0 1 0 0,1 1 0 0 0,-1-1 0 0 0,1 0 0 0 0,-1 0 0 0 0,0 0 0 0 0,1 1-1 0 0,27 60 253 0 0,-3 0 0 0 0,25 98 0 0 0,-45-140-290 0 0,-1 1 1 0 0,0-1-1 0 0,-2 1 1 0 0,0-1-1 0 0,-2 1 0 0 0,0 0 1 0 0,-1 0-1 0 0,-1-1 1 0 0,-1 1-1 0 0,-1-1 1 0 0,-1 0-1 0 0,-10 29 0 0 0,10-39 78 0 0,0 0-1 0 0,0 0 1 0 0,-1 0 0 0 0,-1-1-1 0 0,0 0 1 0 0,0-1-1 0 0,0 1 1 0 0,-1-1-1 0 0,-14 11 1 0 0,19-17-111 0 0,0 1 0 0 0,-1-1 0 0 0,1 0 0 0 0,-1 0 0 0 0,1 0 0 0 0,-1 0 0 0 0,0-1 0 0 0,1 1 0 0 0,-1-1 0 0 0,0 0 0 0 0,0 0 0 0 0,0 0 1 0 0,0-1-1 0 0,0 1 0 0 0,0-1 0 0 0,0 0 0 0 0,0 0 0 0 0,0-1 0 0 0,0 1 0 0 0,0-1 0 0 0,0 0 0 0 0,0 0 0 0 0,0 0 0 0 0,1 0 0 0 0,-1-1 0 0 0,0 0 0 0 0,1 0 0 0 0,-1 0 0 0 0,-5-4 0 0 0,7 4-342 0 0,-1 0-1 0 0,1 0 0 0 0,0 0 1 0 0,1 0-1 0 0,-1 0 1 0 0,0-1-1 0 0,1 1 0 0 0,-1 0 1 0 0,-1-3-1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6:51.97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8290 0 0,'7'4'7463'0'0,"-2"7"-4253"0"0,1 16-2459 0 0,-4-19 89 0 0,24 121 978 0 0,1 8-1473 0 0,-16-96-2174 0 0,19 52 1 0 0,-19-66-5133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6:52.52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77 98 6913 0 0,'-4'0'592'0'0,"1"0"-1"0"0,-1 0 0 0 0,1 0 0 0 0,0 0 0 0 0,-1 1 1 0 0,1-1-1 0 0,0 1 0 0 0,-1 0 0 0 0,1 0 1 0 0,0 0-1 0 0,0 1 0 0 0,0-1 0 0 0,0 1 0 0 0,0 0 1 0 0,0 0-1 0 0,-3 2 0 0 0,4-1-362 0 0,-1 0 1 0 0,2 0-1 0 0,-1 0 0 0 0,0 0 1 0 0,1 0-1 0 0,-1 0 0 0 0,1 0 1 0 0,0 1-1 0 0,0-1 1 0 0,0 0-1 0 0,0 1 0 0 0,1-1 1 0 0,-1 0-1 0 0,1 1 0 0 0,0-1 1 0 0,0 4-1 0 0,0 6-114 0 0,0 14 53 0 0,1 1-1 0 0,6 38 1 0 0,-6-59-165 0 0,0-1 1 0 0,1 1 0 0 0,0-1 0 0 0,0 0-1 0 0,0 0 1 0 0,1 0 0 0 0,-1 0 0 0 0,2 0-1 0 0,-1 0 1 0 0,1-1 0 0 0,-1 1 0 0 0,1-1-1 0 0,1 0 1 0 0,-1 0 0 0 0,11 8 0 0 0,-12-11-11 0 0,0 0 1 0 0,0 0 0 0 0,1 0 0 0 0,-1 0-1 0 0,0 0 1 0 0,1-1 0 0 0,0 0 0 0 0,-1 1-1 0 0,1-1 1 0 0,0 0 0 0 0,0-1 0 0 0,-1 1-1 0 0,1-1 1 0 0,0 0 0 0 0,0 0 0 0 0,0 0-1 0 0,0 0 1 0 0,6-2 0 0 0,-6 1 28 0 0,0-1 0 0 0,0 0 1 0 0,0 0-1 0 0,0 0 0 0 0,0-1 0 0 0,0 1 0 0 0,0-1 1 0 0,-1 0-1 0 0,0 0 0 0 0,1 0 0 0 0,-1-1 1 0 0,0 1-1 0 0,3-7 0 0 0,3-4 104 0 0,-1 0 0 0 0,-1-1 0 0 0,0 0 0 0 0,-1 0 0 0 0,0-1 0 0 0,-2 0 0 0 0,5-22 0 0 0,-6 22-70 0 0,0-1 0 0 0,-1 1 0 0 0,-1 0 0 0 0,-1 0 0 0 0,0-1 0 0 0,-1 1 0 0 0,0 0 0 0 0,-2 0 0 0 0,-4-20 0 0 0,5 33-80 0 0,0-1 0 0 0,1 1 0 0 0,-2 0 0 0 0,1-1 0 0 0,0 1 0 0 0,-1 0 0 0 0,1 1 0 0 0,-1-1 0 0 0,0 0 0 0 0,0 1 0 0 0,0-1 0 0 0,0 1 0 0 0,0 0 0 0 0,0 0 0 0 0,-1 0 0 0 0,1 1 0 0 0,-1-1 0 0 0,1 1 0 0 0,-1 0 1 0 0,0 0-1 0 0,-7-1 0 0 0,-5-1-675 0 0,-1 2 0 0 0,1 0 0 0 0,-29 2 0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6:52.99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32 3 1840 0 0,'2'-2'11784'0'0,"0"33"-10742"0"0,-1 1 0 0 0,-2-1 0 0 0,-1 0 0 0 0,-6 32 0 0 0,-1 12-222 0 0,3-11-428 0 0,-1-10 32 0 0,3 0-1 0 0,6 91 1 0 0,-1-131-378 0 0,0 1 1 0 0,2-1-1 0 0,-1 0 1 0 0,2 0-1 0 0,0-1 1 0 0,1 1-1 0 0,0-1 1 0 0,1 0-1 0 0,0 0 1 0 0,1-1-1 0 0,1 0 1 0 0,0 0-1 0 0,0 0 1 0 0,1-1-1 0 0,13 12 1 0 0,-18-19-50 0 0,1-1 0 0 0,-1 1 1 0 0,1-1-1 0 0,0 0 0 0 0,-1 0 1 0 0,1-1-1 0 0,1 1 1 0 0,-1-1-1 0 0,0 0 0 0 0,1-1 1 0 0,-1 1-1 0 0,1-1 0 0 0,-1 0 1 0 0,1 0-1 0 0,-1-1 0 0 0,1 0 1 0 0,0 0-1 0 0,-1 0 0 0 0,1-1 1 0 0,-1 0-1 0 0,1 0 0 0 0,-1 0 1 0 0,1 0-1 0 0,-1-1 0 0 0,1 0 1 0 0,-1 0-1 0 0,0-1 1 0 0,7-4-1 0 0,12-8-603 0 0,-2 0 0 0 0,0-2-1 0 0,-1-1 1 0 0,30-31 0 0 0,-30 28-606 0 0,6-5-1162 0 0,0 2-3415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6:53.34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80 4609 0 0,'0'0'73'0'0,"0"0"0"0"0,0 1-1 0 0,0-1 1 0 0,0 0 0 0 0,0 0 0 0 0,0 1 0 0 0,0-1-1 0 0,1 0 1 0 0,-1 0 0 0 0,0 1 0 0 0,0-1 0 0 0,0 0 0 0 0,0 0-1 0 0,0 0 1 0 0,0 1 0 0 0,1-1 0 0 0,-1 0 0 0 0,0 0-1 0 0,0 0 1 0 0,0 0 0 0 0,1 1 0 0 0,-1-1 0 0 0,0 0-1 0 0,0 0 1 0 0,0 0 0 0 0,1 0 0 0 0,-1 0 0 0 0,0 0 0 0 0,0 0-1 0 0,1 0 1 0 0,-1 0 0 0 0,0 0 0 0 0,0 0 0 0 0,1 0-1 0 0,-1 0 1 0 0,0 0 0 0 0,0 0 0 0 0,1 0 0 0 0,-1 0-1 0 0,0 0 1 0 0,0 0 0 0 0,1 0 0 0 0,-1 0 0 0 0,0 0 0 0 0,1 0-1 0 0,14 0 1359 0 0,-2-2-530 0 0,1-1 1 0 0,0 0 0 0 0,0-1 0 0 0,-1-1 0 0 0,0 0-1 0 0,17-9 1 0 0,-12 5 183 0 0,0 2 0 0 0,28-9 0 0 0,-22 10-604 0 0,0 2 0 0 0,40-3 0 0 0,-16 10-6354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6:53.61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45 1 5065 0 0,'-5'5'871'0'0,"1"0"0"0"0,-1 1 0 0 0,1-1-1 0 0,1 1 1 0 0,-1 0 0 0 0,1 0 0 0 0,0 1 0 0 0,1-1 0 0 0,-1 1-1 0 0,1-1 1 0 0,0 1 0 0 0,1 0 0 0 0,0-1 0 0 0,-1 11 0 0 0,1 8 361 0 0,2 1 0 0 0,5 41 1 0 0,0-3-768 0 0,11 133-87 0 0,-1-115-6979 0 0,-10-63-304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6:53.98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4 7282 0 0,'6'-3'11909'0'0,"9"15"-11599"0"0,-1 1 0 0 0,0 0 0 0 0,-1 2 1 0 0,-1-1-1 0 0,0 1 0 0 0,-1 1 0 0 0,0 0 1 0 0,-1 1-1 0 0,-1 0 0 0 0,8 19 0 0 0,0 7-215 0 0,-2 0-1 0 0,-2 1 1 0 0,10 55-1 0 0,4 99-139 0 0,-25-169 48 0 0,-2-1-1 0 0,-1 1 1 0 0,-1 0-1 0 0,-11 54 1 0 0,10-72-38 0 0,-1 1-1 0 0,0-1 1 0 0,0 0 0 0 0,-1 0-1 0 0,-8 11 1 0 0,-8 8-6196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6:56.65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1 109 9674 0 0,'2'0'5155'0'0,"15"-1"-3524"0"0,15-8-373 0 0,0-1 0 0 0,51-23 1 0 0,-53 20-707 0 0,1 1 1 0 0,57-14 0 0 0,-77 24-673 0 0,-1 1 0 0 0,1 0 1 0 0,0 0-1 0 0,0 1 0 0 0,0 1 0 0 0,16 2 1 0 0,-17-1-569 0 0,-1 0 0 0 0,0 1 0 0 0,0 0-1 0 0,13 6 1 0 0,-1 3-5788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6:56.8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13 7834 0 0,'-1'5'7622'0'0,"1"-5"-7501"0"0,12 5 3112 0 0,13-1-2379 0 0,-3-3-547 0 0,1-1-1 0 0,-1-1 0 0 0,36-7 0 0 0,25 0-2787 0 0,7 2-3078 0 0,-56 1 3544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6:57.4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108 22 10018 0 0,'-8'-1'413'0'0,"0"0"1"0"0,0 0-1 0 0,0-1 0 0 0,-15-4 0 0 0,16 3 685 0 0,-1 1-1 0 0,0 0 1 0 0,1 1-1 0 0,-16-2 1233 0 0,51 16 80 0 0,-17-7-2177 0 0,87 40 106 0 0,143 90 0 0 0,-63-38-347 0 0,-25-15 98 0 0,-151-82-74 0 0,1 0-1 0 0,-1 0 0 0 0,0 1 0 0 0,1-1 0 0 0,-1 1 0 0 0,0-1 1 0 0,0 1-1 0 0,0 0 0 0 0,0 0 0 0 0,0 0 0 0 0,-1 0 1 0 0,3 3-1 0 0,-4-4 43 0 0,-1 1 0 0 0,1 0 0 0 0,0-1 1 0 0,-1 1-1 0 0,1-1 0 0 0,-1 1 0 0 0,1-1 0 0 0,-1 1 1 0 0,0-1-1 0 0,0 1 0 0 0,0-1 0 0 0,0 0 0 0 0,0 1 1 0 0,0-1-1 0 0,0 0 0 0 0,0 0 0 0 0,0 0 1 0 0,0 0-1 0 0,-3 2 0 0 0,-24 23-76 0 0,-34 23 0 0 0,-4 4-153 0 0,-327 310 822 0 0,299-280-848 0 0,26-26-1409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6:58.45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19 5529 0 0,'9'4'11748'0'0,"26"-1"-8814"0"0,40-2-2133 0 0,83-14 802 0 0,-42 1-1698 0 0,-80 10-1682 0 0,45 4 1 0 0,-63 0-5164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6:59.53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287 38 3913 0 0,'-1'-3'-549'0'0,"-23"-31"10969"0"0,23 34-10241 0 0,-12 16 2564 0 0,2 13-2110 0 0,1-1-1 0 0,2 1 0 0 0,0 1 1 0 0,-5 48-1 0 0,3-20-336 0 0,-67 284 157 0 0,-12 67-354 0 0,88-402-290 0 0,-17 123-244 0 0,15-76-5652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6:59.82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 58 3681 0 0,'-4'-21'-160'0'0,"-1"-15"12523"0"0,10 57-11145 0 0,14 54 383 0 0,4 0-1 0 0,46 102 1 0 0,-46-129-1442 0 0,2 0 1 0 0,2-2 0 0 0,2 0-1 0 0,49 58 1 0 0,-66-90-165 0 0,1-1 1 0 0,-1 0-1 0 0,18 12 0 0 0,4-6-6356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7:00.12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65 12443 0 0,'28'-11'6886'0'0,"39"-18"-4696"0"0,-59 25-2237 0 0,0 0 0 0 0,1 0 0 0 0,-1 1 0 0 0,1 0 0 0 0,9-2 0 0 0,-15 5-277 0 0,0-1-1 0 0,0 1 0 0 0,0 0 0 0 0,0 0 0 0 0,0 0 1 0 0,-1 0-1 0 0,1 0 0 0 0,0 1 0 0 0,0-1 1 0 0,0 1-1 0 0,0 0 0 0 0,-1 0 0 0 0,1 0 0 0 0,0 0 1 0 0,-1 0-1 0 0,1 1 0 0 0,-1-1 0 0 0,1 1 1 0 0,3 3-1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7:00.28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 35 2304 0 0,'0'0'165'0'0,"-1"0"-1"0"0,1 0 0 0 0,-1 1 0 0 0,1-1 0 0 0,-3 2 984 0 0,3-1-984 0 0,0-1 0 0 0,-1 0 0 0 0,1 1 1 0 0,0-1-1 0 0,0 1 0 0 0,-1-1 0 0 0,1 1 0 0 0,0-1 0 0 0,0 1 0 0 0,0-1 0 0 0,0 1 0 0 0,0-1 0 0 0,-1 1 0 0 0,1-1 0 0 0,0 1 0 0 0,0-1 0 0 0,0 1 0 0 0,0-1 0 0 0,1 1 1 0 0,-1-1-1 0 0,0 1 0 0 0,0-1 0 0 0,0 1 0 0 0,0-1 0 0 0,0 0 0 0 0,1 1 0 0 0,-1-1 0 0 0,0 1 0 0 0,2 1 985 0 0,-1-1-985 0 0,1 0 278 0 0,-1-1 1 0 0,1 1 0 0 0,-1-1 0 0 0,1 1 0 0 0,-1-1 0 0 0,1 0 0 0 0,-1 0-1 0 0,1 0 1 0 0,-1 0 0 0 0,1 0 0 0 0,-1 0 0 0 0,1 0 0 0 0,1 0 0 0 0,16-6 651 0 0,-1-1 0 0 0,23-11 1 0 0,2-1-3590 0 0,-25 11-3819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7:00.80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 9 10594 0 0,'-18'8'1218'0'0,"18"-7"-1184"0"0,0-1-1 0 0,0 0 0 0 0,0 0 1 0 0,0 0-1 0 0,0 0 0 0 0,0 0 1 0 0,0 1-1 0 0,0-1 0 0 0,0 0 1 0 0,0 0-1 0 0,0 0 0 0 0,0 0 1 0 0,0 0-1 0 0,0 1 0 0 0,0-1 1 0 0,0 0-1 0 0,0 0 0 0 0,0 0 0 0 0,0 0 1 0 0,0 0-1 0 0,0 0 0 0 0,1 1 1 0 0,-1-1-1 0 0,0 0 0 0 0,0 0 1 0 0,0 0-1 0 0,0 0 0 0 0,0 0 1 0 0,0 0-1 0 0,0 0 0 0 0,0 0 1 0 0,1 1-1 0 0,-1-1 0 0 0,0 0 1 0 0,0 0-1 0 0,0 0 0 0 0,0 0 1 0 0,0 0-1 0 0,0 0 0 0 0,1 0 1 0 0,-1 0-1 0 0,0 0 0 0 0,0 0 1 0 0,0 0-1 0 0,0 0 0 0 0,0 0 1 0 0,1 0-1 0 0,-1 0 0 0 0,0 0 1 0 0,0 0-1 0 0,0 0 0 0 0,0 0 1 0 0,1 0-1 0 0,35 0 2622 0 0,41-10 302 0 0,-39 5-2651 0 0,48-1 0 0 0,-68 6-1266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7:01.1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20 39 10594 0 0,'-19'-38'9849'0'0,"25"77"-7063"0"0,0-11-2677 0 0,2 18 62 0 0,99 613 310 0 0,-106-653-555 0 0,7 36-244 0 0,15 52 0 0 0,-1-41-2302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7:01.82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215 86 6913 0 0,'0'-2'179'0'0,"0"-1"0"0"0,0 1 0 0 0,0 0-1 0 0,-1 0 1 0 0,1-1 0 0 0,-1 1 0 0 0,1 0-1 0 0,-1 0 1 0 0,0 0 0 0 0,0 0 0 0 0,0 0-1 0 0,0 0 1 0 0,0 0 0 0 0,0 0 0 0 0,0 0-1 0 0,-1 0 1 0 0,1 0 0 0 0,-1 1 0 0 0,1-1-1 0 0,-1 1 1 0 0,0-1 0 0 0,1 1 0 0 0,-1 0-1 0 0,0-1 1 0 0,0 1 0 0 0,0 0 0 0 0,0 0-1 0 0,0 1 1 0 0,0-1 0 0 0,-1 0 0 0 0,1 1-1 0 0,-3-1 1 0 0,0 0 81 0 0,1 0 0 0 0,-1 1 0 0 0,1 0 0 0 0,-1 0 0 0 0,1 1 1 0 0,-1-1-1 0 0,0 1 0 0 0,1 0 0 0 0,0 0 0 0 0,-1 0 0 0 0,1 1 0 0 0,0-1 0 0 0,0 1 0 0 0,-1 0 0 0 0,-4 4 0 0 0,1 0-128 0 0,1 1-1 0 0,-1 0 1 0 0,1 1 0 0 0,1-1 0 0 0,-1 1 0 0 0,1 1-1 0 0,1-1 1 0 0,-1 1 0 0 0,2 0 0 0 0,-1 1-1 0 0,1-1 1 0 0,1 1 0 0 0,-4 11 0 0 0,4-11-18 0 0,1-1 0 0 0,0 1-1 0 0,0 0 1 0 0,1-1 0 0 0,1 1 0 0 0,0 0 0 0 0,0 0 0 0 0,0-1 0 0 0,1 1 0 0 0,1 0 0 0 0,0-1 0 0 0,0 1-1 0 0,7 17 1 0 0,-7-23-102 0 0,-1-1 0 0 0,1 1 0 0 0,0-1 0 0 0,1 0 0 0 0,-1 1-1 0 0,0-1 1 0 0,1 0 0 0 0,0 0 0 0 0,0 0 0 0 0,0-1 0 0 0,0 1 0 0 0,0-1-1 0 0,0 0 1 0 0,1 0 0 0 0,-1 0 0 0 0,1 0 0 0 0,-1 0 0 0 0,1-1-1 0 0,4 2 1 0 0,-3-2 26 0 0,0-1-1 0 0,0 1 1 0 0,0-1-1 0 0,0 0 1 0 0,0 0 0 0 0,0-1-1 0 0,0 1 1 0 0,0-1-1 0 0,0 0 1 0 0,0-1-1 0 0,0 1 1 0 0,0-1-1 0 0,6-3 1 0 0,-4 2 2 0 0,0-1 0 0 0,0 0 1 0 0,-1 0-1 0 0,0-1 0 0 0,0 1 0 0 0,0-1 0 0 0,0-1 1 0 0,-1 1-1 0 0,0-1 0 0 0,0 0 0 0 0,0 0 1 0 0,-1 0-1 0 0,0-1 0 0 0,0 0 0 0 0,0 0 0 0 0,-1 0 1 0 0,0 0-1 0 0,-1 0 0 0 0,4-13 0 0 0,-6 9-26 0 0,0 1 0 0 0,0-1 0 0 0,-1 1 0 0 0,-1-1 0 0 0,1 1 0 0 0,-2-1 0 0 0,1 1 0 0 0,-2 0 0 0 0,1 0 0 0 0,-1 1 0 0 0,-1-1 0 0 0,-9-15 0 0 0,10 18-304 0 0,-1-1-1 0 0,-1 1 1 0 0,1 0 0 0 0,-1 0 0 0 0,0 0-1 0 0,-1 1 1 0 0,0 0 0 0 0,0 0 0 0 0,0 1 0 0 0,0 0-1 0 0,-1 0 1 0 0,0 0 0 0 0,0 1 0 0 0,0 1-1 0 0,-10-4 1 0 0,3 4-1217 0 0,1 4-12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7:02.2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183 26 3225 0 0,'0'0'33'0'0,"1"-1"-1"0"0,-1 0 1 0 0,1 0 0 0 0,-1 1 0 0 0,1-1 0 0 0,-1 0 0 0 0,1 0 0 0 0,-1 0-1 0 0,0 0 1 0 0,0 0 0 0 0,1 0 0 0 0,-1 0 0 0 0,0 0 0 0 0,0 0-1 0 0,0 1 1 0 0,0-1 0 0 0,0 0 0 0 0,0 0 0 0 0,0 0 0 0 0,0 0 0 0 0,-1 0-1 0 0,1 0 1 0 0,0 0 0 0 0,0 0 0 0 0,-1 0 0 0 0,0-1 0 0 0,0 2 92 0 0,0-1 1 0 0,0 1-1 0 0,-1 0 1 0 0,1 0-1 0 0,0 0 0 0 0,0 0 1 0 0,0 0-1 0 0,0 0 1 0 0,0 0-1 0 0,0 1 1 0 0,-1-1-1 0 0,1 0 1 0 0,0 1-1 0 0,0-1 1 0 0,0 1-1 0 0,0-1 1 0 0,0 1-1 0 0,-1 0 0 0 0,-7 4 735 0 0,1 0 0 0 0,-1 0 0 0 0,-14 14 0 0 0,10-5-474 0 0,1 1-1 0 0,1 1 0 0 0,0 0 0 0 0,1 0 1 0 0,1 1-1 0 0,1 0 0 0 0,0 0 0 0 0,1 1 0 0 0,1 0 1 0 0,0 1-1 0 0,2-1 0 0 0,-4 29 0 0 0,60-160 3220 0 0,-48 107-3483 0 0,-1-1 1 0 0,1 0-1 0 0,0 1 1 0 0,0 0-1 0 0,1-1 1 0 0,0 2-1 0 0,0-1 1 0 0,0 1-1 0 0,7-6 1 0 0,-10 9-69 0 0,0 1 1 0 0,1 0 0 0 0,-1-1-1 0 0,0 1 1 0 0,1 0 0 0 0,-1 0 0 0 0,0 1-1 0 0,1-1 1 0 0,-1 0 0 0 0,1 1-1 0 0,-1 0 1 0 0,1-1 0 0 0,-1 1-1 0 0,1 0 1 0 0,-1 0 0 0 0,1 1 0 0 0,-1-1-1 0 0,1 0 1 0 0,-1 1 0 0 0,1-1-1 0 0,-1 1 1 0 0,1 0 0 0 0,-1 0 0 0 0,0 0-1 0 0,1 0 1 0 0,-1 0 0 0 0,0 1-1 0 0,0-1 1 0 0,0 1 0 0 0,3 2 0 0 0,6 6 94 0 0,-1 0 1 0 0,0 0 0 0 0,-1 1-1 0 0,0 1 1 0 0,-1-1-1 0 0,11 21 1 0 0,-2-1-80 0 0,18 52 1 0 0,-23-49-59 0 0,-1 1-1 0 0,-2 1 1 0 0,8 54 0 0 0,-15-76-10 0 0,-1-1 0 0 0,0 1 1 0 0,-1-1-1 0 0,0 1 0 0 0,-1-1 0 0 0,-1 1 0 0 0,0-1 1 0 0,-1 0-1 0 0,-1 0 0 0 0,1 0 0 0 0,-2 0 1 0 0,-11 22-1 0 0,12-29-115 0 0,1-1 0 0 0,-1 0 1 0 0,-1 0-1 0 0,1-1 0 0 0,-1 1 1 0 0,1-1-1 0 0,-10 6 0 0 0,13-9 24 0 0,-1 0-1 0 0,1 0 0 0 0,0 0 0 0 0,-1 0 0 0 0,1 0 1 0 0,-1-1-1 0 0,1 1 0 0 0,-1 0 0 0 0,0-1 1 0 0,1 1-1 0 0,-1-1 0 0 0,1 0 0 0 0,-1 0 1 0 0,0 1-1 0 0,1-1 0 0 0,-1 0 0 0 0,0 0 0 0 0,1-1 1 0 0,-1 1-1 0 0,0 0 0 0 0,1 0 0 0 0,-1-1 1 0 0,0 1-1 0 0,1-1 0 0 0,-1 0 0 0 0,1 1 0 0 0,-1-1 1 0 0,1 0-1 0 0,-1 0 0 0 0,1 0 0 0 0,0 0 1 0 0,-1 0-1 0 0,1 0 0 0 0,-2-2 0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7:02.58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77 0 3225 0 0,'-4'1'665'0'0,"0"0"0"0"0,0 1 0 0 0,1 0 1 0 0,-1-1-1 0 0,0 1 0 0 0,1 0 0 0 0,0 1 1 0 0,-1-1-1 0 0,1 0 0 0 0,0 1 0 0 0,0 0 1 0 0,1 0-1 0 0,-1 0 0 0 0,1 0 0 0 0,-4 5 1 0 0,3-2-29 0 0,0 0 0 0 0,0 0 1 0 0,0 1-1 0 0,1-1 1 0 0,0 1-1 0 0,1 0 0 0 0,-1 0 1 0 0,0 8-1 0 0,1 7-78 0 0,1-1 0 0 0,1 1 1 0 0,1 0-1 0 0,7 36 0 0 0,2-15-534 0 0,2 0 0 0 0,24 53 1 0 0,-9-25-2572 0 0,-21-53 1523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7:02.89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46 0 5529 0 0,'2'10'7958'0'0,"-5"6"-4058"0"0,-12 17-2001 0 0,11-23-966 0 0,-2 6-853 0 0,1 0-1 0 0,1 0 1 0 0,0 1 0 0 0,1 0-1 0 0,1-1 1 0 0,1 1 0 0 0,0 0-1 0 0,1 0 1 0 0,1 0-1 0 0,1 0 1 0 0,0-1 0 0 0,1 1-1 0 0,1 0 1 0 0,0-1 0 0 0,1 0-1 0 0,1 0 1 0 0,10 18 0 0 0,-15-30-68 0 0,1-1 0 0 0,0 0 0 0 0,0 0 0 0 0,0 0 1 0 0,0-1-1 0 0,0 1 0 0 0,1-1 0 0 0,-1 1 1 0 0,1-1-1 0 0,0 0 0 0 0,0 1 0 0 0,0-1 0 0 0,0-1 1 0 0,0 1-1 0 0,0 0 0 0 0,0-1 0 0 0,0 0 0 0 0,1 0 1 0 0,-1 0-1 0 0,1 0 0 0 0,-1 0 0 0 0,1 0 0 0 0,-1-1 1 0 0,1 0-1 0 0,-1 0 0 0 0,1 0 0 0 0,-1 0 0 0 0,6-1 1 0 0,-3-1 9 0 0,-1 0 1 0 0,0 0-1 0 0,0 0 1 0 0,0 0 0 0 0,0-1-1 0 0,0 0 1 0 0,0 0-1 0 0,0 0 1 0 0,-1 0-1 0 0,0-1 1 0 0,0 0-1 0 0,0 0 1 0 0,0 0 0 0 0,0 0-1 0 0,-1-1 1 0 0,0 0-1 0 0,4-6 1 0 0,-3 2-40 0 0,1-1-1 0 0,-2 1 1 0 0,1-1 0 0 0,-2 0 0 0 0,1 0-1 0 0,-1 0 1 0 0,-1 0 0 0 0,0 0 0 0 0,0-1-1 0 0,-1 1 1 0 0,0 0 0 0 0,-1 0-1 0 0,0-1 1 0 0,0 1 0 0 0,-1 0 0 0 0,-1 0-1 0 0,0 0 1 0 0,0 0 0 0 0,-1 1 0 0 0,0-1-1 0 0,-1 1 1 0 0,0 0 0 0 0,0 0 0 0 0,-1 1-1 0 0,0 0 1 0 0,0 0 0 0 0,-1 0 0 0 0,0 0-1 0 0,-1 1 1 0 0,1 0 0 0 0,-11-6 0 0 0,-7-2-976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7:03.62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76 1 7834 0 0,'0'4'8953'0'0,"-2"10"-4554"0"0,-13 81-3950 0 0,9-60-314 0 0,-38 253 400 0 0,39-231-464 0 0,2 0 0 0 0,2 0 0 0 0,8 61 0 0 0,-5-99-68 0 0,1-1 0 0 0,1 1 1 0 0,1-1-1 0 0,0 0 0 0 0,1 0 1 0 0,1-1-1 0 0,1 0 0 0 0,0 0 1 0 0,1-1-1 0 0,1 0 0 0 0,1 0 1 0 0,0-1-1 0 0,1 0 1 0 0,0-1-1 0 0,2-1 0 0 0,-1 0 1 0 0,1-1-1 0 0,1 0 0 0 0,0-1 1 0 0,1-1-1 0 0,0 0 0 0 0,1-1 1 0 0,18 7-1 0 0,-15-7 50 0 0,-1-2 0 0 0,1 1 0 0 0,1-2 0 0 0,-1-1 0 0 0,33 4 0 0 0,-45-8-30 0 0,0-1 0 0 0,0 0 0 0 0,0 0 0 0 0,-1-1 0 0 0,1 0 0 0 0,0 0 0 0 0,-1-1-1 0 0,1 0 1 0 0,0 0 0 0 0,-1-1 0 0 0,0 0 0 0 0,0 0 0 0 0,0-1 0 0 0,0 0 0 0 0,0 0 0 0 0,-1-1 0 0 0,0 1-1 0 0,7-7 1 0 0,12-16-608 0 0,-10 8-5451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7:05.8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7 6913 0 0,'4'8'11716'0'0,"-3"-6"-11639"0"0,0 1-1 0 0,0 0 0 0 0,0 0 0 0 0,-1-1 1 0 0,0 1-1 0 0,1 0 0 0 0,-1 0 0 0 0,0 0 1 0 0,-1 3-1 0 0,1-2-72 0 0,6-1-2179 0 0,-4-3 2197 0 0,-1 0 0 0 0,1 0 0 0 0,-1-1 0 0 0,1 1 0 0 0,-1 0 0 0 0,0 0 0 0 0,1-1 0 0 0,-1 1 0 0 0,1-1 0 0 0,-1 1 1 0 0,0-1-1 0 0,1 0 0 0 0,-1 0 0 0 0,0 1 0 0 0,0-1 0 0 0,0 0 0 0 0,1 0 0 0 0,-1 0 0 0 0,0 0 0 0 0,0 0 0 0 0,0-1 0 0 0,-1 1 0 0 0,1 0 0 0 0,0 0 0 0 0,0-2 0 0 0,0 1 158 0 0,-1 1 0 0 0,1-1 0 0 0,-1 1 0 0 0,0-1 0 0 0,0 0 1 0 0,0 1-1 0 0,0-1 0 0 0,0 0 0 0 0,0 0 0 0 0,0 1 0 0 0,0-1 0 0 0,-1 1 0 0 0,1-1 0 0 0,-1 0 0 0 0,1 1 0 0 0,-1-1 0 0 0,-1-2 0 0 0,2 4-235 0 0,0 0-1 0 0,0 0 1 0 0,-1 0-1 0 0,1 0 1 0 0,0 0-1 0 0,0 0 1 0 0,0 0-1 0 0,0 0 1 0 0,0 0-1 0 0,-1 0 1 0 0,1 0-1 0 0,0 0 1 0 0,0 0-1 0 0,0 0 1 0 0,0 0-1 0 0,-1 0 1 0 0,1 0-1 0 0,0 0 1 0 0,0 0-1 0 0,0 0 1 0 0,0 0-1 0 0,0 0 1 0 0,-1 0-1 0 0,1 0 1 0 0,-1 2-722 0 0,1-2 722 0 0,0 0-1 0 0,0 1 1 0 0,0-1-1 0 0,0 0 1 0 0,0 0-1 0 0,0 0 1 0 0,0 0-1 0 0,0 1 1 0 0,0-1-1 0 0,0 0 1 0 0,0 0-1 0 0,0 0 1 0 0,0 0-1 0 0,0 1 1 0 0,0-1-1 0 0,-3 11-288 0 0,-1 3-891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7:08.85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10594 0 0,'0'57'8093'0'0,"0"65"-2779"0"0,1-24-5992 0 0,17 111 0 0 0,-18-205 643 0 0,2 10-762 0 0,0 1 0 0 0,1-1-1 0 0,0 0 1 0 0,1 0 0 0 0,1-1-1 0 0,12 26 1 0 0,-10-30-765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7:09.35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42 0 5985 0 0,'-4'4'14671'0'0,"-5"18"-12165"0"0,-2 12-4828 0 0,7-16 3639 0 0,-2 13-1279 0 0,2 1 1 0 0,2-1-1 0 0,0 0 0 0 0,5 38 1 0 0,-1-48-50 0 0,1 0 0 0 0,1-1 0 0 0,2 0 0 0 0,0 1 0 0 0,0-2 0 0 0,2 1 0 0 0,13 23 0 0 0,-14-30-13 0 0,0-1 0 0 0,1 0 0 0 0,0 0 1 0 0,1-1-1 0 0,1 0 0 0 0,0-1 0 0 0,0 0 0 0 0,0 0 1 0 0,2-1-1 0 0,12 8 0 0 0,-19-14-4 0 0,1 0 0 0 0,-1 0 0 0 0,1 0 0 0 0,0-1 0 0 0,0 0 0 0 0,0 0 0 0 0,0-1 1 0 0,1 1-1 0 0,-1-1 0 0 0,0-1 0 0 0,1 1 0 0 0,-1-1 0 0 0,0 0 0 0 0,1 0 0 0 0,-1-1 0 0 0,0 0 0 0 0,0 0 0 0 0,1-1 0 0 0,-1 1 0 0 0,0-1 0 0 0,0-1 0 0 0,0 1 0 0 0,-1-1 1 0 0,10-6-1 0 0,-10 7 19 0 0,-1-1 1 0 0,0 0 0 0 0,-1 0 0 0 0,1 0-1 0 0,0-1 1 0 0,-1 1 0 0 0,0-1 0 0 0,1 0-1 0 0,-1 0 1 0 0,-1 0 0 0 0,1 0 0 0 0,-1 0 0 0 0,1 0-1 0 0,0-6 1 0 0,-2 7 8 0 0,0 0 0 0 0,-1 0 0 0 0,0 0 0 0 0,1 0 0 0 0,-1 1 0 0 0,0-1 0 0 0,-1 0-1 0 0,1 0 1 0 0,0 0 0 0 0,-1 0 0 0 0,0 0 0 0 0,0 0 0 0 0,0 0 0 0 0,0 1 0 0 0,0-1 0 0 0,0 0 0 0 0,-1 1 0 0 0,1-1 0 0 0,-1 1 0 0 0,0-1-1 0 0,0 1 1 0 0,0 0 0 0 0,0 0 0 0 0,-4-4 0 0 0,2 3-18 0 0,-1-1 0 0 0,0 1 0 0 0,0 0-1 0 0,0 0 1 0 0,-1 1 0 0 0,1-1 0 0 0,-1 1 0 0 0,1 0 0 0 0,-1 1-1 0 0,0-1 1 0 0,1 1 0 0 0,-1 0 0 0 0,0 1 0 0 0,0-1-1 0 0,0 1 1 0 0,0 1 0 0 0,0-1 0 0 0,-8 2 0 0 0,1 0-518 0 0,-1 1 0 0 0,1 1-1 0 0,0 0 1 0 0,0 0 0 0 0,1 2 0 0 0,-24 12 0 0 0,15-5-986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7:09.77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7858 0 0,'8'3'7762'0'0,"7"6"-3593"0"0,74 58-1815 0 0,-69-48-2312 0 0,-1 1 0 0 0,0 1-1 0 0,-2 0 1 0 0,0 2-1 0 0,-2 0 1 0 0,0 0-1 0 0,-1 2 1 0 0,-2 0 0 0 0,-1 0-1 0 0,0 1 1 0 0,-2 0-1 0 0,-1 1 1 0 0,4 29-1 0 0,-6-22-5 0 0,-2 1 0 0 0,-1-1-1 0 0,-1 1 1 0 0,-3 0-1 0 0,0-1 1 0 0,-2 1 0 0 0,-2-1-1 0 0,-1 0 1 0 0,-2 0-1 0 0,-13 36 1 0 0,18-61-194 0 0,-19 43 697 0 0,21-48-783 0 0,-1-1 0 0 0,0 1 0 0 0,0-1 0 0 0,-1 0 0 0 0,1 0 0 0 0,-1 0 1 0 0,1-1-1 0 0,-1 1 0 0 0,0 0 0 0 0,0-1 0 0 0,-6 4 0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7:11.53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1 107 6449 0 0,'0'0'670'0'0,"8"-1"1310"0"0,-1-1 0 0 0,1 0-1 0 0,-1 0 1 0 0,1 0 0 0 0,10-6 0 0 0,-1 2-746 0 0,61-29-191 0 0,-59 25-2116 0 0,0 1-1 0 0,1 0 0 0 0,40-10 1 0 0,-50 18-425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7:11.7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88 5529 0 0,'2'5'2065'0'0,"-2"-5"-2014"0"0,0 0 1 0 0,0 0 0 0 0,0 0-1 0 0,0 0 1 0 0,1 0-1 0 0,-1 0 1 0 0,0 0 0 0 0,0 0-1 0 0,0 0 1 0 0,12 0 1972 0 0,13-5 466 0 0,-24 5-2367 0 0,23-6 1143 0 0,0-1 0 0 0,-1-1 1 0 0,23-11-1 0 0,27-20-6801 0 0,-58 31 251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7:12.2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 1 10594 0 0,'-5'5'4583'0'0,"3"3"-3546"0"0,2-7-1330 0 0,0 0 0 0 0,0 0 0 0 0,0 0 0 0 0,0-1 0 0 0,0 1 0 0 0,0 0 0 0 0,0 0 0 0 0,1 0 0 0 0,-1 0 0 0 0,0-1 0 0 0,0 1 0 0 0,1 0 0 0 0,-1 0 0 0 0,1 0 1 0 0,-1-1-1 0 0,1 1 0 0 0,-1 0 0 0 0,6 3-1758 0 0,-4-3 1931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7:12.9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9 296 8754 0 0,'-1'-1'283'0'0,"1"-1"-1"0"0,-1 1 1 0 0,0-1 0 0 0,0 1-1 0 0,1-1 1 0 0,-1 1 0 0 0,1-1 0 0 0,-1 0-1 0 0,1 1 1 0 0,0-1 0 0 0,0 1 0 0 0,0-1-1 0 0,0-2 1 0 0,3-36 1551 0 0,-1 28-1701 0 0,2 0-1 0 0,-1 1 1 0 0,2-1 0 0 0,-1 1 0 0 0,2 0 0 0 0,-1 1 0 0 0,2-1 0 0 0,-1 1-1 0 0,1 0 1 0 0,1 1 0 0 0,-1 0 0 0 0,2 0 0 0 0,-1 0 0 0 0,1 1-1 0 0,18-12 1 0 0,-16 12 77 0 0,1 1-1 0 0,0 0 0 0 0,0 1 1 0 0,0 1-1 0 0,1 0 1 0 0,0 0-1 0 0,0 1 0 0 0,0 1 1 0 0,0 0-1 0 0,1 1 1 0 0,-1 0-1 0 0,1 1 0 0 0,24 2 1 0 0,-35-1-201 0 0,1 0 1 0 0,-1 1 0 0 0,1-1-1 0 0,-1 1 1 0 0,0 0-1 0 0,1 0 1 0 0,-1 0 0 0 0,0 1-1 0 0,0-1 1 0 0,0 1-1 0 0,0-1 1 0 0,0 1-1 0 0,0 0 1 0 0,0 0 0 0 0,-1 1-1 0 0,1-1 1 0 0,-1 0-1 0 0,4 5 1 0 0,-3-2-69 0 0,-1-1 0 0 0,0 0 1 0 0,0 1-1 0 0,0 0 0 0 0,-1-1 0 0 0,1 1 0 0 0,-1 0 1 0 0,0 0-1 0 0,0 0 0 0 0,-1 0 0 0 0,0 8 1 0 0,-1 6-139 0 0,-1 1 1 0 0,-1 0-1 0 0,0-1 1 0 0,-2 0 0 0 0,-9 26-1 0 0,-25 60-311 0 0,19-56 166 0 0,2 1 0 0 0,-17 82 0 0 0,32-120 332 0 0,2-1 0 0 0,-1 0 0 0 0,2 0-1 0 0,-1 1 1 0 0,2-1 0 0 0,-1 0-1 0 0,2 0 1 0 0,-1 1 0 0 0,2-1-1 0 0,5 19 1 0 0,-7-29 14 0 0,-1 0-1 0 0,1 1 1 0 0,0-1-1 0 0,0 0 1 0 0,0 0-1 0 0,-1 1 1 0 0,1-1 0 0 0,0 0-1 0 0,0 0 1 0 0,1 0-1 0 0,-1 0 1 0 0,0-1-1 0 0,0 1 1 0 0,0 0-1 0 0,1 0 1 0 0,-1-1-1 0 0,0 1 1 0 0,1 0 0 0 0,-1-1-1 0 0,0 0 1 0 0,1 1-1 0 0,2-1 1 0 0,-1 0 80 0 0,0 0 0 0 0,-1 0 1 0 0,1 0-1 0 0,0-1 0 0 0,0 1 0 0 0,0-1 1 0 0,0 0-1 0 0,0 0 0 0 0,0 0 0 0 0,3-3 1 0 0,6-3 416 0 0,0 0 1 0 0,-1-1 0 0 0,17-16 0 0 0,-27 23-472 0 0,4-3 52 0 0,0-1 0 0 0,-1 1 0 0 0,0-1-1 0 0,1 0 1 0 0,-2 0 0 0 0,1 0 0 0 0,-1 0 0 0 0,1-1 0 0 0,-1 1-1 0 0,-1-1 1 0 0,1 0 0 0 0,-1 0 0 0 0,0 0 0 0 0,-1 0 0 0 0,1-1-1 0 0,-1 1 1 0 0,0-9 0 0 0,-1 8-13 0 0,-1 0 1 0 0,0 0-1 0 0,0 0 0 0 0,-1 0 1 0 0,0 1-1 0 0,0-1 0 0 0,0 1 1 0 0,-1-1-1 0 0,0 1 0 0 0,0 0 0 0 0,-1 0 1 0 0,0 0-1 0 0,0 1 0 0 0,0-1 1 0 0,-9-8-1 0 0,-11-8 60 0 0,0 2-1 0 0,-2 1 1 0 0,0 1 0 0 0,-1 1-1 0 0,-40-18 1 0 0,31 16-495 0 0,1-1-1 0 0,-48-36 1 0 0,60 32-1495 0 0,0-17-5148 0 0,14 19 2422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7:17.4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 11522 0 0,'1'-3'1441'0'0,"8"3"-975"0"0,10 3-404 0 0,-12 1-76 0 0,1 0 1 0 0,-1 0-1 0 0,0 1 0 0 0,-1 0 1 0 0,1 0-1 0 0,-1 1 1 0 0,0 0-1 0 0,0 0 0 0 0,8 11 1 0 0,4 10-107 0 0,18 32-1 0 0,-31-50 106 0 0,37 71-337 0 0,-3 2 0 0 0,-5 2 0 0 0,43 151 0 0 0,34 274-242 0 0,-111-509 594 0 0,110 790 3842 0 0,-91-619-3368 0 0,2-14-1303 0 0,-9-84-4361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7:17.5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0 1 12483 0 0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7:18.6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27 662 8290 0 0,'-8'-4'-356'0'0,"-10"-13"5595"0"0,34 15-4521 0 0,168 16-1635 0 0,-80-3 186 0 0,158 2 277 0 0,166 19 712 0 0,-256-9-85 0 0,1-7 1 0 0,0-8 0 0 0,184-14-1 0 0,368-40 273 0 0,-266 22-134 0 0,15 28 139 0 0,-317 0-374 0 0,422-11 91 0 0,-66-37 48 0 0,94-25 184 0 0,-550 62-386 0 0,802-95 468 0 0,450 14-482 0 0,-313 21 346 0 0,-248 14 123 0 0,0 28-123 0 0,201 17 572 0 0,-3-35-956 0 0,624-8 22 0 0,-665 52 288 0 0,-792-2-368 0 0,790-14-27 0 0,-480 7 78 0 0,-236 6 37 0 0,182 5-45 0 0,-237-1 42 0 0,146 4 21 0 0,526-5 44 0 0,656-10-38 0 0,-710-8 43 0 0,-336 1-46 0 0,207-2 212 0 0,-38-4 2007 0 0,-167 4-831 0 0,808 8-1513 0 0,-1175 11 163 0 0,110 7-1155 0 0,-125-4-924 0 0,37 9 1 0 0,-52-7 716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7:20.4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23607 0 11979 0 0,'-1'2'94'0'0,"0"0"1"0"0,0-1 0 0 0,0 1 0 0 0,0 0 0 0 0,1 0-1 0 0,-1-1 1 0 0,0 1 0 0 0,1 0 0 0 0,-1 0 0 0 0,1 0-1 0 0,0 0 1 0 0,-1 0 0 0 0,1 0 0 0 0,0 0-1 0 0,1 3 1 0 0,4 36 17 0 0,-2-20 76 0 0,12 265 2555 0 0,-13-172-2461 0 0,6 0 0 0 0,25 134 0 0 0,63 113-1508 0 0,21 113 1970 0 0,-113-444-735 0 0,-2 0-1 0 0,-1 1 0 0 0,-1-1 0 0 0,-2 0 0 0 0,-5 31 1 0 0,-38 146-1164 0 0,43-200 1079 0 0,1-1 258 0 0,0 0 0 0 0,-1 0 0 0 0,0 0 0 0 0,0 0 0 0 0,-1 0 0 0 0,-4 7 1 0 0,6-12-30 0 0,0 0 0 0 0,0 0 0 0 0,0 1 0 0 0,0-1 0 0 0,-1 0 1 0 0,1-1-1 0 0,0 1 0 0 0,0 0 0 0 0,-1 0 0 0 0,1 0 0 0 0,-1-1 0 0 0,1 1 1 0 0,0-1-1 0 0,-1 1 0 0 0,1-1 0 0 0,-1 1 0 0 0,1-1 0 0 0,-1 0 1 0 0,0 0-1 0 0,1 0 0 0 0,-1 0 0 0 0,1 0 0 0 0,-1 0 0 0 0,1 0 0 0 0,-1-1 1 0 0,1 1-1 0 0,-1 0 0 0 0,1-1 0 0 0,-1 1 0 0 0,-1-2 0 0 0,-10-1-87 0 0,0 0 0 0 0,-1 0 0 0 0,1 1 0 0 0,-1 1 0 0 0,-23 0-1 0 0,-72 11-90 0 0,66-6-49 0 0,-283 22-127 0 0,-185 22-80 0 0,23 33 270 0 0,-281 48-1304 0 0,-7-41 16 0 0,-69-39 1262 0 0,-107-75-719 0 0,254-23 1461 0 0,145 6-380 0 0,-144-14 134 0 0,464 32-435 0 0,-490-38 112 0 0,506 50-158 0 0,-62-3-44 0 0,-107-8-881 0 0,184 8 606 0 0,-36-3 1073 0 0,-112-7 859 0 0,151 16-393 0 0,-122-4-905 0 0,-6 4-195 0 0,-402 8-1145 0 0,2 67-370 0 0,327-29 480 0 0,271-26 951 0 0,-85 5 530 0 0,-92 7 643 0 0,131-5-637 0 0,-255 29-65 0 0,-124 15-829 0 0,168-19-527 0 0,-662 65 1 0 0,513-80 765 0 0,467-25 100 0 0,-806 4-564 0 0,49-27 1851 0 0,772 19-1300 0 0,-236-6 171 0 0,-176-7-123 0 0,-620-54 2047 0 0,602 64-2056 0 0,-1 27-76 0 0,-54 1 13 0 0,-24-35 238 0 0,323 5 2 0 0,-129-8-345 0 0,136-3-169 0 0,-168-10 284 0 0,0 31 652 0 0,331 1-642 0 0,13-2 154 0 0,1 2 0 0 0,-1 3 1 0 0,-85 22-1 0 0,103-10-367 0 0,32-14-42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7:33.4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7706 127 5529 0 0,'3'-5'582'0'0,"0"0"0"0"0,0 1-1 0 0,0-1 1 0 0,-1 0 0 0 0,0 0-1 0 0,0-1 1 0 0,0 1 0 0 0,0 0-1 0 0,-1-1 1 0 0,0 1 0 0 0,1-11 0 0 0,-3 14-482 0 0,1 0-1 0 0,0-1 1 0 0,-1 1 0 0 0,0 0 0 0 0,1 0 0 0 0,-1-1 0 0 0,0 1 0 0 0,0 0 0 0 0,-1 0 0 0 0,1 0 0 0 0,0 0 0 0 0,-1 0 0 0 0,1 0 0 0 0,-1 1-1 0 0,1-1 1 0 0,-1 0 0 0 0,0 1 0 0 0,0-1 0 0 0,0 1 0 0 0,0 0 0 0 0,0-1 0 0 0,0 1 0 0 0,0 0 0 0 0,0 0 0 0 0,0 0 0 0 0,0 1 0 0 0,-1-1 0 0 0,1 1-1 0 0,0-1 1 0 0,-5 0 0 0 0,-6-1-7 0 0,-1 0 0 0 0,0 1 0 0 0,0 1 0 0 0,0 0 0 0 0,0 1 0 0 0,1 0 0 0 0,-16 4 1 0 0,-95 27 458 0 0,109-28-475 0 0,-203 65 1289 0 0,-371 170 1 0 0,260-92-1294 0 0,137-64-170 0 0,33-13-144 0 0,-295 137-364 0 0,-478 239 336 0 0,464-224 282 0 0,-380 152 293 0 0,313-143 484 0 0,76-46-687 0 0,-76 33-1001 0 0,103-31 844 0 0,140-60 368 0 0,71-29-1558 0 0,82-32 873 0 0,-183 116 1 0 0,244-135 810 0 0,51-31-44 0 0,0 1 1 0 0,1 2-1 0 0,-34 31 1 0 0,53-44-315 0 0,1 1-1 0 0,-1-1 1 0 0,1 1-1 0 0,1 1 1 0 0,-1-1 0 0 0,1 1-1 0 0,1 0 1 0 0,-1 0 0 0 0,1 1-1 0 0,1-1 1 0 0,0 1 0 0 0,0 0-1 0 0,0 0 1 0 0,1 0-1 0 0,1 0 1 0 0,-2 12 0 0 0,3-21-83 0 0,0 0 0 0 0,0 1 0 0 0,0-1 0 0 0,0 0 1 0 0,0 0-1 0 0,0 0 0 0 0,0 0 0 0 0,0 0 0 0 0,0 0 0 0 0,0 1 1 0 0,0-1-1 0 0,0 0 0 0 0,0 0 0 0 0,0 0 0 0 0,0 0 0 0 0,0 0 1 0 0,0 1-1 0 0,0-1 0 0 0,0 0 0 0 0,0 0 0 0 0,0 0 0 0 0,0 0 1 0 0,0 0-1 0 0,0 0 0 0 0,0 1 0 0 0,0-1 0 0 0,0 0 0 0 0,1 0 1 0 0,-1 0-1 0 0,0 0 0 0 0,0 0 0 0 0,0 0 0 0 0,0 0 0 0 0,0 0 1 0 0,0 1-1 0 0,0-1 0 0 0,0 0 0 0 0,1 0 0 0 0,-1 0 0 0 0,0 0 1 0 0,0 0-1 0 0,0 0 0 0 0,0 0 0 0 0,0 0 0 0 0,0 0 0 0 0,1 0 1 0 0,-1 0-1 0 0,0 0 0 0 0,0 0 0 0 0,0 0 0 0 0,0 0 0 0 0,0 0 1 0 0,1 0-1 0 0,-1 0 0 0 0,0 0 0 0 0,0 0 0 0 0,0 0 0 0 0,0 0 1 0 0,9-9-535 0 0,6-14-1757 0 0,9-54-4977 0 0,-19 58 5630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7:33.8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56 255 3225 0 0,'11'-29'-170'0'0,"0"1"1"0"0,-2-1-1 0 0,10-50 1 0 0,-9 7 4271 0 0,-10 72-3922 0 0,0-1 0 0 0,0 1 0 0 0,0-1-1 0 0,0 0 1 0 0,1 1 0 0 0,-1-1-1 0 0,0 1 1 0 0,0-1 0 0 0,0 0 0 0 0,0 1-1 0 0,0-1 1 0 0,-1 0 0 0 0,1 1-1 0 0,0-1 1 0 0,0 1 0 0 0,0-1 0 0 0,0 1-1 0 0,-1-1 1 0 0,1 0 0 0 0,0 1-1 0 0,-1-1 1 0 0,1 1 0 0 0,0-1 0 0 0,-1 1-1 0 0,1-1 1 0 0,0 1 0 0 0,-1 0-1 0 0,1-1 1 0 0,-1 1 0 0 0,1-1 0 0 0,-2 1-1 0 0,1 0 107 0 0,0 0 0 0 0,0 0 0 0 0,-1 0 0 0 0,1 0 0 0 0,0 0 0 0 0,0 0 0 0 0,0 1 0 0 0,-1-1 0 0 0,1 0 0 0 0,0 1 0 0 0,0-1 0 0 0,0 1 0 0 0,0-1 0 0 0,-2 2 0 0 0,-33 27 2132 0 0,31-23-2377 0 0,-1-1 0 0 0,2 1 0 0 0,-1 0 0 0 0,1 1 0 0 0,0-1 0 0 0,0 1 0 0 0,0 0-1 0 0,1 0 1 0 0,0 0 0 0 0,1 0 0 0 0,-1 0 0 0 0,1 1 0 0 0,1-1 0 0 0,0 1 0 0 0,0 0 0 0 0,0-1 0 0 0,1 1 0 0 0,0 9 0 0 0,1 31 116 0 0,-1-21-148 0 0,1 0-1 0 0,0 1 1 0 0,2-1 0 0 0,2 0-1 0 0,10 38 1 0 0,-14-63-7 0 0,0 1-1 0 0,0-1 1 0 0,0 0 0 0 0,0 1-1 0 0,1-1 1 0 0,-1 0 0 0 0,1 0 0 0 0,-1 0-1 0 0,1 0 1 0 0,0 0 0 0 0,0 0-1 0 0,0 0 1 0 0,0-1 0 0 0,0 1-1 0 0,0-1 1 0 0,0 1 0 0 0,1-1 0 0 0,-1 0-1 0 0,3 1 1 0 0,0 0 26 0 0,0-1 0 0 0,0 0-1 0 0,0-1 1 0 0,0 1 0 0 0,0-1 0 0 0,0 0-1 0 0,0 0 1 0 0,0 0 0 0 0,7-2 0 0 0,6-2 192 0 0,-1-1 0 0 0,0-1 1 0 0,0 0-1 0 0,25-14 1 0 0,3-6 181 0 0,-1-3 0 0 0,48-39 1 0 0,-44 31-402 0 0,-39 31-409 0 0,0 1 0 0 0,0-1 0 0 0,16-6 0 0 0,-6 5-7138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7:37.68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12122 97 11522 0 0,'59'-44'1592'0'0,"-42"33"-1268"0"0,0-1 0 0 0,17-18 0 0 0,-76 57 1450 0 0,7-5-1633 0 0,-438 281-3787 0 0,204-130 2878 0 0,-22 13 1754 0 0,-89 39-311 0 0,-380 206 696 0 0,253-162-1371 0 0,56-28 0 0 0,-419 214-1002 0 0,310-161 409 0 0,233-116 276 0 0,-25 14 157 0 0,-353 198 160 0 0,261-141 49 0 0,-25 15 334 0 0,469-264-383 0 0,-535 311 601 0 0,-50 21 146 0 0,129-71-87 0 0,-171 105 108 0 0,73-46-1305 0 0,319-177-351 0 0,-23 12-809 0 0,-600 361-1433 0 0,558-337 4244 0 0,-79 52 3455 0 0,29-37 789 0 0,334-186-5050 0 0,-1 0-254 0 0,0 1-1 0 0,0 1 0 0 0,2 1 1 0 0,-1 0-1 0 0,1 1 1 0 0,1 0-1 0 0,0 1 0 0 0,-13 17 1 0 0,25-28-352 0 0,1 0 1 0 0,1-1 0 0 0,-1 1 0 0 0,0 0 0 0 0,0 0 0 0 0,1 0 0 0 0,-1 0 0 0 0,1-1 0 0 0,-1 1 0 0 0,1 0 0 0 0,-1 3 0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7:38.14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0 216 3225 0 0,'26'-78'611'0'0,"24"-60"3809"0"0,-56 154-2448 0 0,0 1-1 0 0,2-1 0 0 0,-4 19 1 0 0,-4 67-353 0 0,9 106-1632 0 0,3-174 299 0 0,2 1 0 0 0,2 0 0 0 0,1-1 0 0 0,17 64 0 0 0,-18-87-165 0 0,0 0 0 0 0,0 0 0 0 0,1 0 0 0 0,0 0 0 0 0,0-1 1 0 0,2 0-1 0 0,-1 0 0 0 0,1-1 0 0 0,0 1 0 0 0,1-2 0 0 0,0 1 0 0 0,1-1 0 0 0,0 0 0 0 0,0-1 0 0 0,1 0 0 0 0,-1 0 0 0 0,1-1 0 0 0,12 5 0 0 0,-16-9-80 0 0,-1 0-1 0 0,0-1 1 0 0,1 1 0 0 0,-1-1-1 0 0,1-1 1 0 0,-1 1 0 0 0,1-1-1 0 0,-1 0 1 0 0,1 0 0 0 0,0-1-1 0 0,-1 1 1 0 0,1-1 0 0 0,-1 0-1 0 0,0-1 1 0 0,1 1 0 0 0,-1-1-1 0 0,8-4 1 0 0,6-4-349 0 0,-2-1 1 0 0,1 0-1 0 0,21-20 0 0 0,-32 26-15 0 0,35-30-7058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7:41.14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289 6 6449 0 0,'2'-5'1931'0'0,"-1"5"-1862"0"0,-1 0 0 0 0,0 0 0 0 0,0 0 0 0 0,0 0 0 0 0,0 0 0 0 0,1 0 0 0 0,-1 0 0 0 0,0 0 0 0 0,0 0 0 0 0,0 0-1 0 0,0 0 1 0 0,1 0 0 0 0,-1 0 0 0 0,0 0 0 0 0,0 0 0 0 0,0 0 0 0 0,1 0 0 0 0,-1 0 0 0 0,0 0 0 0 0,0 0 0 0 0,0 0 0 0 0,0 0 0 0 0,1 0 0 0 0,-1 0 0 0 0,0 0 0 0 0,1 18 3925 0 0,-6 20-2111 0 0,-16 62-1 0 0,-47 111-916 0 0,18-64-290 0 0,4 17 1 0 0,20-65-618 0 0,-45 110 1 0 0,66-191-201 0 0,1-2-4521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7:41.42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60 5985 0 0,'13'-35'1394'0'0,"-4"10"4718"0"0,-7 40 133 0 0,9 17-5198 0 0,-5-16-473 0 0,180 530 970 0 0,-167-492-1483 0 0,37 75 0 0 0,-46-110-196 0 0,0 0 0 0 0,2 0 1 0 0,0-1-1 0 0,2-1 0 0 0,0 0 0 0 0,0-1 0 0 0,19 15 1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7:41.62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35 172 6913 0 0,'-7'4'487'0'0,"4"-3"-264"0"0,0 0 1 0 0,1 1-1 0 0,-1 0 1 0 0,1-1 0 0 0,-1 1-1 0 0,1 0 1 0 0,0 0-1 0 0,-1 0 1 0 0,-2 5-1 0 0,6-7-47 0 0,-1 0 0 0 0,1 0 0 0 0,-1 1 0 0 0,1-1 0 0 0,-1 0 0 0 0,1 0-1 0 0,0 0 1 0 0,-1 1 0 0 0,1-1 0 0 0,-1 0 0 0 0,1 0 0 0 0,0 0 0 0 0,-1 0-1 0 0,1 0 1 0 0,-1 0 0 0 0,1 0 0 0 0,0-1 0 0 0,-1 1 0 0 0,1 0 0 0 0,-1 0-1 0 0,1 0 1 0 0,-1 0 0 0 0,1-1 0 0 0,0 1 0 0 0,0-1 0 0 0,18-6 1630 0 0,4-5-823 0 0,0 0-1 0 0,-1-2 1 0 0,34-28-1 0 0,29-18-1386 0 0,-23 27-2166 0 0,-28 17-3646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7:41.86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57 11378 0 0,'1'4'7893'0'0,"60"-65"-8763"0"0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7:42.02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 47 8754 0 0,'-8'9'1889'0'0,"20"-10"-327"0"0,17-11-260 0 0,-9 2-1203 0 0,-10 4-606 0 0,1 0 1 0 0,0 1 0 0 0,17-6 0 0 0,-23 10 444 0 0,-1 0 0 0 0,0 0-1 0 0,1 0 1 0 0,-1 1 0 0 0,1 0 0 0 0,-1 0 0 0 0,1 0-1 0 0,-1 1 1 0 0,1-1 0 0 0,-1 1 0 0 0,0 0 0 0 0,1 1-1 0 0,4 1 1 0 0,9 5 50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7:42.93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209 5 3225 0 0,'-13'-1'8115'0'0,"2"-1"-4356"0"0,9 2-3677 0 0,-1-1 0 0 0,1 1 0 0 0,-1 0 0 0 0,0 0 0 0 0,1 0 0 0 0,-1 0 1 0 0,1 0-1 0 0,-1 0 0 0 0,1 0 0 0 0,-1 1 0 0 0,1 0 0 0 0,-1-1 0 0 0,1 1 0 0 0,0 0 1 0 0,-1 0-1 0 0,1 0 0 0 0,-4 3 0 0 0,-5 3 127 0 0,1 1 0 0 0,-1 0 0 0 0,1 1 0 0 0,1 0 0 0 0,0 0 0 0 0,0 1 0 0 0,1 0-1 0 0,0 1 1 0 0,-11 20 0 0 0,14-22-157 0 0,0 0-1 0 0,1 0 0 0 0,0 0 0 0 0,1 1 1 0 0,0 0-1 0 0,1 0 0 0 0,0-1 1 0 0,0 1-1 0 0,1 1 0 0 0,0-1 0 0 0,1 0 1 0 0,0 0-1 0 0,2 12 0 0 0,-1-18-56 0 0,0-1 0 0 0,0 1 0 0 0,0-1 0 0 0,1 1-1 0 0,-1-1 1 0 0,1 0 0 0 0,0 0 0 0 0,0 0 0 0 0,0 0 0 0 0,1 0 0 0 0,-1 0-1 0 0,1-1 1 0 0,-1 1 0 0 0,1-1 0 0 0,0 1 0 0 0,0-1 0 0 0,0 0 0 0 0,0 0 0 0 0,0-1-1 0 0,1 1 1 0 0,-1-1 0 0 0,0 1 0 0 0,1-1 0 0 0,-1 0 0 0 0,1 0 0 0 0,0-1-1 0 0,-1 1 1 0 0,7-1 0 0 0,-1 1-5 0 0,-1 0 0 0 0,1-1 0 0 0,0 0 0 0 0,0-1 0 0 0,-1 0 0 0 0,1 0-1 0 0,0-1 1 0 0,-1 0 0 0 0,0-1 0 0 0,16-6 0 0 0,-17 5 11 0 0,-5 3-2 0 0,1 0 0 0 0,0 0 0 0 0,-1 0-1 0 0,1-1 1 0 0,-1 0 0 0 0,1 1 0 0 0,-1-1 0 0 0,0 0 0 0 0,4-4-1 0 0,-35 27 40 0 0,13-6 96 0 0,0 1 0 0 0,0 1-1 0 0,2 1 1 0 0,0 0 0 0 0,1 1 0 0 0,1 0 0 0 0,-15 33 0 0 0,20-36 27 0 0,0 1 1 0 0,1 0-1 0 0,1 1 0 0 0,0-1 1 0 0,2 1-1 0 0,0 0 0 0 0,0 0 1 0 0,2 0-1 0 0,2 36 0 0 0,-1-51-143 0 0,0 0-1 0 0,0 0 1 0 0,0 0-1 0 0,1 0 1 0 0,-1 0-1 0 0,1 0 1 0 0,0 0-1 0 0,0 0 1 0 0,0-1-1 0 0,1 1 1 0 0,-1 0-1 0 0,1-1 1 0 0,-1 1-1 0 0,1 0 1 0 0,0-1-1 0 0,0 0 1 0 0,0 1-1 0 0,0-1 0 0 0,0 0 1 0 0,0 0-1 0 0,1 0 1 0 0,-1-1-1 0 0,1 1 1 0 0,0 0-1 0 0,-1-1 1 0 0,1 0-1 0 0,0 0 1 0 0,0 1-1 0 0,0-2 1 0 0,0 1-1 0 0,-1 0 1 0 0,1-1-1 0 0,1 1 1 0 0,-1-1-1 0 0,0 0 1 0 0,0 0-1 0 0,0 0 1 0 0,0 0-1 0 0,0 0 1 0 0,5-2-1 0 0,6-1-461 0 0,0 0-1 0 0,-1-1 1 0 0,1-1-1 0 0,-1 0 1 0 0,0-1-1 0 0,0 0 1 0 0,16-11-1 0 0,-1-1-6484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7:43.3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29 115 6913 0 0,'-29'13'9068'0'0,"46"-21"-5054"0"0,63-32-1915 0 0,9-4-1950 0 0,-72 36-996 0 0,0 1 1 0 0,1 1-1 0 0,19-4 0 0 0,-32 9 442 0 0,-1 0 0 0 0,1 0 0 0 0,0 0 0 0 0,0 1 0 0 0,-1 0 0 0 0,1 0 0 0 0,0 0 0 0 0,0 0-1 0 0,-1 1 1 0 0,1 0 0 0 0,0 0 0 0 0,-1 0 0 0 0,1 1 0 0 0,5 1 0 0 0,-4 3 388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7:43.74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148 1 5529 0 0,'-4'0'962'0'0,"0"0"0"0"0,1 0 0 0 0,-1 0-1 0 0,0 0 1 0 0,1 1 0 0 0,-1-1 0 0 0,0 1-1 0 0,1 0 1 0 0,-1 0 0 0 0,1 1 0 0 0,-1-1 0 0 0,-5 4-1 0 0,6-3-706 0 0,1 1-1 0 0,-1 0 0 0 0,1 0 1 0 0,0 0-1 0 0,0 0 1 0 0,0 1-1 0 0,0-1 0 0 0,0 0 1 0 0,1 1-1 0 0,0-1 0 0 0,-1 1 1 0 0,0 5-1 0 0,-15 68 145 0 0,3-1 0 0 0,-7 151 0 0 0,17-168-338 0 0,0-3-61 0 0,-4 106 0 0 0,8-145 0 0 0,1 1 0 0 0,1-1 0 0 0,1 0 0 0 0,0 0 0 0 0,2 0 0 0 0,0 0 0 0 0,7 16 0 0 0,-11-29 0 0 0,1 0 0 0 0,0 0 0 0 0,0 0 0 0 0,1 0 0 0 0,-1 0 0 0 0,1-1 0 0 0,0 1 0 0 0,-1-1 0 0 0,2 0 0 0 0,-1 0 0 0 0,0 0 0 0 0,1 0 0 0 0,-1 0 0 0 0,1-1 0 0 0,0 0 0 0 0,0 1 0 0 0,0-2 0 0 0,0 1 0 0 0,0 0 0 0 0,0-1 0 0 0,7 2 0 0 0,-4-2 0 0 0,0-1 0 0 0,0 0 0 0 0,0 0 0 0 0,-1-1 0 0 0,1 0 0 0 0,0 0 0 0 0,0-1 0 0 0,-1 1 0 0 0,1-1 0 0 0,-1-1 0 0 0,0 1 0 0 0,1-1 0 0 0,6-5 0 0 0,16-7-347 0 0,-1 2 0 0 0,2 1 0 0 0,0 1 0 0 0,0 1 0 0 0,1 2 0 0 0,48-7 0 0 0,-49 10-625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7:44.25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211 35 7370 0 0,'-2'-14'-181'0'0,"2"12"566"0"0,0 1 1 0 0,0 0-1 0 0,0 0 0 0 0,0 0 0 0 0,-1 0 1 0 0,1 0-1 0 0,0 0 0 0 0,-1-1 1 0 0,1 1-1 0 0,0 0 0 0 0,-1 0 1 0 0,0 0-1 0 0,1 0 0 0 0,-1 0 1 0 0,1 0-1 0 0,-2 0 0 0 0,0 0-16 0 0,1 1 0 0 0,-1 0 0 0 0,1 0 0 0 0,-1-1 0 0 0,0 1 0 0 0,1 1 0 0 0,-1-1-1 0 0,0 0 1 0 0,1 0 0 0 0,-1 1 0 0 0,1-1 0 0 0,-1 0 0 0 0,1 1 0 0 0,-1 0 0 0 0,-1 0 0 0 0,-5 3-170 0 0,0 0 0 0 0,0 0 0 0 0,0 1 1 0 0,0 0-1 0 0,1 1 0 0 0,0-1 0 0 0,0 2 1 0 0,0-1-1 0 0,1 1 0 0 0,0-1 0 0 0,0 2 1 0 0,1-1-1 0 0,0 1 0 0 0,0 0 0 0 0,1 0 0 0 0,-6 14 1 0 0,-5 15-299 0 0,2 0 0 0 0,-12 55 0 0 0,24-88 148 0 0,-1 5-49 0 0,1 0-1 0 0,0 0 1 0 0,0 0-1 0 0,1 0 1 0 0,0 0 0 0 0,0 0-1 0 0,1 0 1 0 0,1 0 0 0 0,-1 0-1 0 0,1 0 1 0 0,1-1 0 0 0,-1 1-1 0 0,2 0 1 0 0,-1-1 0 0 0,9 14-1 0 0,-9-16 4 0 0,1-1 0 0 0,0 0 0 0 0,0 0 0 0 0,0 0 0 0 0,0-1 0 0 0,1 1 0 0 0,0-1-1 0 0,0 0 1 0 0,0 0 0 0 0,0-1 0 0 0,1 1 0 0 0,-1-1 0 0 0,1-1 0 0 0,0 1 0 0 0,0-1 0 0 0,0 0 0 0 0,0 0-1 0 0,0-1 1 0 0,0 1 0 0 0,1-1 0 0 0,-1-1 0 0 0,0 1 0 0 0,8-1 0 0 0,-6-1-166 0 0,0-1 1 0 0,0 1-1 0 0,0-1 0 0 0,0-1 1 0 0,-1 1-1 0 0,1-1 1 0 0,-1-1-1 0 0,1 1 0 0 0,-1-1 1 0 0,-1 0-1 0 0,1-1 1 0 0,0 0-1 0 0,8-8 0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7:44.79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105 20 2040 0 0,'-7'-1'779'0'0,"0"0"0"0"0,-1 0-1 0 0,1 1 1 0 0,0 0 0 0 0,0 1-1 0 0,-1-1 1 0 0,1 1-1 0 0,0 1 1 0 0,0-1 0 0 0,0 1-1 0 0,0 1 1 0 0,-11 4 0 0 0,31-13 1098 0 0,0 1 1 0 0,0 0 0 0 0,1 1 0 0 0,15-3 0 0 0,-12 4-1378 0 0,1 1-1 0 0,0 1 1 0 0,25 0 0 0 0,-32 1-513 0 0,0 1 1 0 0,0 0-1 0 0,0 1 1 0 0,0 0-1 0 0,0 0 0 0 0,0 2 1 0 0,-1-1-1 0 0,1 1 1 0 0,-1 1-1 0 0,0-1 1 0 0,0 2-1 0 0,0 0 0 0 0,-1 0 1 0 0,15 13-1 0 0,-16-10 40 0 0,-1 0-1 0 0,0 1 1 0 0,0 0-1 0 0,-1 1 0 0 0,0-1 1 0 0,-1 1-1 0 0,0 0 1 0 0,-1 0-1 0 0,0 1 1 0 0,-1-1-1 0 0,0 1 1 0 0,-1 0-1 0 0,1 16 0 0 0,0 18 44 0 0,-2 1-1 0 0,-5 47 0 0 0,3-86-92 0 0,-1 27 18 0 0,-2-1 1 0 0,-2-1-1 0 0,-15 52 0 0 0,15-67 88 0 0,0 0 1 0 0,-2 0-1 0 0,0-1 1 0 0,-1 1-1 0 0,-1-2 0 0 0,0 0 1 0 0,-23 28-1 0 0,29-40 16 0 0,0-1 0 0 0,-1 1 0 0 0,1-1 0 0 0,-1 0 0 0 0,0 0 0 0 0,1-1 0 0 0,-9 4 0 0 0,-3 2-1955 0 0,0 2-4271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7:46.03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33 5 5985 0 0,'-7'-5'15106'0'0,"3"11"-15022"0"0,1 0 0 0 0,0 0 0 0 0,0 1 0 0 0,1-1 0 0 0,-1 1 0 0 0,1-1-1 0 0,1 1 1 0 0,-1 0 0 0 0,1 0 0 0 0,0 10 0 0 0,1 83-109 0 0,1-55-17 0 0,-1-18 82 0 0,1 0-1 0 0,1-1 0 0 0,2 1 0 0 0,0-1 1 0 0,2 0-1 0 0,9 26 0 0 0,-10-39-13 0 0,1 1 1 0 0,0-1-1 0 0,1 0 0 0 0,1 0 0 0 0,0-1 1 0 0,0 0-1 0 0,1 0 0 0 0,1-1 0 0 0,0-1 1 0 0,0 1-1 0 0,1-1 0 0 0,18 12 0 0 0,-20-15 16 0 0,1-1 0 0 0,-1-1 0 0 0,1 1 0 0 0,1-1 0 0 0,-1-1 0 0 0,1 0 0 0 0,17 4 0 0 0,-23-7-56 0 0,1 0 0 0 0,-1-1-1 0 0,1 0 1 0 0,0 0 0 0 0,-1 0 0 0 0,1-1 0 0 0,0 0-1 0 0,-1 0 1 0 0,1 0 0 0 0,-1-1 0 0 0,0 1 0 0 0,1-1-1 0 0,-1-1 1 0 0,0 1 0 0 0,0-1 0 0 0,0 0 0 0 0,5-4 0 0 0,8-7-1300 0 0,1-2-3798 0 0,0 1-1864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7:47.93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39 11979 0 0,'0'0'922'0'0,"22"0"1119"0"0,1-2-1686 0 0,-1 0 0 0 0,0-1 0 0 0,32-10 0 0 0,-30 7-1245 0 0,2 1 0 0 0,28-2 0 0 0,-31 6-4120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7:48.17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77 11058 0 0,'0'1'40'0'0,"0"-1"1"0"0,0 0-1 0 0,0 1 0 0 0,1-1 0 0 0,-1 0 0 0 0,0 0 0 0 0,0 1 0 0 0,0-1 0 0 0,0 0 1 0 0,1 1-1 0 0,-1-1 0 0 0,0 0 0 0 0,0 0 0 0 0,0 0 0 0 0,1 1 0 0 0,-1-1 0 0 0,0 0 0 0 0,0 0 1 0 0,1 0-1 0 0,-1 0 0 0 0,0 1 0 0 0,1-1 0 0 0,-1 0 0 0 0,0 0 0 0 0,1 0 0 0 0,-1 0 0 0 0,0 0 1 0 0,0 0-1 0 0,1 0 0 0 0,-1 0 0 0 0,0 0 0 0 0,1 0 0 0 0,-1 0 0 0 0,0 0 0 0 0,1 0 0 0 0,16-2 440 0 0,-10 1-32 0 0,44-6 1056 0 0,-1-2 0 0 0,0-3 0 0 0,56-20 0 0 0,-93 28-1467 0 0,-4 0-267 0 0,1 1 0 0 0,0 1 1 0 0,1 0-1 0 0,-1 0 0 0 0,0 1 1 0 0,1 0-1 0 0,-1 0 0 0 0,0 1 1 0 0,1 1-1 0 0,-1 0 0 0 0,1 0 1 0 0,-1 1-1 0 0,10 3 0 0 0,-2 4 230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7:48.68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71 33 9674 0 0,'-26'-12'2835'0'0,"25"12"-2508"0"0,0-1 1 0 0,0 0-1 0 0,0 1 0 0 0,0-1 1 0 0,0 0-1 0 0,0 0 1 0 0,0 0-1 0 0,0 0 0 0 0,0 0 1 0 0,0 0-1 0 0,1 0 1 0 0,-1 0-1 0 0,0 0 0 0 0,1 0 1 0 0,-1-1-1 0 0,1 1 1 0 0,-2-3 1341 0 0,7 6-1421 0 0,0 1 1 0 0,-1-1-1 0 0,1 1 0 0 0,-1 0 1 0 0,0 0-1 0 0,6 6 0 0 0,-4-4-76 0 0,161 143 659 0 0,-25-20-839 0 0,-132-120 8 0 0,32 29 0 0 0,2-3 0 0 0,75 46 0 0 0,-113-77 0 0 0,-2-2 0 0 0,0 1 0 0 0,-1 0 0 0 0,1 0 0 0 0,0 1 0 0 0,-1-1 0 0 0,1 1 0 0 0,-1 0 0 0 0,0 0 0 0 0,1 0 0 0 0,-1 0 0 0 0,3 6 0 0 0,-6-8 4 0 0,0 1 1 0 0,0-1 0 0 0,0 0-1 0 0,-1 1 1 0 0,1-1 0 0 0,0 1 0 0 0,-1-1-1 0 0,1 1 1 0 0,-1-1 0 0 0,0 0-1 0 0,0 1 1 0 0,1-1 0 0 0,-1 0-1 0 0,0 0 1 0 0,0 0 0 0 0,-1 2-1 0 0,-20 20 183 0 0,19-20-164 0 0,-505 454 1696 0 0,405-362-4150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7:50.83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28 0 5985 0 0,'-1'2'395'0'0,"0"0"-1"0"0,0 0 1 0 0,0 0-1 0 0,0 0 1 0 0,0 0-1 0 0,0 1 0 0 0,1-1 1 0 0,-1 0-1 0 0,1 0 1 0 0,0 1-1 0 0,0-1 1 0 0,-1 0-1 0 0,1 0 1 0 0,1 1-1 0 0,-1-1 1 0 0,0 0-1 0 0,1 0 0 0 0,-1 1 1 0 0,1-1-1 0 0,-1 0 1 0 0,1 0-1 0 0,0 0 1 0 0,0 0-1 0 0,0 0 1 0 0,0 0-1 0 0,3 4 1 0 0,-4-6-337 0 0,0 0 1 0 0,0 0-1 0 0,0 0 1 0 0,1 1 0 0 0,-1-1-1 0 0,0 0 1 0 0,0 0 0 0 0,0 0-1 0 0,1 0 1 0 0,-1 0 0 0 0,0 0-1 0 0,0 1 1 0 0,0-1 0 0 0,1 0-1 0 0,-1 0 1 0 0,0 0-1 0 0,0 0 1 0 0,0 0 0 0 0,1 0-1 0 0,-1 0 1 0 0,0 0 0 0 0,0 0-1 0 0,0 0 1 0 0,1 0 0 0 0,-1 0-1 0 0,0 0 1 0 0,0 0-1 0 0,1 0 1 0 0,-1 0 0 0 0,0 0-1 0 0,0 0 1 0 0,0 0 0 0 0,1 0-1 0 0,-1-1 1 0 0,0 1 0 0 0,0 0-1 0 0,0 0 1 0 0,1 0-1 0 0,-1 0 1 0 0,0 0 0 0 0,0-1-1 0 0,0 1 1 0 0,0 0 0 0 0,1 0-1 0 0,-1 0 1 0 0,0 0 0 0 0,0-1-1 0 0,0 1 1 0 0,0 0 0 0 0,0 0-1 0 0,0 0 1 0 0,0-1-1 0 0,0 1 1 0 0,0 0 0 0 0,0 0-1 0 0,0-1 1 0 0,0 1 0 0 0,0 0-1 0 0,0 0 1 0 0,0 0 0 0 0,0-1-1 0 0,0 1 1 0 0,0 0-1 0 0,0 0 1 0 0,0-1 0 0 0,0 1-1 0 0,-1-2-183 0 0,0 1 148 0 0,0-1 1 0 0,1 1-1 0 0,-1 0 0 0 0,0-1 1 0 0,0 1-1 0 0,-1 0 0 0 0,1 0 1 0 0,0 0-1 0 0,0 0 0 0 0,0 0 1 0 0,-1 0-1 0 0,1 0 0 0 0,-3-1 1 0 0,3 2-223 0 0,0-1 0 0 0,0 1 0 0 0,0 0 0 0 0,0 0 1 0 0,0 1-1 0 0,0-1 0 0 0,0 0 0 0 0,0 0 0 0 0,0 0 0 0 0,0 1 1 0 0,0-1-1 0 0,0 0 0 0 0,0 1 0 0 0,1-1 0 0 0,-1 1 0 0 0,0-1 1 0 0,0 1-1 0 0,0-1 0 0 0,1 1 0 0 0,-2 0 0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7:52.28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162 300 4609 0 0,'-2'5'222'0'0,"-1"-1"0"0"0,0 1 0 0 0,0-1 0 0 0,0 0 0 0 0,-1 0 0 0 0,0 0 0 0 0,1 0 0 0 0,-1-1 0 0 0,-1 1 1 0 0,1-1-1 0 0,0 0 0 0 0,-1-1 0 0 0,1 1 0 0 0,-1-1 0 0 0,-7 3 0 0 0,9-4-19 0 0,1 0 0 0 0,-1 0 0 0 0,1-1 0 0 0,-1 0-1 0 0,0 1 1 0 0,1-1 0 0 0,-1 0 0 0 0,1 0 0 0 0,-1 0 0 0 0,0 0 0 0 0,1-1 0 0 0,-1 1 0 0 0,1-1 0 0 0,-1 0-1 0 0,0 0 1 0 0,1 0 0 0 0,0 0 0 0 0,-1 0 0 0 0,1 0 0 0 0,0 0 0 0 0,-1-1 0 0 0,1 1 0 0 0,0-1 0 0 0,0 0 0 0 0,0 0-1 0 0,1 1 1 0 0,-1-1 0 0 0,0-1 0 0 0,1 1 0 0 0,-1 0 0 0 0,1 0 0 0 0,-3-5 0 0 0,1-1 60 0 0,0 0 0 0 0,0 0 0 0 0,1 0 0 0 0,0-1 0 0 0,1 1 0 0 0,-1-1 0 0 0,2 1 0 0 0,-1-1 0 0 0,1 0 0 0 0,0 1 0 0 0,1-1 0 0 0,0 0 0 0 0,1 1 0 0 0,0-1 0 0 0,0 1 0 0 0,0 0 0 0 0,1 0 0 0 0,0 0 0 0 0,1 0 0 0 0,6-11 0 0 0,-3 8-267 0 0,-1 0 1 0 0,2 0 0 0 0,-1 0 0 0 0,1 1 0 0 0,1 0 0 0 0,0 1-1 0 0,0 0 1 0 0,1 0 0 0 0,0 1 0 0 0,0 0 0 0 0,1 1 0 0 0,0 0-1 0 0,15-6 1 0 0,-24 12-9 0 0,1 0-1 0 0,0 0 0 0 0,-1 0 0 0 0,1 1 0 0 0,-1-1 1 0 0,1 1-1 0 0,0 0 0 0 0,0-1 0 0 0,-1 1 0 0 0,1 0 1 0 0,0 1-1 0 0,-1-1 0 0 0,1 0 0 0 0,0 1 0 0 0,-1 0 1 0 0,1-1-1 0 0,0 1 0 0 0,3 2 0 0 0,-2-1-41 0 0,-1 1-1 0 0,1-1 1 0 0,-1 1 0 0 0,0 0-1 0 0,1 0 1 0 0,-1 0-1 0 0,0 1 1 0 0,-1-1 0 0 0,1 1-1 0 0,3 5 1 0 0,2 7-209 0 0,0 1 0 0 0,-1 1 0 0 0,-1-1 0 0 0,5 23 0 0 0,-11-39 251 0 0,9 44-541 0 0,-3 0 0 0 0,-1 1 0 0 0,-2 0 0 0 0,-5 78 0 0 0,0-25 391 0 0,1-94 164 0 0,1 0 0 0 0,1 0 0 0 0,-1-1 0 0 0,1 1 0 0 0,0 0 0 0 0,0-1 0 0 0,0 1 1 0 0,1-1-1 0 0,-1 1 0 0 0,5 6 0 0 0,-6-10 2 0 0,1 0 0 0 0,0 0-1 0 0,-1 0 1 0 0,1-1 0 0 0,0 1 0 0 0,0 0 0 0 0,0 0 0 0 0,0-1-1 0 0,0 1 1 0 0,0 0 0 0 0,0-1 0 0 0,0 1 0 0 0,0-1 0 0 0,0 1-1 0 0,0-1 1 0 0,0 0 0 0 0,0 1 0 0 0,2-1 0 0 0,-1 0 34 0 0,0 0 0 0 0,0 0-1 0 0,1 0 1 0 0,-1-1 0 0 0,0 1 0 0 0,0-1 0 0 0,0 1 0 0 0,0-1 0 0 0,0 0 0 0 0,0 0 0 0 0,0 0 0 0 0,-1 0-1 0 0,4-2 1 0 0,-3 2 99 0 0,-1 0 0 0 0,1 0 0 0 0,-1 0-1 0 0,1 0 1 0 0,-1 0 0 0 0,1 0 0 0 0,-1-1 0 0 0,0 1-1 0 0,1 0 1 0 0,-1-1 0 0 0,0 1 0 0 0,0-1-1 0 0,0 0 1 0 0,0 1 0 0 0,0-1 0 0 0,-1 0-1 0 0,1 1 1 0 0,0-1 0 0 0,-1 0 0 0 0,0 0 0 0 0,1 1-1 0 0,-1-1 1 0 0,0 0 0 0 0,0 0 0 0 0,0-2-1 0 0,0 1 10 0 0,-1 0-1 0 0,0 1 1 0 0,-1-1-1 0 0,1 0 0 0 0,0 1 1 0 0,-1-1-1 0 0,1 1 1 0 0,-1-1-1 0 0,0 1 1 0 0,0 0-1 0 0,0 0 0 0 0,0 0 1 0 0,0 0-1 0 0,-1 0 1 0 0,-2-2-1 0 0,-91-79 964 0 0,-7-7-731 0 0,88 79-732 0 0,0 1 0 0 0,0 0 0 0 0,-1 1 0 0 0,0 1 0 0 0,-25-9 0 0 0,17 10-7236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7:52.65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25 46 6913 0 0,'-25'0'14126'0'0,"28"-3"-14084"0"0,-1 0-288 0 0,1-1 0 0 0,0 1 0 0 0,0-1 0 0 0,1 1 0 0 0,-1 0 0 0 0,1 0 1 0 0,-1 0-1 0 0,1 1 0 0 0,0-1 0 0 0,0 1 0 0 0,0 0 0 0 0,0 0 0 0 0,0 1 0 0 0,1-1 0 0 0,5-1 0 0 0,-1 4-1233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7:52.83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 54 10594 0 0,'-1'20'5906'0'0,"1"-21"-5811"0"0,19-8 4025 0 0,-5 0-4176 0 0,-11 8-547 0 0,7-6 37 0 0,0 2 0 0 0,1 0-1 0 0,16-6 1 0 0,-1 4-5702 0 0,41-7 0 0 0,-57 12 5303 0 0,7-1 756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7:54.23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99 62 3225 0 0,'6'-6'1560'0'0,"-3"4"-1228"0"0,0 0 1 0 0,-1 0-1 0 0,1 0 0 0 0,-1-1 1 0 0,7-14 7032 0 0,-14 31-3403 0 0,7-14-3902 0 0,0 0 0 0 0,0-1-1 0 0,-1 1 1 0 0,1-1-1 0 0,0 1 1 0 0,-1-1-1 0 0,1 1 1 0 0,0-1 0 0 0,-1 0-1 0 0,1 0 1 0 0,-1 0-1 0 0,0 0 1 0 0,1 0-1 0 0,-1 0 1 0 0,0 0 0 0 0,1-1-1 0 0,-1 1 1 0 0,0 0-1 0 0,0-1 1 0 0,0 1-1 0 0,0 0 1 0 0,0-1 0 0 0,0-1-1 0 0,0 2 9 0 0,-1 1 0 0 0,0-1 0 0 0,0 1 0 0 0,0-1 1 0 0,0 1-1 0 0,0-1 0 0 0,0 0 0 0 0,0 1 0 0 0,0-1 0 0 0,0 1 0 0 0,0-1 0 0 0,0 1 0 0 0,0-1 0 0 0,0 1 1 0 0,0-1-1 0 0,0 1 0 0 0,-1-1 0 0 0,1 1 0 0 0,0-1 0 0 0,0 1 0 0 0,-1-1 0 0 0,1 1 0 0 0,0 0 0 0 0,-1-1 1 0 0,1 1-1 0 0,0-1 0 0 0,-1 1 0 0 0,1 0 0 0 0,0-1 0 0 0,-1 1 0 0 0,1 0 0 0 0,-1 0 0 0 0,1-1 0 0 0,-1 1 1 0 0,1 0-1 0 0,-1 0 0 0 0,1-1 0 0 0,-1 1 0 0 0,1 0 0 0 0,-1 0 0 0 0,1 0 0 0 0,-1 0 0 0 0,0 0 0 0 0,-1 0-76 0 0,1-1 0 0 0,-1 1-1 0 0,0 0 1 0 0,1 0-1 0 0,-1 0 1 0 0,1 0-1 0 0,-1 0 1 0 0,0 1-1 0 0,1-1 1 0 0,-1 0-1 0 0,1 1 1 0 0,-1-1 0 0 0,-2 2-1 0 0,-8 6 34 0 0,1 0 0 0 0,1 0 1 0 0,-1 1-1 0 0,2 0 0 0 0,-1 1 0 0 0,1 0 0 0 0,-13 19 0 0 0,18-23-14 0 0,1 0 0 0 0,0 1 0 0 0,0-1 0 0 0,0 1 0 0 0,1-1 0 0 0,0 1 0 0 0,0 0 0 0 0,1 0 0 0 0,0 0-1 0 0,0 0 1 0 0,0 0 0 0 0,1 0 0 0 0,0 1 0 0 0,1-1 0 0 0,-1 0 0 0 0,3 9 0 0 0,-2-12-59 0 0,0-1 0 0 0,1 0 0 0 0,-1 0 0 0 0,1 0 0 0 0,-1 0 0 0 0,1 0 0 0 0,0 0 0 0 0,0 0 0 0 0,0 0 0 0 0,1-1 0 0 0,-1 1 0 0 0,0-1 1 0 0,1 0-1 0 0,0 0 0 0 0,0 0 0 0 0,-1 0 0 0 0,1 0 0 0 0,0 0 0 0 0,1-1 0 0 0,-1 0 0 0 0,0 1 0 0 0,0-1 0 0 0,0 0 0 0 0,1 0 0 0 0,-1-1 0 0 0,1 1 0 0 0,-1-1 0 0 0,0 0 0 0 0,5 0 0 0 0,2 0-103 0 0,-1 0 0 0 0,1 0-1 0 0,0-1 1 0 0,-1 0-1 0 0,1-1 1 0 0,-1 0-1 0 0,0-1 1 0 0,1 0 0 0 0,9-5-1 0 0,-22 12-90 0 0,0 0-1 0 0,1-1 1 0 0,-1 1 0 0 0,1 1-1 0 0,0-1 1 0 0,0 0-1 0 0,1 0 1 0 0,-2 8 0 0 0,-15 46 1000 0 0,17-52-643 0 0,0 0 1 0 0,0 0-1 0 0,0 0 0 0 0,1 0 1 0 0,-1 0-1 0 0,1 0 0 0 0,1 0 0 0 0,-1 0 1 0 0,1 0-1 0 0,0 0 0 0 0,1 0 1 0 0,3 11-1 0 0,-4-15-49 0 0,0 0 0 0 0,1 1 0 0 0,-1-1 0 0 0,1 0 0 0 0,-1 0 0 0 0,1 0 0 0 0,0 0 0 0 0,0 0 1 0 0,0 0-1 0 0,0-1 0 0 0,0 1 0 0 0,0-1 0 0 0,0 1 0 0 0,1-1 0 0 0,-1 0 0 0 0,0 0 0 0 0,1 0 0 0 0,-1 0 0 0 0,1 0 1 0 0,-1 0-1 0 0,1-1 0 0 0,0 1 0 0 0,-1-1 0 0 0,1 0 0 0 0,0 0 0 0 0,-1 0 0 0 0,1 0 0 0 0,-1 0 0 0 0,1-1 0 0 0,0 1 0 0 0,-1-1 1 0 0,4 0-1 0 0,-1-1-124 0 0,-1 1-1 0 0,1-1 1 0 0,-1 1 0 0 0,1-1 0 0 0,-1-1 0 0 0,1 1 0 0 0,3-3 0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7:57.50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8 131 4609 0 0,'-7'-1'10541'0'0,"27"-11"-7740"0"0,36-14-1559 0 0,27-11 370 0 0,-18 7-3064 0 0,-21 12-4163 0 0,-25 11-313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7:57.86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33 0 5985 0 0,'-4'16'7857'0'0,"-4"37"-6715"0"0,3-21 7 0 0,4-28-1023 0 0,-4 25 529 0 0,0-1 1 0 0,2 1-1 0 0,1 51 0 0 0,3-73-573 0 0,-1 0 1 0 0,1 0-1 0 0,1 1 1 0 0,-1-1-1 0 0,1 0 1 0 0,0 0-1 0 0,1 0 1 0 0,-1-1-1 0 0,1 1 1 0 0,1-1-1 0 0,-1 1 1 0 0,1-1-1 0 0,1 0 1 0 0,-1 0-1 0 0,1-1 1 0 0,0 1-1 0 0,0-1 1 0 0,0 0-1 0 0,1-1 1 0 0,7 6-1 0 0,0-3 62 0 0,0-1 0 0 0,0 0-1 0 0,0-1 1 0 0,0-1-1 0 0,1 0 1 0 0,25 3 0 0 0,25 8 75 0 0,-62-15-236 0 0,0 1 1 0 0,0 0-1 0 0,0-1 1 0 0,0 1-1 0 0,0 0 1 0 0,0 0-1 0 0,0 1 1 0 0,0-1-1 0 0,0 0 1 0 0,-1 1-1 0 0,1-1 1 0 0,0 1-1 0 0,-1-1 1 0 0,1 1-1 0 0,-1 0 1 0 0,0-1-1 0 0,0 1 1 0 0,0 0-1 0 0,1 0 1 0 0,-2 0-1 0 0,2 2 1 0 0,-1 0 91 0 0,0 0 0 0 0,-1 0 1 0 0,1 0-1 0 0,-1 0 0 0 0,0 0 0 0 0,0 0 1 0 0,0-1-1 0 0,0 1 0 0 0,-1 0 0 0 0,0 0 1 0 0,-1 4-1 0 0,-1 1-338 0 0,0 0 0 0 0,0-1 1 0 0,-1 1-1 0 0,0-1 1 0 0,-8 12-1 0 0,-13 8-4860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7:58.21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26 56 920 0 0,'29'3'17001'0'0,"-29"-2"-16653"0"0,-3 16-959 0 0,-2 2 1159 0 0,-10 37 256 0 0,3 0-1 0 0,-6 74 1 0 0,17-114-801 0 0,0 0 0 0 0,1 1 0 0 0,1-1 0 0 0,1 0 0 0 0,0 0 1 0 0,1 0-1 0 0,0-1 0 0 0,2 1 0 0 0,0-1 0 0 0,0 0 0 0 0,1 0 0 0 0,1 0 0 0 0,10 15 0 0 0,-12-24-7 0 0,-1 0 0 0 0,1 0 0 0 0,0 0 0 0 0,0-1 0 0 0,1 1 0 0 0,-1-1 0 0 0,1-1 0 0 0,0 1 0 0 0,0-1 0 0 0,1 0 0 0 0,12 6 0 0 0,-15-9 10 0 0,0 0 1 0 0,1 0 0 0 0,-1 0-1 0 0,0 0 1 0 0,0 0 0 0 0,0-1-1 0 0,1 0 1 0 0,-1 0-1 0 0,0 0 1 0 0,0-1 0 0 0,0 1-1 0 0,1-1 1 0 0,-1 0 0 0 0,0 0-1 0 0,0 0 1 0 0,0-1 0 0 0,0 1-1 0 0,0-1 1 0 0,-1 0 0 0 0,1 0-1 0 0,0 0 1 0 0,4-4-1 0 0,1-2 55 0 0,-1 0 0 0 0,0 0-1 0 0,0 0 1 0 0,-1-1 0 0 0,0 0-1 0 0,0 0 1 0 0,-1-1 0 0 0,0 0-1 0 0,-1 0 1 0 0,0-1-1 0 0,-1 1 1 0 0,0-1 0 0 0,-1 0-1 0 0,0 0 1 0 0,0 0 0 0 0,1-22-1 0 0,-3 16-26 0 0,0 0 0 0 0,-1 0 0 0 0,-1 0 0 0 0,-1 0-1 0 0,-1 0 1 0 0,0 0 0 0 0,-1 0 0 0 0,-1 1 0 0 0,0 0 0 0 0,-13-26-1 0 0,0 6 217 0 0,-38-55-1 0 0,45 76-646 0 0,-1 1 0 0 0,-14-14 0 0 0,18 21-874 0 0,1 0-1 0 0,-1 1 0 0 0,-1 0 0 0 0,-16-9 1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7:58.86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20 68 7266 0 0,'1'-1'71'0'0,"-22"-33"14322"0"0,24 61-12163 0 0,-2-3-2128 0 0,0 0-131 0 0,7 37-1 0 0,-7-55-86 0 0,1 0 0 0 0,0 0 0 0 0,0 0 0 0 0,0-1 0 0 0,0 1 0 0 0,1 0 0 0 0,0-1 0 0 0,0 1 0 0 0,0-1 0 0 0,1 0 0 0 0,5 5 0 0 0,-9-10 82 0 0,1 0 0 0 0,0 0-1 0 0,-1 0 1 0 0,1 0 0 0 0,-1 0-1 0 0,1 0 1 0 0,0 0 0 0 0,-1 0-1 0 0,1 0 1 0 0,0 0-1 0 0,-1 0 1 0 0,1 0 0 0 0,-1-1-1 0 0,1 1 1 0 0,0 0 0 0 0,-1 0-1 0 0,1-1 1 0 0,-1 1 0 0 0,1 0-1 0 0,-1-1 1 0 0,1 1-1 0 0,-1 0 1 0 0,1-1 0 0 0,-1 1-1 0 0,1-1 1 0 0,-1 1 0 0 0,0-1-1 0 0,1 1 1 0 0,-1-1 0 0 0,0 0-1 0 0,1 1 1 0 0,-1-1-1 0 0,0 1 1 0 0,0-1 0 0 0,0 1-1 0 0,1-2 1 0 0,11-24-579 0 0,0-10 103 0 0,-5 16 410 0 0,0-1 0 0 0,1 1 0 0 0,14-24 1 0 0,-20 39 119 0 0,1 1 0 0 0,0 0 0 0 0,0 0 0 0 0,0 0 0 0 0,0 0 0 0 0,1 0 1 0 0,-1 1-1 0 0,1-1 0 0 0,0 1 0 0 0,0 0 0 0 0,1 0 0 0 0,-1 1 0 0 0,0-1 0 0 0,1 1 1 0 0,0 0-1 0 0,-1 0 0 0 0,1 1 0 0 0,0-1 0 0 0,7 0 0 0 0,-10 1 8 0 0,1 1 1 0 0,-1 0-1 0 0,0 1 0 0 0,1-1 0 0 0,-1 0 0 0 0,1 1 0 0 0,-1-1 0 0 0,0 1 0 0 0,1 0 0 0 0,-1 0 1 0 0,0 0-1 0 0,0 0 0 0 0,1 0 0 0 0,-1 0 0 0 0,0 1 0 0 0,0-1 0 0 0,0 1 0 0 0,-1-1 1 0 0,1 1-1 0 0,0 0 0 0 0,0 0 0 0 0,-1 0 0 0 0,0 0 0 0 0,1 0 0 0 0,-1 0 0 0 0,0 0 0 0 0,0 0 1 0 0,1 4-1 0 0,4 8 276 0 0,0 1-1 0 0,-2 0 1 0 0,5 23 0 0 0,-1-6-86 0 0,-8-30-245 0 0,1-1 1 0 0,-1 1 0 0 0,0-1-1 0 0,1 1 1 0 0,-1-1-1 0 0,1 1 1 0 0,0-1 0 0 0,-1 1-1 0 0,1-1 1 0 0,0 0-1 0 0,0 0 1 0 0,0 1 0 0 0,0-1-1 0 0,0 0 1 0 0,0 0-1 0 0,0 0 1 0 0,1 0-1 0 0,-1 0 1 0 0,0 0 0 0 0,2 1-1 0 0,-1-2-34 0 0,-1 0 0 0 0,0 0 0 0 0,0 0 0 0 0,0 0 0 0 0,0 0-1 0 0,0-1 1 0 0,1 1 0 0 0,-1 0 0 0 0,0 0 0 0 0,0-1 0 0 0,0 1-1 0 0,0-1 1 0 0,0 1 0 0 0,0-1 0 0 0,0 0 0 0 0,0 1 0 0 0,0-1 0 0 0,0 0-1 0 0,0 1 1 0 0,1-3 0 0 0,6-6-435 0 0,-1 0 0 0 0,0-1 0 0 0,0 0 0 0 0,5-12 0 0 0,-7 13 319 0 0,7-13-359 0 0,15-25 618 0 0,-25 44 69 0 0,0 0 0 0 0,0 1 0 0 0,0-1 0 0 0,1 0 0 0 0,-1 1 0 0 0,1-1 1 0 0,-1 1-1 0 0,1 0 0 0 0,0 0 0 0 0,0 0 0 0 0,4-2 0 0 0,-6 4-86 0 0,0-1 1 0 0,0 1-1 0 0,0 0 0 0 0,0 0 1 0 0,0 0-1 0 0,-1 0 0 0 0,1 0 1 0 0,0 0-1 0 0,0 0 0 0 0,0 0 1 0 0,0 0-1 0 0,0 0 0 0 0,0 1 1 0 0,0-1-1 0 0,0 0 0 0 0,-1 1 1 0 0,1-1-1 0 0,0 0 0 0 0,0 1 1 0 0,0-1-1 0 0,-1 1 0 0 0,1 0 1 0 0,0-1-1 0 0,-1 1 0 0 0,1-1 1 0 0,0 1-1 0 0,-1 0 0 0 0,1 0 1 0 0,-1-1-1 0 0,1 1 0 0 0,0 1 1 0 0,16 33-533 0 0,-5-9-3660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7:59.13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80 1 12443 0 0,'5'13'4437'0'0,"0"-3"-3603"0"0,-4 15-483 0 0,-1 0-1 0 0,-1-1 0 0 0,-1 1 1 0 0,-9 42-1 0 0,4-26-273 0 0,-17 97-456 0 0,-14 105-438 0 0,34-195 753 0 0,1 0 1 0 0,3 0-1 0 0,5 51 0 0 0,-3-86-122 0 0,0 1 0 0 0,8 22 0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7:59.56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80 456 0 0,'4'-16'-396'0'0,"17"-21"12034"0"0,-21 37-11303 0 0,1-1-1 0 0,0 1 1 0 0,0 0 0 0 0,0 0-1 0 0,-1-1 1 0 0,1 1-1 0 0,0 0 1 0 0,0 0 0 0 0,0 0-1 0 0,0 0 1 0 0,1 0 0 0 0,-1 0-155 0 0,0 1 1 0 0,0-1-1 0 0,0 1 1 0 0,0-1-1 0 0,0 1 1 0 0,1 0-1 0 0,-1-1 1 0 0,0 1-1 0 0,-1 0 1 0 0,1 0-1 0 0,0 0 1 0 0,0 0-1 0 0,0 0 1 0 0,1 2-1 0 0,14 23 224 0 0,-2 1-1 0 0,0 0 1 0 0,-2 1-1 0 0,-1 1 1 0 0,11 44 0 0 0,21 55-494 0 0,-36-112 96 0 0,1 0 0 0 0,0-1 0 0 0,1 0 0 0 0,0 0 0 0 0,20 22-1 0 0,-28-35-20 0 0,1 0 0 0 0,0 0 0 0 0,0 1 0 0 0,0-1 0 0 0,0-1 0 0 0,0 1 0 0 0,0 0-1 0 0,1 0 1 0 0,-1-1 0 0 0,0 1 0 0 0,1-1 0 0 0,0 0 0 0 0,-1 0 0 0 0,1 0-1 0 0,0 0 1 0 0,-1 0 0 0 0,1-1 0 0 0,0 1 0 0 0,0-1 0 0 0,-1 0 0 0 0,1 0-1 0 0,0 0 1 0 0,0 0 0 0 0,0 0 0 0 0,0 0 0 0 0,-1-1 0 0 0,1 1 0 0 0,0-1 0 0 0,0 0-1 0 0,-1 0 1 0 0,1 0 0 0 0,-1 0 0 0 0,1-1 0 0 0,-1 1 0 0 0,1-1 0 0 0,-1 1-1 0 0,0-1 1 0 0,0 0 0 0 0,1 0 0 0 0,1-3 0 0 0,3-2-237 0 0,0-1 1 0 0,0-1-1 0 0,-1 1 1 0 0,-1-1 0 0 0,1 0-1 0 0,-2 0 1 0 0,1-1-1 0 0,-1 0 1 0 0,5-18-1 0 0,0-15-1007 0 0,5-87 0 0 0,-12 89 1017 0 0,2 0-1 0 0,15-59 1 0 0,-19 98 361 0 0,0 0 0 0 0,1 0 0 0 0,-1 1-1 0 0,1-1 1 0 0,-1 0 0 0 0,1 0 0 0 0,0 1-1 0 0,0-1 1 0 0,0 1 0 0 0,0-1-1 0 0,0 0 1 0 0,0 1 0 0 0,0 0 0 0 0,1-1-1 0 0,-1 1 1 0 0,0 0 0 0 0,1-1 0 0 0,2-1-1 0 0,-3 3-30 0 0,-1 0-1 0 0,1 0 1 0 0,0 0 0 0 0,-1 0-1 0 0,1 0 1 0 0,-1 0-1 0 0,1 0 1 0 0,-1 0-1 0 0,1 0 1 0 0,0 0 0 0 0,-1 0-1 0 0,1 1 1 0 0,-1-1-1 0 0,1 0 1 0 0,-1 0-1 0 0,1 1 1 0 0,-1-1 0 0 0,1 0-1 0 0,-1 0 1 0 0,1 1-1 0 0,-1-1 1 0 0,1 1-1 0 0,11 20 1231 0 0,25 102 1091 0 0,-24-76-2109 0 0,24 61-1 0 0,-6-37-191 0 0,-6-17-464 0 0,-3 1-1 0 0,22 77 0 0 0,-37-101-4996 0 0,0-1-1822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7:59.77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 1 19356 0 0,'-1'17'856'0'0,"1"-10"177"0"0,0 2-825 0 0,0-3-208 0 0,1-2 0 0 0,1-1 0 0 0,-1 1 392 0 0,2 2 40 0 0,1 2 8 0 0,2 1 0 0 0,-2-2-440 0 0,-1-3 0 0 0,0-4-104 0 0,0-4 16 0 0,-2-3-1296 0 0,-1-6-265 0 0,0-6-47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8:00.89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 1 10594 0 0,'-1'0'228'0'0,"1"1"0"0"0,-1 0-1 0 0,0-1 1 0 0,0 1 0 0 0,1 0 0 0 0,-1 0-1 0 0,0-1 1 0 0,1 1 0 0 0,-1 0-1 0 0,1 0 1 0 0,-1 0 0 0 0,1 0-1 0 0,-1 0 1 0 0,1 0 0 0 0,-1 0 0 0 0,1-1-1 0 0,0 1 1 0 0,0 0 0 0 0,0 0-1 0 0,-1 0 1 0 0,1 0 0 0 0,0 1 0 0 0,0-1-1 0 0,1 2 1 0 0,-2 26 1350 0 0,29 207 2599 0 0,-5-64-3634 0 0,-16-91-610 0 0,-3-15-816 0 0,23 108-1 0 0,-19-143-6560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8:01.62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85 7834 0 0,'3'-17'10763'0'0,"-2"17"-10726"0"0,0 0-1 0 0,-1-1 0 0 0,1 1 1 0 0,0-1-1 0 0,-1 1 0 0 0,1 0 0 0 0,0 0 1 0 0,-1-1-1 0 0,1 1 0 0 0,0 0 1 0 0,-1 0-1 0 0,1 0 0 0 0,0 0 1 0 0,0 0-1 0 0,-1 0 0 0 0,1 0 1 0 0,0 0-1 0 0,-1 0 0 0 0,1 0 1 0 0,0 0-1 0 0,0 0 0 0 0,-1 1 0 0 0,1-1 1 0 0,0 0-1 0 0,-1 0 0 0 0,1 1 1 0 0,0-1-1 0 0,-1 1 0 0 0,1-1 1 0 0,-1 0-1 0 0,1 1 0 0 0,0-1 1 0 0,-1 1-1 0 0,1-1 0 0 0,-1 1 1 0 0,0 0-1 0 0,1 0 0 0 0,14 35 977 0 0,-15-35-1016 0 0,48 189-1105 0 0,-48-189 1058 0 0,0 0 0 0 0,0 0 0 0 0,0 0-1 0 0,1 0 1 0 0,-1 0 0 0 0,0 0 0 0 0,1 0 0 0 0,-1-1 0 0 0,1 1 0 0 0,-1 0 0 0 0,1 0 0 0 0,-1 0-1 0 0,1 0 1 0 0,0 0 0 0 0,-1-1 0 0 0,1 1 0 0 0,0 0 0 0 0,-1-1 0 0 0,1 1 0 0 0,0 0-1 0 0,0-1 1 0 0,0 1 0 0 0,0-1 0 0 0,0 0 0 0 0,0 1 0 0 0,1 0 0 0 0,-1-2-18 0 0,1 1 0 0 0,-1 0 0 0 0,0-1 0 0 0,0 0 0 0 0,1 1 0 0 0,-1-1 0 0 0,0 1 0 0 0,0-1 0 0 0,0 0 0 0 0,0 0 0 0 0,0 0 0 0 0,0 0-1 0 0,0 0 1 0 0,-1 0 0 0 0,1 0 0 0 0,0 0 0 0 0,1-1 0 0 0,5-10-405 0 0,0 0 0 0 0,8-24-1 0 0,-13 33 444 0 0,18-50-812 0 0,18-41 255 0 0,-33 84 729 0 0,0 0 1 0 0,1 1 0 0 0,0 0 0 0 0,0 0-1 0 0,1 0 1 0 0,14-13 0 0 0,-20 20-54 0 0,0 1 1 0 0,1-1 0 0 0,0 1 0 0 0,-1 0 0 0 0,1-1-1 0 0,-1 1 1 0 0,1 0 0 0 0,0 0 0 0 0,0 0-1 0 0,0 0 1 0 0,0 1 0 0 0,0-1 0 0 0,0 0 0 0 0,0 1-1 0 0,0 0 1 0 0,0-1 0 0 0,0 1 0 0 0,0 0-1 0 0,0 0 1 0 0,0 0 0 0 0,0 0 0 0 0,0 0 0 0 0,0 0-1 0 0,0 1 1 0 0,4 1 0 0 0,-3-1 92 0 0,-1 1 0 0 0,1 0 0 0 0,0 0 0 0 0,-1 1 0 0 0,1-1 0 0 0,-1 1 0 0 0,1-1 0 0 0,-1 1 0 0 0,0 0 0 0 0,0 0 0 0 0,-1 0-1 0 0,1 0 1 0 0,0 0 0 0 0,1 6 0 0 0,4 12-66 0 0,-1 0 0 0 0,-1 1 0 0 0,0 0-1 0 0,-2 0 1 0 0,-1 1 0 0 0,0-1 0 0 0,-3 34-1 0 0,1-47-167 0 0,0-8 23 0 0,0-1 0 0 0,0 1 0 0 0,0-1 1 0 0,0 0-1 0 0,-1 1 0 0 0,1-1 0 0 0,0 1 0 0 0,0-1 1 0 0,1 0-1 0 0,-1 1 0 0 0,0-1 0 0 0,0 0 0 0 0,0 1 0 0 0,0-1 1 0 0,0 1-1 0 0,0-1 0 0 0,0 0 0 0 0,1 1 0 0 0,-1-1 1 0 0,0 0-1 0 0,0 1 0 0 0,1-1 0 0 0,-1 0 0 0 0,0 1 0 0 0,0-1 1 0 0,1 0-1 0 0,-1 0 0 0 0,0 1 0 0 0,1-1 0 0 0,-1 0 1 0 0,0 0-1 0 0,1 0 0 0 0,-1 1 0 0 0,1-1 0 0 0,12-6-908 0 0,13-20-489 0 0,-25 25 1356 0 0,65-86-1036 0 0,-45 58 2398 0 0,44-49-1 0 0,-64 77-1193 0 0,1 0 0 0 0,-1 0-1 0 0,0 0 1 0 0,1 0-1 0 0,-1 0 1 0 0,1 0 0 0 0,-1 1-1 0 0,1-1 1 0 0,0 1-1 0 0,-1-1 1 0 0,1 1-1 0 0,0 0 1 0 0,-1-1 0 0 0,1 1-1 0 0,0 0 1 0 0,-1 0-1 0 0,1 0 1 0 0,0 1 0 0 0,-1-1-1 0 0,1 0 1 0 0,0 0-1 0 0,-1 1 1 0 0,1-1 0 0 0,-1 1-1 0 0,1 0 1 0 0,0-1-1 0 0,-1 1 1 0 0,0 0-1 0 0,1 0 1 0 0,-1 0 0 0 0,1 0-1 0 0,1 2 1 0 0,7 5 68 0 0,0 0 0 0 0,0 1 0 0 0,10 13 1 0 0,-7-7 47 0 0,5 4-129 0 0,28 23-1496 0 0,-41-39 505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8:02.46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5 211 4145 0 0,'-4'-18'1230'0'0,"3"12"500"0"0,1-1-1 0 0,0 0 1 0 0,0 1-1 0 0,3-14 1 0 0,-3 20-1621 0 0,0 0 0 0 0,1 0 0 0 0,-1 0 0 0 0,1 0 0 0 0,-1 0 0 0 0,0 0 0 0 0,1 0 0 0 0,-1 0 0 0 0,0 0 0 0 0,1 0 0 0 0,-1 0 0 0 0,1 0 0 0 0,-1 1 0 0 0,0-1 0 0 0,1 0 0 0 0,-1 0 0 0 0,0 0 0 0 0,0 1 0 0 0,1-1 0 0 0,-1 0 0 0 0,0 0 0 0 0,1 1 0 0 0,-1-1 0 0 0,0 0 0 0 0,0 0 0 0 0,1 1 0 0 0,-1-1 0 0 0,0 0 0 0 0,0 1 0 0 0,0-1 0 0 0,0 0 0 0 0,1 1 0 0 0,-1-1 0 0 0,0 0 0 0 0,0 1 0 0 0,0-1 0 0 0,0 1 0 0 0,0-1 0 0 0,11 18 957 0 0,3 9 739 0 0,18 53 0 0 0,-22-51-2362 0 0,23 44 1 0 0,-33-73 500 0 0,0 0 0 0 0,0 1 0 0 0,1-1 0 0 0,-1 0 0 0 0,0 1 0 0 0,0-1 0 0 0,0 0 0 0 0,0 1 0 0 0,0-1 0 0 0,1 0 0 0 0,-1 0 0 0 0,0 1 0 0 0,0-1 0 0 0,0 0 0 0 0,1 0 1 0 0,-1 0-1 0 0,0 1 0 0 0,0-1 0 0 0,1 0 0 0 0,-1 0 0 0 0,0 0 0 0 0,0 0 0 0 0,1 0 0 0 0,-1 1 0 0 0,0-1 0 0 0,1 0 0 0 0,-1 0 0 0 0,0 0 0 0 0,1 0 0 0 0,-1 0 0 0 0,0 0 0 0 0,1 0 0 0 0,-1 0 0 0 0,0 0 1 0 0,0 0-1 0 0,1 0 0 0 0,-1 0 0 0 0,0 0 0 0 0,1 0 0 0 0,-1-1 0 0 0,0 1 0 0 0,1 0 0 0 0,9-16-1023 0 0,6-33 696 0 0,-14 40 227 0 0,11-37 42 0 0,-9 24 123 0 0,2 0 0 0 0,1 0 0 0 0,1 1 0 0 0,0 0 0 0 0,23-38 0 0 0,-30 58 17 0 0,-1-1-1 0 0,1 1 1 0 0,0 0-1 0 0,-1 0 1 0 0,1 0 0 0 0,0 0-1 0 0,0 0 1 0 0,0 0-1 0 0,0 0 1 0 0,0 0-1 0 0,0 0 1 0 0,0 0 0 0 0,0 0-1 0 0,0 1 1 0 0,0-1-1 0 0,0 0 1 0 0,1 1 0 0 0,-1-1-1 0 0,0 1 1 0 0,0-1-1 0 0,1 1 1 0 0,-1 0-1 0 0,0-1 1 0 0,1 1 0 0 0,-1 0-1 0 0,0 0 1 0 0,1 0-1 0 0,-1 0 1 0 0,0 0-1 0 0,1 0 1 0 0,-1 1 0 0 0,0-1-1 0 0,1 0 1 0 0,-1 1-1 0 0,0-1 1 0 0,1 1-1 0 0,-1-1 1 0 0,0 1 0 0 0,0 0-1 0 0,0-1 1 0 0,0 1-1 0 0,0 0 1 0 0,1 0 0 0 0,-1 0-1 0 0,-1 0 1 0 0,1 0-1 0 0,0 0 1 0 0,0 0-1 0 0,1 2 1 0 0,6 7 429 0 0,-1 1-1 0 0,-1 0 1 0 0,0 1-1 0 0,6 16 0 0 0,-4-10-284 0 0,-2-7 29 0 0,-5-7-316 0 0,1-1 0 0 0,0 1 0 0 0,0-1 0 0 0,0 0-1 0 0,0 1 1 0 0,0-1 0 0 0,1 0 0 0 0,2 3 0 0 0,-3-5 23 0 0,-1 0-1 0 0,1 0 1 0 0,-1-1-1 0 0,0 1 1 0 0,1 0-1 0 0,-1-1 1 0 0,1 0-1 0 0,0 1 1 0 0,-1-1-1 0 0,1 0 1 0 0,-1 0-1 0 0,1 0 1 0 0,-1 0-1 0 0,1 0 1 0 0,-1 0-1 0 0,1 0 1 0 0,0-1-1 0 0,-1 1 1 0 0,1 0-1 0 0,-1-1 1 0 0,1 1-1 0 0,-1-1 1 0 0,0 0 0 0 0,1 1-1 0 0,1-3 1 0 0,14-7-161 0 0,-1-1 1 0 0,0-1-1 0 0,-1 0 1 0 0,0-2-1 0 0,-1 1 1 0 0,14-19-1 0 0,-9 11 613 0 0,45-39 0 0 0,-57 55-260 0 0,0 0-1 0 0,0 0 1 0 0,1 1-1 0 0,0 0 1 0 0,-1 0 0 0 0,1 1-1 0 0,1 0 1 0 0,-1 0-1 0 0,0 1 1 0 0,1 0-1 0 0,8-1 1 0 0,-12 3-16 0 0,0 0 0 0 0,0 0-1 0 0,0 0 1 0 0,0 1 0 0 0,0-1 0 0 0,0 1 0 0 0,0 1 0 0 0,0-1 0 0 0,0 1-1 0 0,-1 0 1 0 0,1 0 0 0 0,-1 0 0 0 0,1 0 0 0 0,5 5 0 0 0,-1 0-196 0 0,0 0 0 0 0,-1 0 0 0 0,0 1 0 0 0,-1 1 0 0 0,11 13 0 0 0,0 3-670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8:03.57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76 2761 0 0,'3'-5'4262'0'0,"-2"5"-4169"0"0,14-5 2005 0 0,17 0 178 0 0,113-24 2995 0 0,10-1-7386 0 0,-137 28-3273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8:03.79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0 143 5065 0 0,'2'0'251'0'0,"0"0"0"0"0,0 1 0 0 0,0-1 0 0 0,0 0 1 0 0,0-1-1 0 0,0 1 0 0 0,0 0 0 0 0,1 0 0 0 0,-1-1 0 0 0,-1 1 0 0 0,1-1 0 0 0,0 0 0 0 0,0 0 0 0 0,0 1 0 0 0,3-3 1 0 0,3 0 692 0 0,122-52 5739 0 0,-32 13-4824 0 0,-74 33-2355 0 0,1 1 1 0 0,28-6-1 0 0,-31 10-839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8:04.41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105 50 10138 0 0,'-6'-2'491'0'0,"0"0"0"0"0,1-1-1 0 0,-1 1 1 0 0,0-1 0 0 0,1 0-1 0 0,-9-7 1 0 0,10 7 181 0 0,1 1 0 0 0,-1-1 0 0 0,-1 0-1 0 0,1 1 1 0 0,0 0 0 0 0,-1 0 0 0 0,1 0 0 0 0,-1 1 0 0 0,1 0-1 0 0,-10-2 1 0 0,45 34 786 0 0,303 266-1078 0 0,-283-256-383 0 0,106 64-1 0 0,-152-101-7 0 0,11 8-217 0 0,-16-11 225 0 0,0 0 1 0 0,0-1 0 0 0,-1 1-1 0 0,1 0 1 0 0,0-1 0 0 0,-1 1 0 0 0,1 0-1 0 0,0-1 1 0 0,-1 1 0 0 0,1 0 0 0 0,-1-1-1 0 0,1 1 1 0 0,-1-1 0 0 0,1 1-1 0 0,-1-1 1 0 0,0 1 0 0 0,1-1 0 0 0,-1 0-1 0 0,1 1 1 0 0,-1-1 0 0 0,0 0 0 0 0,1 1-1 0 0,-1-1 1 0 0,0 0 0 0 0,-1 1-1 0 0,-68 42 240 0 0,1 4 1 0 0,-113 99-1 0 0,60-44-175 0 0,112-94-191 0 0,-9 7-296 0 0,0 0-1 0 0,2 1 1 0 0,0 0 0 0 0,-15 20 0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8:20.26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 19 5529 0 0,'-14'-19'11193'0'0,"18"32"-8792"0"0,13 39-1679 0 0,-3 0 1 0 0,-2 1 0 0 0,-3 0-1 0 0,5 80 1 0 0,-14 219-977 0 0,-3-282 209 0 0,4 11-2188 0 0,2-27-2162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8:20.76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79 0 7834 0 0,'-5'7'9322'0'0,"0"1"-9155"0"0,1-1-1 0 0,0 1 1 0 0,0 1 0 0 0,-3 8-1 0 0,-6 29-27 0 0,2 0-1 0 0,1 2 1 0 0,3-1-1 0 0,2 1 1 0 0,2-1-1 0 0,5 81 1 0 0,1-98-122 0 0,13 52 0 0 0,-13-70-14 0 0,1 0-1 0 0,0-1 0 0 0,0 0 1 0 0,1 0-1 0 0,1 0 0 0 0,0 0 1 0 0,9 12-1 0 0,-13-21 3 0 0,0 1 0 0 0,0-1 0 0 0,0 0 0 0 0,0 0 0 0 0,0 0 0 0 0,1 0-1 0 0,-1 0 1 0 0,1-1 0 0 0,-1 1 0 0 0,1-1 0 0 0,0 0 0 0 0,-1 1 0 0 0,1-1 0 0 0,0 0 0 0 0,0-1 0 0 0,0 1 0 0 0,0 0 0 0 0,0-1 0 0 0,3 1-1 0 0,-1-2 17 0 0,0 1-1 0 0,0-1 1 0 0,0 0-1 0 0,-1 0 1 0 0,1-1-1 0 0,0 1 1 0 0,-1-1-1 0 0,1 0 1 0 0,-1 0-1 0 0,8-5 1 0 0,5-6 61 0 0,-1 0 1 0 0,0-2-1 0 0,-1 1 1 0 0,16-21-1 0 0,-30 34-80 0 0,5-5 107 0 0,-1-1 0 0 0,0 0 0 0 0,0-1 0 0 0,-1 1 1 0 0,0-1-1 0 0,0 0 0 0 0,-1 0 0 0 0,0-1 0 0 0,0 1 1 0 0,-1 0-1 0 0,2-14 0 0 0,-3 17-45 0 0,-1 1-1 0 0,1-1 0 0 0,-1 1 1 0 0,0 0-1 0 0,-1-1 1 0 0,1 1-1 0 0,-1 0 0 0 0,0-1 1 0 0,0 1-1 0 0,-1 0 1 0 0,1 0-1 0 0,-1 0 0 0 0,0 0 1 0 0,0 0-1 0 0,0 0 1 0 0,0 0-1 0 0,-1 0 1 0 0,1 1-1 0 0,-1 0 0 0 0,0-1 1 0 0,0 1-1 0 0,0 0 1 0 0,-1 0-1 0 0,1 1 0 0 0,-5-3 1 0 0,5 3-70 0 0,0 0 0 0 0,0 1 1 0 0,0-1-1 0 0,0 1 0 0 0,-1 0 0 0 0,1 0 0 0 0,-1 0 1 0 0,1 0-1 0 0,-1 1 0 0 0,1-1 0 0 0,-1 1 1 0 0,1 0-1 0 0,-1 0 0 0 0,1 0 0 0 0,-6 2 1 0 0,3-1 74 0 0,-1 1 1 0 0,1 0-1 0 0,0 1 1 0 0,-1-1 0 0 0,1 1-1 0 0,0 0 1 0 0,-8 7-1 0 0,1-1-628 0 0,1 0 0 0 0,-16 18 0 0 0,-12 18-6237 0 0,27-27 458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8:21.30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86 92 10594 0 0,'-6'-1'150'0'0,"3"0"211"0"0,-1 1 0 0 0,0-1 0 0 0,1 1 0 0 0,-1 0-1 0 0,1 0 1 0 0,-1 0 0 0 0,1 0 0 0 0,-1 1 0 0 0,-5 1 0 0 0,7-1-281 0 0,1 0 0 0 0,-1 1 0 0 0,0-1 0 0 0,1 0 0 0 0,-1 1 0 0 0,1 0 0 0 0,-1-1 0 0 0,1 1 0 0 0,0 0 0 0 0,0 0 0 0 0,0 0 0 0 0,0 0 0 0 0,0 0 0 0 0,0 0 0 0 0,1 0 0 0 0,-1 0 0 0 0,1 0 0 0 0,-1 4 0 0 0,-5 25-50 0 0,1 0 0 0 0,2 1 0 0 0,1 0 0 0 0,1 0-1 0 0,2 0 1 0 0,1-1 0 0 0,2 1 0 0 0,1-1 0 0 0,1 1 0 0 0,16 44 0 0 0,-19-68 14 0 0,0 0 0 0 0,0 0 0 0 0,1 0 0 0 0,1 0 0 0 0,-1-1 0 0 0,1 1 1 0 0,0-1-1 0 0,1-1 0 0 0,-1 1 0 0 0,2-1 0 0 0,11 11 0 0 0,-14-14 20 0 0,0-1 1 0 0,0 1 0 0 0,0-1-1 0 0,0 0 1 0 0,0 0-1 0 0,1-1 1 0 0,-1 1 0 0 0,0-1-1 0 0,1 0 1 0 0,-1 0-1 0 0,1 0 1 0 0,0-1 0 0 0,-1 1-1 0 0,1-1 1 0 0,-1 0-1 0 0,1-1 1 0 0,0 1 0 0 0,-1-1-1 0 0,1 0 1 0 0,-1 0-1 0 0,1 0 1 0 0,-1 0 0 0 0,9-5-1 0 0,-4 1 164 0 0,1 0 0 0 0,-1-1-1 0 0,0 0 1 0 0,-1-1 0 0 0,1 0-1 0 0,-1 0 1 0 0,0 0 0 0 0,-1-1-1 0 0,0-1 1 0 0,12-17-1 0 0,-12 13-49 0 0,0 0-1 0 0,0-1 0 0 0,-1 0 0 0 0,-1 0 1 0 0,-1-1-1 0 0,0 1 0 0 0,3-21 0 0 0,-4 14-92 0 0,-2-1 0 0 0,0 1 0 0 0,-1-1 0 0 0,-1 1-1 0 0,-1-1 1 0 0,-1 1 0 0 0,-1 0 0 0 0,0 0 0 0 0,-2 0-1 0 0,-1 0 1 0 0,-10-22 0 0 0,11 31-61 0 0,-1 0 0 0 0,0 1 0 0 0,0 0 1 0 0,-1 0-1 0 0,-1 0 0 0 0,-10-9 0 0 0,15 16-221 0 0,1 0 1 0 0,-1 1 0 0 0,0 0-1 0 0,0 0 1 0 0,-1 0-1 0 0,1 0 1 0 0,0 1-1 0 0,-1-1 1 0 0,0 1-1 0 0,1 0 1 0 0,-1 1-1 0 0,0-1 1 0 0,0 1-1 0 0,0 0 1 0 0,0 0-1 0 0,0 1 1 0 0,0-1-1 0 0,0 1 1 0 0,-6 1-1 0 0,-6 2-6916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8:23.32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160 81 10594 0 0,'0'-5'462'0'0,"0"0"-1"0"0,-1 0 0 0 0,0 0 1 0 0,0 0-1 0 0,0 0 0 0 0,-1 0 1 0 0,0 1-1 0 0,0-1 0 0 0,0 0 1 0 0,0 1-1 0 0,-6-8 0 0 0,7 11-363 0 0,1 0 0 0 0,-1 0 0 0 0,0 0 0 0 0,0-1 0 0 0,0 1 0 0 0,0 1 0 0 0,0-1 0 0 0,0 0 0 0 0,-1 0 0 0 0,1 0 0 0 0,0 1 0 0 0,0-1 0 0 0,-1 0 0 0 0,1 1 0 0 0,0-1 0 0 0,-1 1 0 0 0,1 0 0 0 0,0-1 0 0 0,-1 1 0 0 0,1 0 0 0 0,-1 0 0 0 0,1 0 0 0 0,0 0 0 0 0,-1 0 0 0 0,1 0 0 0 0,-1 0 0 0 0,1 0 0 0 0,0 1 0 0 0,-1-1 0 0 0,1 1 0 0 0,0-1 0 0 0,-1 1 0 0 0,1-1 0 0 0,0 1 0 0 0,0 0 0 0 0,-1-1 0 0 0,1 1 0 0 0,0 0 0 0 0,0 0 0 0 0,0 0 0 0 0,0 0 0 0 0,0 0 0 0 0,0 0 0 0 0,0 0 0 0 0,0 2 0 0 0,-9 10-52 0 0,0 0 0 0 0,1 1 0 0 0,1 1 1 0 0,1 0-1 0 0,0 0 0 0 0,0 0 0 0 0,2 0 0 0 0,0 1 1 0 0,1 0-1 0 0,0 0 0 0 0,1 1 0 0 0,1-1 0 0 0,0 33 1 0 0,3-42-11 0 0,0 1 1 0 0,0-1 0 0 0,1 1 0 0 0,0-1-1 0 0,0 0 1 0 0,1 1 0 0 0,0-1 0 0 0,0 0-1 0 0,1-1 1 0 0,-1 1 0 0 0,2-1 0 0 0,-1 0 0 0 0,1 0-1 0 0,7 9 1 0 0,-5-8-246 0 0,1-1-1 0 0,-1 1 1 0 0,1-1 0 0 0,13 8 0 0 0,-14-10-777 0 0,1 0 1 0 0,-1-1-1 0 0,1 0 1 0 0,0 0-1 0 0,11 2 1 0 0,1-1-5418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8:23.84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81 5529 0 0,'2'2'8540'0'0,"5"25"-7474"0"0,-3 30-521 0 0,-4-46-536 0 0,0 0-1 0 0,0 0 0 0 0,1 0 0 0 0,1 0 1 0 0,0 0-1 0 0,0 0 0 0 0,1 0 1 0 0,1 0-1 0 0,0-1 0 0 0,5 11 0 0 0,2-11 68 0 0,-5-19-269 0 0,-4-32-528 0 0,-2 21 380 0 0,3 1 402 0 0,1 0-1 0 0,1 0 1 0 0,12-29-1 0 0,-15 42 102 0 0,1 0 0 0 0,-1 0-1 0 0,1 1 1 0 0,1-1-1 0 0,-1 1 1 0 0,1 0 0 0 0,0 0-1 0 0,0 0 1 0 0,0 0-1 0 0,1 1 1 0 0,-1 0-1 0 0,1 0 1 0 0,0 0 0 0 0,0 0-1 0 0,8-3 1 0 0,-11 6-90 0 0,1 1 0 0 0,-1-1-1 0 0,0 1 1 0 0,1 0 0 0 0,-1 0 0 0 0,1 0 0 0 0,-1 0 0 0 0,1 0 0 0 0,-1 0 0 0 0,1 0 0 0 0,-1 1-1 0 0,1 0 1 0 0,-1-1 0 0 0,0 1 0 0 0,1 0 0 0 0,-1 0 0 0 0,0 0 0 0 0,0 0 0 0 0,1 1 0 0 0,-1-1 0 0 0,0 1-1 0 0,0-1 1 0 0,-1 1 0 0 0,1 0 0 0 0,0-1 0 0 0,0 1 0 0 0,-1 0 0 0 0,1 0 0 0 0,1 4 0 0 0,7 8-73 0 0,-1 1 0 0 0,0 0 1 0 0,7 19-1 0 0,-8-17-65 0 0,-8-16 37 0 0,1 0 0 0 0,-1 0 0 0 0,1 1-1 0 0,-1-1 1 0 0,1 0 0 0 0,-1 0 0 0 0,1 0 0 0 0,0 0-1 0 0,0 0 1 0 0,-1 0 0 0 0,1 0 0 0 0,0 0 0 0 0,0 0-1 0 0,0-1 1 0 0,0 1 0 0 0,0 0 0 0 0,0 0 0 0 0,0-1-1 0 0,1 1 1 0 0,-1-1 0 0 0,0 1 0 0 0,0-1 0 0 0,0 1-1 0 0,1-1 1 0 0,-1 0 0 0 0,0 0 0 0 0,0 0 0 0 0,1 1-1 0 0,-1-1 1 0 0,0 0 0 0 0,2-1 0 0 0,0 0-88 0 0,0 0 1 0 0,1-1-1 0 0,-1 1 1 0 0,0-1-1 0 0,-1 0 0 0 0,1 0 1 0 0,0 0-1 0 0,-1 0 1 0 0,1-1-1 0 0,4-4 1 0 0,37-53-989 0 0,3-3 1091 0 0,-42 58 219 0 0,-1 0 0 0 0,1 0-1 0 0,0 1 1 0 0,1 0-1 0 0,-1-1 1 0 0,1 2-1 0 0,0-1 1 0 0,10-4 0 0 0,-14 7-115 0 0,0 0 0 0 0,0 1 0 0 0,0-1 0 0 0,0 1 0 0 0,0 0 0 0 0,0-1 1 0 0,0 1-1 0 0,0 0 0 0 0,0 0 0 0 0,0 0 0 0 0,0 1 0 0 0,0-1 1 0 0,0 0-1 0 0,0 1 0 0 0,1-1 0 0 0,-2 1 0 0 0,1 0 0 0 0,0-1 1 0 0,0 1-1 0 0,0 0 0 0 0,0 0 0 0 0,0 1 0 0 0,-1-1 0 0 0,1 0 1 0 0,0 0-1 0 0,-1 1 0 0 0,1-1 0 0 0,-1 1 0 0 0,0 0 0 0 0,1-1 1 0 0,-1 1-1 0 0,0 0 0 0 0,0 0 0 0 0,1 3 0 0 0,4 8-56 0 0,0 0 1 0 0,-1 1-1 0 0,0 0 0 0 0,2 15 0 0 0,-1-5-704 0 0,-3-15-173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8:24.1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66 7370 0 0,'1'1'189'0'0,"0"-1"1"0"0,1 1 0 0 0,-1-1 0 0 0,0 0-1 0 0,1 1 1 0 0,-1-1 0 0 0,0 0 0 0 0,1 0 0 0 0,-1 0-1 0 0,0 0 1 0 0,1 0 0 0 0,-1 0 0 0 0,0-1-1 0 0,1 1 1 0 0,-1 0 0 0 0,2-1 0 0 0,27-8 1605 0 0,-24 7-1241 0 0,55-19 2603 0 0,9-3-2446 0 0,-58 21-1334 0 0,0 1-1 0 0,0 0 1 0 0,1 0 0 0 0,12 1-1 0 0,-6 2-4430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8:24.35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10 3681 0 0,'15'-9'16453'0'0,"-12"43"-15912"0"0,0 1-1 0 0,-3-1 1 0 0,-3 39 0 0 0,0 12-7141 0 0,3-56-151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8:25.73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79 1 8754 0 0,'1'9'10474'0'0,"2"40"-9086"0"0,-11 51-697 0 0,-25 121 0 0 0,15-121-589 0 0,-4 113 0 0 0,21-210-193 0 0,1 0-25 0 0,0 0 1 0 0,-1 0-1 0 0,1 0 1 0 0,0 0-1 0 0,1 0 1 0 0,-1-1 0 0 0,0 1-1 0 0,1 0 1 0 0,0 0-1 0 0,0 0 1 0 0,-1 0-1 0 0,2 0 1 0 0,-1-1-1 0 0,2 4 1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8:26.16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9 140 2737 0 0,'-3'-21'231'0'0,"-3"-18"1780"0"0,7 16 5357 0 0,19 56-3502 0 0,10 58-2610 0 0,-22-65-727 0 0,0 1 1 0 0,2-1-1 0 0,1-1 1 0 0,27 46-1 0 0,-36-67-537 0 0,0-1-1 0 0,1 0 1 0 0,0 0-1 0 0,-1 0 1 0 0,1 0-1 0 0,0 0 0 0 0,0-1 1 0 0,1 1-1 0 0,-1-1 1 0 0,1 0-1 0 0,-1 0 1 0 0,1 0-1 0 0,6 2 1 0 0,-8-3-1 0 0,1-1 1 0 0,-1 0-1 0 0,0 1 1 0 0,0-1 0 0 0,1 0-1 0 0,-1-1 1 0 0,0 1 0 0 0,1 0-1 0 0,-1-1 1 0 0,0 1-1 0 0,0-1 1 0 0,0 1 0 0 0,1-1-1 0 0,-1 0 1 0 0,0 0 0 0 0,0 0-1 0 0,0 0 1 0 0,0-1-1 0 0,-1 1 1 0 0,1 0 0 0 0,0-1-1 0 0,0 1 1 0 0,-1-1 0 0 0,1 0-1 0 0,1-2 1 0 0,11-16-562 0 0,-2 0 0 0 0,0 0 0 0 0,-1-1 0 0 0,-1 0 1 0 0,-1-1-1 0 0,10-36 0 0 0,-13 37 704 0 0,1 0 0 0 0,0 0 0 0 0,2 0 0 0 0,1 1 0 0 0,0 1 0 0 0,2 0 0 0 0,19-27 0 0 0,-31 46-59 0 0,1 0 0 0 0,-1-1 0 0 0,0 1 0 0 0,0 0-1 0 0,1 0 1 0 0,-1 0 0 0 0,0-1 0 0 0,0 1 0 0 0,1 0-1 0 0,-1 0 1 0 0,0 0 0 0 0,1-1 0 0 0,-1 1 0 0 0,0 0-1 0 0,1 0 1 0 0,-1 0 0 0 0,0 0 0 0 0,1 0 0 0 0,-1 0-1 0 0,0 0 1 0 0,1 0 0 0 0,-1 0 0 0 0,0 0 0 0 0,1 0 0 0 0,-1 0-1 0 0,0 0 1 0 0,1 0 0 0 0,-1 0 0 0 0,1 0 0 0 0,-1 0-1 0 0,0 0 1 0 0,0 1 0 0 0,1-1 0 0 0,-1 0 0 0 0,0 0-1 0 0,1 1 1 0 0,11 14 1343 0 0,6 34-673 0 0,-14-36-549 0 0,24 72-72 0 0,32 163 1 0 0,-53-224-922 0 0,-3-14 16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8:26.44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41 5985 0 0,'6'4'3022'0'0,"-5"-3"-2686"0"0,0-1 0 0 0,-1 0 0 0 0,1 0-1 0 0,0 0 1 0 0,0 1 0 0 0,0-1 0 0 0,0 0-1 0 0,-1 0 1 0 0,1 0 0 0 0,0 0 0 0 0,0 0 0 0 0,0 0-1 0 0,0-1 1 0 0,1 1 0 0 0,28 0 2792 0 0,-22-1-2679 0 0,1 0 1 0 0,-1-1 0 0 0,0 0 0 0 0,0-1-1 0 0,11-5 1 0 0,18-10-1407 0 0,-18 8-1284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8:26.69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9 10138 0 0,'4'-5'2246'0'0,"-4"5"-1965"0"0,1-1 0 0 0,0 1 0 0 0,0-1-1 0 0,-1 1 1 0 0,1 0 0 0 0,0-1 0 0 0,0 1-1 0 0,-1 0 1 0 0,1 0 0 0 0,0-1 0 0 0,0 1-1 0 0,-1 0 1 0 0,1 0 0 0 0,0 0 0 0 0,0 0-1 0 0,0 0 1 0 0,0 0 0 0 0,-1 0 0 0 0,1 0-1 0 0,1 1 1 0 0,-1 0-72 0 0,0 0-1 0 0,0 0 1 0 0,0 0-1 0 0,0 0 1 0 0,0 0-1 0 0,0 0 1 0 0,0 0-1 0 0,-1 1 1 0 0,1-1-1 0 0,0 0 1 0 0,-1 1-1 0 0,1-1 1 0 0,-1 0-1 0 0,1 3 1 0 0,1 8-37 0 0,0 0-1 0 0,0 23 1 0 0,-1-31 46 0 0,-6 122-391 0 0,1-47-3440 0 0,3-53-3132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8:28.08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1 565 2761 0 0,'86'-25'3575'0'0,"119"-17"0"0"0,-108 24-2817 0 0,549-76 53 0 0,-571 85-793 0 0,460-49-294 0 0,68-8-352 0 0,812-69 3274 0 0,-1222 119-1395 0 0,383-36 1187 0 0,-193 11-4237 0 0,-307 33 1112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8:29.43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8490 1 11522 0 0,'4'6'373'0'0,"-1"0"1"0"0,0 0-1 0 0,0 1 0 0 0,-1-1 0 0 0,1 1 0 0 0,-1 0 0 0 0,-1 0 0 0 0,1 0 0 0 0,-1 0 0 0 0,0 0 0 0 0,-1 0 0 0 0,0 0 0 0 0,-1 10 0 0 0,0 32 469 0 0,1 0-1 0 0,3 0 1 0 0,2-1 0 0 0,13 60 0 0 0,-2-16-631 0 0,91 391 342 0 0,-29-169-434 0 0,-34-133 16 0 0,5 19 585 0 0,48 214-250 0 0,-79-365-203 0 0,-15-43-226 0 0,0 1 0 0 0,0 0 0 0 0,0 0 0 0 0,-1 0 0 0 0,0 1 0 0 0,-1-1 0 0 0,0 0 0 0 0,0 1 1 0 0,0-1-1 0 0,-1 1 0 0 0,0-1 0 0 0,0 1 0 0 0,-1-1 0 0 0,-3 14 0 0 0,1-4-61 0 0,-3-2 124 0 0,-17-8 204 0 0,-134 22-408 0 0,-77 12-109 0 0,178-34 42 0 0,1-3 1 0 0,-73-4 0 0 0,-553 0-296 0 0,401 7 356 0 0,-973 85-513 0 0,1074-72 671 0 0,-380 57 187 0 0,-33 36-487 0 0,130-49 388 0 0,68-11-767 0 0,-314 82-1760 0 0,600-117 2905 0 0,0-5 1 0 0,-2-5-1 0 0,-185-10 1 0 0,153-1-462 0 0,-271 31 0 0 0,135-3 361 0 0,108-10-246 0 0,1 8 0 0 0,-284 77 0 0 0,357-73-172 0 0,-172 42 0 0 0,220-60 0 0 0,0-2 0 0 0,0-2 0 0 0,-81-1 0 0 0,91-8-168 0 0,-1-2-1 0 0,1-1 1 0 0,0-3 0 0 0,-62-22-1 0 0,43 11-661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8:31.35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160 1 5985 0 0,'-1'0'87'0'0,"1"0"-1"0"0,0 0 1 0 0,-1 0-1 0 0,1 0 1 0 0,-1-1-1 0 0,1 1 1 0 0,0 0-1 0 0,-1 0 1 0 0,1 0-1 0 0,-1 0 0 0 0,1 0 1 0 0,0 0-1 0 0,-1 0 1 0 0,1 0-1 0 0,-1 0 1 0 0,1 1-1 0 0,0-1 1 0 0,-1 0-1 0 0,1 0 1 0 0,-1 0-1 0 0,1 0 1 0 0,0 0-1 0 0,-1 1 1 0 0,1-1-1 0 0,0 0 0 0 0,-1 0 1 0 0,1 1-1 0 0,0-1 1 0 0,-1 0-1 0 0,1 1 1 0 0,0-1-1 0 0,0 0 1 0 0,0 1-1 0 0,-1-1 1 0 0,1 0-1 0 0,0 1 1 0 0,0-1-1 0 0,0 0 1 0 0,-1 1-1 0 0,1-1 1 0 0,0 0-1 0 0,0 1 0 0 0,0-1 1 0 0,0 1-1 0 0,0 0 1 0 0,-3 24 28 0 0,2-19 177 0 0,-85 1496 492 0 0,61-1050-2389 0 0,-3 107 4684 0 0,31-62-1480 0 0,-3-488-1636 0 0,1-4-47 0 0,-1 0-1 0 0,0 1 1 0 0,-1-1 0 0 0,1 0 0 0 0,-1 0 0 0 0,0 0 0 0 0,0 0-1 0 0,-2 5 1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8:32.98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6 326 9674 0 0,'0'0'12'0'0,"0"0"-1"0"0,0 0 1 0 0,-1 0 0 0 0,1 0-1 0 0,0 0 1 0 0,0 0 0 0 0,0 0-1 0 0,-1 0 1 0 0,1 0 0 0 0,0 0 0 0 0,0 0-1 0 0,-1 0 1 0 0,1 0 0 0 0,0 0-1 0 0,0 0 1 0 0,0 1 0 0 0,0-1-1 0 0,-1 0 1 0 0,1 0 0 0 0,0 0-1 0 0,0 0 1 0 0,0 0 0 0 0,0 0-1 0 0,-1 1 1 0 0,1-1 0 0 0,0 0-1 0 0,0 0 1 0 0,0 0 0 0 0,0 0-1 0 0,0 1 1 0 0,0-1 0 0 0,0 0-1 0 0,-1 0 1 0 0,1 0 0 0 0,0 1-1 0 0,0-1 1 0 0,0 0 0 0 0,0 0 0 0 0,0 0-1 0 0,0 1 1 0 0,0-1 0 0 0,0 0-1 0 0,0 0 1 0 0,0 0 0 0 0,0 1-1 0 0,0-1 1 0 0,0 0 0 0 0,0 0-1 0 0,1 0 1 0 0,-1 1 0 0 0,0-1-1 0 0,0 0 1 0 0,0 1 0 0 0,14 9 820 0 0,25 8 225 0 0,-39-18-1056 0 0,52 19 185 0 0,1-2 0 0 0,68 13 0 0 0,113 9 787 0 0,-76-15-609 0 0,126 9 775 0 0,-32-4-334 0 0,160 24-8 0 0,-207-29-760 0 0,216 5-37 0 0,77 12 0 0 0,39 45 168 0 0,-370-65-64 0 0,184-3 0 0 0,-304-16-88 0 0,201 2 125 0 0,103 4 38 0 0,-259-3-166 0 0,694 18 550 0 0,-536-27 156 0 0,613-26 306 0 0,-776 23-1064 0 0,276-18 16 0 0,1 26-43 0 0,416 14 66 0 0,-545-28 32 0 0,255 18 0 0 0,-328 10-15 0 0,130 5 176 0 0,508-45 23 0 0,-445 7-162 0 0,-48 10 337 0 0,80-4 227 0 0,558-52-364 0 0,-119 7-260 0 0,-308-1 35 0 0,-74 6 6 0 0,86 32-35 0 0,73 12 0 0 0,-391-1 26 0 0,92 0 20 0 0,-182 11-17 0 0,321 11 214 0 0,160 6 237 0 0,-281-26-518 0 0,-127 0 76 0 0,-59 3-131 0 0,267 4 187 0 0,155 8 230 0 0,-249-36-323 0 0,-32 2-15 0 0,-155 17 14 0 0,166-34 0 0 0,116-49 0 0 0,-270 60 0 0 0,66-18 41 0 0,257-55 102 0 0,-285 69 6 0 0,-78 13 58 0 0,2 5 0 0 0,109-6-1 0 0,-160 20 166 0 0,66-15-1 0 0,-11 2-604 0 0,-98 16 39 0 0,0 1 1 0 0,1 0-1 0 0,-1-1 0 0 0,1 1 1 0 0,-1 0-1 0 0,0 1 0 0 0,1-1 1 0 0,-1 0-1 0 0,1 1 1 0 0,-1-1-1 0 0,0 1 0 0 0,1 0 1 0 0,-1-1-1 0 0,0 1 0 0 0,4 2 1 0 0,-3 0-994 0 0,1 1 0 0 0,-1-1 0 0 0,0 1 0 0 0,0-1 0 0 0,0 1 0 0 0,3 6 0 0 0,-1-3-357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8:35.41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65 260 6913 0 0,'-2'1'263'0'0,"0"0"0"0"0,0 1 0 0 0,0-1 0 0 0,0 0 0 0 0,0 0 0 0 0,0 0 0 0 0,-1 0 0 0 0,1-1 0 0 0,0 1 0 0 0,-1-1 0 0 0,1 1 0 0 0,0-1 0 0 0,-1 0 0 0 0,1 0 0 0 0,0 0 0 0 0,-1 0 0 0 0,1 0 0 0 0,0 0 0 0 0,-4-2 0 0 0,4 2-141 0 0,1-1 1 0 0,0 0 0 0 0,0 0 0 0 0,0 0-1 0 0,0 0 1 0 0,0 0 0 0 0,0 0-1 0 0,0 0 1 0 0,0 0 0 0 0,0 0 0 0 0,1 0-1 0 0,-1 0 1 0 0,0-1 0 0 0,1 1-1 0 0,-1 0 1 0 0,1 0 0 0 0,-1-1-1 0 0,1 1 1 0 0,0 0 0 0 0,0-1 0 0 0,-1 1-1 0 0,1-1 1 0 0,0 1 0 0 0,0 0-1 0 0,0-1 1 0 0,0 1 0 0 0,1-1 0 0 0,-1 1-1 0 0,0 0 1 0 0,0-1 0 0 0,1 1-1 0 0,-1 0 1 0 0,2-2 0 0 0,4-14 237 0 0,1 1 0 0 0,0-1 1 0 0,2 2-1 0 0,0-1 0 0 0,0 1 0 0 0,2 1 1 0 0,0 0-1 0 0,0 0 0 0 0,1 1 0 0 0,1 1 1 0 0,0 0-1 0 0,1 0 0 0 0,15-9 1 0 0,-25 18-315 0 0,0 1 0 0 0,0 0 0 0 0,0 0 0 0 0,0 0 0 0 0,1 0 0 0 0,-1 1 0 0 0,0 0 0 0 0,1 0 0 0 0,-1 0 0 0 0,1 0 0 0 0,-1 1 0 0 0,1 0 0 0 0,0-1 0 0 0,6 2 0 0 0,-9 0-52 0 0,1-1 0 0 0,0 1 0 0 0,-1 0-1 0 0,1 0 1 0 0,-1 0 0 0 0,0 0-1 0 0,1 0 1 0 0,-1 0 0 0 0,0 1 0 0 0,0-1-1 0 0,0 1 1 0 0,1-1 0 0 0,-2 1 0 0 0,1 0-1 0 0,0 0 1 0 0,0 0 0 0 0,-1 0-1 0 0,1 0 1 0 0,-1 0 0 0 0,1 1 0 0 0,-1-1-1 0 0,0 1 1 0 0,0-1 0 0 0,0 0 0 0 0,0 1-1 0 0,0 2 1 0 0,2 8-51 0 0,-1 0 0 0 0,-1-1 0 0 0,0 1 0 0 0,-1 0-1 0 0,0-1 1 0 0,-4 24 0 0 0,-20 79-545 0 0,11-64 412 0 0,7-26 78 0 0,3-15 95 0 0,0 0 1 0 0,1 0-1 0 0,0 1 1 0 0,1-1 0 0 0,0 1-1 0 0,1 18 1 0 0,0-28 31 0 0,0 0 0 0 0,0 0 0 0 0,1 0 0 0 0,-1 0 0 0 0,0 0 0 0 0,1 0 0 0 0,-1 0 1 0 0,1 0-1 0 0,-1 0 0 0 0,1 0 0 0 0,-1-1 0 0 0,1 1 0 0 0,-1 0 0 0 0,1 0 0 0 0,0 0 0 0 0,0-1 0 0 0,-1 1 0 0 0,1 0 0 0 0,0-1 0 0 0,0 1 0 0 0,0-1 0 0 0,0 1 1 0 0,0-1-1 0 0,0 1 0 0 0,1-1 0 0 0,1 1 10 0 0,0-1 1 0 0,0 1-1 0 0,-1-1 0 0 0,1 0 1 0 0,0 0-1 0 0,0 0 1 0 0,0 0-1 0 0,0-1 0 0 0,3 0 1 0 0,4-2 18 0 0,-1 0 0 0 0,0 0 0 0 0,1-1 1 0 0,12-7-1 0 0,-5-1-531 0 0,0 0-1 0 0,-1-1 1 0 0,0 0 0 0 0,-1-2 0 0 0,16-19 0 0 0,-17 18-1120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8:35.85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951 324 4609 0 0,'-4'-8'20'0'0,"-7"-10"925"0"0,0 0-1 0 0,-1 1 1 0 0,-1 0 0 0 0,-1 1-1 0 0,-26-26 1 0 0,31 35-712 0 0,0 1 0 0 0,-1 0 1 0 0,0 0-1 0 0,1 1 0 0 0,-2 0 0 0 0,1 0 0 0 0,0 1 1 0 0,-1 1-1 0 0,0 0 0 0 0,0 0 0 0 0,0 1 1 0 0,0 1-1 0 0,-15-1 0 0 0,8 2 128 0 0,1 1 0 0 0,-1 1 0 0 0,0 1 0 0 0,0 0 0 0 0,1 1 0 0 0,0 1 0 0 0,-28 12 0 0 0,2 2 43 0 0,1 1 1 0 0,1 3-1 0 0,1 1 0 0 0,1 2 0 0 0,1 1 1 0 0,1 3-1 0 0,-48 49 0 0 0,68-59-358 0 0,1 0 0 0 0,1 2 0 0 0,0-1 0 0 0,2 2 0 0 0,1 0 0 0 0,0 0 0 0 0,2 1 0 0 0,1 1 0 0 0,1 0 0 0 0,1 0 0 0 0,1 0 0 0 0,1 1 0 0 0,1 0 0 0 0,2-1 0 0 0,0 33 0 0 0,4-44-54 0 0,0 0-1 0 0,1 0 0 0 0,1-1 1 0 0,0 1-1 0 0,1-1 0 0 0,1 0 0 0 0,0 0 1 0 0,0-1-1 0 0,1 1 0 0 0,1-2 1 0 0,0 1-1 0 0,0-1 0 0 0,2 0 0 0 0,-1-1 1 0 0,1 0-1 0 0,1 0 0 0 0,15 11 1 0 0,2-1-28 0 0,1-1-1 0 0,1-1 1 0 0,0-2 0 0 0,1-1 0 0 0,66 22 0 0 0,-69-29-34 0 0,0-2-1 0 0,0-1 1 0 0,0-1 0 0 0,1-1-1 0 0,-1-2 1 0 0,1-1 0 0 0,0-1 0 0 0,38-7-1 0 0,-29 2 6 0 0,-1-2 0 0 0,0-2-1 0 0,0-1 1 0 0,-1-2 0 0 0,61-31 0 0 0,-72 30 268 0 0,0-2 0 0 0,-2 0 1 0 0,0-1-1 0 0,-1-2 1 0 0,-1 0-1 0 0,0-1 0 0 0,-2-1 1 0 0,0-1-1 0 0,-2-1 0 0 0,0 0 1 0 0,21-41-1 0 0,-23 35 43 0 0,-2-1 0 0 0,-1-1 0 0 0,-1 0 0 0 0,-2-1 0 0 0,-1 0 0 0 0,-2 0 0 0 0,-1-1 0 0 0,-1 0-1 0 0,-1-58 1 0 0,-4 77-229 0 0,1-27 128 0 0,-2 1 0 0 0,-2-1 0 0 0,-12-49 1 0 0,14 79-120 0 0,-2 0 0 0 0,1 0 0 0 0,-1 0 1 0 0,-1 0-1 0 0,0 1 0 0 0,0 0 0 0 0,-1 0 0 0 0,-1 0 1 0 0,0 1-1 0 0,0 0 0 0 0,0 0 0 0 0,-1 1 1 0 0,0 0-1 0 0,-1 1 0 0 0,0-1 0 0 0,-14-7 0 0 0,6 5-152 0 0,-1 1 0 0 0,-1 1-1 0 0,0 1 1 0 0,0 1-1 0 0,0 0 1 0 0,0 1 0 0 0,-1 2-1 0 0,-40-4 1 0 0,18 6-203 0 0,0 2 1 0 0,0 2 0 0 0,-52 10-1 0 0,40-3 116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8:38.8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 52 8754 0 0,'-22'-23'1160'0'0,"21"23"-1061"0"0,1-1 0 0 0,-1 1 0 0 0,1-1 0 0 0,-1 1 0 0 0,1-1 0 0 0,0 0 0 0 0,-1 1 0 0 0,1-1 0 0 0,-1 0 0 0 0,1 1 0 0 0,0-1 0 0 0,0 0 0 0 0,-1 0 0 0 0,1 1 0 0 0,0-1 0 0 0,0 0 0 0 0,0 0 0 0 0,0 1 0 0 0,0-1 0 0 0,0 0 0 0 0,0 0 0 0 0,0 1 0 0 0,0-1 0 0 0,0 0 0 0 0,1 0 0 0 0,-1 1 0 0 0,0-1 0 0 0,0 0 0 0 0,1 0 0 0 0,-1 1 0 0 0,0-1 0 0 0,1 0 0 0 0,-1 1 0 0 0,1-1 0 0 0,-1 1 0 0 0,1-1 0 0 0,-1 1 0 0 0,2-2 0 0 0,-1 2 32 0 0,0 0-1 0 0,0-1 1 0 0,0 1 0 0 0,0 0-1 0 0,0 0 1 0 0,0 0 0 0 0,0 0-1 0 0,0 0 1 0 0,0 0 0 0 0,0 0-1 0 0,0 0 1 0 0,0 1 0 0 0,0-1-1 0 0,0 0 1 0 0,0 0 0 0 0,0 1-1 0 0,0-1 1 0 0,0 1 0 0 0,0-1-1 0 0,0 1 1 0 0,0-1 0 0 0,0 1 0 0 0,0 0-1 0 0,0 0 1 0 0,-1-1 0 0 0,1 1-1 0 0,0 1 1 0 0,22 22 1257 0 0,-23-23-1382 0 0,21 30 1004 0 0,-1 1-1 0 0,31 66 1 0 0,-24-43-2508 0 0,3-1-3390 0 0,-13-25-1757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8:39.2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483 193 7370 0 0,'-6'-6'319'0'0,"1"2"1"0"0,-2-1-1 0 0,1 1 1 0 0,0 0-1 0 0,-1 0 1 0 0,0 1-1 0 0,0 0 1 0 0,0 0-1 0 0,0 0 1 0 0,-1 1-1 0 0,1 0 1 0 0,-1 1-1 0 0,-11-1 1 0 0,8 1 117 0 0,-1 1 1 0 0,1 1 0 0 0,0 0-1 0 0,-1 1 1 0 0,1 0 0 0 0,0 0 0 0 0,0 1-1 0 0,-16 7 1 0 0,12-3-164 0 0,0 0 0 0 0,0 1 1 0 0,0 0-1 0 0,2 1 0 0 0,-1 1 0 0 0,1 0 0 0 0,0 1 1 0 0,1 1-1 0 0,1 0 0 0 0,-1 0 0 0 0,2 1 1 0 0,-15 22-1 0 0,13-11-213 0 0,1 1 0 0 0,1 1 0 0 0,1-1 0 0 0,1 1 0 0 0,2 1 0 0 0,0 0 0 0 0,-2 39 1 0 0,4-4-249 0 0,3 0 0 0 0,8 71 0 0 0,-2-76-256 0 0,2 0-1 0 0,4-1 1 0 0,30 99 0 0 0,-33-131 194 0 0,1-2 0 0 0,1 1-1 0 0,1-2 1 0 0,1 1 0 0 0,0-1 0 0 0,2-1 0 0 0,0-1 0 0 0,2 0 0 0 0,0 0 0 0 0,0-2 0 0 0,31 24-1 0 0,-37-33 49 0 0,0-2 0 0 0,1 1 0 0 0,-1-2 0 0 0,2 1-1 0 0,-1-1 1 0 0,1-1 0 0 0,-1 0 0 0 0,1-1-1 0 0,0 0 1 0 0,24 2 0 0 0,-19-4 76 0 0,0-1 0 0 0,0-1 0 0 0,0-1 0 0 0,0 0 0 0 0,0-1 0 0 0,0 0-1 0 0,20-9 1 0 0,-8 1 233 0 0,0-1-1 0 0,-1-2 0 0 0,-1-1 1 0 0,0-1-1 0 0,-2-1 0 0 0,1-2 0 0 0,-2 0 1 0 0,29-30-1 0 0,-31 25 427 0 0,-1-1 0 0 0,-1 0 0 0 0,-2-2-1 0 0,0 0 1 0 0,-2-1 0 0 0,0-1 0 0 0,-3 0 0 0 0,0-1 0 0 0,-2 0 0 0 0,-1-1 0 0 0,-1 0 0 0 0,-2-1-1 0 0,4-37 1 0 0,-7 25-209 0 0,-2 0 0 0 0,-2-1 1 0 0,-2 1-1 0 0,-2 0 0 0 0,-1 0 0 0 0,-3 0 0 0 0,-1 1 0 0 0,-3 0 0 0 0,-17-44 0 0 0,16 52-229 0 0,-1-1 0 0 0,-2 2-1 0 0,-2 0 1 0 0,-1 1 0 0 0,-41-55 0 0 0,51 79-86 0 0,0-1 0 0 0,-1 1 0 0 0,1 0 0 0 0,-1 1 0 0 0,-1 0 0 0 0,0 1-1 0 0,0 0 1 0 0,-21-9 0 0 0,22 12-20 0 0,-1 1-1 0 0,1 0 0 0 0,0 1 1 0 0,-1 0-1 0 0,1 1 0 0 0,-1 0 1 0 0,0 0-1 0 0,1 1 0 0 0,-1 1 0 0 0,0-1 1 0 0,1 2-1 0 0,-13 2 0 0 0,13-1-261 0 0,0 0-1 0 0,0 0 1 0 0,1 1 0 0 0,-1 0-1 0 0,1 1 1 0 0,-13 8-1 0 0,-15 14-7491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9:24.6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34 226 5985 0 0,'-2'-1'287'0'0,"0"0"-1"0"0,0-1 0 0 0,1 1 0 0 0,-1-1 1 0 0,0 0-1 0 0,1 0 0 0 0,-1 1 0 0 0,1-1 1 0 0,0 0-1 0 0,0 0 0 0 0,0 0 0 0 0,0 0 1 0 0,0-1-1 0 0,0 1 0 0 0,0 0 0 0 0,0-4 1 0 0,-9-39 3947 0 0,10 41-3984 0 0,1 0 1 0 0,-1-1 0 0 0,1 1-1 0 0,0 0 1 0 0,0 0-1 0 0,1 0 1 0 0,-1 0-1 0 0,1 0 1 0 0,0 0 0 0 0,0 1-1 0 0,0-1 1 0 0,1 1-1 0 0,-1-1 1 0 0,1 1-1 0 0,0 0 1 0 0,0 0-1 0 0,0 0 1 0 0,0 0 0 0 0,0 0-1 0 0,1 1 1 0 0,-1 0-1 0 0,7-4 1 0 0,10-5 120 0 0,0 1 0 0 0,41-15 1 0 0,-52 22-260 0 0,-3 0-86 0 0,1 1 0 0 0,1 0-1 0 0,-1 0 1 0 0,0 0-1 0 0,0 1 1 0 0,10 0 0 0 0,-15 1-42 0 0,0 0 0 0 0,0 0 0 0 0,0 0-1 0 0,0 0 1 0 0,0 1 0 0 0,-1-1 0 0 0,1 1 0 0 0,0-1 0 0 0,0 1 0 0 0,-1 0 0 0 0,1 0 0 0 0,0-1 0 0 0,-1 1 0 0 0,1 1 0 0 0,-1-1 0 0 0,1 0 0 0 0,-1 0-1 0 0,0 0 1 0 0,1 1 0 0 0,-1-1 0 0 0,0 1 0 0 0,0-1 0 0 0,0 1 0 0 0,0-1 0 0 0,0 1 0 0 0,0 0 0 0 0,0-1 0 0 0,-1 1 0 0 0,1 0 0 0 0,0 2 0 0 0,1 6-142 0 0,0 0 0 0 0,-1 0 1 0 0,0 0-1 0 0,-1 0 1 0 0,0 0-1 0 0,0 0 0 0 0,-3 13 1 0 0,-16 74-858 0 0,12-71 901 0 0,4-14 15 0 0,0-2 67 0 0,1 1 1 0 0,0 0 0 0 0,0-1 0 0 0,1 1-1 0 0,1 18 1 0 0,0-27 35 0 0,0-1-1 0 0,0 1 0 0 0,1 0 0 0 0,-1 0 1 0 0,1 0-1 0 0,-1 0 0 0 0,1-1 1 0 0,0 1-1 0 0,-1 0 0 0 0,1-1 0 0 0,0 1 1 0 0,0 0-1 0 0,1-1 0 0 0,-1 1 1 0 0,0-1-1 0 0,0 0 0 0 0,1 1 1 0 0,-1-1-1 0 0,0 0 0 0 0,1 0 0 0 0,-1 0 1 0 0,1 0-1 0 0,0 0 0 0 0,-1 0 1 0 0,1 0-1 0 0,0-1 0 0 0,0 1 1 0 0,-1 0-1 0 0,1-1 0 0 0,0 0 0 0 0,0 1 1 0 0,0-1-1 0 0,0 0 0 0 0,0 0 1 0 0,-1 0-1 0 0,1 0 0 0 0,0 0 0 0 0,0-1 1 0 0,3 0-1 0 0,45-7 229 0 0,-36 5-80 0 0,0 1 0 0 0,1 0 0 0 0,-1 1 0 0 0,26 0 0 0 0,-39 2-149 0 0,0-1 0 0 0,1 0-1 0 0,-1 0 1 0 0,0 0 0 0 0,0 1-1 0 0,0-1 1 0 0,1 1 0 0 0,-1-1-1 0 0,0 1 1 0 0,0-1 0 0 0,0 1-1 0 0,0-1 1 0 0,0 1 0 0 0,0 0-1 0 0,0 0 1 0 0,0 0 0 0 0,0-1-1 0 0,-1 1 1 0 0,1 0 0 0 0,0 0-1 0 0,0 0 1 0 0,-1 0 0 0 0,2 2-1 0 0,-2-1-2 0 0,1 1 0 0 0,0-1 0 0 0,-1 1 0 0 0,0-1 0 0 0,1 1 0 0 0,-1-1 0 0 0,0 1 0 0 0,0-1 0 0 0,0 1 0 0 0,-2 4 0 0 0,-1 6 13 0 0,-1 1 1 0 0,0-1-1 0 0,-10 17 1 0 0,11-21 34 0 0,-54 99 505 0 0,3-6-4674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9:25.0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814 229 6913 0 0,'-4'-14'248'0'0,"0"0"-1"0"0,-1 1 1 0 0,-1 0-1 0 0,0 0 0 0 0,-1 1 1 0 0,-1-1-1 0 0,0 1 1 0 0,0 1-1 0 0,-1 0 0 0 0,-1 0 1 0 0,-19-18-1 0 0,19 22 64 0 0,0 0 1 0 0,0 1-1 0 0,0 0 0 0 0,-1 0 1 0 0,0 1-1 0 0,0 1 0 0 0,0 0 0 0 0,-1 0 1 0 0,0 1-1 0 0,1 1 0 0 0,-13-2 1 0 0,7 3 55 0 0,1 1 0 0 0,-1 0 0 0 0,1 1 0 0 0,0 1 0 0 0,0 1 0 0 0,0 0 0 0 0,-27 10 0 0 0,21-6-214 0 0,1 2 0 0 0,1 0 0 0 0,0 2 0 0 0,0 0 0 0 0,1 1 0 0 0,1 1 0 0 0,0 0 0 0 0,0 2 0 0 0,2 0 0 0 0,0 1 0 0 0,0 0-1 0 0,2 1 1 0 0,-18 27 0 0 0,14-14-142 0 0,1 1-1 0 0,1 0 1 0 0,2 1 0 0 0,1 1-1 0 0,2 0 1 0 0,1 1-1 0 0,-11 68 1 0 0,12-34-23 0 0,2 0 0 0 0,4 1 0 0 0,2-1 0 0 0,13 106 0 0 0,-9-152 2 0 0,1-1 1 0 0,2 0-1 0 0,-1 1 1 0 0,2-2-1 0 0,1 1 1 0 0,1-1-1 0 0,20 34 1 0 0,-20-41 4 0 0,0 0 1 0 0,1 0-1 0 0,1-1 1 0 0,0-1 0 0 0,1 1-1 0 0,0-2 1 0 0,0 0-1 0 0,1 0 1 0 0,1-1-1 0 0,-1-1 1 0 0,19 8 0 0 0,-9-6 55 0 0,-1-2 1 0 0,1 0-1 0 0,1-1 0 0 0,-1-2 1 0 0,1 0-1 0 0,0-2 1 0 0,0 0-1 0 0,33-2 1 0 0,-25-2 170 0 0,-1-2 0 0 0,1-2 0 0 0,-1 0 1 0 0,0-2-1 0 0,57-21 0 0 0,-48 11 43 0 0,-1-1 1 0 0,0-2-1 0 0,-2-2 1 0 0,0-1-1 0 0,-1-2 0 0 0,-2-1 1 0 0,-1-2-1 0 0,-1-1 1 0 0,47-56-1 0 0,-54 52-135 0 0,-1-2 0 0 0,-2 0 0 0 0,-1-2 0 0 0,-1 0 1 0 0,-3-1-1 0 0,14-43 0 0 0,-5-5 240 0 0,28-156 0 0 0,-50 221-344 0 0,-2-1 0 0 0,0 1 0 0 0,-2-1 0 0 0,0 1 0 0 0,-2-1 0 0 0,0 1 0 0 0,-1 0 0 0 0,-12-40 1 0 0,12 49-62 0 0,-2 0 0 0 0,1 0 0 0 0,-2 1 0 0 0,0 0 0 0 0,0 0 0 0 0,-1 0 0 0 0,0 1 0 0 0,0 0 0 0 0,-2 0 1 0 0,1 1-1 0 0,-1 0 0 0 0,0 0 0 0 0,-1 1 0 0 0,0 0 0 0 0,0 1 0 0 0,-17-9 0 0 0,19 12-130 0 0,-1 1 1 0 0,1 0-1 0 0,0 0 0 0 0,-1 1 0 0 0,1 0 0 0 0,-1 1 0 0 0,0 0 1 0 0,0 0-1 0 0,0 1 0 0 0,1 0 0 0 0,-1 1 0 0 0,0-1 1 0 0,0 2-1 0 0,1-1 0 0 0,-1 1 0 0 0,-11 5 0 0 0,-23 10-7611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9:26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8783 9 456 0 0,'27'-8'7372'0'0,"-35"20"-6070"0"0,-21 22-1038 0 0,-2-2 0 0 0,-1-2-1 0 0,-1-1 1 0 0,-2-1 0 0 0,-49 29 0 0 0,-202 99-2247 0 0,154-88 2292 0 0,-274 138 801 0 0,212-109-697 0 0,-223 99-432 0 0,-38 19-677 0 0,-62 43-661 0 0,-226 118 449 0 0,221-112 403 0 0,11-5-284 0 0,-174 92 146 0 0,91-49 263 0 0,96-57 260 0 0,12-6-89 0 0,-81 40-670 0 0,153-78-387 0 0,132-56 602 0 0,-182 88 585 0 0,272-142 79 0 0,0 3 0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9:26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3956 1 6913 0 0,'-242'149'623'0'0,"-443"248"1080"0"0,404-238-1089 0 0,-406 212 451 0 0,-276 214-1794 0 0,826-495 1531 0 0,-163 118 2878 0 0,240-166-2840 0 0,-104 55 0 0 0,-38 26 509 0 0,172-102-1601 0 0,-90 72 947 0 0,104-79-2590 0 0,1 1 0 0 0,-22 28 1 0 0,21-20-3467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9:27.2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97 1376 0 0,'-6'-28'1351'0'0,"5"20"-526"0"0,0 0 1 0 0,-1 0-1 0 0,0 0 0 0 0,-1 0 1 0 0,0 1-1 0 0,-11-15 2633 0 0,11 32-2286 0 0,-1 9-328 0 0,0 34-471 0 0,3 1-1 0 0,1 0 0 0 0,3 0 1 0 0,3 0-1 0 0,14 66 0 0 0,-17-107-284 0 0,0-1 1 0 0,1 1-1 0 0,1 0 0 0 0,0-1 0 0 0,1 0 0 0 0,0 0 0 0 0,0 0 0 0 0,2-1 1 0 0,8 12-1 0 0,-12-19-26 0 0,-1 0 1 0 0,1-1-1 0 0,0 1 1 0 0,0 0-1 0 0,0-1 1 0 0,0 0-1 0 0,1 0 1 0 0,0-1-1 0 0,-1 1 1 0 0,1-1 0 0 0,0 0-1 0 0,0 0 1 0 0,0 0-1 0 0,0-1 1 0 0,0 0-1 0 0,1 0 1 0 0,-1 0-1 0 0,0 0 1 0 0,1-1-1 0 0,-1 0 1 0 0,0 0-1 0 0,1-1 1 0 0,-1 1-1 0 0,0-1 1 0 0,8-3-1 0 0,-1 0 86 0 0,0 0-1 0 0,-1-1 0 0 0,0-1 0 0 0,0 0 0 0 0,0 0 0 0 0,-1-1 0 0 0,0 0 0 0 0,0-1 0 0 0,11-11 1 0 0,8-13-56 0 0,35-45 0 0 0,-32 36-510 0 0,-4 7 138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9:29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90 8754 0 0,'-8'-5'5382'0'0,"25"-3"-1736"0"0,74-17-1236 0 0,167-21 0 0 0,-187 41-2631 0 0,-1 4 0 0 0,133 16 0 0 0,-141-9-1471 0 0,-31-3-5624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9:30.2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4 6449 0 0,'-20'-1'2660'0'0,"20"0"-2477"0"0,-1 1 0 0 0,0 0-1 0 0,0-1 1 0 0,1 1 0 0 0,-1 0 0 0 0,0 0-1 0 0,1 0 1 0 0,-1-1 0 0 0,0 1 0 0 0,0 0-1 0 0,1 0 1 0 0,-1 0 0 0 0,0 0 0 0 0,0 0-1 0 0,1 0 1 0 0,-1 1 0 0 0,0-1 0 0 0,0 0-1 0 0,1 0 1 0 0,-1 1 0 0 0,0-1 0 0 0,1 0-1 0 0,-1 0 1 0 0,0 1 0 0 0,1-1 0 0 0,-1 1-1 0 0,1-1 1 0 0,-1 1 0 0 0,0-1 0 0 0,1 1-1 0 0,-1-1 1 0 0,1 1 0 0 0,0-1 0 0 0,-1 1-1 0 0,1 0 1 0 0,-1-1 0 0 0,1 1 0 0 0,0 0-1 0 0,-1-1 1 0 0,1 1 0 0 0,0 0 0 0 0,0 0-1 0 0,0-1 1 0 0,-1 1 0 0 0,1 0 0 0 0,0 1-1 0 0,-4 21 635 0 0,1 1 0 0 0,1-1 0 0 0,2 1-1 0 0,3 45 1 0 0,-1-24-532 0 0,0 134 205 0 0,3 71-38 0 0,-1-196-831 0 0,2-1 1 0 0,21 85 0 0 0,-19-113-868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9:30.8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83 3225 0 0,'-4'0'254'0'0,"0"-1"1"0"0,0 0 0 0 0,0 0-1 0 0,1-1 1 0 0,-1 1 0 0 0,0-1-1 0 0,0 0 1 0 0,1 0-1 0 0,-4-2 1 0 0,5 3 225 0 0,1 0 0 0 0,-1 0 0 0 0,1-1 0 0 0,-1 1-1 0 0,1 0 1 0 0,-1 0 0 0 0,1-1 0 0 0,0 1 0 0 0,0-1 0 0 0,0 1 0 0 0,0-1 0 0 0,0 1-1 0 0,-1-3 1 0 0,2 3-272 0 0,1-1-1 0 0,-1 1 0 0 0,0-1 1 0 0,0 1-1 0 0,1 0 1 0 0,-1-1-1 0 0,1 1 0 0 0,-1-1 1 0 0,1 1-1 0 0,0 0 1 0 0,0 0-1 0 0,-1 0 0 0 0,1-1 1 0 0,0 1-1 0 0,0 0 1 0 0,0 0-1 0 0,0 0 0 0 0,0 0 1 0 0,0 0-1 0 0,1 0 0 0 0,-1 1 1 0 0,0-1-1 0 0,2-1 1 0 0,1 0-18 0 0,0-1-1 0 0,0 1 1 0 0,1 0 0 0 0,-1 0 0 0 0,0 0 0 0 0,6 0 0 0 0,-8 1-172 0 0,1 1-1 0 0,0 0 1 0 0,0-1-1 0 0,-1 2 1 0 0,1-1-1 0 0,0 0 1 0 0,0 0-1 0 0,-1 1 1 0 0,1 0 0 0 0,0-1-1 0 0,0 1 1 0 0,-1 0-1 0 0,1 0 1 0 0,-1 0-1 0 0,1 1 1 0 0,-1-1 0 0 0,4 4-1 0 0,-2-2 40 0 0,0 1-1 0 0,0 0 0 0 0,0 0 1 0 0,-1 1-1 0 0,0-1 1 0 0,0 1-1 0 0,0-1 1 0 0,4 10-1 0 0,-2-2 41 0 0,-1 2 1 0 0,0-1-1 0 0,0 0 0 0 0,-1 1 0 0 0,-1 0 0 0 0,1 19 0 0 0,-7 38-23 0 0,2-55-35 0 0,0 0-1 0 0,2 0 1 0 0,0 0-1 0 0,3 27 1 0 0,-3-42-18 0 0,0 1 0 0 0,0 0 1 0 0,1-1-1 0 0,-1 1 0 0 0,1-1 0 0 0,-1 1 0 0 0,1-1 0 0 0,-1 1 1 0 0,1-1-1 0 0,0 0 0 0 0,0 1 0 0 0,0-1 0 0 0,0 0 0 0 0,0 1 1 0 0,0-1-1 0 0,0 0 0 0 0,0 0 0 0 0,0 0 0 0 0,0 0 0 0 0,1 0 1 0 0,-1 0-1 0 0,0 0 0 0 0,1 0 0 0 0,-1-1 0 0 0,1 1 1 0 0,-1-1-1 0 0,1 1 0 0 0,-1-1 0 0 0,1 1 0 0 0,-1-1 0 0 0,1 0 1 0 0,-1 0-1 0 0,1 1 0 0 0,-1-1 0 0 0,1 0 0 0 0,0-1 0 0 0,-1 1 1 0 0,1 0-1 0 0,-1 0 0 0 0,3-1 0 0 0,7-2-47 0 0,-1-1 0 0 0,1 0 0 0 0,-1-1-1 0 0,19-10 1 0 0,-5 2-109 0 0,28-7-2859 0 0,-35 12-3627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9:31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30 3225 0 0,'9'15'14139'0'0,"33"56"-11595"0"0,-4 25-2885 0 0,-38-96 303 0 0,0 0 0 0 0,0 0 1 0 0,0 0-1 0 0,0 1 0 0 0,0-1 1 0 0,0 0-1 0 0,0 0 0 0 0,0 0 1 0 0,0 0-1 0 0,0 0 0 0 0,0 0 1 0 0,0 1-1 0 0,0-1 0 0 0,0 0 1 0 0,1 0-1 0 0,-1 0 0 0 0,0 0 1 0 0,0 0-1 0 0,0 0 0 0 0,0 1 1 0 0,0-1-1 0 0,0 0 0 0 0,0 0 1 0 0,0 0-1 0 0,1 0 0 0 0,-1 0 1 0 0,0 0-1 0 0,0 0 0 0 0,0 0 0 0 0,0 0 1 0 0,0 0-1 0 0,0 0 0 0 0,1 0 1 0 0,-1 0-1 0 0,0 0 0 0 0,0 0 1 0 0,0 0-1 0 0,0 0 0 0 0,0 0 1 0 0,0 0-1 0 0,1 0 0 0 0,-1 0 1 0 0,0 0-1 0 0,0 0 0 0 0,0 0 1 0 0,0 0-1 0 0,0 0 0 0 0,1 0 1 0 0,-1 0-1 0 0,0 0 0 0 0,0 0 1 0 0,0 0-1 0 0,0 0 0 0 0,0 0 1 0 0,0 0-1 0 0,0-1 0 0 0,1 1 0 0 0,-1 0 1 0 0,0 0-1 0 0,0 0 1 0 0,6-13-1251 0 0,2-17 46 0 0,-7 24 1081 0 0,4-19-326 0 0,11-37 0 0 0,-14 57 600 0 0,-1 0-1 0 0,1 0 0 0 0,0 0 0 0 0,0 0 0 0 0,1 1 0 0 0,0-1 0 0 0,0 1 0 0 0,0-1 0 0 0,0 1 0 0 0,0 0 1 0 0,1 0-1 0 0,0 1 0 0 0,0-1 0 0 0,5-3 0 0 0,-6 6 78 0 0,1 0 1 0 0,-1 0-1 0 0,0 0 0 0 0,0 0 1 0 0,1 1-1 0 0,-1-1 0 0 0,0 1 1 0 0,1 0-1 0 0,-1 0 0 0 0,1 1 1 0 0,-1-1-1 0 0,0 0 0 0 0,1 1 1 0 0,-1 0-1 0 0,0 0 0 0 0,0 0 1 0 0,0 0-1 0 0,1 1 0 0 0,-1-1 1 0 0,0 1-1 0 0,-1 0 0 0 0,1 0 1 0 0,0 0-1 0 0,2 2 0 0 0,1 1-84 0 0,0-1 0 0 0,0 2 0 0 0,-1-1 0 0 0,0 0 0 0 0,0 1 0 0 0,0 0 0 0 0,-1 0 0 0 0,1 1 0 0 0,4 11 1 0 0,-5-8-105 0 0,-2 0 0 0 0,1 0 1 0 0,-1 1-1 0 0,1 13 0 0 0,1 5-1 0 0,-4-29-4 0 0,-1 0 0 0 0,1 0 0 0 0,0 0 0 0 0,0 0 1 0 0,0 0-1 0 0,0 1 0 0 0,0-1 0 0 0,0 0 1 0 0,0 0-1 0 0,0 0 0 0 0,0 0 0 0 0,0 0 1 0 0,0 0-1 0 0,0 0 0 0 0,0 1 0 0 0,0-1 0 0 0,0 0 1 0 0,0 0-1 0 0,0 0 0 0 0,0 0 0 0 0,0 0 1 0 0,0 0-1 0 0,0 0 0 0 0,0 1 0 0 0,0-1 1 0 0,1 0-1 0 0,-1 0 0 0 0,0 0 0 0 0,0 0 0 0 0,0 0 1 0 0,0 0-1 0 0,0 0 0 0 0,0 0 0 0 0,0 0 1 0 0,0 0-1 0 0,0 1 0 0 0,0-1 0 0 0,1 0 1 0 0,-1 0-1 0 0,0 0 0 0 0,0 0 0 0 0,0 0 1 0 0,0 0-1 0 0,0 0 0 0 0,0 0 0 0 0,0 0 0 0 0,1 0 1 0 0,-1 0-1 0 0,0 0 0 0 0,0 0 0 0 0,0 0 1 0 0,0 0-1 0 0,0 0 0 0 0,0 0 0 0 0,0 0 1 0 0,1 0-1 0 0,-1 0 0 0 0,0 0 0 0 0,0 0 0 0 0,0 0 1 0 0,0 0-1 0 0,0 0 0 0 0,0-1 0 0 0,0 1 1 0 0,0 0-1 0 0,1 0 0 0 0,5-11-930 0 0,2-17-680 0 0,-6 14 1402 0 0,0 0 0 0 0,1 1-1 0 0,1-1 1 0 0,0 1 0 0 0,1 0-1 0 0,9-19 1 0 0,-12 30 288 0 0,-1-1 1 0 0,1 0-1 0 0,0 1 1 0 0,0-1-1 0 0,0 1 1 0 0,0-1-1 0 0,1 1 1 0 0,-1 0-1 0 0,1 0 1 0 0,-1 0-1 0 0,1 0 1 0 0,0 0-1 0 0,-1 1 1 0 0,6-3-1 0 0,-5 4 31 0 0,-1-1 1 0 0,1 1-1 0 0,0 0 0 0 0,-1 0 0 0 0,1 0 0 0 0,0 0 1 0 0,-1 0-1 0 0,1 0 0 0 0,0 1 0 0 0,-1-1 0 0 0,1 1 1 0 0,-1 0-1 0 0,1 0 0 0 0,-1 0 0 0 0,1 0 0 0 0,-1 1 1 0 0,1-1-1 0 0,-1 0 0 0 0,0 1 0 0 0,3 2 0 0 0,2 2 43 0 0,-1 0-1 0 0,0 0 0 0 0,0 1 0 0 0,-1-1 0 0 0,0 1 1 0 0,0 0-1 0 0,-1 1 0 0 0,1-1 0 0 0,-2 1 1 0 0,6 14-1 0 0,8 32-1148 0 0,-5-2-4828 0 0,-12-52 5824 0 0,3 16-6515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9:32.0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1 115 2761 0 0,'1'13'13623'0'0,"0"-13"-13279"0"0,6 2-2162 0 0,-2 1 1975 0 0,0 1 0 0 0,-1-1 0 0 0,1 1 0 0 0,0 0 1 0 0,-1 0-1 0 0,0 0 0 0 0,0 1 0 0 0,0-1 0 0 0,-1 1 0 0 0,1 0 0 0 0,-1 0 0 0 0,0 0 1 0 0,-1 0-1 0 0,1 1 0 0 0,-1-1 0 0 0,0 1 0 0 0,1 6 0 0 0,13 27-91 0 0,-16-39-69 0 0,0 0 0 0 0,0 0 0 0 0,1 1 0 0 0,-1-1 0 0 0,0 0 0 0 0,0 0 0 0 0,0 1 0 0 0,0-1 0 0 0,0 0 0 0 0,0 0 0 0 0,1 0 0 0 0,-1 1 0 0 0,0-1 0 0 0,0 0 0 0 0,0 0 0 0 0,0 0 0 0 0,1 0 0 0 0,-1 0 0 0 0,0 1-1 0 0,0-1 1 0 0,0 0 0 0 0,1 0 0 0 0,-1 0 0 0 0,0 0 0 0 0,0 0 0 0 0,1 0 0 0 0,-1 0 0 0 0,0 0 0 0 0,0 0 0 0 0,1 0 0 0 0,-1 0 0 0 0,0 0 0 0 0,0 0 0 0 0,1 0 0 0 0,-1 0 0 0 0,0 0 0 0 0,0 0 0 0 0,0 0 0 0 0,1 0 0 0 0,7-10-421 0 0,5-20-596 0 0,-12 27 894 0 0,4-9 155 0 0,0 1 0 0 0,1 0 1 0 0,0 0-1 0 0,0 0 0 0 0,1 1 1 0 0,1-1-1 0 0,0 2 0 0 0,0-1 1 0 0,1 1-1 0 0,11-9 1 0 0,-18 17 25 0 0,-1 0 1 0 0,1-1-1 0 0,0 1 1 0 0,0 0-1 0 0,0 0 1 0 0,0 0-1 0 0,0 1 1 0 0,0-1 0 0 0,0 0-1 0 0,0 1 1 0 0,0-1-1 0 0,0 1 1 0 0,0 0-1 0 0,1 0 1 0 0,-1 0 0 0 0,0 0-1 0 0,0 0 1 0 0,0 0-1 0 0,0 0 1 0 0,0 1-1 0 0,1-1 1 0 0,-1 1 0 0 0,0 0-1 0 0,0-1 1 0 0,0 1-1 0 0,2 2 1 0 0,-1-2 29 0 0,0 1-1 0 0,0 0 1 0 0,-1 1 0 0 0,1-1 0 0 0,-1 0-1 0 0,1 1 1 0 0,-1-1 0 0 0,0 1 0 0 0,0 0 0 0 0,0 0-1 0 0,0 0 1 0 0,-1 0 0 0 0,1 0 0 0 0,-1 0-1 0 0,2 5 1 0 0,1 14-204 0 0,-3-18 72 0 0,-1 0 0 0 0,1 1 0 0 0,0-1 0 0 0,0 0-1 0 0,1 1 1 0 0,-1-1 0 0 0,5 8 0 0 0,-6-12 36 0 0,1 0 1 0 0,-1 0-1 0 0,0 0 1 0 0,0 0-1 0 0,1 0 1 0 0,-1 1-1 0 0,0-1 0 0 0,1 0 1 0 0,-1 0-1 0 0,0 0 1 0 0,1 0-1 0 0,-1 0 1 0 0,0 0-1 0 0,1 0 0 0 0,-1 0 1 0 0,0 0-1 0 0,1 0 1 0 0,-1-1-1 0 0,0 1 1 0 0,1 0-1 0 0,-1 0 0 0 0,0 0 1 0 0,0 0-1 0 0,1 0 1 0 0,-1-1-1 0 0,0 1 1 0 0,1 0-1 0 0,-1 0 0 0 0,0 0 1 0 0,0-1-1 0 0,0 1 1 0 0,1 0-1 0 0,-1 0 1 0 0,0-1-1 0 0,0 1 0 0 0,0 0 1 0 0,0 0-1 0 0,1-1 1 0 0,-1 1-1 0 0,0 0 1 0 0,0-1-1 0 0,0 1 1 0 0,0 0-1 0 0,0-1 0 0 0,0 1 1 0 0,0 0-1 0 0,0-1 1 0 0,0 1-1 0 0,0-1 1 0 0,8-20-235 0 0,-8 20 202 0 0,12-45 12 0 0,-11 35 159 0 0,1 0 1 0 0,1 0 0 0 0,0 0 0 0 0,0 1-1 0 0,1-1 1 0 0,1 1 0 0 0,0 0 0 0 0,0 1-1 0 0,12-18 1 0 0,-16 27-76 0 0,-1-1 0 0 0,0 1 0 0 0,1-1 0 0 0,-1 1-1 0 0,1 0 1 0 0,-1-1 0 0 0,1 1 0 0 0,-1 0 0 0 0,1 0 0 0 0,-1-1 0 0 0,1 1 0 0 0,-1 0-1 0 0,1 0 1 0 0,-1 0 0 0 0,1 0 0 0 0,-1 0 0 0 0,1-1 0 0 0,-1 1 0 0 0,1 0 0 0 0,-1 0-1 0 0,1 0 1 0 0,0 0 0 0 0,-1 1 0 0 0,1-1 0 0 0,-1 0 0 0 0,1 0 0 0 0,-1 0 0 0 0,1 1-1 0 0,14 12 979 0 0,7 29-216 0 0,-18-33-834 0 0,-2-5-271 0 0,33 59 600 0 0,-16-38-6727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9:32.5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 4145 0 0,'-40'43'13417'0'0,"69"-42"-11255"0"0,44-21 418 0 0,-4 2-3355 0 0,-57 16-158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9:32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7 117 10138 0 0,'-6'19'1341'0'0,"6"-19"-1264"0"0,0 0 0 0 0,0 1 1 0 0,0-1-1 0 0,0 0 0 0 0,0 0 1 0 0,1 1-1 0 0,-1-1 0 0 0,0 0 1 0 0,0 0-1 0 0,0 0 0 0 0,1 1 1 0 0,-1-1-1 0 0,0 0 0 0 0,0 0 1 0 0,1 0-1 0 0,-1 1 0 0 0,0-1 1 0 0,0 0-1 0 0,1 0 0 0 0,-1 0 1 0 0,0 0-1 0 0,1 0 0 0 0,-1 0 0 0 0,0 0 1 0 0,0 0-1 0 0,1 0 0 0 0,-1 0 1 0 0,0 0-1 0 0,1 0 0 0 0,-1 0 1 0 0,0 0-1 0 0,1 0 0 0 0,-1 0 1 0 0,3-1 269 0 0,1 0 0 0 0,-1 0 1 0 0,0 0-1 0 0,-1 0 0 0 0,1 0 1 0 0,0-1-1 0 0,0 1 0 0 0,0-1 1 0 0,3-3-1 0 0,51-53-218 0 0,-12 10-1900 0 0,-36 39 1771 0 0,0 1 0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39:41.5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0 6449 0 0,'-35'15'3142'0'0,"33"-14"-2830"0"0,0-1 0 0 0,0 1 0 0 0,0 0 0 0 0,0-1 0 0 0,-1 0 0 0 0,1 1 1 0 0,0-1-1 0 0,0 0 0 0 0,-1 0 0 0 0,1 0 0 0 0,0-1 0 0 0,0 1 0 0 0,0 0 0 0 0,-3-2 0 0 0,79 80 6372 0 0,-45-53-6691 0 0,1-1-1 0 0,2-1 0 0 0,41 22 0 0 0,109 46-53 0 0,34 22 17 0 0,-195-101 44 0 0,-11-7 0 0 0,0 1 0 0 0,-1 0 0 0 0,0 1 0 0 0,9 7 0 0 0,-19-13 8 0 0,-1 0 0 0 0,1 0 0 0 0,0 0-1 0 0,0 0 1 0 0,0 0 0 0 0,-1-1 0 0 0,1 1-1 0 0,0 0 1 0 0,-1-1 0 0 0,1 1 0 0 0,0-1-1 0 0,-1 1 1 0 0,1-1 0 0 0,-1 0 0 0 0,-2 1-1 0 0,-19 2 81 0 0,1 1 0 0 0,-1 1 0 0 0,0 1 0 0 0,1 2 0 0 0,1 0 0 0 0,-1 1 0 0 0,1 1 0 0 0,1 1 0 0 0,0 1 0 0 0,-21 15 0 0 0,-8 11 228 0 0,0 3 0 0 0,-63 69 1 0 0,-86 102-317 0 0,186-204-1486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0:10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247 353 920 0 0,'-3'-17'343'0'0,"2"-1"0"0"0,-1 0 0 0 0,2 0 0 0 0,1 0 0 0 0,0 1 0 0 0,5-22 0 0 0,2-3 2022 0 0,21-59-1 0 0,-26 92-1893 0 0,-1 0 429 0 0,1 1-1 0 0,0 0 1 0 0,1 0-1 0 0,8-14 1 0 0,-10 37 3849 0 0,-3 9-3632 0 0,-17 63 332 0 0,-3 0 0 0 0,-50 127 0 0 0,18-60-1044 0 0,22-60-297 0 0,-64 217 64 0 0,93-305-195 0 0,-4 13-53 0 0,1-1 0 0 0,1 1 0 0 0,1 0-1 0 0,1 1 1 0 0,-1 35 0 0 0,8-45-1840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0:11.1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2761 0 0,'3'12'7933'0'0,"-3"4"-4657"0"0,2 8-1379 0 0,4-8-1275 0 0,0 0 0 0 0,2 0 0 0 0,0 0 1 0 0,1-1-1 0 0,0 0 0 0 0,17 20 0 0 0,-3-4-210 0 0,86 121 936 0 0,77 117-277 0 0,-153-222-997 0 0,-22-32-113 0 0,-1-1 1 0 0,0 2-1 0 0,-1-1 0 0 0,10 27 0 0 0,-18-41-54 0 0,0 1 1 0 0,-1 0-1 0 0,1 0 0 0 0,-1 0 0 0 0,0 0 1 0 0,1 0-1 0 0,-1 0 0 0 0,0 0 1 0 0,0 0-1 0 0,0 0 0 0 0,-1 0 1 0 0,1 0-1 0 0,0 0 0 0 0,-1 0 1 0 0,1 0-1 0 0,-1 0 0 0 0,0 0 1 0 0,0 0-1 0 0,-1 1 0 0 0,-4 6-1150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0:11.3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10 210 2761 0 0,'-10'6'7032'0'0,"25"-8"-2043"0"0,26-9-628 0 0,-10-3-3517 0 0,-1-2-1 0 0,-1 0 1 0 0,36-28 0 0 0,-44 28-1193 0 0,-1 2 0 0 0,2 0 0 0 0,0 2 0 0 0,0 0 0 0 0,1 2 0 0 0,1 0 0 0 0,33-9 0 0 0,-19 14-6798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0:11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3 111 10138 0 0,'0'-1'118'0'0,"-1"0"0"0"0,1 0-1 0 0,-1-1 1 0 0,1 1 0 0 0,0 0-1 0 0,0 0 1 0 0,0-1 0 0 0,0 1-1 0 0,0 0 1 0 0,0 0 0 0 0,0-1 0 0 0,0 1-1 0 0,0 0 1 0 0,0 0 0 0 0,1-1-1 0 0,-1 1 1 0 0,1 0 0 0 0,-1 0 0 0 0,1 0-1 0 0,-1-1 1 0 0,1 1 0 0 0,0 0-1 0 0,-1 0 1 0 0,1 0 0 0 0,0 0-1 0 0,0 0 1 0 0,0 0 0 0 0,2-1 0 0 0,27-30 2570 0 0,-29 32-2678 0 0,4-5 228 0 0,0 0 0 0 0,1 1 0 0 0,0 0 0 0 0,0 0 0 0 0,0 0 0 0 0,0 1 0 0 0,1 0 0 0 0,-1 0 0 0 0,1 1 0 0 0,8-3 0 0 0,-13 5-169 0 0,1-1-1 0 0,0 1 1 0 0,-1 0-1 0 0,1 0 0 0 0,-1 0 1 0 0,1 0-1 0 0,-1 0 0 0 0,1 1 1 0 0,-1-1-1 0 0,1 1 1 0 0,-1 0-1 0 0,1 0 0 0 0,-1-1 1 0 0,0 2-1 0 0,1-1 1 0 0,-1 0-1 0 0,0 0 0 0 0,0 1 1 0 0,0-1-1 0 0,0 1 1 0 0,0 0-1 0 0,0-1 0 0 0,0 1 1 0 0,-1 0-1 0 0,1 0 1 0 0,0 0-1 0 0,-1 0 0 0 0,0 1 1 0 0,0-1-1 0 0,2 5 0 0 0,3 8 40 0 0,-1 0 0 0 0,-1 1 0 0 0,0 0 0 0 0,-1 0 0 0 0,-1 0 0 0 0,-1 0-1 0 0,0 0 1 0 0,-1 1 0 0 0,-2 15 0 0 0,1-7 107 0 0,1 0 1 0 0,5 40-1 0 0,-5-63-195 0 0,1 0 0 0 0,-1 0 0 0 0,0-1 0 0 0,1 1 0 0 0,-1 0 0 0 0,1 0 1 0 0,0-1-1 0 0,-1 1 0 0 0,1 0 0 0 0,0-1 0 0 0,0 1 0 0 0,0-1 0 0 0,0 1 0 0 0,0-1 0 0 0,1 1 0 0 0,-1-1 1 0 0,0 0-1 0 0,1 0 0 0 0,-1 1 0 0 0,1-1 0 0 0,-1 0 0 0 0,1 0 0 0 0,2 1 0 0 0,-1-1 21 0 0,1-1-1 0 0,-1 1 1 0 0,0-1 0 0 0,0 0-1 0 0,0 0 1 0 0,0 0 0 0 0,0 0-1 0 0,0-1 1 0 0,0 1-1 0 0,0-1 1 0 0,0 0 0 0 0,0 0-1 0 0,3-1 1 0 0,3-2-586 0 0,0 0 0 0 0,0 0 1 0 0,12-9-1 0 0,14-15-7214 0 0,-15 7 2767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0:12.4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88 2761 0 0,'-6'-6'7952'0'0,"6"5"-7762"0"0,6-15 4536 0 0,15-12-600 0 0,-20 27-4040 0 0,1 1 0 0 0,-1-1 0 0 0,1 0 0 0 0,0 1 0 0 0,0-1 0 0 0,-1 1 0 0 0,1 0 0 0 0,0-1 0 0 0,0 1 0 0 0,0 0 0 0 0,-1 0-1 0 0,1 0 1 0 0,0 0 0 0 0,0 0 0 0 0,0 1 0 0 0,-1-1 0 0 0,1 1 0 0 0,0-1 0 0 0,0 1 0 0 0,-1-1 0 0 0,1 1 0 0 0,0 0 0 0 0,-1 0 0 0 0,1 0 0 0 0,-1 0 0 0 0,1 0 0 0 0,-1 0 0 0 0,0 0 0 0 0,1 1 0 0 0,-1-1 0 0 0,0 0 0 0 0,2 3 0 0 0,5 6-74 0 0,1 1 1 0 0,-1 0-1 0 0,8 16 1 0 0,-11-18 81 0 0,101 182-118 0 0,-108-235-2207 0 0,3 22 1654 0 0,-2 5 344 0 0,1 0-1 0 0,1 0 1 0 0,1 0 0 0 0,5-24-1 0 0,-5 34 364 0 0,0-1-1 0 0,1 1 1 0 0,-1 0-1 0 0,1 0 1 0 0,1 1-1 0 0,-1-1 1 0 0,1 0-1 0 0,0 1 0 0 0,1 0 1 0 0,-1 0-1 0 0,1 0 1 0 0,10-8-1 0 0,-14 13-111 0 0,0 0 0 0 0,1 0 0 0 0,-1 0 0 0 0,0 0 0 0 0,1 0 0 0 0,0 0 0 0 0,-1 0 0 0 0,1 1 0 0 0,-1-1 0 0 0,1 0 0 0 0,0 1 0 0 0,-1-1 0 0 0,1 1 0 0 0,0 0 0 0 0,-1 0 0 0 0,1-1 0 0 0,0 1 0 0 0,0 0 0 0 0,-1 0 0 0 0,1 1 0 0 0,0-1 0 0 0,0 0 0 0 0,2 1 0 0 0,-1 1 40 0 0,-1-1 0 0 0,1 1 0 0 0,-1 0 0 0 0,1-1 0 0 0,-1 1-1 0 0,1 0 1 0 0,-1 1 0 0 0,0-1 0 0 0,0 0 0 0 0,0 0 0 0 0,0 1 0 0 0,1 3 0 0 0,3 4 89 0 0,-1 0 1 0 0,-1 1-1 0 0,1-1 0 0 0,-2 1 1 0 0,0 0-1 0 0,3 13 1 0 0,-6 3-253 0 0,1-15-59 0 0,7-28 57 0 0,1-5-4 0 0,27-60 162 0 0,-33 74 20 0 0,1 1-1 0 0,0-1 1 0 0,1 1 0 0 0,0-1-1 0 0,0 1 1 0 0,0 1 0 0 0,1-1-1 0 0,11-8 1 0 0,-16 13-47 0 0,1 1 0 0 0,-1-1 0 0 0,1 1 0 0 0,0-1 0 0 0,-1 1 0 0 0,1-1 0 0 0,0 1 0 0 0,0 0 0 0 0,-1 0 0 0 0,1 0 0 0 0,0 0 0 0 0,0 0 0 0 0,-1 0 0 0 0,1 1 0 0 0,0-1 0 0 0,-1 0 0 0 0,1 1 0 0 0,0-1 0 0 0,-1 1 0 0 0,1 0 0 0 0,-1 0 0 0 0,1-1 0 0 0,-1 1 0 0 0,1 0 0 0 0,-1 0 0 0 0,1 0 0 0 0,-1 1-1 0 0,0-1 1 0 0,0 0 0 0 0,2 3 0 0 0,5 4 25 0 0,0 2 0 0 0,0-1-1 0 0,6 13 1 0 0,-10-18-27 0 0,19 36-93 0 0,-16-27-84 0 0,0-1 1 0 0,17 21-1 0 0,-20-28-484 0 0,1-1 0 0 0,0 1 0 0 0,-1-1-1 0 0,1 0 1 0 0,10 5 0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0:12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71 4145 0 0,'-1'-1'174'0'0,"0"1"-1"0"0,1-1 1 0 0,-1 1 0 0 0,1-1-1 0 0,-1 1 1 0 0,1-1 0 0 0,-1 1-1 0 0,1-1 1 0 0,-1 1 0 0 0,1-1-1 0 0,-1 1 1 0 0,1-1 0 0 0,0 0 0 0 0,-1 1-1 0 0,1-1 1 0 0,0 0 0 0 0,-1 1-1 0 0,1-1 1 0 0,0 0 0 0 0,0 0-1 0 0,0 1 1 0 0,0-1 0 0 0,0 0-1 0 0,0 0 1 0 0,0 1 0 0 0,0-1 0 0 0,0 0-1 0 0,0 1 1 0 0,0-1 0 0 0,0 0-1 0 0,1 0 1 0 0,-1 1 0 0 0,0-1-1 0 0,0 0 1 0 0,1 1 0 0 0,-1-1-1 0 0,1 0 1 0 0,0 0 117 0 0,-1 0 0 0 0,1 0 0 0 0,-1 0 0 0 0,1 0 1 0 0,0 0-1 0 0,-1 0 0 0 0,1 1 0 0 0,0-1 0 0 0,0 0 0 0 0,0 0 0 0 0,-1 1 0 0 0,1-1 0 0 0,0 1 0 0 0,0-1 0 0 0,0 1 0 0 0,0-1 0 0 0,0 1 0 0 0,0 0 0 0 0,0-1 1 0 0,0 1-1 0 0,0 0 0 0 0,1 0 0 0 0,-1 0 0 0 0,0 0 0 0 0,0 0 0 0 0,2 0 0 0 0,2 2-56 0 0,0 0 0 0 0,0 0 0 0 0,-1 0 1 0 0,1 1-1 0 0,0 0 0 0 0,-1 0 0 0 0,0 0 0 0 0,0 0 0 0 0,0 1 0 0 0,0 0 0 0 0,0-1 1 0 0,-1 2-1 0 0,0-1 0 0 0,0 0 0 0 0,0 1 0 0 0,0-1 0 0 0,3 7 0 0 0,3 9-282 0 0,0 1-1 0 0,10 36 0 0 0,-13-28 42 0 0,-5-23-20 0 0,-1-1 1 0 0,1 1-1 0 0,0-1 1 0 0,1 1-1 0 0,-1-1 1 0 0,1 0-1 0 0,0 0 1 0 0,1 0-1 0 0,-1 0 1 0 0,5 6-1 0 0,-7-11-9 0 0,0 0-1 0 0,1 0 0 0 0,-1 0 1 0 0,1 0-1 0 0,-1 0 1 0 0,1 0-1 0 0,-1 0 1 0 0,1 0-1 0 0,-1 0 1 0 0,0 0-1 0 0,1 0 1 0 0,-1 0-1 0 0,1-1 0 0 0,-1 1 1 0 0,1 0-1 0 0,-1 0 1 0 0,0 0-1 0 0,1-1 1 0 0,-1 1-1 0 0,0 0 1 0 0,1 0-1 0 0,-1-1 1 0 0,0 1-1 0 0,1 0 0 0 0,-1-1 1 0 0,0 1-1 0 0,0 0 1 0 0,1-1-1 0 0,-1 1 1 0 0,0-1-1 0 0,0 1 1 0 0,1 0-1 0 0,-1-1 1 0 0,0 1-1 0 0,0-1 0 0 0,0 1 1 0 0,0-1-1 0 0,0 1 1 0 0,0 0-1 0 0,0-1 1 0 0,0 1-1 0 0,0-1 1 0 0,8-23-586 0 0,-8 22 544 0 0,12-50-833 0 0,-6 22 1011 0 0,14-42-1 0 0,-17 64 131 0 0,1 0-1 0 0,-1 0 1 0 0,1 1-1 0 0,1-1 0 0 0,-1 1 1 0 0,1-1-1 0 0,0 1 1 0 0,1 1-1 0 0,10-11 0 0 0,-14 16-217 0 0,-1-1-1 0 0,1 1 0 0 0,-1 0 0 0 0,1-1 0 0 0,0 1 1 0 0,0 0-1 0 0,0 0 0 0 0,-1 0 0 0 0,1 1 1 0 0,0-1-1 0 0,0 0 0 0 0,0 1 0 0 0,0-1 0 0 0,0 1 1 0 0,0 0-1 0 0,1 0 0 0 0,-1-1 0 0 0,0 1 1 0 0,0 1-1 0 0,0-1 0 0 0,0 0 0 0 0,0 0 0 0 0,3 1 1 0 0,-2 1 25 0 0,0 0 1 0 0,1 0 0 0 0,-1 0-1 0 0,0 0 1 0 0,0 0-1 0 0,0 1 1 0 0,0-1 0 0 0,0 1-1 0 0,-1 0 1 0 0,1 0 0 0 0,3 5-1 0 0,2 6 65 0 0,0-1 0 0 0,-1 1 0 0 0,-1 0-1 0 0,0 1 1 0 0,4 17 0 0 0,-8-28-103 0 0,-2-1-1 0 0,1-1 0 0 0,-1 1 0 0 0,1-1 0 0 0,0 1 0 0 0,0-1 0 0 0,0 1 0 0 0,0-1 0 0 0,0 1 0 0 0,0-1-1 0 0,1 0 1 0 0,-1 0 0 0 0,1 0 0 0 0,0 0 0 0 0,2 2 0 0 0,3-31-398 0 0,-3 12 351 0 0,0 0 1 0 0,1 0-1 0 0,0 1 0 0 0,9-16 1 0 0,-12 26 65 0 0,0 0-1 0 0,0 0 1 0 0,0 1 0 0 0,1-1 0 0 0,0 1 0 0 0,0-1 0 0 0,-1 1 0 0 0,2 0-1 0 0,-1 0 1 0 0,0 1 0 0 0,1-1 0 0 0,-1 1 0 0 0,1-1 0 0 0,0 1 0 0 0,0 0-1 0 0,0 0 1 0 0,0 1 0 0 0,0-1 0 0 0,7-1 0 0 0,-7 3 20 0 0,-1 0-1 0 0,0 1 1 0 0,0-1 0 0 0,1 0 0 0 0,-1 1 0 0 0,0 0-1 0 0,0 0 1 0 0,0 0 0 0 0,0 0 0 0 0,0 0 0 0 0,0 1-1 0 0,0-1 1 0 0,0 1 0 0 0,0 0 0 0 0,0 0-1 0 0,-1 0 1 0 0,1 0 0 0 0,4 5 0 0 0,5 6-42 0 0,-1 1 0 0 0,14 20 1 0 0,-7-9-216 0 0,14 12-2267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0:13.2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42 7370 0 0,'-14'43'13221'0'0,"14"-43"-13085"0"0,15-10 623 0 0,-14 9-482 0 0,31-22 546 0 0,14-9-555 0 0,-14 13-6624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0:13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0 121 15667 0 0,'0'0'88'0'0,"0"1"-1"0"0,0-1 1 0 0,0 0-1 0 0,1 0 0 0 0,-1 1 1 0 0,0-1-1 0 0,0 0 1 0 0,0 0-1 0 0,0 1 1 0 0,0-1-1 0 0,0 0 0 0 0,0 0 1 0 0,1 1 262 0 0,-1-1-263 0 0,1 1 0 0 0,-1-1 1 0 0,0 0-1 0 0,0 0 1 0 0,1 0-1 0 0,-1 0 1 0 0,0 0-1 0 0,0 0 0 0 0,1 1 1 0 0,-1-1-1 0 0,0 0 1 0 0,0 0-1 0 0,1 0 1 0 0,-1 0-1 0 0,0 0 0 0 0,0 0 1 0 0,1 0-1 0 0,-1 0 1 0 0,0 0-1 0 0,1 0 1 0 0,-1 0-1 0 0,0 0 0 0 0,1 0 1 0 0,18-5 1731 0 0,17-12-389 0 0,-4-3-2169 0 0,0-1-1 0 0,33-29 1 0 0,-50 37-284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0:15.5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16588 0 0,'0'0'1276'0'0,"1"0"-1118"0"0,-1 0 0 0 0,1 0 0 0 0,-1 0 0 0 0,1 0 0 0 0,-1 0 0 0 0,1 0 0 0 0,-1 0 0 0 0,1 0 1 0 0,-1 0-1 0 0,1 0 0 0 0,-1 0 0 0 0,1 0 0 0 0,-1 0 0 0 0,1 1 0 0 0,-1-1 0 0 0,1 0 0 0 0,-1 0 0 0 0,1 0 0 0 0,-1 1 0 0 0,1-1 0 0 0,-1 0 1 0 0,0 1-1 0 0,1-1 0 0 0,-1 0 0 0 0,1 1 0 0 0,-1-1 0 0 0,0 1 0 0 0,1-1 0 0 0,-1 1 0 0 0,12 55-1910 0 0,-8-46 270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0:16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200 295 3225 0 0,'-3'2'377'0'0,"0"0"1"0"0,-1 0 0 0 0,0-1-1 0 0,1 1 1 0 0,-1-1 0 0 0,0 0-1 0 0,0 0 1 0 0,1 0 0 0 0,-1-1-1 0 0,0 1 1 0 0,0-1 0 0 0,0 0 0 0 0,0 0-1 0 0,0 0 1 0 0,0-1 0 0 0,0 1-1 0 0,1-1 1 0 0,-1 0 0 0 0,0 0-1 0 0,0-1 1 0 0,1 1 0 0 0,-1-1-1 0 0,0 1 1 0 0,1-1 0 0 0,0 0-1 0 0,-1-1 1 0 0,1 1 0 0 0,0 0-1 0 0,0-1 1 0 0,0 0 0 0 0,1 1-1 0 0,-1-1 1 0 0,1-1 0 0 0,-1 1 0 0 0,1 0-1 0 0,0 0 1 0 0,0-1 0 0 0,1 1-1 0 0,-3-7 1 0 0,1 0-189 0 0,1-1 0 0 0,0 0 1 0 0,0 1-1 0 0,1-1 0 0 0,1 0 0 0 0,0 0 0 0 0,0 0 1 0 0,1 0-1 0 0,0 0 0 0 0,1 0 0 0 0,6-20 0 0 0,-7 26-118 0 0,1 0-1 0 0,0-1 0 0 0,0 1 0 0 0,1 0 1 0 0,-1 0-1 0 0,1 0 0 0 0,0 1 0 0 0,0-1 1 0 0,1 1-1 0 0,-1-1 0 0 0,1 1 0 0 0,0 0 1 0 0,0 1-1 0 0,0-1 0 0 0,1 1 0 0 0,-1-1 1 0 0,1 1-1 0 0,0 1 0 0 0,0-1 0 0 0,0 1 1 0 0,0 0-1 0 0,1 0 0 0 0,-1 0 0 0 0,0 1 1 0 0,7-2-1 0 0,-9 3-75 0 0,0 0-1 0 0,1 0 1 0 0,-1 0 0 0 0,1 0 0 0 0,-1 0-1 0 0,1 1 1 0 0,-1-1 0 0 0,0 1-1 0 0,1 0 1 0 0,-1 0 0 0 0,0 0 0 0 0,0 0-1 0 0,1 1 1 0 0,-1-1 0 0 0,0 1 0 0 0,-1 0-1 0 0,6 4 1 0 0,-3-2-17 0 0,-1 1 0 0 0,-1-1-1 0 0,1 1 1 0 0,-1 0 0 0 0,1 0-1 0 0,-1 0 1 0 0,-1 1 0 0 0,1-1-1 0 0,2 10 1 0 0,1 6-71 0 0,-1 1-1 0 0,-1 0 0 0 0,-1 0 1 0 0,0 32-1 0 0,-4 22-709 0 0,-13 99 0 0 0,6-100 71 0 0,1 103-1 0 0,7-175 768 0 0,0 1 0 0 0,1 0 1 0 0,-1-1-1 0 0,1 1 0 0 0,0-1 0 0 0,-1 1 0 0 0,2 0 1 0 0,-1-1-1 0 0,0 0 0 0 0,1 1 0 0 0,-1-1 1 0 0,1 0-1 0 0,0 0 0 0 0,0 0 0 0 0,4 4 0 0 0,-4-5-11 0 0,-1-1 0 0 0,1 0 0 0 0,0 0 0 0 0,0 0 0 0 0,-1-1 0 0 0,1 1 0 0 0,0 0 0 0 0,0-1 0 0 0,0 1 0 0 0,0-1 0 0 0,0 1 0 0 0,0-1 0 0 0,-1 0 0 0 0,1 0 0 0 0,0 0 0 0 0,0 0 0 0 0,0 0 0 0 0,0-1 0 0 0,0 1 0 0 0,0 0 0 0 0,0-1 0 0 0,0 0 0 0 0,0 1 0 0 0,-1-1 0 0 0,1 0 0 0 0,0 0 0 0 0,0 0 0 0 0,-1 0 0 0 0,1 0 0 0 0,2-2 0 0 0,9-7 219 0 0,0 0 0 0 0,-1-1 0 0 0,0-1 0 0 0,0 1 0 0 0,-1-2-1 0 0,-1 1 1 0 0,0-2 0 0 0,-1 1 0 0 0,-1-1 0 0 0,0-1 0 0 0,0 0 0 0 0,7-21 0 0 0,-15 33-217 0 0,1 1-1 0 0,0 0 1 0 0,-1-1 0 0 0,1 1-1 0 0,-1-1 1 0 0,0 1 0 0 0,0-1-1 0 0,0 1 1 0 0,0 0 0 0 0,0-1-1 0 0,-1 1 1 0 0,1-1 0 0 0,-1 1-1 0 0,1 0 1 0 0,-1-1 0 0 0,0 1-1 0 0,0 0 1 0 0,0 0 0 0 0,0-1 0 0 0,-1 1-1 0 0,1 0 1 0 0,-2-2 0 0 0,-1 1 13 0 0,1-1 0 0 0,-1 1 0 0 0,0 0 0 0 0,0 0 1 0 0,-1 1-1 0 0,1-1 0 0 0,0 1 0 0 0,-1 0 0 0 0,1 0 1 0 0,-8-1-1 0 0,-9-2 95 0 0,0 1 1 0 0,-1 1 0 0 0,-40-1-1 0 0,59 4-131 0 0,-130-7 179 0 0,115 5-249 0 0,0-2 0 0 0,-1 1 1 0 0,1-2-1 0 0,1 0 0 0 0,-20-9 0 0 0,35 13-23 0 0,0 0 0 0 0,-1 0 0 0 0,1 0 1 0 0,0 0-1 0 0,0 0 0 0 0,1 0 0 0 0,-1-1 0 0 0,0 1 0 0 0,0-1 0 0 0,0 1 0 0 0,1-1 0 0 0,-1 0 0 0 0,1 1 1 0 0,0-1-1 0 0,-1 0 0 0 0,-1-4 0 0 0,1-4-478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0:16.3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8290 0 0,'5'18'6024'0'0,"11"12"-2623"0"0,-8-16-1856 0 0,49 82 1988 0 0,40 43-2961 0 0,-92-132-529 0 0,5 8-40 0 0,1-1 0 0 0,1-1-1 0 0,1 0 1 0 0,0 0 0 0 0,0-1 0 0 0,19 12 0 0 0,-22-17-431 0 0,0-2 0 0 0,0 1 0 0 0,0-1 0 0 0,1-1-1 0 0,0 0 1 0 0,18 4 0 0 0,-9-5-6960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0:16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373 8 8842 0 0,'0'-1'105'0'0,"0"1"0"0"0,0-1-1 0 0,0 1 1 0 0,-1 0 0 0 0,1-1 0 0 0,0 1 0 0 0,-1-1 0 0 0,1 1 0 0 0,0 0-1 0 0,-1-1 1 0 0,1 1 0 0 0,0 0 0 0 0,-1-1 0 0 0,1 1 0 0 0,-1 0 0 0 0,1 0-1 0 0,-1-1 1 0 0,1 1 0 0 0,-1 0 0 0 0,1 0 0 0 0,-1 0 0 0 0,1 0 0 0 0,-1 0 0 0 0,1 0-1 0 0,-1 0 1 0 0,1 0 0 0 0,-1 0 0 0 0,1 0 0 0 0,-1 0 0 0 0,0 0 0 0 0,-17 9 3584 0 0,-13 22 340 0 0,30-29-4090 0 0,-32 41 1278 0 0,1 2-1 0 0,-35 68 1 0 0,21-35-852 0 0,44-75-386 0 0,-83 151 708 0 0,77-137-1052 0 0,1 1 0 0 0,0 1 0 0 0,1-1 0 0 0,1 1-1 0 0,1 1 1 0 0,-3 36 0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0:17.2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85 5985 0 0,'-2'-1'530'0'0,"0"0"-1"0"0,0 0 0 0 0,0 0 1 0 0,0 0-1 0 0,0 0 0 0 0,1 0 0 0 0,-1-1 1 0 0,0 1-1 0 0,1 0 0 0 0,-1-1 1 0 0,1 0-1 0 0,-1 1 0 0 0,1-1 1 0 0,0 0-1 0 0,-1 0 0 0 0,1 0 1 0 0,0 0-1 0 0,0 0 0 0 0,1 0 1 0 0,-1 0-1 0 0,0 0 0 0 0,1 0 1 0 0,-1-3-1 0 0,1 4-355 0 0,0-1 0 0 0,1 0 1 0 0,-1 0-1 0 0,1 0 0 0 0,0 0 1 0 0,-1 0-1 0 0,1 0 0 0 0,0 1 1 0 0,0-1-1 0 0,0 0 0 0 0,0 1 1 0 0,0-1-1 0 0,1 1 0 0 0,-1-1 1 0 0,0 1-1 0 0,1-1 0 0 0,-1 1 0 0 0,1 0 1 0 0,0 0-1 0 0,-1 0 0 0 0,1 0 1 0 0,0 0-1 0 0,0 0 0 0 0,-1 0 1 0 0,3 0-1 0 0,-2 0-182 0 0,0 0 0 0 0,0 0 1 0 0,0 1-1 0 0,1-1 0 0 0,-1 1 0 0 0,0-1 1 0 0,0 1-1 0 0,1 0 0 0 0,-1 0 0 0 0,0-1 1 0 0,0 2-1 0 0,1-1 0 0 0,-1 0 1 0 0,0 0-1 0 0,0 1 0 0 0,0-1 0 0 0,1 1 1 0 0,-1 0-1 0 0,2 1 0 0 0,0 0-4 0 0,-1 0 1 0 0,0 0-1 0 0,0 0 1 0 0,0 1-1 0 0,-1-1 1 0 0,1 1-1 0 0,-1 0 1 0 0,1 0-1 0 0,-1 0 1 0 0,3 6-1 0 0,0 0 45 0 0,0 1 1 0 0,-1 0-1 0 0,0 0 0 0 0,-1 0 0 0 0,0 0 0 0 0,-1 1 1 0 0,2 14-1 0 0,-3-7-115 0 0,-1 0 0 0 0,-1 1 0 0 0,0-1 0 0 0,-1 0 0 0 0,-1 0 0 0 0,-10 31 0 0 0,-4 0-166 0 0,-24 48-1 0 0,11-26 697 0 0,29-70-432 0 0,0 0 1 0 0,1 0-1 0 0,-1 0 0 0 0,1 0 0 0 0,-1 0 0 0 0,1 0 1 0 0,0 1-1 0 0,-1-1 0 0 0,1 0 0 0 0,0 0 0 0 0,0 0 1 0 0,0 0-1 0 0,0 0 0 0 0,0 0 0 0 0,0 1 0 0 0,0-1 0 0 0,0 0 1 0 0,0 0-1 0 0,1 0 0 0 0,-1 0 0 0 0,0 0 0 0 0,1 2 1 0 0,0-3-2 0 0,0 1 1 0 0,0-1-1 0 0,0 0 1 0 0,-1 1 0 0 0,1-1-1 0 0,0 0 1 0 0,0 0-1 0 0,0 0 1 0 0,0 1 0 0 0,0-1-1 0 0,0 0 1 0 0,-1 0-1 0 0,1 0 1 0 0,0-1 0 0 0,0 1-1 0 0,0 0 1 0 0,0 0-1 0 0,0 0 1 0 0,0-1 0 0 0,0 1-1 0 0,0-1 1 0 0,11-4 143 0 0,0 0 1 0 0,20-14-1 0 0,-27 16-122 0 0,22-13 24 0 0,100-56 577 0 0,-104 62-2085 0 0,46-15 0 0 0,-49 19-6352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0:19.3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95 10594 0 0,'0'0'819'0'0,"23"-7"1524"0"0,54-29 856 0 0,-60 26-2845 0 0,1 1-1 0 0,1 1 1 0 0,0 1 0 0 0,38-11 0 0 0,-24 18-2178 0 0,-17 4-4290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0:19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87 11522 0 0,'34'-9'4779'0'0,"58"-25"-177"0"0,18-5-5406 0 0,-92 35 213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0:20.7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61 2304 0 0,'-6'-6'9429'0'0,"-6"-12"-8663"0"0,11 14 39 0 0,-1 0 0 0 0,0 1 0 0 0,-1-1 0 0 0,1 1 0 0 0,0 0 0 0 0,-1 0 0 0 0,0 0 1 0 0,0 0-1 0 0,-4-4 0 0 0,9 27 2691 0 0,16 72-3163 0 0,26 121-185 0 0,30 123-192 0 0,-72-328-43 0 0,4 15-112 0 0,14 37 1 0 0,-18-54-110 0 0,1 0 0 0 0,0 0 0 0 0,0 0 1 0 0,1-1-1 0 0,-1 0 0 0 0,1 1 0 0 0,0-1 1 0 0,1 0-1 0 0,-1-1 0 0 0,1 1 0 0 0,6 3 1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0:20.9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 9218 0 0,'-18'33'9992'0'0,"17"-30"-9699"0"0,0 0 1 0 0,0 0-1 0 0,0 0 0 0 0,0 0 1 0 0,0 0-1 0 0,1 0 0 0 0,-1 1 1 0 0,1-1-1 0 0,0 6 0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0:21.7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 1376 0 0,'-3'0'767'0'0,"1"0"-1"0"0,0 0 1 0 0,0 1-1 0 0,0-1 1 0 0,0 1-1 0 0,-1-1 1 0 0,1 1-1 0 0,0 0 1 0 0,0 0 0 0 0,0 0-1 0 0,0 0 1 0 0,0 0-1 0 0,1 0 1 0 0,-4 4-1 0 0,1-2-12 0 0,0 1 0 0 0,1 0 0 0 0,-1 0 0 0 0,1 1-1 0 0,0-1 1 0 0,-2 6 0 0 0,-1 3-45 0 0,0 1-1 0 0,1 0 1 0 0,-6 25 0 0 0,5-7-528 0 0,0 1-1 0 0,3 0 1 0 0,0 0 0 0 0,2 0 0 0 0,2 0-1 0 0,8 57 1 0 0,-6-67-184 0 0,2-1 1 0 0,1 0-1 0 0,0 0 0 0 0,2-1 0 0 0,0 0 1 0 0,2 0-1 0 0,0-1 0 0 0,1 0 0 0 0,1-1 1 0 0,25 31-1 0 0,-31-43 29 0 0,0-1-1 0 0,0 0 1 0 0,1 0 0 0 0,0-1 0 0 0,0 0 0 0 0,1 0-1 0 0,-1-1 1 0 0,1 1 0 0 0,0-2 0 0 0,0 1 0 0 0,1-1-1 0 0,-1 0 1 0 0,1-1 0 0 0,-1 0 0 0 0,1-1 0 0 0,0 1-1 0 0,0-2 1 0 0,-1 1 0 0 0,1-1 0 0 0,0-1 0 0 0,0 1 0 0 0,0-1-1 0 0,-1-1 1 0 0,1 0 0 0 0,0 0 0 0 0,-1-1 0 0 0,0 0-1 0 0,1 0 1 0 0,-1-1 0 0 0,0 0 0 0 0,-1 0 0 0 0,1-1-1 0 0,-1 0 1 0 0,0 0 0 0 0,0-1 0 0 0,10-11 0 0 0,-11 11 32 0 0,0-1 1 0 0,0 0 0 0 0,-1 0 0 0 0,0 0 0 0 0,0-1 0 0 0,-1 1-1 0 0,0-1 1 0 0,0-1 0 0 0,-1 1 0 0 0,3-10 0 0 0,-5 15-43 0 0,-1 0 1 0 0,1 1 0 0 0,-1-1-1 0 0,0 0 1 0 0,0 1 0 0 0,0-1-1 0 0,0 0 1 0 0,0 1 0 0 0,-1-1-1 0 0,1 0 1 0 0,-1 1-1 0 0,0-1 1 0 0,0 1 0 0 0,0-1-1 0 0,-2-3 1 0 0,1 3-7 0 0,0 1 0 0 0,0 0 0 0 0,0 0 0 0 0,0-1 0 0 0,0 1 0 0 0,-1 1 0 0 0,1-1 0 0 0,-1 0 0 0 0,0 1 0 0 0,1-1 0 0 0,-1 1 0 0 0,0 0 0 0 0,0 0 0 0 0,0 0 0 0 0,0 0 0 0 0,-5-1 0 0 0,-2 1-36 0 0,-1-1 1 0 0,1 2 0 0 0,-1-1-1 0 0,1 1 1 0 0,0 1 0 0 0,-1 0-1 0 0,1 1 1 0 0,0-1 0 0 0,0 2-1 0 0,-19 6 1 0 0,10-1-306 0 0,1 1-1 0 0,-1 0 1 0 0,2 2 0 0 0,-27 19-1 0 0,15-8-586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0:27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56 316 5065 0 0,'6'-44'2132'0'0,"2"1"0"0"0,1 1 1 0 0,2-1-1 0 0,18-43 0 0 0,-26 80-1646 0 0,-1 0-1 0 0,1 0 1 0 0,-1 0 0 0 0,2 0 0 0 0,-1 0-1 0 0,1 1 1 0 0,0-1 0 0 0,4-5 0 0 0,-7 12-424 0 0,-1-1 0 0 0,1 0 1 0 0,-1 0-1 0 0,1 0 1 0 0,-1 0-1 0 0,0 1 0 0 0,1-1 1 0 0,-1 0-1 0 0,0 0 0 0 0,1 1 1 0 0,-1-1-1 0 0,0 0 1 0 0,1 1-1 0 0,-1-1 0 0 0,0 0 1 0 0,1 1-1 0 0,-1-1 0 0 0,0 0 1 0 0,0 1-1 0 0,0-1 1 0 0,1 1-1 0 0,-1-1 0 0 0,0 0 1 0 0,0 1-1 0 0,0-1 0 0 0,0 1 1 0 0,0-1-1 0 0,0 1 1 0 0,0-1-1 0 0,0 0 0 0 0,0 1 1 0 0,0-1-1 0 0,0 1 1 0 0,0 0-1 0 0,4 20 293 0 0,-2 32-263 0 0,-1 1 0 0 0,-3-1 1 0 0,-3 0-1 0 0,-11 60 0 0 0,11-84-53 0 0,-82 471-26 0 0,82-468-117 0 0,1 1-486 0 0,-2 1 1 0 0,-1-1 0 0 0,-19 51-1 0 0,23-77-1668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0:27.6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1 179 4609 0 0,'5'-27'152'0'0,"-3"17"-110"0"0,0 0 0 0 0,0 0 1 0 0,1 1-1 0 0,0-1 0 0 0,1 0 1 0 0,7-14-1 0 0,-4 15 1035 0 0,-1 0-1 0 0,2 0 1 0 0,-1 1-1 0 0,16-14 1 0 0,-21 20-900 0 0,-1 1 1 0 0,0 0-1 0 0,1 0 0 0 0,-1 0 1 0 0,1 0-1 0 0,-1 1 1 0 0,1-1-1 0 0,-1 0 1 0 0,1 1-1 0 0,0-1 0 0 0,-1 1 1 0 0,1-1-1 0 0,0 1 1 0 0,-1 0-1 0 0,1 0 1 0 0,0 0-1 0 0,-1 0 0 0 0,1 0 1 0 0,0 0-1 0 0,-1 0 1 0 0,1 0-1 0 0,0 1 1 0 0,-1-1-1 0 0,1 1 1 0 0,0-1-1 0 0,-1 1 0 0 0,1-1 1 0 0,-1 1-1 0 0,1 0 1 0 0,-1 0-1 0 0,1 0 1 0 0,-1 0-1 0 0,0 0 0 0 0,1 0 1 0 0,-1 0-1 0 0,0 1 1 0 0,0-1-1 0 0,0 0 1 0 0,2 3-1 0 0,76 117 4210 0 0,-5-7-3418 0 0,-70-109-940 0 0,139 201 731 0 0,-122-171-777 0 0,-2 1 0 0 0,-1 1 0 0 0,-1 1 0 0 0,12 43 0 0 0,-22-55-474 0 0,-4-2-138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0:27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98 8290 0 0,'-5'5'11610'0'0,"21"-18"-10907"0"0,59-41 1847 0 0,-64 47-4776 0 0,0 1 0 0 0,24-8 1 0 0,-8 5-4841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0:28.2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96 4145 0 0,'0'-1'376'0'0,"-1"-1"-1"0"0,0 1 1 0 0,1-1 0 0 0,-1 1 0 0 0,1-1-1 0 0,0 0 1 0 0,0 1 0 0 0,-1-1 0 0 0,1 1-1 0 0,0-1 1 0 0,0 1 0 0 0,0-1-1 0 0,1 0 1 0 0,-1 1 0 0 0,0-1 0 0 0,1 1-1 0 0,-1-1 1 0 0,1-1 0 0 0,12-28 4249 0 0,-12 29-4414 0 0,0 0 1 0 0,1-1 0 0 0,-1 1-1 0 0,1 0 1 0 0,0 0-1 0 0,-1 0 1 0 0,1 0-1 0 0,0 0 1 0 0,0 1 0 0 0,1-1-1 0 0,-1 0 1 0 0,0 1-1 0 0,0 0 1 0 0,1-1 0 0 0,-1 1-1 0 0,1 0 1 0 0,-1 0-1 0 0,1 0 1 0 0,-1 1 0 0 0,1-1-1 0 0,0 1 1 0 0,-1-1-1 0 0,1 1 1 0 0,0 0 0 0 0,-1 0-1 0 0,6 1 1 0 0,-5 0-197 0 0,0 0-1 0 0,0 0 1 0 0,0 1 0 0 0,0 0 0 0 0,0-1 0 0 0,-1 1-1 0 0,1 0 1 0 0,0 0 0 0 0,-1 0 0 0 0,0 1 0 0 0,1-1-1 0 0,-1 1 1 0 0,0-1 0 0 0,0 1 0 0 0,0 0 0 0 0,-1-1-1 0 0,1 1 1 0 0,-1 0 0 0 0,1 0 0 0 0,-1 0 0 0 0,1 5-1 0 0,5 21-148 0 0,-1 0-1 0 0,-2 1 0 0 0,-1-1 1 0 0,-1 1-1 0 0,-4 56 0 0 0,1-38 424 0 0,4 50 0 0 0,-3-97-264 0 0,0 0 0 0 0,0 0 0 0 0,0 0-1 0 0,1 0 1 0 0,-1 1 0 0 0,0-1 0 0 0,0 0 0 0 0,0 0 0 0 0,1 0 0 0 0,-1 0 0 0 0,1 0 0 0 0,-1 0 0 0 0,1 0 0 0 0,-1 0 0 0 0,1 0 0 0 0,0 0 0 0 0,-1 0 0 0 0,1 0 0 0 0,0-1 0 0 0,0 1 0 0 0,-1 0 0 0 0,3 1 0 0 0,-2-2-17 0 0,0 0 0 0 0,0 0 0 0 0,0 0 0 0 0,0 0 1 0 0,0 0-1 0 0,0 0 0 0 0,0 0 0 0 0,0-1 0 0 0,0 1 0 0 0,0 0 1 0 0,0 0-1 0 0,-1-1 0 0 0,1 1 0 0 0,0-1 0 0 0,0 1 0 0 0,0 0 1 0 0,0-1-1 0 0,0 0 0 0 0,1 0 0 0 0,6-7-80 0 0,0 0 0 0 0,0 0 0 0 0,10-14 0 0 0,-11 14-17 0 0,9-10-1525 0 0,28-25 0 0 0,-21 24-5264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0:28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1 156 9218 0 0,'0'0'707'0'0,"16"-13"3650"0"0,-12 9-3792 0 0,0 1 1 0 0,0 0 0 0 0,1 0-1 0 0,-1 0 1 0 0,1 0 0 0 0,0 1-1 0 0,0 0 1 0 0,9-4-1 0 0,-12 6-462 0 0,0 0-1 0 0,1 0 0 0 0,-1 0 1 0 0,0 0-1 0 0,0 1 0 0 0,0-1 1 0 0,0 1-1 0 0,0-1 0 0 0,-1 1 1 0 0,1-1-1 0 0,0 1 0 0 0,0 0 1 0 0,0 0-1 0 0,0 0 0 0 0,-1 0 1 0 0,1 1-1 0 0,-1-1 0 0 0,1 0 1 0 0,0 0-1 0 0,-1 1 0 0 0,0-1 1 0 0,1 1-1 0 0,-1 0 0 0 0,0-1 1 0 0,0 1-1 0 0,1 2 0 0 0,2 4-50 0 0,0-1-1 0 0,-1 0 0 0 0,0 1 0 0 0,-1-1 1 0 0,1 1-1 0 0,-1 0 0 0 0,-1 0 0 0 0,2 11 1 0 0,4 19-362 0 0,13-97-5189 0 0,-16 46 6068 0 0,1 1 0 0 0,11-23 0 0 0,-14 33-425 0 0,-1-1-1 0 0,0 1 1 0 0,1 0-1 0 0,-1-1 1 0 0,1 1-1 0 0,0 0 0 0 0,0 0 1 0 0,0 0-1 0 0,0 0 1 0 0,0 1-1 0 0,0-1 1 0 0,0 0-1 0 0,0 1 1 0 0,1-1-1 0 0,-1 1 1 0 0,1 0-1 0 0,-1 0 0 0 0,1 0 1 0 0,-1 0-1 0 0,1 0 1 0 0,3 0-1 0 0,-3 2-107 0 0,0 0 0 0 0,0-1-1 0 0,-1 1 1 0 0,1 0-1 0 0,0 1 1 0 0,-1-1 0 0 0,1 0-1 0 0,-1 1 1 0 0,0 0-1 0 0,1-1 1 0 0,-1 1 0 0 0,0 0-1 0 0,0 0 1 0 0,0 0-1 0 0,0 0 1 0 0,0 1 0 0 0,1 2-1 0 0,27 43-26 0 0,-30-47-37 0 0,3 3-120 0 0,-1 0-1 0 0,0 1 0 0 0,0-1 0 0 0,0 1 0 0 0,0 0 0 0 0,-1-1 0 0 0,0 1 0 0 0,0 0 1 0 0,0 0-1 0 0,0 0 0 0 0,-1 6 0 0 0,4-36-2700 0 0,5 0 2743 0 0,2 0-1 0 0,23-40 1 0 0,-28 55 127 0 0,1-1 1 0 0,0 1-1 0 0,1 1 0 0 0,0-1 1 0 0,0 1-1 0 0,1 1 1 0 0,0 0-1 0 0,13-9 1 0 0,-20 15 67 0 0,0 1 0 0 0,0-1 0 0 0,0 1 0 0 0,1 0 0 0 0,-1 0 0 0 0,0 0 0 0 0,1 0 0 0 0,-1 0 0 0 0,0 1 0 0 0,1-1 0 0 0,-1 1 0 0 0,1-1 0 0 0,0 1 0 0 0,-1 0 0 0 0,1 0 0 0 0,-1 0 0 0 0,1 1 0 0 0,-1-1 0 0 0,1 0 0 0 0,-1 1 0 0 0,1 0 0 0 0,-1-1 0 0 0,0 1 0 0 0,1 0 0 0 0,-1 0 0 0 0,0 0 0 0 0,0 1 0 0 0,1-1 0 0 0,-1 0 0 0 0,0 1 0 0 0,0 0 0 0 0,-1-1 0 0 0,1 1 0 0 0,0 0 0 0 0,0 0 0 0 0,-1 0 0 0 0,1 0 0 0 0,1 4 0 0 0,4 7 83 0 0,0 1 0 0 0,0 0 0 0 0,-2 0 0 0 0,0 0 0 0 0,4 16 0 0 0,-8-24-565 0 0,2 4-393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0:29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91 4145 0 0,'9'-19'3950'0'0,"-9"18"-3582"0"0,1 0 1 0 0,0 0-1 0 0,-1-1 0 0 0,1 1 1 0 0,0 0-1 0 0,0 0 0 0 0,0 0 0 0 0,0 0 1 0 0,0 0-1 0 0,0 0 0 0 0,0 0 1 0 0,1 1-1 0 0,-1-1 0 0 0,0 0 0 0 0,0 1 1 0 0,1-1-1 0 0,-1 1 0 0 0,0-1 1 0 0,1 1-1 0 0,-1-1 0 0 0,0 1 0 0 0,1 0 1 0 0,-1 0-1 0 0,1 0 0 0 0,-1 0 1 0 0,2 0-1 0 0,0 1-102 0 0,-1 0-1 0 0,0 0 1 0 0,0 0-1 0 0,0 0 1 0 0,0 0-1 0 0,0 1 1 0 0,0-1-1 0 0,-1 1 1 0 0,1 0 0 0 0,0-1-1 0 0,-1 1 1 0 0,1 0-1 0 0,-1 0 1 0 0,2 2-1 0 0,4 9-121 0 0,0 0 0 0 0,-1 1-1 0 0,8 25 1 0 0,-8-17-220 0 0,-6-17-21 0 0,1 0 0 0 0,0-1 0 0 0,0 1 1 0 0,1-1-1 0 0,0 1 0 0 0,-1-1 0 0 0,1 1 0 0 0,1-1 0 0 0,-1 0 0 0 0,3 4 0 0 0,-3-13-183 0 0,0 1-1 0 0,0-1 1 0 0,-1 0-1 0 0,0 0 1 0 0,1-8-1 0 0,0 1 313 0 0,0-1 0 0 0,0 1 0 0 0,1 0-1 0 0,1-1 1 0 0,0 1 0 0 0,1 1 0 0 0,0-1 0 0 0,9-13 0 0 0,-10 19 92 0 0,0 0 1 0 0,0 1 0 0 0,1-1 0 0 0,0 1-1 0 0,0 0 1 0 0,0 1 0 0 0,1-1 0 0 0,0 1-1 0 0,-1 0 1 0 0,1 0 0 0 0,1 1 0 0 0,-1 0-1 0 0,0 0 1 0 0,1 0 0 0 0,0 1 0 0 0,9-2-1 0 0,-15 4-99 0 0,1 0 0 0 0,-1 0 0 0 0,1 0-1 0 0,-1 0 1 0 0,1 1 0 0 0,-1-1-1 0 0,0 0 1 0 0,1 1 0 0 0,-1-1-1 0 0,0 1 1 0 0,1 0 0 0 0,-1-1-1 0 0,0 1 1 0 0,0 0 0 0 0,1 0 0 0 0,-1 0-1 0 0,0 0 1 0 0,0 0 0 0 0,0 0-1 0 0,0 0 1 0 0,0 0 0 0 0,0 0-1 0 0,-1 1 1 0 0,1-1 0 0 0,0 0 0 0 0,-1 0-1 0 0,1 1 1 0 0,-1-1 0 0 0,1 1-1 0 0,0 0 1 0 0,15 53 102 0 0,-12-42-34 0 0,0 5-22 0 0,-2-10-115 0 0,0 0 0 0 0,0 0-1 0 0,1-1 1 0 0,0 1 0 0 0,6 11-1 0 0,-8-19-170 0 0,-1 0 0 0 0,1-1 0 0 0,-1 1 0 0 0,1 0 0 0 0,-1-1 0 0 0,5-4-2150 0 0,-5 4 2150 0 0,0 1 0 0 0,0-1 0 0 0,0 1 0 0 0,1-1 0 0 0,-1 0 0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0:30.6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78 3681 0 0,'0'-1'248'0'0,"-1"0"0"0"0,0 0 1 0 0,1 0-1 0 0,-1 0 0 0 0,0-1 1 0 0,1 1-1 0 0,-1 0 0 0 0,1 0 1 0 0,0 0-1 0 0,-1-1 0 0 0,1 1 1 0 0,0 0-1 0 0,0-1 0 0 0,0 1 1 0 0,0 0-1 0 0,0 0 0 0 0,0-1 1 0 0,0 1-1 0 0,0 0 0 0 0,1 0 1 0 0,-1-1-1 0 0,0 1 0 0 0,1 0 1 0 0,-1 0-1 0 0,1-1 0 0 0,-1 1 1 0 0,1 0-1 0 0,0 0 0 0 0,-1 0 1 0 0,1 0-1 0 0,0 0 0 0 0,0 0 1 0 0,1-1-1 0 0,1-2 386 0 0,0 0 1 0 0,1 1-1 0 0,0-1 0 0 0,-1 1 0 0 0,1 0 0 0 0,9-5 1 0 0,-10 7-430 0 0,0-1 0 0 0,0 1 0 0 0,0 0 1 0 0,0 1-1 0 0,0-1 0 0 0,0 0 0 0 0,0 1 0 0 0,1 0 1 0 0,-1-1-1 0 0,0 1 0 0 0,0 1 0 0 0,1-1 1 0 0,-1 0-1 0 0,0 1 0 0 0,0 0 0 0 0,0-1 1 0 0,0 1-1 0 0,0 0 0 0 0,0 1 0 0 0,0-1 1 0 0,0 1-1 0 0,0-1 0 0 0,0 1 0 0 0,-1 0 1 0 0,1 0-1 0 0,-1 0 0 0 0,1 0 0 0 0,-1 0 1 0 0,3 4-1 0 0,7 8-189 0 0,-2-1 1 0 0,0 2-1 0 0,0-1 1 0 0,8 20 0 0 0,-15-28 93 0 0,3 4-396 0 0,-1 0 0 0 0,0 0 0 0 0,-1 1 1 0 0,0-1-1 0 0,0 1 0 0 0,-1 0 0 0 0,-1 0 0 0 0,0 0 0 0 0,1 20 0 0 0,-3-20-1157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0:31.0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42 113 6913 0 0,'-14'6'-442'0'0,"-14"8"12500"0"0,46-23-9398 0 0,61-35-1033 0 0,-47 25-2328 0 0,1 2 1 0 0,48-19-1 0 0,-60 29-697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0:31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 11979 0 0,'0'0'88'0'0,"-1"0"1"0"0,1 0-1 0 0,0 1 1 0 0,0-1-1 0 0,0 0 1 0 0,0 0-1 0 0,0 1 1 0 0,0-1-1 0 0,0 0 1 0 0,0 0-1 0 0,1 1 1 0 0,-1-1-1 0 0,0 0 1 0 0,0 0-1 0 0,0 1 1 0 0,2 1 885 0 0,-2-2-886 0 0,0 0 1 0 0,0 0-1 0 0,1 1 1 0 0,-1-1-1 0 0,0 0 1 0 0,0 0-1 0 0,1 0 1 0 0,-1 0-1 0 0,0 0 1 0 0,1 0-1 0 0,17 5 1636 0 0,16-2 109 0 0,-15-4-1170 0 0,-1-2 0 0 0,28-6 0 0 0,8-6-2300 0 0,-47 13 1178 0 0,18-5-6322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0:32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1 134 10138 0 0,'11'-1'3914'0'0,"17"-3"-2315"0"0,23-10 1201 0 0,79-34 0 0 0,-45 14-2513 0 0,-22 9-1309 0 0,-45 17 78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0:33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77 2304 0 0,'2'-6'394'0'0,"-1"-1"0"0"0,0 1 0 0 0,0 0 0 0 0,-1-1 0 0 0,-6-37 17801 0 0,11 68-18415 0 0,-4-20 692 0 0,13 82-205 0 0,-4 0 0 0 0,-1 105 1 0 0,-4-58-114 0 0,-2-72-285 0 0,2-1 0 0 0,3 1 0 0 0,3-2 0 0 0,2 1-1 0 0,32 87 1 0 0,-31-113-1744 0 0,-2-4-5721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0:34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87 8290 0 0,'-1'-4'288'0'0,"-7"-37"1811"0"0,7 39-2025 0 0,0 0-1 0 0,1 0 1 0 0,-1 0 0 0 0,0 0 0 0 0,0 0 0 0 0,0 0 0 0 0,0 0 0 0 0,0 0-1 0 0,-1 0 1 0 0,1 0 0 0 0,-1 1 0 0 0,1-1 0 0 0,-1 1 0 0 0,1-1 0 0 0,-3-1 0 0 0,3 3 79 0 0,0 0 1 0 0,0 0-1 0 0,0 0 1 0 0,0 0-1 0 0,0 1 1 0 0,0-1-1 0 0,0 0 1 0 0,0 0-1 0 0,0 1 1 0 0,0-1-1 0 0,0 1 1 0 0,1-1-1 0 0,-1 1 1 0 0,0-1-1 0 0,0 1 1 0 0,0-1-1 0 0,1 1 1 0 0,-1 0-1 0 0,0-1 1 0 0,1 1-1 0 0,-1 0 1 0 0,0 0-1 0 0,1-1 1 0 0,-1 1-1 0 0,1 0 1 0 0,-1 0-1 0 0,1 0 1 0 0,-1 2-1 0 0,-13 27 2850 0 0,11-18-2901 0 0,1-1-1 0 0,1 0 0 0 0,0 1 0 0 0,0-1 1 0 0,2 1-1 0 0,-1-1 0 0 0,1 1 0 0 0,3 11 1 0 0,-1 3-27 0 0,-1-3-105 0 0,2 0 0 0 0,0 0 0 0 0,2 0 0 0 0,13 36 0 0 0,-16-52 20 0 0,0 0 1 0 0,0 0 0 0 0,1 0 0 0 0,0 0-1 0 0,0 0 1 0 0,0-1 0 0 0,1 0 0 0 0,0 0-1 0 0,0 0 1 0 0,1-1 0 0 0,0 1 0 0 0,0-1-1 0 0,0-1 1 0 0,0 1 0 0 0,1-1-1 0 0,-1 0 1 0 0,14 5 0 0 0,-16-8 26 0 0,1 0-1 0 0,0 0 1 0 0,0 0-1 0 0,-1-1 1 0 0,1 0-1 0 0,0 0 1 0 0,0 0-1 0 0,0-1 1 0 0,0 0 0 0 0,-1 1-1 0 0,1-2 1 0 0,0 1-1 0 0,-1 0 1 0 0,1-1-1 0 0,-1 0 1 0 0,1 0 0 0 0,-1-1-1 0 0,0 1 1 0 0,0-1-1 0 0,0 0 1 0 0,0 0-1 0 0,0 0 1 0 0,-1 0 0 0 0,1-1-1 0 0,-1 1 1 0 0,5-8-1 0 0,-1 1 78 0 0,0 0-1 0 0,0 0 1 0 0,-1 0-1 0 0,0-1 0 0 0,-1 0 1 0 0,0-1-1 0 0,-1 1 1 0 0,0-1-1 0 0,3-18 1 0 0,-6 17-53 0 0,0-1 0 0 0,-1 1 1 0 0,0 0-1 0 0,-1 0 0 0 0,-1 0 1 0 0,0 0-1 0 0,-1 0 0 0 0,0 0 1 0 0,-1 1-1 0 0,0-1 0 0 0,-12-22 1 0 0,11 26-214 0 0,0 1 1 0 0,0-1-1 0 0,-1 1 1 0 0,0 1-1 0 0,-1-1 1 0 0,0 1-1 0 0,-9-8 1 0 0,10 10-356 0 0,1 1 0 0 0,-1 1 1 0 0,0-1-1 0 0,0 1 0 0 0,0 0 1 0 0,0 1-1 0 0,-1-1 0 0 0,1 1 0 0 0,-1 0 1 0 0,1 1-1 0 0,-9-2 0 0 0,-5 3-5575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0:34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42 3225 0 0,'-7'-18'519'0'0,"6"16"80"0"0,0 1-1 0 0,0-1 1 0 0,-1 0 0 0 0,1 1-1 0 0,0-1 1 0 0,-1 1 0 0 0,0-1 0 0 0,1 1-1 0 0,-1 0 1 0 0,0 0 0 0 0,1 0-1 0 0,-1 0 1 0 0,0 0 0 0 0,0 0 0 0 0,0 0-1 0 0,0 0 1 0 0,0 1 0 0 0,0-1-1 0 0,0 1 1 0 0,0 0 0 0 0,-4-1-1 0 0,-18 6 940 0 0,17-1-1415 0 0,0 0 0 0 0,1 1 0 0 0,-1-1 0 0 0,1 1 0 0 0,0 0 0 0 0,0 1 0 0 0,1 0 0 0 0,0 0 0 0 0,0 0 0 0 0,0 0 0 0 0,-7 14 0 0 0,-4 9 430 0 0,-17 44 0 0 0,31-70-552 0 0,1-1-1 0 0,-21 57 0 0 0,20-54 0 0 0,1 0 0 0 0,0 1 0 0 0,-1-1 0 0 0,2 1 0 0 0,-1-1 0 0 0,1 1 0 0 0,0-1 0 0 0,1 11 0 0 0,-1-15 0 0 0,0-1-1 0 0,0 0 1 0 0,0 1-1 0 0,0-1 1 0 0,0 1-1 0 0,0-1 1 0 0,0 1-1 0 0,0-1 0 0 0,0 0 1 0 0,1 1-1 0 0,-1-1 1 0 0,0 1-1 0 0,0-1 1 0 0,1 0-1 0 0,-1 1 0 0 0,0-1 1 0 0,0 0-1 0 0,1 1 1 0 0,-1-1-1 0 0,0 0 1 0 0,1 0-1 0 0,-1 1 0 0 0,0-1 1 0 0,1 0-1 0 0,-1 0 1 0 0,1 0-1 0 0,-1 1 1 0 0,0-1-1 0 0,1 0 0 0 0,-1 0 1 0 0,1 0-1 0 0,0 0 1 0 0,14-7-43 0 0,12-22-30 0 0,-25 26 71 0 0,-1 2 3 0 0,10-13 140 0 0,0 0 1 0 0,2 1-1 0 0,-1 1 1 0 0,28-21 0 0 0,-37 31-122 0 0,0 0 1 0 0,-1 0 0 0 0,1 1 0 0 0,0-1-1 0 0,0 1 1 0 0,0 0 0 0 0,0-1 0 0 0,0 1-1 0 0,0 1 1 0 0,0-1 0 0 0,0 0 0 0 0,0 1-1 0 0,0-1 1 0 0,0 1 0 0 0,1 0 0 0 0,-1 0-1 0 0,0 0 1 0 0,0 1 0 0 0,0-1 0 0 0,0 1-1 0 0,0 0 1 0 0,0 0 0 0 0,0 0 0 0 0,0 0-1 0 0,0 0 1 0 0,0 1 0 0 0,0-1-1 0 0,0 1 1 0 0,-1 0 0 0 0,1 0 0 0 0,-1 0-1 0 0,1 0 1 0 0,-1 0 0 0 0,0 0 0 0 0,4 5-1 0 0,0 3 13 0 0,1 0-1 0 0,-1 0 1 0 0,-1 0-1 0 0,1 1 0 0 0,-2 0 1 0 0,0 0-1 0 0,0 1 1 0 0,-1-1-1 0 0,0 1 1 0 0,1 21-1 0 0,-1 1-38 0 0,-1 1-1 0 0,-5 49 1 0 0,-1-49 1 0 0,-1 0 1 0 0,-18 64-1 0 0,17-79-14 0 0,-1 0 1 0 0,0-1-1 0 0,-2 0 1 0 0,0 0-1 0 0,-1-1 0 0 0,-16 21 1 0 0,25-38-77 0 0,0 1-27 0 0,0-1-1 0 0,0 1 1 0 0,0-1-1 0 0,0 1 1 0 0,0-1 0 0 0,0 0-1 0 0,-1 1 1 0 0,1-1-1 0 0,0 0 1 0 0,-1 0 0 0 0,1 0-1 0 0,-1 0 1 0 0,1 0-1 0 0,-1-1 1 0 0,1 1 0 0 0,-1 0-1 0 0,0-1 1 0 0,-2 2-1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0:34.7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12899 0 0,'6'11'1749'0'0,"-2"0"-1"0"0,0 0 1 0 0,4 18 0 0 0,1 35 1640 0 0,-9-22-3311 0 0,-6 47 0 0 0,0 14-1676 0 0,6-89 401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0:35.0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3 3225 0 0,'1'-1'113'0'0,"-1"1"0"0"0,0 0 1 0 0,0 0-1 0 0,1 0 0 0 0,-1-1 1 0 0,0 1-1 0 0,1 0 0 0 0,-1 0 0 0 0,0 0 1 0 0,1 0-1 0 0,-1 0 0 0 0,0 0 1 0 0,1 0-1 0 0,-1 0 0 0 0,1 0 1 0 0,-1 0-1 0 0,0 0 0 0 0,1 0 1 0 0,-1 0-1 0 0,0 0 0 0 0,1 0 1 0 0,-1 0-1 0 0,0 0 0 0 0,1 0 0 0 0,-1 0 1 0 0,0 0-1 0 0,1 0 0 0 0,-1 1 1 0 0,0-1-1 0 0,1 0 0 0 0,-1 0 1 0 0,0 0-1 0 0,1 1 0 0 0,1 13 2208 0 0,-9 18-225 0 0,6-30-1862 0 0,-6 23 878 0 0,2 0 0 0 0,0 0 0 0 0,1 0 0 0 0,0 44 1 0 0,4-61-989 0 0,1 0 1 0 0,-1 0 0 0 0,1 0-1 0 0,1 0 1 0 0,-1 0 0 0 0,1 0-1 0 0,1 0 1 0 0,-1 0 0 0 0,1 0-1 0 0,1-1 1 0 0,0 0 0 0 0,0 1-1 0 0,0-1 1 0 0,1-1 0 0 0,0 1-1 0 0,0-1 1 0 0,0 0 0 0 0,11 9 0 0 0,-13-12-110 0 0,0-1 0 0 0,0-1 0 0 0,0 1 0 0 0,0 0 0 0 0,0-1 0 0 0,0 1 0 0 0,0-1 0 0 0,0 0 0 0 0,1 0 0 0 0,-1 0 0 0 0,0-1 0 0 0,1 1 0 0 0,-1-1 0 0 0,1 1 0 0 0,-1-1 0 0 0,1-1 0 0 0,5 0 0 0 0,-3 0 32 0 0,-1 0-1 0 0,1-1 1 0 0,-1 0-1 0 0,0 0 1 0 0,1-1 0 0 0,-1 0-1 0 0,0 0 1 0 0,0 0-1 0 0,8-7 1 0 0,-4 2 55 0 0,0-1-1 0 0,-1 0 1 0 0,0 0 0 0 0,-1 0 0 0 0,0-1 0 0 0,0 0 0 0 0,-1-1 0 0 0,0 1 0 0 0,6-19 0 0 0,-9 20-69 0 0,0-1 1 0 0,-1 1-1 0 0,-1-1 1 0 0,0 0-1 0 0,0 0 1 0 0,0 0-1 0 0,-1 0 1 0 0,-1 0-1 0 0,0 0 1 0 0,0 0-1 0 0,-1 1 1 0 0,-5-16-1 0 0,5 17-361 0 0,-1 1 0 0 0,-1 0-1 0 0,1 0 1 0 0,-1 0 0 0 0,0 1 0 0 0,0-1-1 0 0,-1 1 1 0 0,0 0 0 0 0,0 0 0 0 0,-9-7-1 0 0,-5-2-6354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0:35.4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51 6449 0 0,'-6'-15'1382'0'0,"6"-9"5764"0"0,0 12-3554 0 0,-9 34 72 0 0,2-8-3370 0 0,-27 78-89 0 0,4 0-1 0 0,4 2 0 0 0,-15 101 0 0 0,36-159-207 0 0,2 0 0 0 0,1 0 0 0 0,1 0 0 0 0,2 1 0 0 0,2-1 0 0 0,2 0 0 0 0,0 0 1 0 0,3-1-1 0 0,1 0 0 0 0,1 0 0 0 0,23 50 0 0 0,-22-63 6 0 0,1 0 1 0 0,1 0-1 0 0,1-1 1 0 0,0-1-1 0 0,2 0 0 0 0,0-1 1 0 0,35 31-1 0 0,-41-42-22 0 0,-1 0 0 0 0,1-1 0 0 0,1-1 0 0 0,-1 0 0 0 0,1 0-1 0 0,0-1 1 0 0,1 0 0 0 0,-1-1 0 0 0,1 0 0 0 0,0-1 0 0 0,0-1 0 0 0,0 0 0 0 0,0 0 0 0 0,0-1-1 0 0,0 0 1 0 0,0-1 0 0 0,1-1 0 0 0,12-2 0 0 0,-6 0-266 0 0,1-2 1 0 0,21-7-1 0 0,-1-4-525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0:35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0 111 11979 0 0,'3'2'589'0'0,"1"-1"0"0"0,-1 1 0 0 0,0-1 1 0 0,0 0-1 0 0,1 0 0 0 0,-1 0 1 0 0,0-1-1 0 0,6 1 0 0 0,18 3 391 0 0,1-1 0 0 0,0-2 0 0 0,0-1 0 0 0,0-1-1 0 0,53-9 1 0 0,138-43-676 0 0,-129 29-333 0 0,14-7-1309 0 0,-77 21 276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0:36.0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11522 0 0,'0'4'658'0'0,"0"0"-1"0"0,1 0 0 0 0,0 0 0 0 0,0-1 0 0 0,0 1 0 0 0,0 0 0 0 0,0-1 0 0 0,1 1 0 0 0,-1 0 0 0 0,1-1 0 0 0,2 4 0 0 0,5 12 419 0 0,-2 2-529 0 0,-1 0 0 0 0,-1 0 0 0 0,-2 0 0 0 0,0 1 0 0 0,-1-1 0 0 0,-1 42 0 0 0,-6 0-376 0 0,-15 65 0 0 0,16-101-237 0 0,-4 23-1107 0 0,6-17-4945 0 0,3-7-1321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0:36.6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31 6449 0 0,'1'-3'564'0'0,"1"1"0"0"0,0 0 0 0 0,0 0 0 0 0,0 0 0 0 0,0 0-1 0 0,0 0 1 0 0,1 0 0 0 0,-1 1 0 0 0,1-1 0 0 0,-1 1-1 0 0,1 0 1 0 0,-1-1 0 0 0,1 1 0 0 0,0 0 0 0 0,-1 1 0 0 0,1-1-1 0 0,0 0 1 0 0,4 0 0 0 0,-5 1-468 0 0,0 0-1 0 0,0-1 0 0 0,-1 1 1 0 0,1 0-1 0 0,0 0 1 0 0,0 0-1 0 0,0 0 1 0 0,0 0-1 0 0,0 1 1 0 0,-1-1-1 0 0,1 0 0 0 0,0 1 1 0 0,0 0-1 0 0,-1-1 1 0 0,1 1-1 0 0,0 0 1 0 0,-1 0-1 0 0,1 0 1 0 0,-1 0-1 0 0,1 0 1 0 0,-1 0-1 0 0,1 0 0 0 0,-1 1 1 0 0,0-1-1 0 0,1 0 1 0 0,-1 1-1 0 0,0-1 1 0 0,0 1-1 0 0,1 3 1 0 0,1 8-103 0 0,0 0 1 0 0,-2 1 0 0 0,1-1 0 0 0,-2 1 0 0 0,0-1 0 0 0,0 1 0 0 0,-2-1-1 0 0,-5 27 1 0 0,-1 39 210 0 0,8-73-95 0 0,0-1 0 0 0,0 0 1 0 0,1 1-1 0 0,0-1 0 0 0,0 0 1 0 0,0 1-1 0 0,0-1 0 0 0,1 0 1 0 0,0 0-1 0 0,3 5 0 0 0,-4-9-101 0 0,0 1-1 0 0,0-1 1 0 0,0 0-1 0 0,0 1 1 0 0,0-1-1 0 0,1 0 1 0 0,-1 0-1 0 0,0 0 1 0 0,1 0-1 0 0,-1 0 1 0 0,1 0-1 0 0,-1-1 1 0 0,1 1-1 0 0,0 0 0 0 0,-1-1 1 0 0,1 1-1 0 0,0-1 1 0 0,-1 0-1 0 0,1 1 1 0 0,0-1-1 0 0,-1 0 1 0 0,1 0-1 0 0,0 0 1 0 0,0 0-1 0 0,-1 0 1 0 0,1-1-1 0 0,0 1 1 0 0,-1 0-1 0 0,1-1 1 0 0,0 0-1 0 0,-1 1 1 0 0,1-1-1 0 0,-1 0 1 0 0,3-1-1 0 0,8-4-669 0 0,-1 0 0 0 0,0-1 1 0 0,-1-1-1 0 0,11-8 0 0 0,-1-1-6025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0:37.2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48 5985 0 0,'0'0'93'0'0,"-1"1"0"0"0,1-1-1 0 0,-1 1 1 0 0,1-1 0 0 0,-1 1-1 0 0,1-1 1 0 0,-1 1 0 0 0,1 0-1 0 0,0-1 1 0 0,-1 1-1 0 0,1 0 1 0 0,0-1 0 0 0,0 1-1 0 0,0 0 1 0 0,-1-1 0 0 0,1 1-1 0 0,0 0 1 0 0,0-1 0 0 0,0 1-1 0 0,0 0 1 0 0,0-1 0 0 0,0 1-1 0 0,0 0 1 0 0,0-1 0 0 0,1 1-1 0 0,-1 1 1 0 0,15 10 5403 0 0,-5-6-4669 0 0,-2-2-253 0 0,-1 1 1 0 0,0 1 0 0 0,-1-1-1 0 0,0 1 1 0 0,0 0-1 0 0,0 1 1 0 0,6 8-1 0 0,-9-11-464 0 0,-1 0 0 0 0,0 0-1 0 0,0 1 1 0 0,0-1 0 0 0,0 1-1 0 0,-1-1 1 0 0,0 1 0 0 0,0 0-1 0 0,0-1 1 0 0,0 1 0 0 0,-1 0-1 0 0,0 0 1 0 0,0 0 0 0 0,-1 7-1 0 0,-2 33 121 0 0,24-71-2980 0 0,25-58-1757 0 0,-37 65 4113 0 0,1 0-1 0 0,0 1 1 0 0,1 0-1 0 0,1 1 1 0 0,18-20-1 0 0,-29 35 516 0 0,1 1-1 0 0,-1-1 0 0 0,1 0 1 0 0,-1 1-1 0 0,1 0 1 0 0,0-1-1 0 0,0 1 1 0 0,0 0-1 0 0,-1 0 1 0 0,1 0-1 0 0,0 0 0 0 0,1 0 1 0 0,-1 0-1 0 0,0 1 1 0 0,0-1-1 0 0,0 1 1 0 0,0-1-1 0 0,0 1 1 0 0,1 0-1 0 0,-1 0 0 0 0,0 0 1 0 0,0 0-1 0 0,0 0 1 0 0,1 0-1 0 0,-1 1 1 0 0,0-1-1 0 0,4 2 1 0 0,-3 0 144 0 0,0 0 1 0 0,0 0 0 0 0,-1 1 0 0 0,1-1 0 0 0,-1 0 0 0 0,0 1 0 0 0,1-1-1 0 0,-1 1 1 0 0,0 0 0 0 0,0 0 0 0 0,-1 0 0 0 0,1 0 0 0 0,-1 0 0 0 0,1 0-1 0 0,-1 0 1 0 0,0 0 0 0 0,1 6 0 0 0,6 42 1184 0 0,3 12-1081 0 0,-10-58-399 0 0,0 0 1 0 0,1 0-1 0 0,0-1 0 0 0,0 1 0 0 0,0-1 0 0 0,0 0 0 0 0,1 1 0 0 0,0-1 0 0 0,6 7 0 0 0,-9-11 9 0 0,0 1 0 0 0,0-1-1 0 0,1 0 1 0 0,-1 0 0 0 0,0 0 0 0 0,0 0-1 0 0,0 1 1 0 0,1-1 0 0 0,-1 0 0 0 0,0 0 0 0 0,0 0-1 0 0,0 0 1 0 0,1 0 0 0 0,-1 0 0 0 0,0 0-1 0 0,0 1 1 0 0,1-1 0 0 0,-1 0 0 0 0,0 0-1 0 0,0 0 1 0 0,1 0 0 0 0,-1 0 0 0 0,0 0-1 0 0,0 0 1 0 0,1 0 0 0 0,-1 0 0 0 0,0 0-1 0 0,0-1 1 0 0,1 1 0 0 0,-1 0 0 0 0,0 0-1 0 0,0 0 1 0 0,0 0 0 0 0,1 0 0 0 0,-1 0-1 0 0,0 0 1 0 0,0-1 0 0 0,1 1 0 0 0,6-13-291 0 0,2-24 432 0 0,-8 29-80 0 0,3-5-80 0 0,-1 1 0 0 0,2 0 1 0 0,0 0-1 0 0,0 0 0 0 0,12-18 0 0 0,-14 26 19 0 0,0 0 1 0 0,0 0-1 0 0,0 0 1 0 0,1 1-1 0 0,-1-1 1 0 0,1 1-1 0 0,0 0 1 0 0,4-3-1 0 0,-6 5 30 0 0,0-1 1 0 0,1 1-1 0 0,-1 1 0 0 0,0-1 0 0 0,0 0 1 0 0,1 0-1 0 0,-1 1 0 0 0,0-1 0 0 0,1 1 1 0 0,-1 0-1 0 0,1 0 0 0 0,-1 0 0 0 0,0 0 1 0 0,1 0-1 0 0,-1 0 0 0 0,0 1 0 0 0,4 0 1 0 0,-1 1 169 0 0,-1 1 1 0 0,1-1-1 0 0,-1 1 0 0 0,0 0 1 0 0,0 0-1 0 0,0 0 1 0 0,0 0-1 0 0,0 1 1 0 0,-1 0-1 0 0,5 5 1 0 0,1 2 107 0 0,-2 0 0 0 0,13 21 0 0 0,-15-21-534 0 0,-1 0 0 0 0,1 0 0 0 0,-2 1 0 0 0,4 19 0 0 0,-4-19-294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0:37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22 456 0 0,'1'-2'139'0'0,"0"1"0"0"0,0-1-1 0 0,0 0 1 0 0,1 1 0 0 0,-1-1-1 0 0,0 1 1 0 0,1 0 0 0 0,-1-1 0 0 0,1 1-1 0 0,0 0 1 0 0,-1 0 0 0 0,1 0-1 0 0,0 0 1 0 0,0 0 0 0 0,2 0 0 0 0,-2 0 228 0 0,0 1 0 0 0,-1 0 1 0 0,1 0-1 0 0,0 1 1 0 0,-1-1-1 0 0,1 0 1 0 0,0 1-1 0 0,0-1 0 0 0,-1 1 1 0 0,1-1-1 0 0,-1 1 1 0 0,1 0-1 0 0,0-1 1 0 0,-1 1-1 0 0,0 0 0 0 0,1 0 1 0 0,-1 0-1 0 0,1 0 1 0 0,-1 0-1 0 0,0 1 1 0 0,0-1-1 0 0,2 2 0 0 0,1 2 1042 0 0,0 1-1 0 0,1 0 1 0 0,-2 0-1 0 0,1 0 1 0 0,2 8-1 0 0,4 11 812 0 0,21 78-2183 0 0,-31-110-228 0 0,-1-1-1 0 0,1 0 1 0 0,1 1-1 0 0,-1-1 1 0 0,1 1-1 0 0,0-1 1 0 0,1 0-1 0 0,3-8 1 0 0,22-66-1492 0 0,-27 81 1703 0 0,1 0 1 0 0,-1 0-1 0 0,0 0 1 0 0,1 1-1 0 0,-1-1 0 0 0,0 0 1 0 0,1 0-1 0 0,-1 0 1 0 0,1 0-1 0 0,-1 0 0 0 0,1 0 1 0 0,0 1-1 0 0,-1-1 1 0 0,1 0-1 0 0,0 0 1 0 0,0 1-1 0 0,-1-1 0 0 0,1 1 1 0 0,0-1-1 0 0,0 0 1 0 0,0 1-1 0 0,0 0 0 0 0,0-1 1 0 0,0 1-1 0 0,0 0 1 0 0,0-1-1 0 0,0 1 1 0 0,0 0-1 0 0,1 0 0 0 0,0 0 78 0 0,0 1 0 0 0,0-1 0 0 0,0 1 0 0 0,0 0 0 0 0,-1 0 0 0 0,1 0 0 0 0,0 0 0 0 0,-1 0 0 0 0,1 0 0 0 0,0 1-1 0 0,-1-1 1 0 0,1 0 0 0 0,1 4 0 0 0,7 7 642 0 0,-1 0 0 0 0,15 27-1 0 0,-23-37-719 0 0,0 0-33 0 0,6 10-186 0 0,-1-1 0 0 0,9 25 1 0 0,-13-29-182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0:39.0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9793 81 2304 0 0,'2'-5'228'0'0,"0"1"0"0"0,0-1 0 0 0,1 1 0 0 0,0-1 0 0 0,0 1 0 0 0,0 0 0 0 0,0 0 0 0 0,1 0 0 0 0,-1 1 0 0 0,8-7 0 0 0,-7 7 257 0 0,0 0-1 0 0,-1 0 1 0 0,1 1 0 0 0,0-1 0 0 0,0 1 0 0 0,0 0-1 0 0,1 0 1 0 0,-1 0 0 0 0,1 0 0 0 0,-1 1 0 0 0,1 0 0 0 0,5-1-1 0 0,-8 2-144 0 0,1 1-1 0 0,-1 0 1 0 0,0-1-1 0 0,0 1 1 0 0,0 0-1 0 0,0 0 1 0 0,0 0-1 0 0,0 1 1 0 0,0-1-1 0 0,0 0 1 0 0,0 1-1 0 0,0-1 1 0 0,-1 1-1 0 0,1 0 1 0 0,-1-1-1 0 0,1 1 1 0 0,-1 0-1 0 0,0 0 1 0 0,1 0-1 0 0,-1 0 1 0 0,1 3-1 0 0,20 49 1729 0 0,-21-52-1985 0 0,25 87 29 0 0,-5 1 0 0 0,14 128 0 0 0,-12-65-33 0 0,32 280 39 0 0,-16-102 244 0 0,-27-169 502 0 0,-11-112-565 0 0,2 0-1 0 0,13 61 1 0 0,-12-94-154 0 0,0 0 1 0 0,-2 1-1 0 0,0-1 0 0 0,-1 1 1 0 0,0-1-1 0 0,-3 19 0 0 0,1-30-113 0 0,0 0-1 0 0,0 0 1 0 0,-1 0-1 0 0,0 0 1 0 0,0 0 0 0 0,0 0-1 0 0,-1-1 1 0 0,0 1-1 0 0,0-1 1 0 0,0 0 0 0 0,-1 1-1 0 0,0-2 1 0 0,0 1-1 0 0,0 0 1 0 0,0-1-1 0 0,-1 0 1 0 0,0 0 0 0 0,0 0-1 0 0,0 0 1 0 0,-7 3-1 0 0,-28 13 50 0 0,-1-1 0 0 0,-1-2 0 0 0,0-2 0 0 0,-68 14-1 0 0,-179 20-864 0 0,-189 2 709 0 0,67-9-5 0 0,4 26-67 0 0,129-4 366 0 0,-296 61-44 0 0,80-69-390 0 0,319-42-15 0 0,-250 51 0 0 0,-352 100-174 0 0,531-115 307 0 0,-531 69-639 0 0,201-49 864 0 0,461-63-48 0 0,-148-12-1 0 0,108-1-38 0 0,-16 0 45 0 0,-129 1 116 0 0,-61-2-148 0 0,244 2-44 0 0,-4 3-15 0 0,0 5 0 0 0,-180 27 0 0 0,209-14-105 0 0,13-2 226 0 0,0-2 1 0 0,-90 0-1 0 0,-41-5 7 0 0,1 8-1 0 0,-232 49 1 0 0,389-54-151 0 0,-1-3 0 0 0,-1-2 0 0 0,-99-3-1 0 0,132-3 0 0 0,0-2 0 0 0,0 0 0 0 0,0-1-1 0 0,1-2 1 0 0,-1 0 0 0 0,1-1-1 0 0,0-1 1 0 0,1 0 0 0 0,0-2 0 0 0,0 0-1 0 0,1-1 1 0 0,-28-23 0 0 0,7-1-534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0:39.4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282 257 1296 0 0,'-71'-130'3390'0'0,"61"114"-2643"0"0,-1 0-1 0 0,-1 1 1 0 0,0 0 0 0 0,-1 1-1 0 0,-26-21 1 0 0,38 34-690 0 0,-1-1 0 0 0,0 1 1 0 0,0-1-1 0 0,0 1 0 0 0,0 0 0 0 0,0 0 0 0 0,0 0 0 0 0,-1 0 1 0 0,1 0-1 0 0,0 0 0 0 0,0 0 0 0 0,-1 1 0 0 0,1 0 1 0 0,0-1-1 0 0,-1 1 0 0 0,1 0 0 0 0,-1 0 0 0 0,-3 0 0 0 0,4 1 46 0 0,0 0-1 0 0,0 0 1 0 0,0 0-1 0 0,0 0 1 0 0,0 0-1 0 0,0 0 0 0 0,1 0 1 0 0,-1 1-1 0 0,0-1 1 0 0,0 1-1 0 0,1-1 0 0 0,-1 1 1 0 0,1 0-1 0 0,0-1 1 0 0,-1 1-1 0 0,0 2 0 0 0,-3 7 306 0 0,0 0-1 0 0,1 0 0 0 0,0 0 1 0 0,0 1-1 0 0,2-1 0 0 0,-3 15 1 0 0,0 16 254 0 0,1 1 0 0 0,3 60 0 0 0,15 90 551 0 0,-7-112-741 0 0,26 274 301 0 0,15 214-829 0 0,-43-450-1349 0 0,-2 0-4997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0:40.2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1509 4145 0 0,'24'-19'429'0'0,"1"2"0"0"0,0 1 1 0 0,41-19-1 0 0,88-31 1044 0 0,-88 39-717 0 0,91-32 898 0 0,311-75-1 0 0,176 13-2064 0 0,-481 94 656 0 0,1084-152 171 0 0,-93 25-562 0 0,-43-13 688 0 0,-774 124-96 0 0,514-53 1798 0 0,-541 67-2053 0 0,-93 8 39 0 0,147-23 412 0 0,-134 14-19 0 0,74-9 448 0 0,531-40 1660 0 0,182 11-1540 0 0,-1014 68-1181 0 0,369-38 476 0 0,-362 38-646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09.07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95 40 3225 0 0,'-41'-19'1619'0'0,"-13"-1"10359"0"0,59 21-11601 0 0,0 0-1 0 0,0 1 0 0 0,-1-1 0 0 0,1 1 1 0 0,8 5-1 0 0,13 12-95 0 0,-1 1-1 0 0,-1 1 1 0 0,0 1-1 0 0,-2 1 1 0 0,23 30-1 0 0,86 137-57 0 0,-95-133-309 0 0,2-1 0 0 0,87 97 0 0 0,-68-100-1695 0 0,-46-44 630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09.40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344 129 3225 0 0,'0'-25'-27'0'0,"0"-35"623"0"0,-1 57-207 0 0,1-1 0 0 0,-1 1 0 0 0,0 0 0 0 0,0-1 0 0 0,0 1 0 0 0,0 0 0 0 0,-1 0 0 0 0,-2-5 0 0 0,3 7-223 0 0,0 1 1 0 0,0-1 0 0 0,0 0-1 0 0,0 0 1 0 0,0 0-1 0 0,0 1 1 0 0,0-1-1 0 0,0 0 1 0 0,0 1 0 0 0,0-1-1 0 0,-1 1 1 0 0,1 0-1 0 0,0-1 1 0 0,0 1-1 0 0,0 0 1 0 0,-1 0 0 0 0,1-1-1 0 0,0 1 1 0 0,0 0-1 0 0,-1 0 1 0 0,1 0-1 0 0,0 1 1 0 0,0-1 0 0 0,-1 0-1 0 0,1 0 1 0 0,0 1-1 0 0,0-1 1 0 0,0 1-1 0 0,-1-1 1 0 0,1 1-1 0 0,0-1 1 0 0,0 1 0 0 0,0 0-1 0 0,0 0 1 0 0,0-1-1 0 0,0 1 1 0 0,-1 2-1 0 0,-6 3 607 0 0,1 0 0 0 0,0 1 0 0 0,-9 10 0 0 0,-19 27 1139 0 0,-32 54 1 0 0,29-35-1989 0 0,-45 106-1 0 0,82-167 53 0 0,-19 53-811 0 0,18-51 560 0 0,1 0 1 0 0,0 0-1 0 0,1 1 0 0 0,-1-1 1 0 0,1 0-1 0 0,0 0 1 0 0,0 1-1 0 0,0-1 1 0 0,0 0-1 0 0,1 0 1 0 0,1 7-1 0 0,2-4-1565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09.6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28 3225 0 0,'3'18'9548'0'0,"40"-36"-7387"0"0,16-6-1150 0 0,-56 23-1238 0 0,-1 0-1 0 0,1 1 0 0 0,0-1 0 0 0,0 1 0 0 0,0-1 1 0 0,1 1-1 0 0,-1 0 0 0 0,0 0 0 0 0,0 0 1 0 0,0 1-1 0 0,0-1 0 0 0,0 1 0 0 0,0 0 1 0 0,0-1-1 0 0,-1 1 0 0 0,5 2 0 0 0,0 3-907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09.8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29 6913 0 0,'70'-23'973'0'0,"-63"22"-1019"0"0,0-1 1 0 0,0 1 0 0 0,1 0 0 0 0,-1 1 0 0 0,0 0-1 0 0,0 0 1 0 0,0 0 0 0 0,0 1 0 0 0,0 0-1 0 0,10 3 1 0 0,-10 0 139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10.71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99 149 3225 0 0,'-8'-2'541'0'0,"0"0"1"0"0,0 0-1 0 0,1-1 1 0 0,-1-1-1 0 0,0 1 1 0 0,1-1-1 0 0,0 0 1 0 0,-11-9-1 0 0,17 12-431 0 0,-1 0-1 0 0,1 0 1 0 0,-1 0-1 0 0,1-1 1 0 0,0 1 0 0 0,0 0-1 0 0,0-1 1 0 0,-1 1-1 0 0,1 0 1 0 0,1-1-1 0 0,-1 1 1 0 0,0-1 0 0 0,0 0-1 0 0,0 1 1 0 0,1-1-1 0 0,-1 0 1 0 0,1 1 0 0 0,0-1-1 0 0,-1 0 1 0 0,1 0-1 0 0,0 1 1 0 0,0-1-1 0 0,0 0 1 0 0,0 0 0 0 0,0 0-1 0 0,0 1 1 0 0,1-1-1 0 0,-1 0 1 0 0,1 0-1 0 0,-1 1 1 0 0,1-1 0 0 0,0 0-1 0 0,-1 1 1 0 0,1-1-1 0 0,0 1 1 0 0,0-1 0 0 0,0 1-1 0 0,0-1 1 0 0,0 1-1 0 0,1 0 1 0 0,-1 0-1 0 0,0-1 1 0 0,1 1 0 0 0,-1 0-1 0 0,3-1 1 0 0,1-3 175 0 0,1 0-1 0 0,0 1 1 0 0,0 0 0 0 0,0 0 0 0 0,1 1 0 0 0,-1 0 0 0 0,1 0-1 0 0,0 0 1 0 0,-1 1 0 0 0,12-3 0 0 0,-15 5-257 0 0,1 0 1 0 0,-1 0 0 0 0,0 0-1 0 0,0 0 1 0 0,0 0-1 0 0,0 1 1 0 0,1-1 0 0 0,-1 1-1 0 0,0 0 1 0 0,0 0-1 0 0,0 0 1 0 0,-1 0-1 0 0,1 1 1 0 0,0-1 0 0 0,0 1-1 0 0,-1 0 1 0 0,1 0-1 0 0,-1 0 1 0 0,1 0 0 0 0,-1 0-1 0 0,0 0 1 0 0,0 1-1 0 0,0-1 1 0 0,0 1-1 0 0,0-1 1 0 0,2 5 0 0 0,0 1-134 0 0,0 1 1 0 0,0 0-1 0 0,-1 0 1 0 0,0 0-1 0 0,-1 0 1 0 0,0 1-1 0 0,0-1 1 0 0,-1 1-1 0 0,1 18 1 0 0,-3 9-681 0 0,-6 43 1 0 0,5-65 686 0 0,-11 59-464 0 0,8-55 857 0 0,1 0 0 0 0,1 1-1 0 0,1-1 1 0 0,1 1-1 0 0,2 31 1 0 0,-1-49-237 0 0,0 0-1 0 0,0 0 1 0 0,1 1-1 0 0,-1-1 1 0 0,1 0-1 0 0,0 0 1 0 0,-1 0-1 0 0,1 0 1 0 0,0 0-1 0 0,0 0 1 0 0,1 0 0 0 0,-1 0-1 0 0,0 0 1 0 0,0 0-1 0 0,1 0 1 0 0,-1-1-1 0 0,1 1 1 0 0,0-1-1 0 0,-1 1 1 0 0,1-1-1 0 0,0 1 1 0 0,0-1-1 0 0,0 0 1 0 0,0 0 0 0 0,0 0-1 0 0,0 0 1 0 0,0-1-1 0 0,1 1 1 0 0,-1 0-1 0 0,0-1 1 0 0,0 1-1 0 0,0-1 1 0 0,3 0-1 0 0,7 0 58 0 0,1-1 0 0 0,-1 0 0 0 0,0-1 0 0 0,-1-1 0 0 0,16-4 0 0 0,14-3-350 0 0,38-2-2521 0 0,-57 10-2787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11.03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148 43 6913 0 0,'-49'4'666'0'0,"39"-3"-178"0"0,-1 0-1 0 0,1 0 0 0 0,-1-1 0 0 0,1 0 0 0 0,-1-1 1 0 0,1 0-1 0 0,-16-7 1625 0 0,34 4-1199 0 0,11-3 173 0 0,12-1-133 0 0,1 2 1 0 0,47-4 0 0 0,66 5-2008 0 0,-132 6-437 0 0,0-1 1 0 0,25 6-1 0 0,-26-3-3191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11.4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125 0 4145 0 0,'-7'1'321'0'0,"-1"1"0"0"0,0-1-1 0 0,1 1 1 0 0,-1 1 0 0 0,1 0 0 0 0,0 0 0 0 0,-1 0-1 0 0,2 1 1 0 0,-1 0 0 0 0,-8 6 0 0 0,12-8-141 0 0,1 0 0 0 0,-1 0 1 0 0,0 1-1 0 0,1-1 0 0 0,-1 1 1 0 0,1-1-1 0 0,0 1 0 0 0,0 0 1 0 0,0 0-1 0 0,0 0 1 0 0,0 0-1 0 0,1 0 0 0 0,-1 1 1 0 0,1-1-1 0 0,0 0 0 0 0,0 1 1 0 0,0-1-1 0 0,1 1 0 0 0,-1-1 1 0 0,1 1-1 0 0,0-1 0 0 0,0 1 1 0 0,0-1-1 0 0,0 1 0 0 0,1 3 1 0 0,0-4-42 0 0,1 0 0 0 0,-1 0 1 0 0,1 1-1 0 0,-1-1 0 0 0,1-1 1 0 0,0 1-1 0 0,0 0 0 0 0,0 0 1 0 0,0-1-1 0 0,1 1 0 0 0,-1-1 1 0 0,1 0-1 0 0,0 1 0 0 0,-1-1 1 0 0,1-1-1 0 0,0 1 0 0 0,0 0 1 0 0,0-1-1 0 0,0 1 0 0 0,1-1 1 0 0,4 1-1 0 0,9 4 192 0 0,1-2-1 0 0,34 4 1 0 0,-26-4 13 0 0,-12-2-274 0 0,0 1 1 0 0,0 0 0 0 0,0 1 0 0 0,0 1 0 0 0,-1 0-1 0 0,0 1 1 0 0,23 14 0 0 0,-32-18-61 0 0,0 1 0 0 0,0 0-1 0 0,0 1 1 0 0,-1-1 0 0 0,1 0 0 0 0,-1 1 0 0 0,0 0 0 0 0,0 0 0 0 0,0 0-1 0 0,-1 0 1 0 0,1 0 0 0 0,-1 0 0 0 0,0 1 0 0 0,0-1 0 0 0,-1 1-1 0 0,1 0 1 0 0,-1-1 0 0 0,0 1 0 0 0,0 0 0 0 0,-1 0 0 0 0,0 0 0 0 0,1 0-1 0 0,-1 0 1 0 0,-1-1 0 0 0,1 1 0 0 0,-3 8 0 0 0,0-3 87 0 0,0-1 0 0 0,-1 1 0 0 0,0-1 0 0 0,-1 1 0 0 0,0-1 0 0 0,-1 0 0 0 0,0-1 0 0 0,0 0 0 0 0,-1 0 0 0 0,0 0 0 0 0,0 0 0 0 0,-13 9 0 0 0,-28 33-2228 0 0,40-36 79 0 0,6-10 506 0 0,2-4 1405 0 0,0 1 1 0 0,0-1-1 0 0,0 0 0 0 0,0 1 1 0 0,0-1-1 0 0,0 0 1 0 0,0 1-1 0 0,0-1 1 0 0,0 0-1 0 0,0 1 0 0 0,1-1 1 0 0,-1 1-1 0 0,0-1 1 0 0,0 0-1 0 0,0 1 0 0 0,0-1 1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11.8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61 15 6913 0 0,'-22'-14'5317'0'0,"13"27"-998"0"0,3 2-4458 0 0,0 2 357 0 0,1 1-1 0 0,1-1 1 0 0,1 1 0 0 0,0 0-1 0 0,2 0 1 0 0,0 0-1 0 0,0 0 1 0 0,2 0 0 0 0,0 0-1 0 0,2 0 1 0 0,7 33-1 0 0,-9-48-191 0 0,1 1 1 0 0,-1 0-1 0 0,0-1 0 0 0,1 1 0 0 0,0-1 0 0 0,0 1 0 0 0,0-1 0 0 0,0 0 0 0 0,1 0 0 0 0,-1 0 0 0 0,1 0 0 0 0,0 0 1 0 0,0 0-1 0 0,0-1 0 0 0,0 0 0 0 0,0 1 0 0 0,0-1 0 0 0,1 0 0 0 0,-1-1 0 0 0,1 1 0 0 0,-1 0 0 0 0,1-1 0 0 0,0 0 1 0 0,0 0-1 0 0,-1 0 0 0 0,1-1 0 0 0,0 1 0 0 0,0-1 0 0 0,5 0 0 0 0,10-1-107 0 0,0-1 1 0 0,0-1-1 0 0,-1 0 1 0 0,37-12-1 0 0,2-1-1077 0 0,-22 9-4373 0 0,-19 4 53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12.0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27 2 6449 0 0,'-1'-1'239'0'0,"0"1"0"0"0,1 0 0 0 0,-1 0 0 0 0,0 0 0 0 0,1-1 0 0 0,-1 1 0 0 0,0 0 0 0 0,1 0-1 0 0,-1 0 1 0 0,0 0 0 0 0,0 0 0 0 0,1 0 0 0 0,-1 0 0 0 0,0 0 0 0 0,1 1 0 0 0,-1-1 0 0 0,0 0-1 0 0,1 0 1 0 0,-1 0 0 0 0,0 1 0 0 0,1-1 0 0 0,-1 0 0 0 0,1 1 0 0 0,-1-1 0 0 0,0 1 0 0 0,0 0-1 0 0,0 0 45 0 0,0 1-1 0 0,0-1 1 0 0,0 1-1 0 0,1-1 1 0 0,-1 1-1 0 0,1-1 0 0 0,-1 1 1 0 0,1 0-1 0 0,-1-1 1 0 0,1 1-1 0 0,0 2 0 0 0,2 49 2062 0 0,-1-46-1933 0 0,0 7-71 0 0,45 311 2963 0 0,-41-306-3555 0 0,0 1 0 0 0,15 34 0 0 0,12 2-4229 0 0,-22-41 2835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12.5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62 2761 0 0,'0'-1'198'0'0,"0"0"0"0"0,0 0 0 0 0,1 0 0 0 0,-1 1 0 0 0,0-1 0 0 0,0 0 1 0 0,0 0-1 0 0,1 0 0 0 0,-1 1 0 0 0,0-1 0 0 0,1 0 0 0 0,-1 0 0 0 0,0 1 1 0 0,1-1-1 0 0,-1 0 0 0 0,1 1 0 0 0,-1-1 0 0 0,1 1 0 0 0,-1-1 0 0 0,1 0 1 0 0,0 1-1 0 0,-1-1 0 0 0,1 1 0 0 0,0 0 0 0 0,-1-1 0 0 0,1 1 0 0 0,0-1 1 0 0,0 1-1 0 0,-1 0 0 0 0,1 0 0 0 0,0-1 0 0 0,0 1 0 0 0,0 0 0 0 0,-1 0 1 0 0,1 0-1 0 0,0 0 0 0 0,0 0 0 0 0,0 0 0 0 0,0 0 0 0 0,-1 0 1 0 0,1 0-1 0 0,0 1 0 0 0,0-1 0 0 0,0 0 0 0 0,-1 0 0 0 0,1 1 0 0 0,0-1 1 0 0,0 1-1 0 0,4 1 113 0 0,0-1 1 0 0,-1 1-1 0 0,1 0 1 0 0,-1 0-1 0 0,0 1 1 0 0,0-1-1 0 0,5 5 1 0 0,-3-1-258 0 0,-1 0 0 0 0,0 0 1 0 0,0 1-1 0 0,-1 0 0 0 0,5 8 0 0 0,13 19-154 0 0,-21-33 95 0 0,-1-1-1 0 0,1 0 1 0 0,-1 0-1 0 0,1 0 1 0 0,-1 0-1 0 0,0 0 1 0 0,1 0-1 0 0,-1 1 1 0 0,1-1-1 0 0,-1 0 1 0 0,1-1 0 0 0,-1 1-1 0 0,1 0 1 0 0,-1 0-1 0 0,1 0 1 0 0,-1 0-1 0 0,1 0 1 0 0,-1 0-1 0 0,0 0 1 0 0,1-1-1 0 0,-1 1 1 0 0,1 0-1 0 0,-1 0 1 0 0,0-1-1 0 0,1 1 1 0 0,-1 0-1 0 0,1-1 1 0 0,-1 1-1 0 0,0 0 1 0 0,0-1-1 0 0,1 1 1 0 0,-1 0 0 0 0,0-1-1 0 0,1 1 1 0 0,-1-1-1 0 0,0 1 1 0 0,0-1-1 0 0,0 1 1 0 0,0 0-1 0 0,1-1 1 0 0,-1 0-1 0 0,14-26-168 0 0,-12 22-30 0 0,2-3 137 0 0,0 0-1 0 0,1 0 1 0 0,0 0-1 0 0,1 1 1 0 0,-1 0-1 0 0,1 0 1 0 0,1 0-1 0 0,-1 1 1 0 0,1-1-1 0 0,0 2 1 0 0,13-9-1 0 0,-16 12 167 0 0,1 0 0 0 0,0 0 0 0 0,-1 0 0 0 0,1 0 0 0 0,0 1 0 0 0,0 0 0 0 0,0 0 0 0 0,0 0 0 0 0,0 1 0 0 0,0 0 0 0 0,0 0 0 0 0,0 0 0 0 0,0 0-1 0 0,0 1 1 0 0,0 0 0 0 0,0 0 0 0 0,0 0 0 0 0,0 1 0 0 0,0-1 0 0 0,0 1 0 0 0,-1 0 0 0 0,8 5 0 0 0,-4-2 95 0 0,0 1 1 0 0,0 0-1 0 0,-1 0 1 0 0,0 0-1 0 0,0 1 1 0 0,-1 0-1 0 0,1 0 1 0 0,-2 1-1 0 0,1 0 1 0 0,6 12-1 0 0,14 35-1128 0 0,-7 2-4738 0 0,-15-46 679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13.12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95 1840 0 0,'1'-5'441'0'0,"1"0"0"0"0,0 0 0 0 0,1-1 0 0 0,-1 1 0 0 0,1 1 0 0 0,5-8 0 0 0,-6 10-19 0 0,-1-1 1 0 0,1 1-1 0 0,0 0 1 0 0,0 0-1 0 0,0 0 1 0 0,0 0 0 0 0,0 0-1 0 0,0 0 1 0 0,0 0-1 0 0,1 1 1 0 0,-1-1-1 0 0,1 1 1 0 0,-1 0 0 0 0,5-2-1 0 0,-5 3-234 0 0,0 0 0 0 0,0 1 0 0 0,0-1 0 0 0,0 1-1 0 0,0 0 1 0 0,-1-1 0 0 0,1 1 0 0 0,0 0 0 0 0,0 0 0 0 0,-1 0 0 0 0,1 0-1 0 0,-1 0 1 0 0,1 0 0 0 0,-1 1 0 0 0,1-1 0 0 0,-1 0 0 0 0,0 1 0 0 0,0-1-1 0 0,1 1 1 0 0,-1 0 0 0 0,0-1 0 0 0,0 3 0 0 0,22 40 1011 0 0,-22-41-1096 0 0,16 51 296 0 0,-14-41-465 0 0,0-1-1 0 0,1-1 0 0 0,11 23 0 0 0,-15-33 61 0 0,0-1 0 0 0,0 0 0 0 0,0 1 0 0 0,1-1 1 0 0,-1 0-1 0 0,0 1 0 0 0,0-1 0 0 0,0 0 0 0 0,1 0 0 0 0,-1 1 1 0 0,0-1-1 0 0,0 0 0 0 0,0 0 0 0 0,1 0 0 0 0,-1 1 0 0 0,0-1 1 0 0,1 0-1 0 0,-1 0 0 0 0,0 0 0 0 0,1 0 0 0 0,-1 0 1 0 0,0 1-1 0 0,0-1 0 0 0,1 0 0 0 0,-1 0 0 0 0,0 0 0 0 0,1 0 1 0 0,-1 0-1 0 0,0 0 0 0 0,1 0 0 0 0,-1 0 0 0 0,0 0 1 0 0,1 0-1 0 0,-1 0 0 0 0,0 0 0 0 0,1-1 0 0 0,-1 1 0 0 0,1 0 1 0 0,10-13-54 0 0,5-19-220 0 0,-16 32 276 0 0,14-36-522 0 0,-7 15 352 0 0,1 0 1 0 0,13-24 0 0 0,-18 41 175 0 0,-1 0-1 0 0,1-1 1 0 0,0 1 0 0 0,0 0 0 0 0,0 0 0 0 0,1 1 0 0 0,-1-1-1 0 0,1 1 1 0 0,0 0 0 0 0,0 0 0 0 0,0 0 0 0 0,0 0 0 0 0,0 0 0 0 0,1 1-1 0 0,6-3 1 0 0,-8 5 1 0 0,0 0-1 0 0,-1-1 0 0 0,1 1 0 0 0,0 0 0 0 0,0 1 1 0 0,0-1-1 0 0,0 0 0 0 0,-1 1 0 0 0,1 0 1 0 0,0-1-1 0 0,0 1 0 0 0,-1 0 0 0 0,1 0 0 0 0,-1 1 1 0 0,1-1-1 0 0,-1 0 0 0 0,1 1 0 0 0,-1 0 1 0 0,0-1-1 0 0,0 1 0 0 0,0 0 0 0 0,0 0 1 0 0,0 0-1 0 0,0 1 0 0 0,0-1 0 0 0,1 3 0 0 0,2 2-33 0 0,-1-1-1 0 0,0 1 0 0 0,0 0 1 0 0,0 0-1 0 0,-1 1 0 0 0,0-1 0 0 0,-1 1 1 0 0,3 8-1 0 0,-5-12-116 0 0,1 1 179 0 0,0 0 1 0 0,-1 0-1 0 0,2 0 1 0 0,-1 0-1 0 0,1-1 0 0 0,3 9 1 0 0,-5-13-11 0 0,0 0-1 0 0,1 1 1 0 0,-1-1 0 0 0,0 1 0 0 0,1-1 0 0 0,-1 0-1 0 0,0 1 1 0 0,1-1 0 0 0,-1 0 0 0 0,1 1-1 0 0,-1-1 1 0 0,1 0 0 0 0,-1 0 0 0 0,1 1 0 0 0,-1-1-1 0 0,0 0 1 0 0,1 0 0 0 0,-1 0 0 0 0,1 0 0 0 0,-1 0-1 0 0,1 0 1 0 0,-1 1 0 0 0,1-1 0 0 0,-1 0-1 0 0,1-1 1 0 0,0 1 0 0 0,1 0-12 0 0,0-1 0 0 0,-1 0 0 0 0,1 0 0 0 0,0 0 0 0 0,-1 0 0 0 0,1 0 0 0 0,-1 0 0 0 0,0 0 0 0 0,1 0 0 0 0,-1 0 0 0 0,2-3 0 0 0,32-43 544 0 0,-29 37-229 0 0,1 1 0 0 0,0-1 0 0 0,0 1 0 0 0,1 1 0 0 0,0-1 0 0 0,0 1 0 0 0,14-9 0 0 0,-21 16-272 0 0,0 0 0 0 0,0 1 0 0 0,0-1 0 0 0,0 1 0 0 0,0 0 0 0 0,0-1 0 0 0,1 1 0 0 0,-1 0 0 0 0,0 0 0 0 0,0-1 0 0 0,0 1 0 0 0,0 0 0 0 0,0 0 0 0 0,1 0-1 0 0,-1 1 1 0 0,0-1 0 0 0,0 0 0 0 0,0 0 0 0 0,0 1 0 0 0,1-1 0 0 0,-1 0 0 0 0,0 1 0 0 0,0-1 0 0 0,0 1 0 0 0,0 0 0 0 0,0-1 0 0 0,0 1 0 0 0,0 0 0 0 0,-1-1 0 0 0,1 1 0 0 0,0 0 0 0 0,0 0 0 0 0,0 0 0 0 0,-1 0 0 0 0,1 0 0 0 0,0 0 0 0 0,-1 0-1 0 0,1 0 1 0 0,0 2 0 0 0,3 6 139 0 0,0 0 0 0 0,0 0-1 0 0,4 18 1 0 0,-3-11-32 0 0,1 1-169 0 0,0-1-1 0 0,2 0 1 0 0,0 0 0 0 0,0 0 0 0 0,20 24-1 0 0,13 3-6526 0 0,-23-28-203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17.82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29 8290 0 0,'0'-1'212'0'0,"0"-1"0"0"0,0 1 1 0 0,0 0-1 0 0,0 0 0 0 0,-1 0 1 0 0,2-1-1 0 0,-1 1 1 0 0,0 0-1 0 0,0 0 0 0 0,0-1 1 0 0,0 1-1 0 0,1 0 0 0 0,-1 0 1 0 0,1 0-1 0 0,-1 0 0 0 0,1-1 1 0 0,-1 1-1 0 0,2-1 0 0 0,-2 1-124 0 0,1 1-1 0 0,-1 0 1 0 0,0-1-1 0 0,1 1 1 0 0,-1 0-1 0 0,0 0 1 0 0,1-1-1 0 0,-1 1 1 0 0,1 0-1 0 0,-1 0 1 0 0,0-1-1 0 0,1 1 1 0 0,-1 0-1 0 0,1 0 1 0 0,-1 0-1 0 0,1 0 1 0 0,-1 0-1 0 0,1 0 1 0 0,-1 0-1 0 0,0 0 1 0 0,1 0-1 0 0,-1 0 1 0 0,1 0 0 0 0,-1 0-1 0 0,1 0 1 0 0,-1 0-1 0 0,1 0 1 0 0,-1 0-1 0 0,0 1 1 0 0,1-1-1 0 0,-1 0 1 0 0,1 0-1 0 0,-1 1 1 0 0,0-1-1 0 0,1 0 1 0 0,-1 0-1 0 0,0 1 1 0 0,1-1-1 0 0,-1 0 1 0 0,0 1-1 0 0,1-1 1 0 0,-1 0-1 0 0,0 1 1 0 0,0-1-1 0 0,1 1 1 0 0,-1-1-1 0 0,0 0 1 0 0,0 1-1 0 0,0-1 1 0 0,0 1-1 0 0,0-1 1 0 0,1 1-1 0 0,15 31 744 0 0,-1 1 0 0 0,-2 0 0 0 0,-1 1 0 0 0,15 67 0 0 0,-3 34-529 0 0,-17-85-659 0 0,2-1 0 0 0,3 0 1 0 0,26 73-1 0 0,-29-102-1087 0 0,-2-7-3952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18.08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19 117 4609 0 0,'-2'0'-43'0'0,"-13"2"796"0"0,13-4 80 0 0,8-4-73 0 0,16-8 185 0 0,0 1 1 0 0,1 2-1 0 0,1 0 0 0 0,-1 1 0 0 0,45-12 0 0 0,-32 13-1101 0 0,1 2 0 0 0,-1 1 0 0 0,52-1 0 0 0,-61 7-4161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18.30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65 6913 0 0,'0'1'83'0'0,"-1"-1"-1"0"0,1 0 1 0 0,-1 1-1 0 0,1-1 0 0 0,0 1 1 0 0,-1-1-1 0 0,1 1 1 0 0,-1-1-1 0 0,1 1 0 0 0,0-1 1 0 0,0 1-1 0 0,-1-1 1 0 0,1 1-1 0 0,0-1 0 0 0,0 1 1 0 0,0 0-1 0 0,0-1 0 0 0,0 1 1 0 0,-1-1-1 0 0,1 1 1 0 0,0 0-1 0 0,0-1 0 0 0,1 1 1 0 0,-1-1-1 0 0,0 1 1 0 0,0 0-1 0 0,0-1 0 0 0,0 1 1 0 0,0-1-1 0 0,1 1 1 0 0,-1-1-1 0 0,0 1 0 0 0,0-1 1 0 0,1 1-1 0 0,-1-1 0 0 0,0 1 1 0 0,1-1-1 0 0,-1 1 1 0 0,1-1-1 0 0,-1 1 0 0 0,1 0 1 0 0,1-1 285 0 0,1 0 1 0 0,-1 1-1 0 0,0-1 0 0 0,1 0 1 0 0,-1 0-1 0 0,0 0 0 0 0,0 0 0 0 0,1 0 1 0 0,-1-1-1 0 0,0 1 0 0 0,3-2 1 0 0,4-1 219 0 0,0 0 1 0 0,-1-1-1 0 0,1 0 0 0 0,-1 0 1 0 0,0-1-1 0 0,0 0 0 0 0,12-11 1 0 0,5-3-1920 0 0,3 3-3635 0 0,-13 10-724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18.88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17 3681 0 0,'8'-17'16255'0'0,"-4"53"-15537"0"0,-3 69 0 0 0,0 8-824 0 0,1-83-106 0 0,0 6 347 0 0,12 64 1 0 0,-12-91-170 0 0,0-1 0 0 0,0 1 1 0 0,1-1-1 0 0,0 0 0 0 0,1 0 0 0 0,0 0 1 0 0,0-1-1 0 0,0 1 0 0 0,1-1 0 0 0,0 0 1 0 0,1 0-1 0 0,-1-1 0 0 0,9 7 0 0 0,-12-11 11 0 0,0-1 0 0 0,0 0 0 0 0,0 1-1 0 0,1-1 1 0 0,-1 0 0 0 0,0 0-1 0 0,1 0 1 0 0,-1-1 0 0 0,1 1-1 0 0,-1 0 1 0 0,1-1 0 0 0,-1 0-1 0 0,1 0 1 0 0,-1 0 0 0 0,1 0-1 0 0,-1 0 1 0 0,1 0 0 0 0,0 0-1 0 0,-1-1 1 0 0,1 1 0 0 0,2-2-1 0 0,18-11-5981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19.07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0 121 4057 0 0,'9'-1'442'0'0,"-1"-2"1"0"0,0 1-1 0 0,0-1 0 0 0,0-1 1 0 0,0 1-1 0 0,8-6 0 0 0,11-4 1267 0 0,142-63-942 0 0,-152 70-834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19.36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1 130 1840 0 0,'37'36'4609'0'0,"-23"-25"-3717"0"0,0 1-1 0 0,-1 1 1 0 0,-1 0-1 0 0,-1 1 1 0 0,1 0-1 0 0,-2 1 1 0 0,0 0-1 0 0,14 31 0 0 0,-23-45-787 0 0,-1 0-1 0 0,1 0 0 0 0,-1 1 0 0 0,1-1 1 0 0,-1 0-1 0 0,0 0 0 0 0,1 0 0 0 0,-1 1 0 0 0,0-1 1 0 0,0 0-1 0 0,0 1 0 0 0,0-1 0 0 0,0 0 1 0 0,0 0-1 0 0,0 1 0 0 0,-1-1 0 0 0,1 0 0 0 0,0 0 1 0 0,-1 0-1 0 0,1 1 0 0 0,-1-1 0 0 0,1 0 1 0 0,-1 0-1 0 0,1 0 0 0 0,-1 0 0 0 0,0 0 0 0 0,0 0 1 0 0,1 0-1 0 0,-1 0 0 0 0,0 0 0 0 0,0 0 1 0 0,0-1-1 0 0,0 1 0 0 0,-2 1 0 0 0,2-2-8 0 0,0 0 1 0 0,-1 0-1 0 0,1 0 0 0 0,0 0 0 0 0,0 0 0 0 0,0 0 0 0 0,0 0 1 0 0,-1 0-1 0 0,1 0 0 0 0,0-1 0 0 0,0 1 0 0 0,0-1 0 0 0,0 1 1 0 0,0-1-1 0 0,0 1 0 0 0,0-1 0 0 0,0 1 0 0 0,0-1 0 0 0,0 0 1 0 0,0 1-1 0 0,0-1 0 0 0,1 0 0 0 0,-1 0 0 0 0,0 0 0 0 0,0 0 0 0 0,1 0 1 0 0,-1 0-1 0 0,1 0 0 0 0,-1 0 0 0 0,1 0 0 0 0,-1 0 0 0 0,1 0 1 0 0,-1 0-1 0 0,1 0 0 0 0,0 0 0 0 0,0-1 0 0 0,0 1 0 0 0,0-1 1 0 0,-2-9 32 0 0,0 0 1 0 0,1 0 0 0 0,1 0 0 0 0,0-1 0 0 0,0 1 0 0 0,1 0 0 0 0,1 0-1 0 0,0 0 1 0 0,3-11 0 0 0,1 2-213 0 0,1 0 1 0 0,0 0-1 0 0,19-34 0 0 0,-18 41-571 0 0,0-1 0 0 0,1 1-1 0 0,0 1 1 0 0,1 0 0 0 0,12-11 0 0 0,-10 14-680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19.77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8 359 5065 0 0,'0'0'21'0'0,"0"0"0"0"0,0 0 0 0 0,-1 0-1 0 0,1 0 1 0 0,0 0 0 0 0,0 0 0 0 0,-1 0 0 0 0,1 0 0 0 0,0 0 0 0 0,-1 0-1 0 0,1 0 1 0 0,0 0 0 0 0,0 0 0 0 0,-1-1 0 0 0,1 1 0 0 0,0 0 0 0 0,0 0-1 0 0,-1 0 1 0 0,1 0 0 0 0,0 0 0 0 0,0 0 0 0 0,0-1 0 0 0,-1 1 0 0 0,1 0-1 0 0,0 0 1 0 0,0 0 0 0 0,0-1 0 0 0,0 1 0 0 0,-1 0 0 0 0,1 0 0 0 0,0-1-1 0 0,0 1 1 0 0,0 0 0 0 0,0 0 0 0 0,0-1 0 0 0,0 1 0 0 0,0 0 0 0 0,0 0-1 0 0,0-1 1 0 0,0 1 0 0 0,0 0 0 0 0,0 0 0 0 0,0-1 0 0 0,0 1 0 0 0,0 0-1 0 0,0 0 1 0 0,0-1 0 0 0,0 1 0 0 0,0 0 0 0 0,0 0 0 0 0,0-1-1 0 0,0 1 1 0 0,0 0 0 0 0,0 0 0 0 0,1-1 0 0 0,-1 1 0 0 0,0 0 0 0 0,0 0-1 0 0,1-1 1 0 0,21-16 1057 0 0,35-12 783 0 0,-56 29-1838 0 0,82-38 1414 0 0,3 3 0 0 0,0 4 0 0 0,101-22 0 0 0,610-61 2652 0 0,-401 87-3828 0 0,-132 23-4959 0 0,-233 5-754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20.1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9442 0 0,'0'0'216'0'0,"25"20"3066"0"0,-16-1-2275 0 0,-1 0 1 0 0,0 0-1 0 0,-2 1 0 0 0,6 25 1 0 0,10 85 185 0 0,-18-108-815 0 0,18 177 343 0 0,3 23-4372 0 0,-10-165-2085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20.34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2 245 4609 0 0,'-1'-14'928'0'0,"0"0"0"0"0,1 0 0 0 0,1 1 0 0 0,1-1 1 0 0,0 0-1 0 0,0 0 0 0 0,9-25 0 0 0,-8 31-272 0 0,1 0 0 0 0,0 0 1 0 0,0 1-1 0 0,0-1 0 0 0,1 1 0 0 0,0 0 1 0 0,9-9-1 0 0,-8 11-541 0 0,0 0 1 0 0,0 0 0 0 0,0 0-1 0 0,1 0 1 0 0,8-4-1 0 0,-4 5-894 0 0,2 2-3476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20.58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1 155 5529 0 0,'21'-13'3034'0'0,"2"-2"-771"0"0,33-28 0 0 0,5-3-1788 0 0,-51 40-1633 0 0,0 0 0 0 0,0 0 1 0 0,0 1-1 0 0,16-5 0 0 0,-11 5-840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20.96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 1 920 0 0,'-10'2'13238'0'0,"6"13"-8517"0"0,6 32-6007 0 0,-1-29 2969 0 0,-1 17-845 0 0,11 65 0 0 0,-8-83-1299 0 0,0-1 1 0 0,1 0-1 0 0,1-1 0 0 0,1 1 0 0 0,0-1 0 0 0,10 18 0 0 0,-11-27-944 0 0,0-4-233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21.13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6 456 0 0,'-6'-5'6778'0'0,"6"6"-6490"0"0,2 2-288 0 0,-2 0-88 0 0,7 28 152 0 0,-4-19 16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21.54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96 6449 0 0,'2'-1'181'0'0,"-1"0"-1"0"0,1 0 0 0 0,0 0 1 0 0,-1 0-1 0 0,1 0 0 0 0,0 0 1 0 0,-1 0-1 0 0,1 1 0 0 0,0-1 0 0 0,0 1 1 0 0,0-1-1 0 0,0 1 0 0 0,0 0 1 0 0,-1 0-1 0 0,1 0 0 0 0,0 0 1 0 0,0 0-1 0 0,0 0 0 0 0,0 0 1 0 0,0 1-1 0 0,0-1 0 0 0,-1 1 1 0 0,1-1-1 0 0,0 1 0 0 0,0 0 0 0 0,-1 0 1 0 0,1-1-1 0 0,0 1 0 0 0,-1 0 1 0 0,2 2-1 0 0,3 0 216 0 0,-1 1 0 0 0,-1-1-1 0 0,1 1 1 0 0,-1 0 0 0 0,1 1-1 0 0,-1-1 1 0 0,0 1 0 0 0,4 6 0 0 0,-4-1-93 0 0,0-1 1 0 0,0 1-1 0 0,-1-1 1 0 0,4 19-1 0 0,-5-19-281 0 0,1 1-1 0 0,0-1 0 0 0,0 1 1 0 0,9 16-1 0 0,-12-25-26 0 0,0-1 1 0 0,0 1-1 0 0,0-1 1 0 0,1 0-1 0 0,-1 1 0 0 0,0-1 1 0 0,0 1-1 0 0,1-1 0 0 0,-1 0 1 0 0,0 1-1 0 0,1-1 1 0 0,-1 0-1 0 0,0 1 0 0 0,1-1 1 0 0,-1 0-1 0 0,0 0 1 0 0,1 1-1 0 0,-1-1 0 0 0,1 0 1 0 0,-1 0-1 0 0,0 1 0 0 0,1-1 1 0 0,-1 0-1 0 0,1 0 1 0 0,-1 0-1 0 0,1 0 0 0 0,-1 0 1 0 0,1 0-1 0 0,-1 0 1 0 0,1 0-1 0 0,-1 0 0 0 0,1 0 1 0 0,-1 0-1 0 0,1 0 0 0 0,0 0 1 0 0,12-17-25 0 0,6-34 22 0 0,-17 44-39 0 0,6-20 0 0 0,-3 8 210 0 0,1-1-1 0 0,1 1 0 0 0,1 1 0 0 0,0-1 0 0 0,1 1 0 0 0,20-29 0 0 0,-28 46-136 0 0,0 0 0 0 0,0-1 0 0 0,0 1 0 0 0,0 0 0 0 0,0 0 0 0 0,0 1 0 0 0,0-1 0 0 0,0 0 0 0 0,0 0 0 0 0,0 0 0 0 0,0 1 0 0 0,0-1 0 0 0,1 1 0 0 0,-1-1 0 0 0,0 1 0 0 0,1-1 0 0 0,-1 1 0 0 0,3-1-1 0 0,-3 2-3 0 0,0-1-1 0 0,0 0 1 0 0,0 0-1 0 0,-1 1 0 0 0,1-1 1 0 0,0 1-1 0 0,0-1 0 0 0,0 1 1 0 0,0-1-1 0 0,0 1 0 0 0,-1-1 1 0 0,1 1-1 0 0,0 0 0 0 0,-1-1 1 0 0,1 1-1 0 0,0 0 0 0 0,-1 0 1 0 0,1 0-1 0 0,-1-1 0 0 0,1 2 1 0 0,3 7-47 0 0,0 0 0 0 0,-1 1 0 0 0,0-1 0 0 0,2 14 0 0 0,-1-3-774 0 0,-1-11-28 0 0,0 0 0 0 0,1-1-1 0 0,0 1 1 0 0,0-1-1 0 0,1 0 1 0 0,0 0 0 0 0,0 0-1 0 0,1-1 1 0 0,0 0 0 0 0,12 12-1 0 0,-3-5-1499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21.81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98 6913 0 0,'27'-7'186'0'0,"-1"-2"-1"0"0,-1 0 0 0 0,41-21 0 0 0,-12-6-3375 0 0,-46 29 2847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21.98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30 4145 0 0,'13'0'184'0'0,"-2"-2"40"0"0,1 4-224 0 0,-2-4 0 0 0,-4 1 0 0 0,-2-1 0 0 0,5 1-224 0 0,5-3-96 0 0,7-1-8 0 0,7-2-8 0 0,0 0 256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23.03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5 12443 0 0,'3'-4'2271'0'0,"-1"4"-2262"0"0,-4 12-5151 0 0,2-9 4970 0 0,0-1 0 0 0,0 1 0 0 0,0 0 0 0 0,0 0 0 0 0,0 0-1 0 0,1 0 1 0 0,1 5 0 0 0,1 1 162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23.4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39 10594 0 0,'0'0'4'0'0,"-1"-1"110"0"0,1-1 0 0 0,-1 0-1 0 0,1 1 1 0 0,0-1 0 0 0,-1 1 0 0 0,1-1 0 0 0,0 0 0 0 0,0 1 0 0 0,0-1 0 0 0,0 0 0 0 0,0 1 0 0 0,0-1 0 0 0,1 1 0 0 0,-1-1 0 0 0,1 0 0 0 0,-1 1 0 0 0,1-1 0 0 0,-1 1-1 0 0,1-1 1 0 0,0 1 0 0 0,0-1 0 0 0,-1 1 0 0 0,2-2 0 0 0,0 6 333 0 0,0 1-1 0 0,-1-1 0 0 0,0 0 1 0 0,0 0-1 0 0,0 1 0 0 0,0-1 1 0 0,0 1-1 0 0,0 3 1 0 0,-1-6-253 0 0,75 311 2943 0 0,-32-145-3748 0 0,-14-64-1825 0 0,-5-35-4258 0 0,-16-47 1963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25.53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157 31 6913 0 0,'-11'-15'2733'0'0,"-1"0"878"0"0,11 15-3529 0 0,0 0 0 0 0,0 0 0 0 0,0 0 0 0 0,0 0 0 0 0,0 0 0 0 0,0 0 0 0 0,0 0 1 0 0,0 0-1 0 0,0 1 0 0 0,1-1 0 0 0,-1 0 0 0 0,0 0 0 0 0,0 1 0 0 0,0-1 0 0 0,0 1 0 0 0,1-1 0 0 0,-1 1 1 0 0,0-1-1 0 0,0 1 0 0 0,1-1 0 0 0,-1 1 0 0 0,0 0 0 0 0,1-1 0 0 0,-1 1 0 0 0,0 1 0 0 0,-9 9 133 0 0,1 1 1 0 0,0 1-1 0 0,0 0 0 0 0,1 0 0 0 0,1 0 0 0 0,0 1 0 0 0,1 0 0 0 0,1 0 1 0 0,-6 22-1 0 0,1 3 421 0 0,3 1 1 0 0,-5 55-1 0 0,11-76-622 0 0,0 0 0 0 0,2-1-1 0 0,0 1 1 0 0,1 0 0 0 0,1 0 0 0 0,1-1-1 0 0,0 1 1 0 0,2-1 0 0 0,11 29 0 0 0,-12-38-4 0 0,-1 1 0 0 0,1-1 1 0 0,1-1-1 0 0,-1 1 1 0 0,1-1-1 0 0,1 0 1 0 0,-1 0-1 0 0,2-1 1 0 0,-1 0-1 0 0,1 0 1 0 0,0-1-1 0 0,0 0 1 0 0,1 0-1 0 0,-1-1 1 0 0,1 0-1 0 0,0-1 0 0 0,1 0 1 0 0,-1 0-1 0 0,15 3 1 0 0,-17-6 87 0 0,0 0 0 0 0,0 0 1 0 0,0-1-1 0 0,-1 0 0 0 0,1-1 1 0 0,0 1-1 0 0,0-1 0 0 0,0 0 1 0 0,-1-1-1 0 0,1 0 0 0 0,12-5 0 0 0,-17 6-60 0 0,0 1 0 0 0,0-1 0 0 0,0 0 0 0 0,0-1 0 0 0,0 1 0 0 0,0 0-1 0 0,0-1 1 0 0,-1 1 0 0 0,1-1 0 0 0,0 1 0 0 0,-1-1 0 0 0,1 0-1 0 0,-1 1 1 0 0,0-1 0 0 0,1 0 0 0 0,-1 0 0 0 0,0 0 0 0 0,0 0-1 0 0,0 0 1 0 0,0 0 0 0 0,-1-1 0 0 0,1 1 0 0 0,-1 0 0 0 0,1 0-1 0 0,-1-1 1 0 0,0 1 0 0 0,0 0 0 0 0,0 0 0 0 0,0-1 0 0 0,0 1-1 0 0,0 0 1 0 0,-1-1 0 0 0,1 1 0 0 0,-1 0 0 0 0,1 0 0 0 0,-1 0-1 0 0,0 0 1 0 0,-2-4 0 0 0,1 2 5 0 0,-1 0-1 0 0,-1-1 1 0 0,1 1 0 0 0,0 0-1 0 0,-1 1 1 0 0,0-1 0 0 0,0 1-1 0 0,0-1 1 0 0,0 1-1 0 0,-1 1 1 0 0,1-1 0 0 0,-1 0-1 0 0,0 1 1 0 0,-7-2 0 0 0,-2-2-65 0 0,0 2 0 0 0,0 0 0 0 0,-28-4 0 0 0,36 7-52 0 0,-1 0 0 0 0,0 1-1 0 0,1 0 1 0 0,-1 1 0 0 0,-9 1-1 0 0,14-2-205 0 0,-1 1-1 0 0,1-1 1 0 0,-1 1-1 0 0,1 0 1 0 0,-1 0-1 0 0,1 0 1 0 0,-1 1-1 0 0,1-1 1 0 0,0 0-1 0 0,0 1 1 0 0,-1 0-1 0 0,1-1 1 0 0,0 1-1 0 0,1 0 1 0 0,-1 0-1 0 0,-2 2 1 0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25.80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68 6449 0 0,'0'0'99'0'0,"0"-1"0"0"0,0 0-1 0 0,0 1 1 0 0,0-1 0 0 0,0 1-1 0 0,1-1 1 0 0,-1 0 0 0 0,0 1-1 0 0,0-1 1 0 0,1 1 0 0 0,-1-1-1 0 0,0 1 1 0 0,1-1 0 0 0,-1 1-1 0 0,1-1 1 0 0,-1 1 0 0 0,0-1-1 0 0,1 1 1 0 0,-1 0 0 0 0,1-1-1 0 0,-1 1 1 0 0,1 0 0 0 0,-1-1-1 0 0,1 1 1 0 0,0 0 0 0 0,-1 0-1 0 0,1-1 1 0 0,-1 1 0 0 0,1 0-1 0 0,1 0 1 0 0,22-11 2132 0 0,-23 11-2189 0 0,7-4 493 0 0,72-25 3321 0 0,-70 27-4105 0 0,-1-1-1 0 0,0 1 1 0 0,1 1 0 0 0,0 0 0 0 0,-1 0-1 0 0,17 1 1 0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25.9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72 6913 0 0,'40'-4'1509'0'0,"38"-26"-2035"0"0,-60 21 264 0 0,1 2 1 0 0,1 0-1 0 0,23-5 0 0 0,-32 9 262 0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26.29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 17 2761 0 0,'-16'-12'7741'0'0,"32"10"-2811"0"0,-6 2-5239 0 0,111-3 4329 0 0,93 4-1870 0 0,-150 9-2934 0 0,-23 3-2827 0 0,-26-7-2637 0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26.61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26 0 3225 0 0,'-19'9'9976'0'0,"18"-7"-9542"0"0,0 0-12 0 0,0 0 0 0 0,0 1 0 0 0,0-1-1 0 0,1 0 1 0 0,-1 0 0 0 0,1 1 0 0 0,-1-1 0 0 0,1 1 0 0 0,0 3-1 0 0,1 7-121 0 0,0 1 0 0 0,6 23 0 0 0,-3-21 879 0 0,7 51-214 0 0,-3-4-570 0 0,4-1 0 0 0,2-1 0 0 0,37 102 0 0 0,-41-139-860 0 0,14 31 1209 0 0,-5-21-7182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31.49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144 25 2761 0 0,'-3'-2'568'0'0,"1"0"0"0"0,0-1 0 0 0,-1 1 0 0 0,1 0 0 0 0,-1 1 0 0 0,1-1 0 0 0,-1 0 0 0 0,0 1 0 0 0,0-1 0 0 0,0 1 0 0 0,0 0 0 0 0,0 0 0 0 0,0 0 0 0 0,0 0 0 0 0,-5 0 0 0 0,6 1-342 0 0,0 1 0 0 0,1-1 0 0 0,-1 1 0 0 0,0-1-1 0 0,1 1 1 0 0,-1-1 0 0 0,0 1 0 0 0,1 0-1 0 0,-1 0 1 0 0,1 0 0 0 0,-1 0 0 0 0,1 0-1 0 0,-1 0 1 0 0,1 0 0 0 0,0 1 0 0 0,0-1 0 0 0,-1 0-1 0 0,1 1 1 0 0,0-1 0 0 0,0 1 0 0 0,0-1-1 0 0,1 1 1 0 0,-1 0 0 0 0,0-1 0 0 0,1 1 0 0 0,-1 0-1 0 0,1-1 1 0 0,-1 1 0 0 0,1 2 0 0 0,-37 165-117 0 0,18-56-4583 0 0,16-91 2971 0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31.6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34 3 6449 0 0,'-1'-1'160'0'0,"0"1"-1"0"0,1 0 1 0 0,-1 0-1 0 0,1-1 1 0 0,-1 1-1 0 0,1 0 1 0 0,-1 0-1 0 0,0 0 1 0 0,1 0-1 0 0,-1-1 1 0 0,0 1-1 0 0,1 0 1 0 0,-1 0 0 0 0,1 0-1 0 0,-1 0 1 0 0,0 1-1 0 0,1-1 1 0 0,-1 0-1 0 0,0 0 1 0 0,1 0-1 0 0,-1 0 1 0 0,1 1-1 0 0,-1-1 1 0 0,1 0-1 0 0,-1 1 1 0 0,1-1-1 0 0,-1 0 1 0 0,1 1-1 0 0,-1-1 1 0 0,1 0-1 0 0,-1 1 1 0 0,1-1-1 0 0,-1 1 1 0 0,1-1-1 0 0,0 1 1 0 0,-1-1-1 0 0,1 1 1 0 0,0 0-1 0 0,-1-1 1 0 0,1 1-1 0 0,0-1 1 0 0,0 1-1 0 0,-1 1 1 0 0,-9 25 762 0 0,10-26-1160 0 0,1 0-1 0 0,-1 0 1 0 0,1 1 0 0 0,-1-1 0 0 0,1 0-1 0 0,-1 0 1 0 0,1 0 0 0 0,0 0 0 0 0,0 0 0 0 0,-1 0-1 0 0,1 0 1 0 0,0 0 0 0 0,0 0 0 0 0,0-1-1 0 0,1 2 1 0 0,1 0-1106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32.40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254 66 9218 0 0,'4'-26'1016'0'0,"2"-13"6499"0"0,-22 52-4673 0 0,-15 34-2665 0 0,1 2 0 0 0,3 0 0 0 0,-31 78 0 0 0,5 18-1764 0 0,6 3-3423 0 0,45-143 4748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32.6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39 8754 0 0,'0'-5'299'0'0,"0"-28"8238"0"0,1 33-8355 0 0,46 9-2897 0 0,-37-8 2365 0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37.91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143 120 920 0 0,'-1'-3'136'0'0,"1"0"-1"0"0,-2 1 0 0 0,1-1 1 0 0,0 1-1 0 0,0-1 0 0 0,-1 1 1 0 0,0 0-1 0 0,1 0 1 0 0,-1-1-1 0 0,0 1 0 0 0,0 0 1 0 0,0 0-1 0 0,0 1 1 0 0,0-1-1 0 0,-1 0 0 0 0,1 1 1 0 0,-1 0-1 0 0,1-1 0 0 0,-1 1 1 0 0,1 0-1 0 0,-1 0 1 0 0,1 0-1 0 0,-1 1 0 0 0,0-1 1 0 0,-3 0-1 0 0,0 0 481 0 0,0 0 0 0 0,-1 1 0 0 0,1 0 0 0 0,0 0 1 0 0,0 0-1 0 0,-1 1 0 0 0,1 0 0 0 0,0 0 0 0 0,0 1 0 0 0,-7 2 0 0 0,13-4-463 0 0,-1 0 0 0 0,0 0 0 0 0,1 0-1 0 0,-1 0 1 0 0,1 0 0 0 0,-1 0 0 0 0,0 1 0 0 0,1-1-1 0 0,-1 0 1 0 0,1 0 0 0 0,-1 1 0 0 0,1-1 0 0 0,-1 0 0 0 0,1 1-1 0 0,-1-1 1 0 0,1 0 0 0 0,-1 1 0 0 0,1-1 0 0 0,0 1 0 0 0,-1-1-1 0 0,1 1 1 0 0,-1-1 0 0 0,1 1 0 0 0,0-1 0 0 0,0 1-1 0 0,-1 0 1 0 0,16 2 1568 0 0,29-5-782 0 0,51-13-320 0 0,152-45 0 0 0,-188 46-2903 0 0,-44 13 970 0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38.30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40 21 6913 0 0,'-40'-21'10001'0'0,"47"29"-9636"0"0,-1 0-1 0 0,0 0 1 0 0,0 1-1 0 0,-1-1 1 0 0,0 1-1 0 0,-1 1 0 0 0,0-1 1 0 0,5 17-1 0 0,17 86-206 0 0,-19-79 102 0 0,22 118-99 0 0,-6-26 403 0 0,77 241 0 0 0,-98-363-525 0 0,0 4 12 0 0,1 0-1 0 0,-1 0 1 0 0,2 0 0 0 0,-1-1 0 0 0,1 0 0 0 0,5 8 0 0 0,-8-13-30 0 0,0 0 1 0 0,0 0-1 0 0,1 0 1 0 0,-1 0-1 0 0,0 0 1 0 0,1 0-1 0 0,-1-1 1 0 0,0 1-1 0 0,1 0 1 0 0,-1-1-1 0 0,1 1 1 0 0,-1-1-1 0 0,1 1 1 0 0,-1-1-1 0 0,1 0 1 0 0,-1 1 0 0 0,1-1-1 0 0,-1 0 1 0 0,1 0-1 0 0,-1 0 1 0 0,1-1-1 0 0,0 1 1 0 0,-1 0-1 0 0,1 0 1 0 0,-1-1-1 0 0,1 1 1 0 0,-1-1-1 0 0,1 1 1 0 0,-1-1-1 0 0,0 0 1 0 0,1 0-1 0 0,-1 1 1 0 0,0-1-1 0 0,3-2 1 0 0,63-50-119 0 0,-21 14-1754 0 0,-13 17-3588 0 0,-10 8-1293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38.85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220 1 10594 0 0,'-7'6'4752'0'0,"-11"26"-3342"0"0,1-2-862 0 0,14-26-289 0 0,1 0 0 0 0,-1 0 1 0 0,1 1-1 0 0,-1-1 0 0 0,1 0 0 0 0,-2 7 350 0 0,2-18 2222 0 0,1 6-2827 0 0,1-1 0 0 0,0 1-1 0 0,-1-1 1 0 0,1 1-1 0 0,-1-1 1 0 0,1 1 0 0 0,-1 0-1 0 0,0-1 1 0 0,1 1-1 0 0,-1 0 1 0 0,0-1 0 0 0,0 1-1 0 0,0 0 1 0 0,0 0-1 0 0,0 0 1 0 0,-1 0 0 0 0,1 0-1 0 0,0 0 1 0 0,0 0-1 0 0,-1 0 1 0 0,1 0 0 0 0,0 1-1 0 0,-1-1 1 0 0,1 0-1 0 0,-1 1 1 0 0,1-1 0 0 0,-1 1-1 0 0,1 0 1 0 0,-1-1-1 0 0,1 1 1 0 0,-1 0-1 0 0,1 0 1 0 0,-1 0 0 0 0,0 0-1 0 0,1 0 1 0 0,-1 1-1 0 0,1-1 1 0 0,-1 0 0 0 0,1 1-1 0 0,-1-1 1 0 0,1 1-1 0 0,-1-1 1 0 0,1 1 0 0 0,0 0-1 0 0,-3 1 1 0 0,-3 1-21 0 0,0 1 0 0 0,1 0 1 0 0,-1 0-1 0 0,1 1 0 0 0,0 0 0 0 0,0 0 0 0 0,1 0 1 0 0,-1 1-1 0 0,1 0 0 0 0,0 0 0 0 0,1 0 1 0 0,-1 1-1 0 0,1-1 0 0 0,1 1 0 0 0,-7 14 1 0 0,9-16 12 0 0,-1 0 0 0 0,1-1 0 0 0,0 1 0 0 0,0 0 0 0 0,0 0 0 0 0,1 0 1 0 0,-1 0-1 0 0,1 0 0 0 0,1 0 0 0 0,-1 0 0 0 0,1 0 0 0 0,0 0 1 0 0,0 0-1 0 0,0 0 0 0 0,0-1 0 0 0,1 1 0 0 0,0 0 0 0 0,0-1 1 0 0,0 1-1 0 0,1-1 0 0 0,-1 0 0 0 0,1 0 0 0 0,0 0 0 0 0,1 0 1 0 0,4 5-1 0 0,0-1-19 0 0,0-1 0 0 0,1-1 0 0 0,-1 0 0 0 0,1 0 1 0 0,1 0-1 0 0,-1-1 0 0 0,1 0 0 0 0,0-1 0 0 0,0 0 0 0 0,0-1 1 0 0,0 0-1 0 0,1-1 0 0 0,-1 0 0 0 0,1 0 0 0 0,0-1 0 0 0,14 0 1 0 0,-12-2-707 0 0,0-1 1 0 0,0 0 0 0 0,0 0-1 0 0,0-1 1 0 0,-1-1 0 0 0,0 0 0 0 0,1 0-1 0 0,14-9 1 0 0,-5 0-4984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39.3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27 0 5065 0 0,'-27'9'4487'0'0,"47"-6"-2837"0"0,87-2 4667 0 0,-58-1-4875 0 0,58 6 1 0 0,-103-5-1389 0 0,0-1-1 0 0,-1 1 1 0 0,1 0 0 0 0,0 0-1 0 0,-1 1 1 0 0,1-1-1 0 0,-1 1 1 0 0,0 0-1 0 0,1 0 1 0 0,-1 0-1 0 0,0 0 1 0 0,0 0 0 0 0,0 1-1 0 0,-1-1 1 0 0,1 1-1 0 0,-1 0 1 0 0,1 0-1 0 0,-1 0 1 0 0,0 0-1 0 0,0 0 1 0 0,3 6 0 0 0,1 6-24 0 0,-1 0 1 0 0,0 0 0 0 0,-1 1 0 0 0,2 16 0 0 0,7 24 9 0 0,42 91 24 0 0,-31-88-65 0 0,-3 1-1 0 0,18 81 1 0 0,-37-130 32 0 0,-1 0 1 0 0,0 0-1 0 0,0 0 1 0 0,-2 0-1 0 0,1 0 1 0 0,-1 0-1 0 0,-1 0 1 0 0,0 0-1 0 0,0 0 1 0 0,-1 0-1 0 0,-1-1 1 0 0,0 1-1 0 0,0-1 1 0 0,-1 0-1 0 0,0 0 1 0 0,-1-1 0 0 0,-7 11-1 0 0,0-3 47 0 0,-2-1 0 0 0,0 0 0 0 0,-1-1 0 0 0,0 0 0 0 0,-1-1 0 0 0,-1-1 0 0 0,-33 18 0 0 0,16-9-1128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39.6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42 5985 0 0,'43'-8'6974'0'0,"25"-10"-4262"0"0,-25 7-2052 0 0,-27 7-1174 0 0,-9 4-76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39.86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14 3225 0 0,'11'2'375'0'0,"0"-1"1"0"0,0-1 0 0 0,0 0-1 0 0,0-1 1 0 0,0 0-1 0 0,19-4 1 0 0,-7 1-53 0 0,-4 0-323 0 0,-9 2 0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40.3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41 6449 0 0,'0'0'499'0'0,"28"-2"2364"0"0,77-13 1550 0 0,-10 1-2756 0 0,-1 4-3675 0 0,-84 10 339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40.64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55 1 6913 0 0,'-2'0'239'0'0,"-1"1"-1"0"0,1 0 0 0 0,0 0 0 0 0,0-1 0 0 0,-1 1 0 0 0,1 1 1 0 0,0-1-1 0 0,0 0 0 0 0,0 1 0 0 0,0-1 0 0 0,1 1 0 0 0,-1-1 1 0 0,0 1-1 0 0,0 0 0 0 0,1 0 0 0 0,-1 0 0 0 0,0 2 0 0 0,-1 0 124 0 0,1 1 0 0 0,-1 0 0 0 0,1 0-1 0 0,1 0 1 0 0,-1 0 0 0 0,1 0 0 0 0,-1 9 0 0 0,0-3-30 0 0,2 0 1 0 0,-1 0-1 0 0,2 1 0 0 0,-1-1 1 0 0,2 0-1 0 0,-1 0 1 0 0,4 12-1 0 0,-3-17-254 0 0,1 1 1 0 0,-1-1-1 0 0,1 0 0 0 0,1 0 0 0 0,-1-1 1 0 0,1 1-1 0 0,-1-1 0 0 0,2 0 0 0 0,-1 0 1 0 0,0 0-1 0 0,1 0 0 0 0,0-1 0 0 0,0 1 1 0 0,8 4-1 0 0,6 1 54 0 0,-1 0 0 0 0,1-1 0 0 0,25 7 0 0 0,-20-7 174 0 0,32 17 0 0 0,-53-24-286 0 0,0-1-1 0 0,0 1 1 0 0,0 0-1 0 0,0 0 1 0 0,0 0-1 0 0,0 0 1 0 0,-1 1 0 0 0,1-1-1 0 0,-1 1 1 0 0,0-1-1 0 0,0 1 1 0 0,0 0-1 0 0,0 0 1 0 0,0 0 0 0 0,-1 0-1 0 0,1 0 1 0 0,-1 0-1 0 0,0 1 1 0 0,0-1-1 0 0,0 0 1 0 0,0 1-1 0 0,0-1 1 0 0,-1 0 0 0 0,0 1-1 0 0,0-1 1 0 0,0 1-1 0 0,0-1 1 0 0,-1 5-1 0 0,0-1 28 0 0,-2 0 0 0 0,1 0 0 0 0,-1 0 0 0 0,0 0 0 0 0,0 0-1 0 0,-1-1 1 0 0,1 0 0 0 0,-1 1 0 0 0,-1-1 0 0 0,0-1 0 0 0,1 1-1 0 0,-9 6 1 0 0,1-1-355 0 0,0-1 0 0 0,-1-1 0 0 0,-22 14-1 0 0,-18 5-8085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41.00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 31 2304 0 0,'13'-9'588'0'0,"-10"6"334"0"0,0 1 1 0 0,1-1 0 0 0,-1 1-1 0 0,1 0 1 0 0,-1 0 0 0 0,1 0-1 0 0,0 0 1 0 0,6-2 0 0 0,-9 6-574 0 0,-1 1 0 0 0,0-1 0 0 0,0 0-1 0 0,0 0 1 0 0,0 0 0 0 0,-1 0 0 0 0,1 0 0 0 0,0 1 0 0 0,-1-1 0 0 0,0 0 0 0 0,1 0 0 0 0,-1 0 0 0 0,-1 2 0 0 0,-8 18-69 0 0,2 2 0 0 0,0-1 0 0 0,1 1 1 0 0,2 0-1 0 0,0 1 0 0 0,2-1 0 0 0,-1 34 0 0 0,4-51-253 0 0,0 1-1 0 0,1 0 1 0 0,0 0-1 0 0,0-1 1 0 0,1 1 0 0 0,0 0-1 0 0,0-1 1 0 0,1 0-1 0 0,-1 0 1 0 0,2 1-1 0 0,-1-2 1 0 0,1 1-1 0 0,0 0 1 0 0,1-1-1 0 0,-1 0 1 0 0,1 0-1 0 0,0 0 1 0 0,1 0 0 0 0,0-1-1 0 0,-1 0 1 0 0,2 0-1 0 0,-1-1 1 0 0,0 1-1 0 0,1-1 1 0 0,0-1-1 0 0,0 1 1 0 0,10 2-1 0 0,-11-4 5 0 0,-1 0 0 0 0,1 0-1 0 0,-1-1 1 0 0,1 0 0 0 0,0 0-1 0 0,0 0 1 0 0,0-1-1 0 0,-1 0 1 0 0,1 0 0 0 0,0 0-1 0 0,0-1 1 0 0,0 0 0 0 0,-1 0-1 0 0,1 0 1 0 0,0-1 0 0 0,-1 0-1 0 0,1 0 1 0 0,5-4-1 0 0,-7 4 30 0 0,0-1 0 0 0,0 0 0 0 0,0 0 0 0 0,0-1 0 0 0,-1 1 0 0 0,1-1 0 0 0,-1 0 0 0 0,0 1 0 0 0,0-2 0 0 0,-1 1 0 0 0,1 0 0 0 0,-1 0-1 0 0,0-1 1 0 0,0 1 0 0 0,0-1 0 0 0,-1 0 0 0 0,1 0 0 0 0,-1 1 0 0 0,0-1 0 0 0,-1 0 0 0 0,1-10 0 0 0,-1 3 37 0 0,-1-1-1 0 0,0 1 1 0 0,-1-1 0 0 0,0 1 0 0 0,0 0-1 0 0,-2-1 1 0 0,0 1 0 0 0,0 1 0 0 0,-1-1-1 0 0,0 1 1 0 0,-1 0 0 0 0,0 0 0 0 0,-1 0-1 0 0,0 1 1 0 0,-17-18 0 0 0,15 18-443 0 0,-1 1 0 0 0,0 0-1 0 0,-1 0 1 0 0,0 1 0 0 0,-1 0 0 0 0,0 1 0 0 0,0 1 0 0 0,-24-10 0 0 0,18 10-913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41.57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46 6449 0 0,'9'7'570'0'0,"0"0"-1"0"0,-1 1 0 0 0,0 0 0 0 0,0 1 1 0 0,-1 0-1 0 0,0 0 0 0 0,-1 0 0 0 0,7 13 1 0 0,-5-8-3 0 0,-1 1 1 0 0,0 1 0 0 0,-1-1-1 0 0,8 33 1 0 0,-9-30-415 0 0,-2-30 774 0 0,-3 11-736 0 0,7-21 185 0 0,-3 11-122 0 0,0 1 0 0 0,1 0 0 0 0,0 0-1 0 0,1 0 1 0 0,0 1 0 0 0,1-1 0 0 0,0 2 0 0 0,13-15 0 0 0,-15 18-179 0 0,0 1 0 0 0,0-1 0 0 0,1 1 0 0 0,-1 0 0 0 0,1 1 0 0 0,0-1 0 0 0,0 1 0 0 0,0 0 0 0 0,0 0 0 0 0,0 1 0 0 0,1 0 0 0 0,-1 0 0 0 0,1 1 0 0 0,-1 0 0 0 0,9-1 0 0 0,-12 2-82 0 0,0 1-1 0 0,0 0 1 0 0,0 0 0 0 0,-1 0 0 0 0,1 0-1 0 0,0 0 1 0 0,-1 0 0 0 0,1 1 0 0 0,-1-1 0 0 0,1 1-1 0 0,-1 0 1 0 0,0 0 0 0 0,0 0 0 0 0,0 0-1 0 0,0 0 1 0 0,0 0 0 0 0,0 0 0 0 0,-1 1-1 0 0,3 3 1 0 0,0 0-25 0 0,0 1 0 0 0,0-1 0 0 0,-1 1 1 0 0,0 0-1 0 0,-1 0 0 0 0,3 11 0 0 0,-4-9-76 0 0,3 7-323 0 0,-4-16 425 0 0,1 0-1 0 0,-1 1 1 0 0,0-1 0 0 0,1 0 0 0 0,-1 0 0 0 0,0 0 0 0 0,1 0 0 0 0,-1 0-1 0 0,1 0 1 0 0,-1 0 0 0 0,0 0 0 0 0,1 0 0 0 0,-1 0 0 0 0,0 0 0 0 0,1 0 0 0 0,-1 0-1 0 0,0 0 1 0 0,1 0 0 0 0,-1-1 0 0 0,1 1 0 0 0,-1 0 0 0 0,0 0 0 0 0,0 0-1 0 0,1-1 1 0 0,-1 1 0 0 0,0 0 0 0 0,1 0 0 0 0,-1-1 0 0 0,0 1 0 0 0,0 0 0 0 0,1 0-1 0 0,-1-1 1 0 0,0 1 0 0 0,0 0 0 0 0,0-1 0 0 0,1 1 0 0 0,-1 0 0 0 0,0-1-1 0 0,0 1 1 0 0,0 0 0 0 0,0-1 0 0 0,0 0 0 0 0,9-12 131 0 0,-1-1-1 0 0,12-27 1 0 0,-15 28 52 0 0,2-1 0 0 0,0 1 0 0 0,0 0 0 0 0,13-15 1 0 0,-17 25-151 0 0,0-1 0 0 0,0 1 0 0 0,0 0 0 0 0,0 0 1 0 0,1 1-1 0 0,-1-1 0 0 0,1 1 0 0 0,0 0 0 0 0,0 0 1 0 0,0 0-1 0 0,0 0 0 0 0,0 1 0 0 0,1-1 0 0 0,-1 1 1 0 0,0 0-1 0 0,0 0 0 0 0,1 1 0 0 0,8-1 0 0 0,-11 1-19 0 0,0 1 0 0 0,0-1-1 0 0,0 1 1 0 0,0-1 0 0 0,0 1 0 0 0,0-1-1 0 0,0 1 1 0 0,0 0 0 0 0,0 0-1 0 0,0 0 1 0 0,0 0 0 0 0,-1 1-1 0 0,1-1 1 0 0,0 0 0 0 0,-1 1 0 0 0,1-1-1 0 0,-1 1 1 0 0,2 1 0 0 0,24 39-282 0 0,-8-11-5839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41.97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26 4809 0 0,'0'-2'153'0'0,"0"0"1"0"0,0 1-1 0 0,1-1 0 0 0,-1 0 0 0 0,1 1 1 0 0,0-1-1 0 0,-1 1 0 0 0,1-1 1 0 0,0 1-1 0 0,0-1 0 0 0,0 1 1 0 0,0 0-1 0 0,9-5 3379 0 0,-7 19-647 0 0,-5 80 467 0 0,0-34-2257 0 0,10 102 0 0 0,-5-141-1126 0 0,0-1 0 0 0,2 1 0 0 0,0-1 0 0 0,1 0 0 0 0,1-1 0 0 0,0 1 0 0 0,2-1 0 0 0,0-1 0 0 0,13 20 0 0 0,-14-28-67 0 0,-3-6-1501 0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42.3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26 141 1840 0 0,'-11'-21'1180'0'0,"9"18"-581"0"0,0 0 0 0 0,1 1 0 0 0,-1-1 1 0 0,1-1-1 0 0,-1 1 0 0 0,1 0 0 0 0,0 0 1 0 0,0 0-1 0 0,0-1 0 0 0,0-5 0 0 0,1 9-500 0 0,1 0-1 0 0,-1-1 0 0 0,1 1 0 0 0,-1 0 0 0 0,0 0 0 0 0,1-1 0 0 0,-1 1 1 0 0,1 0-1 0 0,-1 0 0 0 0,0 0 0 0 0,1 0 0 0 0,-1 0 0 0 0,1 0 0 0 0,-1 0 1 0 0,1 0-1 0 0,-1-1 0 0 0,1 1 0 0 0,-1 1 0 0 0,0-1 0 0 0,1 0 0 0 0,-1 0 1 0 0,1 0-1 0 0,-1 0 0 0 0,1 0 0 0 0,-1 0 0 0 0,1 0 0 0 0,-1 1 0 0 0,0-1 1 0 0,1 0-1 0 0,-1 0 0 0 0,0 1 0 0 0,1-1 0 0 0,-1 0 0 0 0,1 1 1 0 0,14 8 1312 0 0,-4 3-1059 0 0,0 0 1 0 0,-1 1-1 0 0,12 21 0 0 0,-11-17 271 0 0,1 0 0 0 0,17 19-1 0 0,-26-33-554 0 0,1 1-1 0 0,0-1 0 0 0,0 1 0 0 0,0-1 0 0 0,0 0 0 0 0,0-1 1 0 0,0 1-1 0 0,1-1 0 0 0,-1 0 0 0 0,1 0 0 0 0,0 0 1 0 0,0-1-1 0 0,9 3 0 0 0,-10-4-60 0 0,1 0-1 0 0,-1-1 1 0 0,0 1-1 0 0,0-1 1 0 0,0 0-1 0 0,1 0 1 0 0,-1 0-1 0 0,0 0 1 0 0,0-1-1 0 0,0 1 1 0 0,-1-1-1 0 0,1 0 1 0 0,0-1-1 0 0,-1 1 1 0 0,1 0-1 0 0,-1-1 1 0 0,0 0-1 0 0,0 0 1 0 0,5-5-1 0 0,6-9 59 0 0,-1 0 0 0 0,19-31 0 0 0,-15 23-35 0 0,2-6 82 0 0,-12 19 133 0 0,1 0 1 0 0,-1 0-1 0 0,2 1 1 0 0,0 0 0 0 0,0 1-1 0 0,16-13 1 0 0,-24 22-190 0 0,0 1-1 0 0,0-1 1 0 0,0 1 0 0 0,1 0 0 0 0,-1-1 0 0 0,0 1-1 0 0,1 0 1 0 0,-1 0 0 0 0,0 0 0 0 0,0 0 0 0 0,1 0-1 0 0,-1 1 1 0 0,0-1 0 0 0,0 0 0 0 0,1 0 0 0 0,-1 1 0 0 0,0-1-1 0 0,0 1 1 0 0,0-1 0 0 0,1 1 0 0 0,-1 0 0 0 0,0-1-1 0 0,0 1 1 0 0,0 0 0 0 0,0 0 0 0 0,0 0 0 0 0,0 0-1 0 0,0 0 1 0 0,1 1 0 0 0,29 36 135 0 0,-27-32-97 0 0,73 107 123 0 0,-47-66-667 0 0,35 44 0 0 0,-30-47-2340 0 0,-19-22-4275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45.75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126 1 7834 0 0,'0'0'1587'0'0,"-6"21"3811"0"0,-59 191-1548 0 0,47-144-5748 0 0,-9 82 1 0 0,23-123 95 0 0,0-6-2818 0 0,2-12 937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45.97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 14 7370 0 0,'-7'-14'5777'0'0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55.14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 75 8754 0 0,'-2'-3'188'0'0,"1"1"-1"0"0,-1-1 1 0 0,1 0 0 0 0,-1 0 0 0 0,1 0 0 0 0,0 0 0 0 0,0 0-1 0 0,0 0 1 0 0,1 0 0 0 0,-1 0 0 0 0,0-6 0 0 0,1 7-34 0 0,0 1 0 0 0,0 0 0 0 0,0 0 0 0 0,0-1 0 0 0,0 1 0 0 0,0 0 0 0 0,0 0 0 0 0,1-1 0 0 0,-1 1 0 0 0,0 0 0 0 0,1 0 0 0 0,-1 0 0 0 0,1-1 0 0 0,-1 1 0 0 0,1 0 0 0 0,0 0 0 0 0,-1 0 0 0 0,1 0 0 0 0,0 0 0 0 0,0 0 0 0 0,0 0 0 0 0,0 0 0 0 0,0 0 0 0 0,0 1 0 0 0,0-1 0 0 0,0 0 0 0 0,0 1 0 0 0,0-1 0 0 0,0 0 0 0 0,0 1 0 0 0,1 0 0 0 0,1-1 0 0 0,-2 1-55 0 0,0 0 0 0 0,-1 0 0 0 0,1 1 0 0 0,0-1 0 0 0,0 0 0 0 0,0 1 0 0 0,0-1 0 0 0,0 1 0 0 0,0-1 0 0 0,-1 1 0 0 0,1 0 0 0 0,0-1 0 0 0,0 1 0 0 0,-1 0 0 0 0,1-1 1 0 0,0 1-1 0 0,-1 0 0 0 0,1 0 0 0 0,-1 0 0 0 0,1-1 0 0 0,-1 1 0 0 0,1 0 0 0 0,-1 0 0 0 0,0 0 0 0 0,0 0 0 0 0,1 0 0 0 0,-1 0 0 0 0,0 1 0 0 0,8 33 384 0 0,-7-32-332 0 0,30 214 418 0 0,-19-116-137 0 0,35 137-1 0 0,-25-156-345 0 0,64 201 541 0 0,-83-276-609 0 0,0 0-1 0 0,0 0 1 0 0,1 0 0 0 0,0 0 0 0 0,0 0 0 0 0,0-1 0 0 0,1 0 0 0 0,0 0 0 0 0,7 7 0 0 0,-10-11-23 0 0,0-1 1 0 0,1 1-1 0 0,-1-1 0 0 0,1 1 1 0 0,0-1-1 0 0,0 0 1 0 0,-1 0-1 0 0,1 0 0 0 0,0 0 1 0 0,0 0-1 0 0,0-1 1 0 0,0 1-1 0 0,0-1 0 0 0,0 0 1 0 0,0 0-1 0 0,0 0 0 0 0,0 0 1 0 0,0-1-1 0 0,0 1 1 0 0,0-1-1 0 0,0 1 0 0 0,0-1 1 0 0,-1 0-1 0 0,1 0 1 0 0,0-1-1 0 0,4-2 0 0 0,7-4-163 0 0,-1 0-1 0 0,1-1 1 0 0,-1-1 0 0 0,-1 0-1 0 0,0-1 1 0 0,-1-1-1 0 0,11-13 1 0 0,67-96-1653 0 0,-63 83 1070 0 0,25-39-3109 0 0,-36 52-1362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55.3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31 6449 0 0,'13'-9'5660'0'0,"17"-9"-5989"0"0,-13 15-2705 0 0,-17 3 2969 0 0,1 0 0 0 0,-1 0 0 0 0,0 0 0 0 0,1 0 0 0 0,-1 0 0 0 0,0 0 0 0 0,1 0 0 0 0,-1 0 0 0 0,0 0 0 0 0,1 0 0 0 0,-1 0 0 0 0,1 0 0 0 0,-1 0 0 0 0,0 0 0 0 0,1 0 0 0 0,-1 0 0 0 0,0 0 0 0 0,1 1 0 0 0,-1-1 0 0 0,0 0 0 0 0,1 0 0 0 0,-1 0 0 0 0,0 0 0 0 0,0 1 0 0 0,1-1 0 0 0,-1 0 0 0 0,0 0 0 0 0,1 1 0 0 0,-1-1 0 0 0,0 0 0 0 0,0 1 0 0 0,0-1 0 0 0,1 0 0 0 0,-1 1 0 0 0,0-1 0 0 0,0 0 0 0 0,0 1 0 0 0,0-1 0 0 0,0 0 0 0 0,0 1 0 0 0,-1 3 65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55.54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 1840 0 0,'2'1'172'0'0,"0"0"0"0"0,1 0 0 0 0,-1 0-1 0 0,0 0 1 0 0,0 0 0 0 0,0 0 0 0 0,1 0-1 0 0,-1-1 1 0 0,0 1 0 0 0,1-1 0 0 0,-1 1-1 0 0,1-1 1 0 0,-1 0 0 0 0,5 0 0 0 0,42-5 1742 0 0,-31 2-1508 0 0,53-1-331 0 0,-57 4-1196 0 0,1 1 0 0 0,26 5 0 0 0,-14-6 1022 0 0,-19-1 182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56.52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56 230 920 0 0,'-2'-36'3532'0'0,"-3"0"0"0"0,-15-67 1 0 0,20 101-3378 0 0,-1-2 287 0 0,-7-26 1440 0 0,8 29-1709 0 0,-1 0-1 0 0,1 0 1 0 0,0 0-1 0 0,-1 0 1 0 0,1 0-1 0 0,0 0 0 0 0,-1 0 1 0 0,1 1-1 0 0,-1-1 1 0 0,0 0-1 0 0,1 0 1 0 0,-1 0-1 0 0,0 0 1 0 0,1 1-1 0 0,-1-1 0 0 0,0 0 1 0 0,0 1-1 0 0,0-1 1 0 0,1 0-1 0 0,-1 1 1 0 0,0-1-1 0 0,-1 0 1 0 0,0 5 103 0 0,2 0 0 0 0,-1 0 0 0 0,0 0 1 0 0,1 0-1 0 0,0 0 0 0 0,-1 0 1 0 0,2 0-1 0 0,-1 5 0 0 0,0-5-82 0 0,2 46 256 0 0,2 0 1 0 0,17 83-1 0 0,37 94 81 0 0,-46-184-464 0 0,5 48-176 0 0,-13-61-1346 0 0,12 43 0 0 0,-13-63 126 0 0,1 0 0 0 0,0-1 0 0 0,0 0 0 0 0,10 15 0 0 0,-14-23 1143 0 0,1 1 0 0 0,0-1 0 0 0,0 0 0 0 0,0 1 0 0 0,0-1-1 0 0,0 0 1 0 0,0 0 0 0 0,0 0 0 0 0,0 0 0 0 0,1 0 0 0 0,-1 0 0 0 0,0 0 0 0 0,1 0 0 0 0,-1 0-1 0 0,1-1 1 0 0,-1 1 0 0 0,4 0 0 0 0,-5-1 266 0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56.7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 0 2304 0 0,'-6'12'9196'0'0,"3"-9"-9201"0"0,1-2 15 0 0,1 0 0 0 0,0 0 1 0 0,0 0-1 0 0,0 0 0 0 0,0 0 1 0 0,0 0-1 0 0,0 1 0 0 0,1-1 1 0 0,-1 0-1 0 0,0 0 0 0 0,1 1 1 0 0,-2 1-1 0 0,2 0 3 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57.69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4 5065 0 0,'17'-2'2501'0'0,"-16"2"-2378"0"0,0 0 0 0 0,0-1 0 0 0,1 1 0 0 0,-1 0 0 0 0,0 0 0 0 0,0 0 0 0 0,1 0 0 0 0,-1 0 0 0 0,0 0 0 0 0,0 0 0 0 0,1 0 0 0 0,-1 0 0 0 0,0 0 0 0 0,0 1 0 0 0,0-1-1 0 0,0 0 1 0 0,1 1 0 0 0,-1-1 0 0 0,0 1 0 0 0,0 0 0 0 0,0-1 0 0 0,0 1 0 0 0,0 0 0 0 0,0 0 0 0 0,0-1 0 0 0,0 1 0 0 0,0 0 0 0 0,-1 0 0 0 0,1 0 0 0 0,0 0 0 0 0,-1 0 0 0 0,1 0-1 0 0,0 0 1 0 0,-1 1 0 0 0,1-1 0 0 0,-1 0 0 0 0,0 0 0 0 0,1 0 0 0 0,-1 0 0 0 0,0 1 0 0 0,0-1 0 0 0,1 0 0 0 0,-1 0 0 0 0,0 2 0 0 0,9 41 1342 0 0,-3-8-1551 0 0,2 0-1 0 0,2 0 0 0 0,1-1 1 0 0,16 35-1 0 0,-26-70 85 0 0,-1 0-1 0 0,0 0 1 0 0,0 1 0 0 0,0-1 0 0 0,0 0-1 0 0,0 0 1 0 0,0 1 0 0 0,0-1-1 0 0,0 0 1 0 0,0 0 0 0 0,1 1-1 0 0,-1-1 1 0 0,0 0 0 0 0,0 0 0 0 0,0 0-1 0 0,0 1 1 0 0,1-1 0 0 0,-1 0-1 0 0,0 0 1 0 0,0 0 0 0 0,1 0-1 0 0,-1 1 1 0 0,0-1 0 0 0,0 0 0 0 0,0 0-1 0 0,1 0 1 0 0,-1 0 0 0 0,0 0-1 0 0,1 0 1 0 0,-1 0 0 0 0,0 0 0 0 0,0 0-1 0 0,1 0 1 0 0,-1 0 0 0 0,0 0-1 0 0,0 0 1 0 0,1 0 0 0 0,-1 0-1 0 0,0 0 1 0 0,1 0 0 0 0,7-13 108 0 0,5-31-55 0 0,-9 30-445 0 0,-1 3 175 0 0,4-13 217 0 0,0 2-1 0 0,1-1 0 0 0,1 1 1 0 0,1 0-1 0 0,2 1 1 0 0,19-29-1 0 0,-30 49 94 0 0,0 0 1 0 0,-1-1-1 0 0,1 1 1 0 0,0 0-1 0 0,0 0 1 0 0,0 0-1 0 0,0 0 1 0 0,0 0-1 0 0,1 0 1 0 0,-1 1-1 0 0,0-1 0 0 0,0 0 1 0 0,1 0-1 0 0,-1 1 1 0 0,0-1-1 0 0,1 1 1 0 0,-1-1-1 0 0,0 1 1 0 0,1 0-1 0 0,-1-1 1 0 0,1 1-1 0 0,-1 0 1 0 0,1 0-1 0 0,-1 0 1 0 0,0 0-1 0 0,3 1 0 0 0,-2 0 7 0 0,1 0 0 0 0,-1 0 0 0 0,0 1 0 0 0,0-1 0 0 0,0 1 0 0 0,-1-1 0 0 0,1 1 0 0 0,0 0 0 0 0,0 0 0 0 0,-1-1 0 0 0,1 1 0 0 0,-1 0 0 0 0,0 1 0 0 0,2 1 0 0 0,4 11 82 0 0,-1-1-1 0 0,0 1 0 0 0,5 24 1 0 0,15 50-108 0 0,-27-83-77 0 0,11-27 70 0 0,3 0 189 0 0,1 2 1 0 0,1-1-1 0 0,0 2 0 0 0,2 0 1 0 0,0 1-1 0 0,33-26 0 0 0,-49 42-236 0 0,0 1 0 0 0,0-1 0 0 0,0 1 0 0 0,-1-1-1 0 0,1 1 1 0 0,0-1 0 0 0,0 1 0 0 0,0 0 0 0 0,0-1 0 0 0,0 1-1 0 0,0 0 1 0 0,0 0 0 0 0,0 0 0 0 0,0 0 0 0 0,0 0-1 0 0,0 0 1 0 0,0 0 0 0 0,0 0 0 0 0,0 0 0 0 0,0 0 0 0 0,0 1-1 0 0,0-1 1 0 0,0 0 0 0 0,-1 1 0 0 0,1-1 0 0 0,0 1-1 0 0,0-1 1 0 0,0 1 0 0 0,0-1 0 0 0,-1 1 0 0 0,1-1 0 0 0,0 1-1 0 0,0 0 1 0 0,-1-1 0 0 0,1 1 0 0 0,-1 0 0 0 0,1 0 0 0 0,0 0-1 0 0,-1-1 1 0 0,1 1 0 0 0,-1 0 0 0 0,0 0 0 0 0,1 0-1 0 0,-1 0 1 0 0,0 0 0 0 0,0 0 0 0 0,1 1 0 0 0,2 9-61 0 0,1 0 0 0 0,-2 1 1 0 0,2 14-1 0 0,-1-12-147 0 0,3 18-592 0 0,1 1-1334 0 0,-1-10-2758 0 0,-1-6-683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09:58.34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22 5985 0 0,'3'-19'3957'0'0,"-3"19"-3863"0"0,0 0-1 0 0,0 0 0 0 0,1 0 0 0 0,-1 0 0 0 0,4 2 1864 0 0,-4-1-1864 0 0,1-1 0 0 0,-1 0 0 0 0,0 0 0 0 0,0 1 0 0 0,0-1 1 0 0,0 0-1 0 0,0 0 0 0 0,0 1 0 0 0,0-1 0 0 0,16 40 3083 0 0,-12-30-3693 0 0,6 21 444 0 0,-2 0 0 0 0,9 54-1 0 0,-11-51-1106 0 0,-6-33 1121 0 0,0 0-1 0 0,0 0 0 0 0,0-1 1 0 0,0 1-1 0 0,0 0 1 0 0,0 0-1 0 0,1 0 1 0 0,-1-1-1 0 0,0 1 0 0 0,0 0 1 0 0,1 0-1 0 0,-1-1 1 0 0,0 1-1 0 0,1 0 1 0 0,-1-1-1 0 0,1 1 1 0 0,-1 0-1 0 0,1-1 0 0 0,-1 1 1 0 0,2 0-1 0 0,5-12-201 0 0,1-26 741 0 0,-7 22-254 0 0,1-5 96 0 0,1-1-1 0 0,1 1 1 0 0,9-31 0 0 0,-12 47-231 0 0,1 0 0 0 0,-1 1 0 0 0,1-1 0 0 0,-1 0 0 0 0,1 0-1 0 0,1 1 1 0 0,-1-1 0 0 0,0 1 0 0 0,1 0 0 0 0,0 0 0 0 0,-1 0 0 0 0,1 0 0 0 0,0 0 0 0 0,1 0 0 0 0,-1 1 0 0 0,0 0 0 0 0,1-1 0 0 0,0 1-1 0 0,-1 0 1 0 0,1 1 0 0 0,0-1 0 0 0,0 1 0 0 0,0 0 0 0 0,5-1 0 0 0,-7 2-23 0 0,0 0 0 0 0,0 0 0 0 0,0 1 0 0 0,1-1-1 0 0,-1 1 1 0 0,0-1 0 0 0,0 1 0 0 0,0 0 0 0 0,0 0 0 0 0,0 0 0 0 0,0 0 0 0 0,0 0-1 0 0,0 1 1 0 0,-1-1 0 0 0,1 0 0 0 0,0 1 0 0 0,-1 0 0 0 0,2 1 0 0 0,29 37 572 0 0,-25-31-611 0 0,0 0-97 0 0,-1 0 0 0 0,0 0 1 0 0,0 1-1 0 0,-1 0 0 0 0,-1 0 0 0 0,1 0 0 0 0,-2 0 0 0 0,5 18 0 0 0,-8-25 45 0 0,1-3 21 0 0,-1-31 154 0 0,3 18-45 0 0,1 0 1 0 0,0 1-1 0 0,1-1 1 0 0,1 1-1 0 0,0 0 0 0 0,11-15 1 0 0,-13 21-30 0 0,0 1 1 0 0,0 0 0 0 0,0 0 0 0 0,1 1-1 0 0,-1-1 1 0 0,11-6 0 0 0,-12 9-45 0 0,-1 1 1 0 0,1-1-1 0 0,0 1 0 0 0,0 0 1 0 0,-1 0-1 0 0,1 0 0 0 0,0 0 1 0 0,0 0-1 0 0,0 1 0 0 0,0-1 1 0 0,0 1-1 0 0,0 0 0 0 0,0 0 1 0 0,0 0-1 0 0,4 1 0 0 0,-3 0-19 0 0,-1 0-1 0 0,0 0 1 0 0,0 0-1 0 0,0 1 0 0 0,0-1 1 0 0,0 1-1 0 0,0 0 1 0 0,0 0-1 0 0,-1 0 0 0 0,1 0 1 0 0,-1 0-1 0 0,1 1 0 0 0,-1-1 1 0 0,0 1-1 0 0,0 0 1 0 0,0 0-1 0 0,3 4 0 0 0,2 8-994 0 0,1 0-1 0 0,6 23 0 0 0,0-3-2436 0 0,-6-21 2972 0 0,-2 0 397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01.42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154 11 7834 0 0,'0'0'108'0'0,"1"0"1"0"0,-1-1 0 0 0,0 1-1 0 0,0 0 1 0 0,0-1 0 0 0,0 1 0 0 0,0 0-1 0 0,0-1 1 0 0,0 1 0 0 0,0 0-1 0 0,0-1 1 0 0,0 1 0 0 0,0 0-1 0 0,0-1 1 0 0,-1 1 0 0 0,1 0-1 0 0,0-1 1 0 0,0 1 0 0 0,0 0-1 0 0,0-1 1 0 0,0 1 0 0 0,-1 0 0 0 0,1-1-1 0 0,0 1 1 0 0,0 0 0 0 0,-1 0-1 0 0,1-1 1 0 0,0 1 0 0 0,0 0-1 0 0,-1 0 1 0 0,1 0 0 0 0,0-1-1 0 0,-1 1 1 0 0,1 0 0 0 0,0 0 0 0 0,-1 0-1 0 0,1 0 1 0 0,0 0 0 0 0,-1 0-1 0 0,1 0 1 0 0,0 0 0 0 0,-1 0-1 0 0,1 0 1 0 0,0 0 0 0 0,-1 0-1 0 0,1 0 1 0 0,0 0 0 0 0,-1 0-1 0 0,1 0 1 0 0,0 0 0 0 0,-1 0 0 0 0,1 0-1 0 0,0 0 1 0 0,-1 0 0 0 0,1 1-1 0 0,0-1 1 0 0,-1 0 0 0 0,1 0-1 0 0,-1 1 1 0 0,-7 12 155 0 0,1 1 0 0 0,0 0 0 0 0,1 0 0 0 0,0 1-1 0 0,1-1 1 0 0,-4 21 0 0 0,-16 103 660 0 0,20-102-734 0 0,-34 289 1295 0 0,30-240-1245 0 0,4-39-234 0 0,0-15-315 0 0,1 32-1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01.78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24 8 4145 0 0,'-23'-8'9000'0'0,"42"29"-7502"0"0,-17-18-1455 0 0,25 26 721 0 0,-1 2 0 0 0,-2 0 0 0 0,-1 2 1 0 0,34 64-1 0 0,-35-57-694 0 0,1-2-1 0 0,2 0 1 0 0,33 36-1 0 0,-38-52-308 0 0,2-2 0 0 0,33 25 0 0 0,-50-44-913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02.0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1 129 7370 0 0,'2'-3'261'0'0,"0"0"1"0"0,0 0-1 0 0,1 0 1 0 0,-1 0 0 0 0,1 0-1 0 0,0 1 1 0 0,-1-1 0 0 0,1 1-1 0 0,1 0 1 0 0,-1 0 0 0 0,4-2-1 0 0,0-2 192 0 0,12-7 566 0 0,0 1-1 0 0,0 1 1 0 0,41-18-1 0 0,-44 23-2112 0 0,0 1-1 0 0,1 1 1 0 0,20-4-1 0 0,-17 6-3490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02.36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 1 1376 0 0,'-22'10'11698'0'0,"38"-11"-8547"0"0,-9 0-2918 0 0,0 1 1 0 0,1-1 0 0 0,-1 1-1 0 0,0 1 1 0 0,11 1 0 0 0,-13-1-657 0 0,-1 0 0 0 0,1 1 0 0 0,-1-1 0 0 0,0 1 0 0 0,9 5 0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02.57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92 3681 0 0,'2'-3'405'0'0,"0"1"1"0"0,0-1-1 0 0,0 0 1 0 0,0 1-1 0 0,0-1 1 0 0,1 1 0 0 0,-1 0-1 0 0,1 0 1 0 0,0 0-1 0 0,-1 0 1 0 0,1 0-1 0 0,0 1 1 0 0,5-2-1 0 0,2-4 815 0 0,2-1 5 0 0,1 1 0 0 0,0 0 0 0 0,0 0-1 0 0,27-8 1 0 0,-32 12-1927 0 0,0 2 0 0 0,0-1 0 0 0,0 1 0 0 0,0 0 0 0 0,1 0 0 0 0,9 2 0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06.72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75 64 1840 0 0,'-5'0'813'0'0,"-1"-1"0"0"0,1-1 0 0 0,-1 1 0 0 0,1-1 0 0 0,-9-4-1 0 0,12 5-281 0 0,-1 0 0 0 0,0 0-1 0 0,1 0 1 0 0,-1-1 0 0 0,1 1 0 0 0,0-1-1 0 0,0 1 1 0 0,-1-1 0 0 0,1 0-1 0 0,0 0 1 0 0,0 0 0 0 0,0 0-1 0 0,-1-3 1 0 0,3 4-447 0 0,0 0-1 0 0,0 1 1 0 0,0-1 0 0 0,0 0 0 0 0,0 0-1 0 0,0 0 1 0 0,1 0 0 0 0,-1 0-1 0 0,0 0 1 0 0,1 0 0 0 0,-1 1 0 0 0,0-1-1 0 0,1 0 1 0 0,-1 0 0 0 0,1 0-1 0 0,-1 1 1 0 0,1-1 0 0 0,-1 0 0 0 0,1 1-1 0 0,0-1 1 0 0,-1 0 0 0 0,1 1-1 0 0,0-1 1 0 0,0 1 0 0 0,-1-1 0 0 0,1 1-1 0 0,0-1 1 0 0,0 1 0 0 0,0 0-1 0 0,0-1 1 0 0,0 1 0 0 0,-1 0 0 0 0,1 0-1 0 0,0 0 1 0 0,0-1 0 0 0,2 1-1 0 0,34-4 173 0 0,-29 6-240 0 0,1-1 1 0 0,-1 1 0 0 0,0 1 0 0 0,0-1-1 0 0,0 1 1 0 0,-1 1 0 0 0,1-1 0 0 0,-1 1-1 0 0,1 1 1 0 0,-1-1 0 0 0,-1 1-1 0 0,1 1 1 0 0,-1-1 0 0 0,0 1 0 0 0,0 0-1 0 0,0 0 1 0 0,-1 1 0 0 0,0 0-1 0 0,0 0 1 0 0,6 12 0 0 0,-6-7-5 0 0,1 0 0 0 0,-2 1 0 0 0,0-1 0 0 0,0 1 0 0 0,-1 0 0 0 0,-1 0 0 0 0,0 0 0 0 0,0 0 0 0 0,-2 0 0 0 0,1 1 0 0 0,-2-1 0 0 0,-2 19 0 0 0,-17 62 1342 0 0,-3 27-3834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06.9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 0 9674 0 0,'-2'19'2508'0'0,"1"-11"379"0"0,-4-6-4232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08.53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147 72 1840 0 0,'14'-23'12024'0'0,"-11"16"-10688"0"0,1-4-2014 0 0,-3 7 990 0 0,4-12 543 0 0,-5 15-788 0 0,0 1 0 0 0,1 0 0 0 0,-1 0 0 0 0,0-1 0 0 0,0 1 0 0 0,0 0 0 0 0,0-1 0 0 0,0 1 0 0 0,0 0 0 0 0,0 0 0 0 0,0-1 0 0 0,0 1 0 0 0,0 0 0 0 0,0-1 0 0 0,0 1 0 0 0,0 0 0 0 0,0-1 0 0 0,0 1 0 0 0,0 0 0 0 0,0 0 0 0 0,0-1 0 0 0,0 1 0 0 0,0 0 0 0 0,0-1 0 0 0,0 1 1 0 0,-1 0-1 0 0,1 0 0 0 0,0-1 0 0 0,0 1 0 0 0,0 0 0 0 0,0 0 0 0 0,-1 0 0 0 0,1-1 0 0 0,0 1 0 0 0,0 0 0 0 0,-1 0 0 0 0,1-1 0 0 0,-5 2 51 0 0,1 0 0 0 0,-1 0 0 0 0,1 0-1 0 0,-1 0 1 0 0,1 1 0 0 0,-1 0 0 0 0,1 0 0 0 0,0 0 0 0 0,0 0 0 0 0,0 1 0 0 0,0-1 0 0 0,0 1 0 0 0,1 0-1 0 0,-1 0 1 0 0,1 1 0 0 0,0-1 0 0 0,-4 5 0 0 0,-3 4-44 0 0,1 1 0 0 0,0 1 0 0 0,-12 23 0 0 0,12-19-141 0 0,2 0 1 0 0,0 0 0 0 0,1 1-1 0 0,-7 38 1 0 0,11-50 44 0 0,1 1 1 0 0,0-1-1 0 0,1 0 1 0 0,0 1-1 0 0,0-1 1 0 0,0 1-1 0 0,1-1 1 0 0,0 0-1 0 0,1 1 1 0 0,-1-1-1 0 0,1 0 1 0 0,1 0-1 0 0,-1 0 1 0 0,1 0-1 0 0,1 0 1 0 0,4 7-1 0 0,-6-11 5 0 0,0-1-1 0 0,0 0 0 0 0,-1 0 1 0 0,1 0-1 0 0,0 0 1 0 0,1 0-1 0 0,-1-1 0 0 0,0 1 1 0 0,1-1-1 0 0,-1 1 1 0 0,0-1-1 0 0,1 0 0 0 0,0 0 1 0 0,-1 0-1 0 0,1 0 0 0 0,0-1 1 0 0,-1 1-1 0 0,4 0 1 0 0,1-1-76 0 0,0-1 0 0 0,-1 1 0 0 0,1-1 0 0 0,0 0 0 0 0,10-4 0 0 0,19-3-71 0 0,-35 8 165 0 0,-1 0 0 0 0,1 0 1 0 0,-1 0-1 0 0,1 0 0 0 0,-1 0 0 0 0,1 0 0 0 0,0 0 0 0 0,-1 0 1 0 0,1 0-1 0 0,-1 0 0 0 0,1 0 0 0 0,-1 0 0 0 0,1 0 0 0 0,-1 0 1 0 0,1 0-1 0 0,0 1 0 0 0,-1-1 0 0 0,1 0 0 0 0,-1 0 0 0 0,1 1 1 0 0,-1-1-1 0 0,0 0 0 0 0,1 1 0 0 0,-1-1 0 0 0,1 1 0 0 0,-1-1 1 0 0,0 0-1 0 0,1 1 0 0 0,-1-1 0 0 0,0 1 0 0 0,1 0 0 0 0,-1 0 6 0 0,1 1 0 0 0,-1-1 0 0 0,0 1-1 0 0,0 0 1 0 0,0-1 0 0 0,0 1 0 0 0,0-1-1 0 0,0 1 1 0 0,-1-1 0 0 0,1 1 0 0 0,-1-1 0 0 0,0 2-1 0 0,-23 49 178 0 0,18-42-160 0 0,0 4 225 0 0,0-1-1 0 0,1 1 0 0 0,1-1 1 0 0,0 1-1 0 0,1 1 0 0 0,0-1 0 0 0,-1 24 1 0 0,4-33-214 0 0,0 0 0 0 0,0 0 0 0 0,1 0 0 0 0,0 0 0 0 0,0-1 0 0 0,0 1 0 0 0,0 0 0 0 0,1-1 0 0 0,-1 1 0 0 0,1-1 1 0 0,4 7-1 0 0,-4-8-37 0 0,0 0 1 0 0,1-1 0 0 0,-1 1 0 0 0,1-1 0 0 0,-1 0-1 0 0,1 1 1 0 0,0-1 0 0 0,0-1 0 0 0,0 1 0 0 0,0 0 0 0 0,0-1-1 0 0,0 1 1 0 0,0-1 0 0 0,0 0 0 0 0,1 0 0 0 0,-1 0-1 0 0,0-1 1 0 0,5 1 0 0 0,0 0-1281 0 0,1 0-1 0 0,-1-1 1 0 0,0 0-1 0 0,12-2 1 0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08.8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49 43 1840 0 0,'-25'16'1605'0'0,"2"-3"7094"0"0,64-40-4313 0 0,-33 21-4603 0 0,0 0-1 0 0,0 0 1 0 0,1 1 0 0 0,-1 0-1 0 0,1 1 1 0 0,11-4 0 0 0,-7 3-677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09.0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 68 6449 0 0,'0'0'41'0'0,"-1"0"0"0"0,1 1 0 0 0,0-1 0 0 0,0 0 0 0 0,-1 0-1 0 0,1 0 1 0 0,0 0 0 0 0,0 0 0 0 0,-1 1 0 0 0,1-1 0 0 0,0 0-1 0 0,0 0 1 0 0,0 0 0 0 0,-1 1 0 0 0,1-1 0 0 0,0 0 0 0 0,0 0-1 0 0,0 0 1 0 0,0 1 0 0 0,0-1 0 0 0,0 0 0 0 0,-1 0 0 0 0,1 1 0 0 0,0-1-1 0 0,0 0 1 0 0,0 1 0 0 0,0-1 0 0 0,0 0 0 0 0,0 0 0 0 0,0 1-1 0 0,0-1 1 0 0,0 0 0 0 0,0 0 0 0 0,0 1 0 0 0,0-1 0 0 0,1 0-1 0 0,-1 1 1 0 0,0-1 0 0 0,0 0 0 0 0,0 0 0 0 0,0 1 0 0 0,0-1-1 0 0,0 0 1 0 0,1 0 0 0 0,-1 0 0 0 0,0 1 0 0 0,0-1 0 0 0,0 0 0 0 0,1 0-1 0 0,-1 0 1 0 0,0 1 0 0 0,0-1 0 0 0,0 0 0 0 0,1 0 0 0 0,-1 0-1 0 0,0 0 1 0 0,23-4 2647 0 0,28-18 639 0 0,-5-6-2286 0 0,-14 10-5833 0 0,-17 11 48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09.44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71 1376 0 0,'-1'-2'270'0'0,"1"0"1"0"0,0 0-1 0 0,0 0 0 0 0,0 1 0 0 0,0-1 0 0 0,0 0 0 0 0,0 0 0 0 0,1 0 1 0 0,-1 0-1 0 0,1 1 0 0 0,-1-1 0 0 0,1 0 0 0 0,0 0 0 0 0,-1 1 1 0 0,1-1-1 0 0,0 0 0 0 0,0 1 0 0 0,0-1 0 0 0,0 1 0 0 0,1-1 0 0 0,-1 1 1 0 0,0 0-1 0 0,1-1 0 0 0,-1 1 0 0 0,2-1 0 0 0,0-1 231 0 0,0 0-1 0 0,0 1 1 0 0,1-1-1 0 0,-1 1 0 0 0,0 0 1 0 0,1 0-1 0 0,0 0 1 0 0,-1 0-1 0 0,1 0 1 0 0,0 1-1 0 0,4-1 1 0 0,-5 2-341 0 0,0 0 0 0 0,0 0 0 0 0,0 1 0 0 0,0-1 0 0 0,0 1 0 0 0,0 0 0 0 0,-1 0 0 0 0,1 0 0 0 0,0 0 1 0 0,0 0-1 0 0,-1 0 0 0 0,1 1 0 0 0,-1 0 0 0 0,1-1 0 0 0,-1 1 0 0 0,0 0 0 0 0,0 0 0 0 0,1 0 0 0 0,-2 0 0 0 0,1 1 0 0 0,0-1 1 0 0,0 0-1 0 0,-1 1 0 0 0,1 0 0 0 0,-1-1 0 0 0,0 1 0 0 0,0 0 0 0 0,0-1 0 0 0,1 6 0 0 0,4 9-119 0 0,-2 1-1 0 0,0-1 0 0 0,2 29 1 0 0,-5-38 108 0 0,3 27-151 0 0,-2-1 0 0 0,-2 1 0 0 0,-1 0 0 0 0,-1 0 0 0 0,-8 38 0 0 0,8-34-4270 0 0,2-29 2864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09.66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3 10138 0 0,'-2'11'1505'0'0,"2"-11"-1454"0"0,-1 0-1 0 0,1 1 1 0 0,0-1 0 0 0,0 0 0 0 0,0 0-1 0 0,0 0 1 0 0,0 0 0 0 0,0 0-1 0 0,0 1 1 0 0,0-1 0 0 0,0 0-1 0 0,0 0 1 0 0,0 0 0 0 0,0 0-1 0 0,0 1 1 0 0,0-1 0 0 0,0 0-1 0 0,0 0 1 0 0,0 0 0 0 0,0 0 0 0 0,0 0-1 0 0,0 1 1 0 0,0-1 0 0 0,0 0-1 0 0,0 0 1 0 0,0 0 0 0 0,1 1 303 0 0,-1-1-303 0 0,0 0 0 0 0,1 0 0 0 0,-1 0-1 0 0,0 0 1 0 0,0 0 0 0 0,0 1-1 0 0,0-1 1 0 0,0 0 0 0 0,0 0-1 0 0,1 0 1 0 0,-1 0 0 0 0,0 0-1 0 0,0 0 1 0 0,0 0 0 0 0,0 0 0 0 0,1 0-1 0 0,-1 0 1 0 0,0 0 0 0 0,0 0-1 0 0,0 0 1 0 0,0 0 0 0 0,0 0-1 0 0,1 0 1 0 0,-1 0 0 0 0,0 0-1 0 0,0-1 1 0 0,0 1 0 0 0,0 0-1 0 0,1 0 1 0 0,13-11-63 0 0,-12 3 12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13.40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0 149 6913 0 0,'7'-8'5646'0'0,"17"2"-5693"0"0,-11 3 754 0 0,116-30 3162 0 0,153-48-30 0 0,-273 77-4010 0 0,1 1 0 0 0,0 0-1 0 0,0 1 1 0 0,-1 0 0 0 0,2 1 0 0 0,-1 0-1 0 0,0 0 1 0 0,15 1 0 0 0,-17 1-619 0 0,-1 1 0 0 0,1-1 1 0 0,-1 1-1 0 0,1 1 0 0 0,-1-1 0 0 0,0 1 1 0 0,0 1-1 0 0,0-1 0 0 0,0 1 0 0 0,0 1 1 0 0,8 6-1 0 0,7 7-3214 0 0,-15-13 2628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13.71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21 1 3225 0 0,'-20'0'13012'0'0,"27"26"-7553"0"0,1-5-5288 0 0,2 35 254 0 0,-2 1 1 0 0,-2 0-1 0 0,-3 68 0 0 0,-2-59-3071 0 0,18 125 1 0 0,-15-173-4086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14.53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15 222 920 0 0,'0'0'45'0'0,"-1"1"0"0"0,1-1 1 0 0,0 0-1 0 0,-1 0 0 0 0,1 0 0 0 0,0 0 0 0 0,-1 0 0 0 0,1 0 0 0 0,-1 0 0 0 0,1 0 0 0 0,0 0 1 0 0,-1 0-1 0 0,1 0 0 0 0,-1 0 0 0 0,1-1 0 0 0,0 1 0 0 0,-1 0 0 0 0,1 0 0 0 0,0 0 1 0 0,-1 0-1 0 0,1-1 0 0 0,0 1 0 0 0,-1 0 0 0 0,1 0 0 0 0,0-1 0 0 0,0 1 0 0 0,-1 0 0 0 0,1 0 1 0 0,0-1-1 0 0,0 1 0 0 0,-1 0 0 0 0,1-1 0 0 0,0 1 0 0 0,0 0 0 0 0,0-1 0 0 0,-1 0 0 0 0,-2-21 1637 0 0,8-23 2151 0 0,-1 34-2701 0 0,0 1-1 0 0,1-1 0 0 0,0 1 0 0 0,1 0 1 0 0,0 1-1 0 0,13-17 0 0 0,-14 20-931 0 0,0 0-1 0 0,1 0 0 0 0,-1 0 1 0 0,1 1-1 0 0,1-1 0 0 0,-1 1 1 0 0,1 1-1 0 0,0 0 0 0 0,0 0 1 0 0,9-4-1 0 0,-15 8-195 0 0,0-1 0 0 0,0 1 0 0 0,1 0 0 0 0,-1 0 0 0 0,0 0 0 0 0,0 0 1 0 0,0 0-1 0 0,0 0 0 0 0,1 0 0 0 0,-1 1 0 0 0,0-1 0 0 0,0 0 0 0 0,0 1 0 0 0,0-1 0 0 0,0 0 1 0 0,1 1-1 0 0,-1 0 0 0 0,0-1 0 0 0,0 1 0 0 0,0-1 0 0 0,-1 1 0 0 0,1 0 0 0 0,0 0 0 0 0,0 0 0 0 0,0 0 1 0 0,0-1-1 0 0,-1 1 0 0 0,1 0 0 0 0,0 0 0 0 0,-1 0 0 0 0,1 1 0 0 0,-1-1 0 0 0,1 0 0 0 0,-1 0 0 0 0,0 0 1 0 0,1 0-1 0 0,-1 0 0 0 0,0 0 0 0 0,0 1 0 0 0,0 1 0 0 0,2 7-158 0 0,0 1-1 0 0,-1-1 1 0 0,-1 15 0 0 0,0-23 111 0 0,-2 27-594 0 0,-1 0 1 0 0,-1-1 0 0 0,-13 44-1 0 0,9-37 1141 0 0,-8 58-1 0 0,16-93-413 0 0,0 1 1 0 0,0 0-1 0 0,-1 0 1 0 0,1 0-1 0 0,0 0 1 0 0,0 0 0 0 0,0 0-1 0 0,0 0 1 0 0,1-1-1 0 0,-1 1 1 0 0,0 0-1 0 0,0 0 1 0 0,0 0-1 0 0,1 0 1 0 0,-1 0-1 0 0,0-1 1 0 0,1 1-1 0 0,-1 0 1 0 0,1 0-1 0 0,-1 0 1 0 0,1-1 0 0 0,-1 1-1 0 0,1 0 1 0 0,0-1-1 0 0,-1 1 1 0 0,2 0-1 0 0,-1 0-22 0 0,1-1-1 0 0,-1 0 1 0 0,0 0-1 0 0,1 1 1 0 0,-1-1 0 0 0,0 0-1 0 0,1 0 1 0 0,-1 0-1 0 0,1-1 1 0 0,-1 1 0 0 0,0 0-1 0 0,1 0 1 0 0,-1-1-1 0 0,0 1 1 0 0,2-2-1 0 0,9-3-62 0 0,-2 0-1 0 0,1-1 1 0 0,11-9-1 0 0,-13 9-96 0 0,14-9-837 0 0,19-12-5141 0 0,-21 17 619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15.19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6 214 6913 0 0,'-1'-3'153'0'0,"0"1"-1"0"0,0-1 0 0 0,1 1 0 0 0,-1-1 0 0 0,0 1 0 0 0,1-1 0 0 0,0 0 0 0 0,-1 0 0 0 0,1 1 0 0 0,1-4 0 0 0,-1 4 2 0 0,0 1 0 0 0,0 0 1 0 0,0 0-1 0 0,1-1 0 0 0,-1 1 0 0 0,0 0 1 0 0,1 0-1 0 0,-1 0 0 0 0,1 0 0 0 0,-1 0 0 0 0,1-1 1 0 0,0 1-1 0 0,-1 0 0 0 0,1 0 0 0 0,0 0 1 0 0,0 1-1 0 0,-1-1 0 0 0,1 0 0 0 0,0 0 1 0 0,0 0-1 0 0,0 1 0 0 0,0-1 0 0 0,0 0 1 0 0,1 1-1 0 0,0-1 0 0 0,0 1 21 0 0,-1-1 0 0 0,1 2 0 0 0,-1-1 0 0 0,0 0 0 0 0,1 0 0 0 0,-1 0 0 0 0,1 1 0 0 0,-1-1 0 0 0,1 0 0 0 0,-1 1 0 0 0,0 0 0 0 0,1-1-1 0 0,-1 1 1 0 0,0 0 0 0 0,0 0 0 0 0,1-1 0 0 0,-1 1 0 0 0,0 0 0 0 0,0 0 0 0 0,0 0 0 0 0,0 0 0 0 0,0 1 0 0 0,0-1 0 0 0,0 1 0 0 0,25 36 1222 0 0,-22-31-1176 0 0,8 10 79 0 0,-8-12-347 0 0,-1-1-1 0 0,1 1 0 0 0,-1 0 1 0 0,0 0-1 0 0,-1 0 0 0 0,1 0 1 0 0,-1 1-1 0 0,0-1 0 0 0,0 1 1 0 0,1 6-1 0 0,-3-18-250 0 0,1-1 1 0 0,1 1-1 0 0,-1-1 1 0 0,1 1-1 0 0,4-11 0 0 0,-1 4 611 0 0,1 1-1 0 0,0 0 0 0 0,1 0 1 0 0,9-11-1 0 0,-16 21-262 0 0,1 1-1 0 0,0 0 1 0 0,0 0 0 0 0,0 0-1 0 0,0-1 1 0 0,0 1 0 0 0,0 0-1 0 0,0 0 1 0 0,0 0 0 0 0,0 1-1 0 0,1-1 1 0 0,-1 0 0 0 0,0 0-1 0 0,1 1 1 0 0,-1-1 0 0 0,0 1-1 0 0,1-1 1 0 0,-1 1 0 0 0,1-1-1 0 0,-1 1 1 0 0,1 0 0 0 0,-1 0-1 0 0,1 0 1 0 0,-1 0 0 0 0,0 0-1 0 0,1 0 1 0 0,-1 0 0 0 0,1 0-1 0 0,-1 1 1 0 0,1-1 0 0 0,-1 0-1 0 0,1 1 1 0 0,-1-1 0 0 0,0 1-1 0 0,1 0 1 0 0,-1-1 0 0 0,0 1-1 0 0,1 0 1 0 0,-1 0 0 0 0,0 0-1 0 0,1 1 1 0 0,5 5 12 0 0,0 1 0 0 0,0 0 0 0 0,-1 0 0 0 0,0 1 0 0 0,5 9 0 0 0,-1-1-312 0 0,-6-12 126 0 0,-3-2 57 0 0,0-1 0 0 0,1 0 0 0 0,-1 0 0 0 0,1 0 0 0 0,-1 0 0 0 0,1 0 0 0 0,0 0 0 0 0,0 0 0 0 0,0 0 0 0 0,2 1 0 0 0,-3-3 30 0 0,0 0 0 0 0,0 0 0 0 0,0 0 0 0 0,0 0 0 0 0,0-1 1 0 0,0 1-1 0 0,0 0 0 0 0,0 0 0 0 0,0-1 0 0 0,0 1 0 0 0,0-1 0 0 0,0 1 0 0 0,0-1 0 0 0,0 1 0 0 0,-1-1 1 0 0,1 0-1 0 0,0 1 0 0 0,0-1 0 0 0,-1 0 0 0 0,1 1 0 0 0,0-1 0 0 0,-1 0 0 0 0,1 0 0 0 0,-1 0 0 0 0,1 0 1 0 0,-1 0-1 0 0,1 0 0 0 0,-1 1 0 0 0,1-3 0 0 0,32-63-1667 0 0,-25 50 1703 0 0,-1-1-1 0 0,2 2 1 0 0,0-1-1 0 0,1 1 1 0 0,15-17 0 0 0,25-16 300 0 0,-46 45-253 0 0,1 0 0 0 0,-1-1 1 0 0,1 2-1 0 0,-1-1 0 0 0,1 0 0 0 0,0 1 1 0 0,0 0-1 0 0,0 0 0 0 0,0 1 0 0 0,10-3 1 0 0,-13 5-14 0 0,0-1 1 0 0,-1 0-1 0 0,1 1 0 0 0,0-1 1 0 0,-1 1-1 0 0,1-1 1 0 0,-1 1-1 0 0,1 0 0 0 0,-1 0 1 0 0,1-1-1 0 0,-1 1 1 0 0,0 0-1 0 0,1 0 0 0 0,-1 1 1 0 0,0-1-1 0 0,0 0 1 0 0,0 0-1 0 0,0 1 0 0 0,0-1 1 0 0,0 0-1 0 0,0 1 1 0 0,0-1-1 0 0,0 1 0 0 0,-1-1 1 0 0,1 1-1 0 0,-1-1 1 0 0,1 1-1 0 0,-1 0 0 0 0,1 1 1 0 0,10 58-397 0 0,-9-48-126 0 0,0-3-367 0 0,0-1 0 0 0,1 1-1 0 0,0-1 1 0 0,6 14-1 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15.80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57 3225 0 0,'0'-1'190'0'0,"0"0"1"0"0,-1 0 0 0 0,1 0 0 0 0,0 0-1 0 0,0 0 1 0 0,0 1 0 0 0,0-1 0 0 0,0 0-1 0 0,1 0 1 0 0,-1 0 0 0 0,0 0 0 0 0,0 0-1 0 0,0 0 1 0 0,1 1 0 0 0,-1-1 0 0 0,1 0-1 0 0,-1 0 1 0 0,0 0 0 0 0,1 1 0 0 0,-1-1 0 0 0,1 0-1 0 0,0 0 1 0 0,-1 1 0 0 0,1-1 0 0 0,0 1-1 0 0,-1-1 1 0 0,1 1 0 0 0,0-1 0 0 0,0 1-1 0 0,-1-1 1 0 0,1 1 0 0 0,0-1 0 0 0,0 1-1 0 0,0 0 1 0 0,0-1 0 0 0,-1 1 0 0 0,1 0-1 0 0,0 0 1 0 0,0 0 0 0 0,0 0 0 0 0,0 0-1 0 0,0 0 1 0 0,0 0 0 0 0,1 0 0 0 0,0 1 75 0 0,0-1 0 0 0,1 1 0 0 0,-1 0 1 0 0,0 0-1 0 0,0 0 0 0 0,0 0 1 0 0,0 0-1 0 0,0 1 0 0 0,0-1 0 0 0,0 1 1 0 0,0-1-1 0 0,-1 1 0 0 0,1 0 1 0 0,-1-1-1 0 0,1 1 0 0 0,2 4 0 0 0,3 9 144 0 0,-1 0-1 0 0,-1 0 0 0 0,0 1 0 0 0,-1 0 1 0 0,-1 0-1 0 0,2 19 0 0 0,3 8-773 0 0,-8-42 322 0 0,0 0-1 0 0,0 0 1 0 0,0 0 0 0 0,0-1-1 0 0,0 1 1 0 0,0 0 0 0 0,0 0-1 0 0,1-1 1 0 0,-1 1 0 0 0,0 0-1 0 0,0 0 1 0 0,1-1-1 0 0,-1 1 1 0 0,1 0 0 0 0,-1-1-1 0 0,1 1 1 0 0,-1-1 0 0 0,1 1-1 0 0,-1 0 1 0 0,1-1 0 0 0,-1 1-1 0 0,1-1 1 0 0,0 1 0 0 0,0 0-1 0 0,0-1-9 0 0,0-1 1 0 0,0 1-1 0 0,-1 0 0 0 0,1-1 1 0 0,0 1-1 0 0,-1 0 0 0 0,1-1 1 0 0,0 1-1 0 0,-1-1 0 0 0,1 1 0 0 0,0 0 1 0 0,-1-1-1 0 0,1 0 0 0 0,-1 1 1 0 0,1-1-1 0 0,-1 1 0 0 0,1-1 0 0 0,-1 0 1 0 0,1 0-1 0 0,17-38-1497 0 0,-12 23 1580 0 0,0-1 1 0 0,1 1-1 0 0,0 1 1 0 0,2 0-1 0 0,0 0 0 0 0,0 0 1 0 0,1 1-1 0 0,1 1 1 0 0,0 0-1 0 0,26-22 0 0 0,-36 33 38 0 0,1 1 0 0 0,-1 0 0 0 0,0 0 0 0 0,1 0 0 0 0,0 0 0 0 0,-1 0 0 0 0,1 1 0 0 0,-1-1 0 0 0,1 0 0 0 0,0 1 0 0 0,-1-1 0 0 0,1 1 0 0 0,0-1 0 0 0,0 1 0 0 0,0 0 0 0 0,-1 0 0 0 0,1 0 0 0 0,0 0 0 0 0,0 0 0 0 0,0 0 0 0 0,-1 1 0 0 0,1-1 0 0 0,3 1 0 0 0,-3 1-5 0 0,1 0-1 0 0,-1-1 0 0 0,0 1 0 0 0,1 0 0 0 0,-1 0 0 0 0,0 0 0 0 0,0 0 0 0 0,-1 0 0 0 0,1 1 0 0 0,0-1 0 0 0,-1 1 0 0 0,1-1 0 0 0,1 4 0 0 0,2 8-10 0 0,1 1 0 0 0,-2 0 0 0 0,0 0 0 0 0,2 19 0 0 0,-2-1-257 0 0,-4-25 121 0 0,1 0 0 0 0,-1 0 0 0 0,2 0 0 0 0,-1-1 0 0 0,1 1 0 0 0,0-1 0 0 0,5 12-1 0 0,-7-18 56 0 0,0-1 0 0 0,1 1 0 0 0,-1-1 0 0 0,0 0 0 0 0,0 1 0 0 0,0-1 0 0 0,1 0 0 0 0,-1 1 0 0 0,0-1 0 0 0,1 0 0 0 0,-1 0 0 0 0,0 1 0 0 0,0-1 0 0 0,1 0 0 0 0,-1 0 0 0 0,0 1 0 0 0,1-1 0 0 0,-1 0 0 0 0,1 0-1 0 0,-1 0 1 0 0,0 0 0 0 0,1 0 0 0 0,-1 0 0 0 0,1 1 0 0 0,-1-1 0 0 0,0 0 0 0 0,1 0 0 0 0,-1 0 0 0 0,1 0 0 0 0,-1 0 0 0 0,0 0 0 0 0,1-1 0 0 0,12-9-648 0 0,6-23-50 0 0,-17 30 672 0 0,15-33-315 0 0,-7 15 483 0 0,22-35 0 0 0,-29 51 23 0 0,0 0 0 0 0,1 0 0 0 0,0 1 0 0 0,0 0 0 0 0,0 0 0 0 0,0 0 0 0 0,1 0 0 0 0,-1 0 0 0 0,1 1 0 0 0,0 0 0 0 0,0 0 0 0 0,7-2 0 0 0,-10 4-61 0 0,0 1 0 0 0,-1 0 0 0 0,1-1-1 0 0,0 1 1 0 0,-1 0 0 0 0,1 0 0 0 0,0 0 0 0 0,0 1 0 0 0,-1-1 0 0 0,1 0 0 0 0,0 1 0 0 0,-1-1 0 0 0,1 1-1 0 0,-1-1 1 0 0,1 1 0 0 0,0 0 0 0 0,-1 0 0 0 0,1 0 0 0 0,-1-1 0 0 0,0 2 0 0 0,1-1 0 0 0,-1 0 0 0 0,0 0-1 0 0,0 0 1 0 0,2 2 0 0 0,29 42 1137 0 0,-18-25-1241 0 0,5 2-1041 0 0,-5-9-4505 0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16.46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43 52 5985 0 0,'-5'2'290'0'0,"3"0"256"0"0,-1 0 0 0 0,0-1 0 0 0,1 0 0 0 0,-1 0 0 0 0,0 0 0 0 0,0 0 0 0 0,1 0 0 0 0,-1 0 0 0 0,0-1 0 0 0,0 1 0 0 0,-5-1 0 0 0,9-1-321 0 0,0-1 1 0 0,0 1 0 0 0,0 0 0 0 0,0-1-1 0 0,0 1 1 0 0,1 0 0 0 0,-1-1-1 0 0,0 1 1 0 0,1 0 0 0 0,-1 0-1 0 0,1 0 1 0 0,2-1 0 0 0,10-6-7 0 0,0 0 1 0 0,1 1 0 0 0,0 1-1 0 0,17-6 1 0 0,-22 10-824 0 0,-1 0 0 0 0,1 1 1 0 0,-1 0-1 0 0,1 0 0 0 0,0 1 0 0 0,-1 0 1 0 0,1 1-1 0 0,13 2 0 0 0,-7 0-627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16.63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71 10138 0 0,'0'1'16'0'0,"0"0"0"0"0,0-1 0 0 0,1 1 0 0 0,-1 0 0 0 0,0 0 0 0 0,1-1 0 0 0,-1 1 0 0 0,1 0 0 0 0,-1-1 0 0 0,0 1 0 0 0,1-1 0 0 0,0 1 0 0 0,-1 0 0 0 0,1-1 0 0 0,-1 1 0 0 0,1-1 0 0 0,0 0 0 0 0,-1 1 0 0 0,1-1 0 0 0,0 1 0 0 0,0-1-1 0 0,-1 0 1 0 0,1 0 0 0 0,0 1 0 0 0,0-1 0 0 0,-1 0 0 0 0,1 0 0 0 0,0 0 0 0 0,0 0 0 0 0,0 0 0 0 0,-1 0 0 0 0,1 0 0 0 0,0 0 0 0 0,0 0 0 0 0,0 0 0 0 0,0-1 0 0 0,37-4-900 0 0,-33 4 1129 0 0,16-5-275 0 0,-1 0 0 0 0,0-1 0 0 0,26-13 0 0 0,-22 9-1742 0 0,37-12 1 0 0,-47 19 1737 0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16.9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75 6913 0 0,'0'-2'202'0'0,"0"-1"-1"0"0,0 0 0 0 0,0 1 0 0 0,1-1 0 0 0,-1 1 0 0 0,1-1 0 0 0,-1 1 0 0 0,1 0 0 0 0,0-1 0 0 0,0 1 0 0 0,0 0 0 0 0,0-1 0 0 0,1 1 0 0 0,-1 0 0 0 0,0 0 0 0 0,1 0 0 0 0,0 0 0 0 0,-1 0 0 0 0,1 0 1 0 0,0 1-1 0 0,3-3 0 0 0,-3 1 133 0 0,0 1 0 0 0,1 0 1 0 0,-1 0-1 0 0,0 1 1 0 0,1-1-1 0 0,-1 0 0 0 0,1 1 1 0 0,0-1-1 0 0,0 1 1 0 0,-1 0-1 0 0,1 0 1 0 0,0 0-1 0 0,0 0 0 0 0,0 1 1 0 0,0-1-1 0 0,0 1 1 0 0,0 0-1 0 0,4 0 0 0 0,-5 1-205 0 0,1 0 0 0 0,-1 0-1 0 0,0 0 1 0 0,0 1-1 0 0,0-1 1 0 0,0 1-1 0 0,0-1 1 0 0,-1 1-1 0 0,1 0 1 0 0,0 0-1 0 0,-1-1 1 0 0,1 1-1 0 0,-1 1 1 0 0,0-1-1 0 0,0 0 1 0 0,1 0 0 0 0,-2 0-1 0 0,1 1 1 0 0,1 4-1 0 0,10 49 300 0 0,-11-50-385 0 0,3 34-54 0 0,-3 0-1 0 0,-1 0 0 0 0,-6 47 0 0 0,2-44 36 0 0,2 0 0 0 0,5 62-1 0 0,5-63 637 0 0,3-18-2089 0 0,1-14-3375 0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17.14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5529 0 0,'0'7'488'0'0,"2"-1"-392"0"0,8 11 5666 0 0,-5-12-4866 0 0,1 3-120 0 0,0 0-24 0 0,1-2-8 0 0,-1-2-832 0 0,0-1-168 0 0,-1-1-32 0 0,1-5 0 0 0,0 0 288 0 0,0-1 0 0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18.22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64 115 7370 0 0,'-7'-8'454'0'0,"1"0"0"0"0,0 0 1 0 0,0-1-1 0 0,1 1 1 0 0,0-1-1 0 0,1 0 1 0 0,-5-12-1 0 0,-6-13 2797 0 0,17 77-2600 0 0,21 274-2495 0 0,8 82 1248 0 0,-3-43 667 0 0,-24-248 517 0 0,-14 141 1 0 0,-18-54 318 0 0,14-110-774 0 0,-6 144 1 0 0,24-184-4379 0 0,0-29-334 0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18.9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13 629 6913 0 0,'-2'-3'112'0'0,"0"-1"0"0"0,1 1-1 0 0,-1-1 1 0 0,1 1-1 0 0,0-1 1 0 0,0 0-1 0 0,0 0 1 0 0,1 1-1 0 0,-1-1 1 0 0,1 0-1 0 0,0 0 1 0 0,0-5-1 0 0,1 7-31 0 0,-1 1-1 0 0,1-1 1 0 0,0 0-1 0 0,-1 1 1 0 0,1-1-1 0 0,0 0 1 0 0,0 1-1 0 0,0-1 1 0 0,0 1-1 0 0,1 0 1 0 0,-1-1-1 0 0,0 1 1 0 0,1 0-1 0 0,-1 0 1 0 0,0-1-1 0 0,1 1 1 0 0,0 0-1 0 0,-1 1 1 0 0,1-1-1 0 0,-1 0 1 0 0,1 0-1 0 0,0 1 1 0 0,0-1-1 0 0,-1 1 1 0 0,1-1-1 0 0,0 1 1 0 0,0 0-1 0 0,2 0 1 0 0,33-4-158 0 0,0 3 0 0 0,0 0 0 0 0,56 8 0 0 0,5 0-365 0 0,21-5 252 0 0,1-6 0 0 0,-1-4 0 0 0,124-27 0 0 0,384-76 243 0 0,-185 64 96 0 0,-319 37-128 0 0,494-36-20 0 0,-181 24 91 0 0,165-10 123 0 0,93-35 1076 0 0,-126 10 236 0 0,-22 34-740 0 0,2 28 349 0 0,-173 1-792 0 0,103-17-576 0 0,-209 3 114 0 0,520-38 3070 0 0,-319 14-948 0 0,-151 26-1952 0 0,324 36 0 0 0,-120-21-507 0 0,-1-36 2017 0 0,-515 26-1511 0 0,264-6 222 0 0,-225 8-258 0 0,0 3-1 0 0,0 2 1 0 0,84 22-1 0 0,-111-21-711 0 0,0 0-1 0 0,35 21 1 0 0,17 7-1095 0 0,-68-34 1668 0 0,0 0 0 0 0,0-1-1 0 0,-1 1 1 0 0,1 0 0 0 0,0-1 0 0 0,0 0 0 0 0,0 0 0 0 0,0 0 0 0 0,0 0 0 0 0,0 0 0 0 0,0 0 0 0 0,0-1 0 0 0,0 0 0 0 0,-1 1 0 0 0,1-1 0 0 0,0 0 0 0 0,0 0 0 0 0,-1-1 0 0 0,1 1 0 0 0,0 0-1 0 0,3-4 1 0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20.11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11435 0 14283 0 0,'2'16'417'0'0,"-1"-1"-1"0"0,2 1 0 0 0,0-1 1 0 0,1 0-1 0 0,6 15 1 0 0,-4-11 102 0 0,-1 0 1 0 0,5 28-1 0 0,5 129 1145 0 0,4 38 689 0 0,42 197-1802 0 0,38 420-130 0 0,-96-745-322 0 0,4 1-1 0 0,3-1 1 0 0,31 120 0 0 0,-27-159 5 0 0,-6-25-16 0 0,-1 1 0 0 0,-2 0 1 0 0,0 0-1 0 0,3 41 0 0 0,-8-62-85 0 0,0 0 1 0 0,-1-1-1 0 0,1 1 0 0 0,-1 0 1 0 0,1-1-1 0 0,-1 1 0 0 0,1-1 1 0 0,-1 1-1 0 0,0 0 0 0 0,0-1 0 0 0,0 1 1 0 0,0-1-1 0 0,0 0 0 0 0,0 1 1 0 0,-1-1-1 0 0,1 0 0 0 0,0 0 0 0 0,-1 0 1 0 0,1 0-1 0 0,0 0 0 0 0,-1 0 1 0 0,1 0-1 0 0,-1 0 0 0 0,0-1 1 0 0,1 1-1 0 0,-1 0 0 0 0,0-1 0 0 0,-2 1 1 0 0,-9 2 31 0 0,1-1 0 0 0,-1 0 0 0 0,-12 1 0 0 0,4-2-15 0 0,-84 10-109 0 0,-1-4 0 0 0,-125-9-1 0 0,-211-37-178 0 0,129 3 299 0 0,-473-41-707 0 0,763 76 669 0 0,-1095-46 67 0 0,743 37 201 0 0,-289-4 197 0 0,0 39-1736 0 0,-337 17-1 0 0,280-15 2231 0 0,233-5-474 0 0,326-24-503 0 0,-278-41-1 0 0,143 9 33 0 0,197 28 136 0 0,-101 7 0 0 0,-100 20-194 0 0,12 0 79 0 0,223-21 33 0 0,0-3 1 0 0,-68-13 0 0 0,-79-4-383 0 0,-81 34 446 0 0,28 1-93 0 0,200-18-94 0 0,-73-13 0 0 0,-26-1-46 0 0,6 8 106 0 0,-137-4 15 0 0,181 17 0 0 0,-148 23-1 0 0,47-3-8 0 0,37-12-1590 0 0,1-10-3349 0 0,157-3-2163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21.5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189 107 9218 0 0,'11'-107'7726'0'0,"-31"147"-4575"0"0,2 19-2625 0 0,-19 115 1 0 0,17-67-462 0 0,-77 544-76 0 0,91-569-351 0 0,5-49-2894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21.8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 25 6913 0 0,'-1'0'40'0'0,"1"0"0"0"0,0 0 0 0 0,-1-1 0 0 0,1 1-1 0 0,0 0 1 0 0,0-1 0 0 0,-1 1 0 0 0,1 0 0 0 0,0-1-1 0 0,0 1 1 0 0,-1 0 0 0 0,1-1 0 0 0,0 1 0 0 0,0 0-1 0 0,0-1 1 0 0,0 1 0 0 0,0-1 0 0 0,0 1 0 0 0,-1 0-1 0 0,1-1 1 0 0,0 1 0 0 0,0-1 0 0 0,0 1 0 0 0,0 0-1 0 0,0-1 1 0 0,0 1 0 0 0,1-1 0 0 0,-1 1 0 0 0,0 0-1 0 0,0-1 1 0 0,0 1 0 0 0,0-1 0 0 0,0 1 0 0 0,1 0-1 0 0,-1-1 1 0 0,0 1 0 0 0,0 0 0 0 0,0-1 0 0 0,1 1-1 0 0,-1 0 1 0 0,0 0 0 0 0,1-1 0 0 0,-1 1 0 0 0,0 0-1 0 0,1 0 1 0 0,-1-1 0 0 0,0 1 0 0 0,1 0 0 0 0,-1 0-1 0 0,0 0 1 0 0,1-1 0 0 0,-1 1 0 0 0,1 0 0 0 0,0 0-1 0 0,0-1 202 0 0,0 0-1 0 0,0 0 0 0 0,1 1 1 0 0,-1-1-1 0 0,1 0 0 0 0,-1 1 1 0 0,0-1-1 0 0,1 1 0 0 0,-1 0 1 0 0,1-1-1 0 0,-1 1 0 0 0,1 0 1 0 0,0 0-1 0 0,-1 0 0 0 0,1 0 1 0 0,1 0-1 0 0,3 3 256 0 0,-1 0-1 0 0,0 0 0 0 0,0 0 1 0 0,0 0-1 0 0,0 1 0 0 0,-1 0 1 0 0,0 0-1 0 0,7 8 1 0 0,30 41 1293 0 0,-34-43-1511 0 0,27 39 253 0 0,-1 2 0 0 0,35 78 0 0 0,-54-97-1577 0 0,18 61-1 0 0,-26-67-509 0 0,0-1-1 0 0,-2 2 1 0 0,1 25-1 0 0,-5-36-3325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22.0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 75 9218 0 0,'-17'3'2778'0'0,"24"-5"-1246"0"0,26-6 1313 0 0,60-22 0 0 0,-3 0-5022 0 0,-64 23-3998 0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22.28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43 8290 0 0,'6'-1'472'0'0,"1"0"0"0"0,-1-1 0 0 0,0 1 0 0 0,0-2 0 0 0,0 1 0 0 0,0 0 0 0 0,9-7 0 0 0,12-3-625 0 0,-23 10 209 0 0,-1 1-651 0 0,0-1-1 0 0,0 1 1 0 0,0 0-1 0 0,1 0 0 0 0,-1 1 1 0 0,0-1-1 0 0,0 1 1 0 0,1-1-1 0 0,-1 1 1 0 0,0 0-1 0 0,5 1 0 0 0,1 2-57 0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22.44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55 9674 0 0,'0'0'440'0'0,"24"-3"1433"0"0,18-6-329 0 0,-19 3-3010 0 0,0-2 1 0 0,30-15-1 0 0,-44 18 1454 0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22.86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12 8754 0 0,'24'-1'6541'0'0,"26"-3"-4163"0"0,93-3 297 0 0,-121 8-4171 0 0,1 1 0 0 0,25 5-1 0 0,-31-3-4392 0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23.21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19 10138 0 0,'-1'-18'4546'0'0,"2"18"-4384"0"0,0 0 1 0 0,0 0-1 0 0,0 0 1 0 0,1 0-1 0 0,-1 1 0 0 0,0-1 1 0 0,0 0-1 0 0,0 1 1 0 0,0-1-1 0 0,0 1 0 0 0,0-1 1 0 0,0 1-1 0 0,0-1 1 0 0,0 1-1 0 0,-1 0 1 0 0,1 0-1 0 0,0-1 0 0 0,0 1 1 0 0,0 0-1 0 0,-1 0 1 0 0,1 0-1 0 0,0 0 0 0 0,-1 0 1 0 0,1 0-1 0 0,0 1 1 0 0,15 39 1004 0 0,-2 1 1 0 0,10 49-1 0 0,-13-51-975 0 0,7 44-225 0 0,-3 0 1 0 0,-4 2-1 0 0,-4-1 1 0 0,-4 113-1 0 0,-4-170-513 0 0,3 98-1812 0 0,-1-111 1159 0 0,2-1-1 0 0,-1 1 1 0 0,8 21-1 0 0,-1-18-4342 0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23.57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81 53 10594 0 0,'-3'1'214'0'0,"0"1"-1"0"0,0 0 0 0 0,1-1 0 0 0,-1 1 1 0 0,1 0-1 0 0,-1 0 0 0 0,1 0 0 0 0,0 1 1 0 0,0-1-1 0 0,-3 4 0 0 0,-2 4-173 0 0,1 0 1 0 0,0 1-1 0 0,1-1 0 0 0,0 1 1 0 0,0 1-1 0 0,1-1 0 0 0,1 1 1 0 0,0-1-1 0 0,0 1 0 0 0,2 0 0 0 0,-1 0 1 0 0,1 0-1 0 0,2 20 0 0 0,-1-25-43 0 0,1 0 0 0 0,0 0 1 0 0,0 0-1 0 0,1 0 0 0 0,0-1 0 0 0,0 1 0 0 0,1 0 0 0 0,0-1 0 0 0,0 0 0 0 0,7 12 0 0 0,-6-14 100 0 0,-1 0-1 0 0,0-1 1 0 0,1 1 0 0 0,0-1 0 0 0,0 1-1 0 0,0-1 1 0 0,0 0 0 0 0,1-1 0 0 0,-1 1-1 0 0,1-1 1 0 0,0 0 0 0 0,-1 0 0 0 0,1 0-1 0 0,0 0 1 0 0,0-1 0 0 0,6 1 0 0 0,-4-1 37 0 0,-1-1 0 0 0,0 0 0 0 0,1 0 1 0 0,-1 0-1 0 0,1-1 0 0 0,-1 0 1 0 0,0 0-1 0 0,1 0 0 0 0,-1-1 0 0 0,0 0 1 0 0,0-1-1 0 0,0 1 0 0 0,0-1 1 0 0,-1 0-1 0 0,1 0 0 0 0,-1-1 0 0 0,0 0 1 0 0,1 0-1 0 0,-2 0 0 0 0,8-7 1 0 0,-7 5 0 0 0,0 0 0 0 0,0 0 1 0 0,0 0-1 0 0,-1-1 0 0 0,0 0 1 0 0,0 0-1 0 0,-1 0 0 0 0,0 0 1 0 0,0 0-1 0 0,-1-1 0 0 0,0 1 1 0 0,0-1-1 0 0,0 1 1 0 0,-1-1-1 0 0,-1 0 0 0 0,1-11 1 0 0,-2 8 23 0 0,0 1-1 0 0,-1-1 1 0 0,0 1 0 0 0,-1 0 0 0 0,0 0 0 0 0,0 0 0 0 0,-1 0 0 0 0,0 0 0 0 0,-1 1 0 0 0,0 0 0 0 0,-1 0 0 0 0,0 0 0 0 0,-9-10 0 0 0,9 13-346 0 0,0 0 0 0 0,0 1 0 0 0,0-1 0 0 0,0 2 1 0 0,-1-1-1 0 0,0 1 0 0 0,-12-6 0 0 0,11 7-647 0 0,1 0 0 0 0,-1 1 0 0 0,1 0 0 0 0,-1 0 0 0 0,0 1 0 0 0,0 0 0 0 0,1 0 0 0 0,-14 1 0 0 0,5 1-4978 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26.7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320 182 3225 0 0,'-2'-3'110'0'0,"0"0"1"0"0,1-1 0 0 0,-1 1 0 0 0,1-1-1 0 0,0 1 1 0 0,0-1 0 0 0,0 1-1 0 0,0-1 1 0 0,1 0 0 0 0,0 1 0 0 0,-1-1-1 0 0,1 0 1 0 0,0 1 0 0 0,1-5-1 0 0,0-8 913 0 0,-2 8-555 0 0,1 8-405 0 0,0-1-1 0 0,0 1 0 0 0,0-1 0 0 0,0 1 0 0 0,5-10 4276 0 0,-15-4-3716 0 0,1 3 103 0 0,6 6-338 0 0,0 0 0 0 0,-1 1 0 0 0,1-1 0 0 0,-1 1 0 0 0,0 0-1 0 0,0 0 1 0 0,-1 0 0 0 0,1 0 0 0 0,-1 1 0 0 0,0-1 0 0 0,0 1 0 0 0,0 0 0 0 0,0 1 0 0 0,-1-1 0 0 0,-6-1 0 0 0,9 3-300 0 0,-1 1 0 0 0,0-1 0 0 0,0 1 1 0 0,0 0-1 0 0,0 0 0 0 0,0 0 0 0 0,0 0 1 0 0,1 1-1 0 0,-1-1 0 0 0,0 1 0 0 0,0 0 0 0 0,1 0 1 0 0,-1 1-1 0 0,0-1 0 0 0,1 1 0 0 0,-1 0 1 0 0,1 0-1 0 0,0 0 0 0 0,-1 0 0 0 0,1 0 1 0 0,0 1-1 0 0,1 0 0 0 0,-5 4 0 0 0,-2 3-67 0 0,1 1-1 0 0,0 0 0 0 0,1 0 0 0 0,1 1 0 0 0,0-1 1 0 0,0 2-1 0 0,-6 21 0 0 0,8-25-99 0 0,2 1 1 0 0,-1-1-1 0 0,1 1 0 0 0,1 0 0 0 0,0 0 1 0 0,0 0-1 0 0,1 0 0 0 0,0-1 1 0 0,1 1-1 0 0,0 0 0 0 0,3 10 1 0 0,-3-17 48 0 0,-1 0 0 0 0,1-1 1 0 0,0 1-1 0 0,0-1 1 0 0,0 1-1 0 0,1-1 0 0 0,-1 0 1 0 0,0 1-1 0 0,1-1 1 0 0,0 0-1 0 0,-1 0 1 0 0,1 0-1 0 0,0 0 0 0 0,0 0 1 0 0,0 0-1 0 0,3 1 1 0 0,-4-2-23 0 0,1-1 0 0 0,0 1-1 0 0,0 0 1 0 0,0-1 0 0 0,0 1 0 0 0,-1-1 0 0 0,1 0 0 0 0,0 0 0 0 0,0 0 0 0 0,0 0 0 0 0,0 0 0 0 0,0 0 0 0 0,0 0 0 0 0,0-1 0 0 0,-1 1 0 0 0,1 0 0 0 0,3-2 0 0 0,1-1-36 0 0,0 0 0 0 0,0 0 0 0 0,-1-1 0 0 0,1 0 0 0 0,-1 0 0 0 0,0 0 0 0 0,0-1-1 0 0,-1 1 1 0 0,1-1 0 0 0,-1 0 0 0 0,6-9 0 0 0,-5 5 252 0 0,-1-1-1 0 0,0 1 1 0 0,0-1-1 0 0,-1 0 0 0 0,-1 0 1 0 0,1 0-1 0 0,-1 0 1 0 0,-1-1-1 0 0,0 1 0 0 0,-1-1 1 0 0,-1-17-1 0 0,1 12 344 0 0,0 1 0 0 0,1 0 0 0 0,1-1 0 0 0,4-20 0 0 0,-6 36-494 0 0,0 0 1 0 0,0-1-1 0 0,1 1 1 0 0,-1 0-1 0 0,0 0 1 0 0,0 0-1 0 0,0-1 1 0 0,0 1-1 0 0,0 0 1 0 0,0 0-1 0 0,0 0 0 0 0,0 0 1 0 0,1-1-1 0 0,-1 1 1 0 0,0 0-1 0 0,0 0 1 0 0,0 0-1 0 0,0 0 1 0 0,1 0-1 0 0,-1-1 1 0 0,0 1-1 0 0,0 0 1 0 0,0 0-1 0 0,0 0 1 0 0,1 0-1 0 0,-1 0 1 0 0,0 0-1 0 0,0 0 1 0 0,1 0-1 0 0,-1 0 1 0 0,0 0-1 0 0,0 0 1 0 0,0 0-1 0 0,1 0 1 0 0,-1 0-1 0 0,0 0 1 0 0,0 0-1 0 0,0 0 1 0 0,1 0-1 0 0,-1 0 1 0 0,0 0-1 0 0,0 0 1 0 0,0 0-1 0 0,1 0 1 0 0,-1 1-1 0 0,0-1 0 0 0,0 0 1 0 0,0 0-1 0 0,1 0 1 0 0,12 13 151 0 0,9 17-64 0 0,72 148-65 0 0,-83-151-111 0 0,0 1 0 0 0,-2 0 1 0 0,-1 0-1 0 0,7 54 0 0 0,-11-50-30 0 0,-2 0 0 0 0,-1 0 0 0 0,-1 1 0 0 0,-2-1 0 0 0,-1 0 0 0 0,-2 0 0 0 0,-9 35 0 0 0,8-47 122 0 0,-1-2 0 0 0,0 1 0 0 0,-1-1 0 0 0,-2 0 0 0 0,1-1 0 0 0,-2 0 0 0 0,0 0 0 0 0,-1-1 0 0 0,-1-1 0 0 0,0 0 0 0 0,-1-1 0 0 0,-28 23 0 0 0,23-23 123 0 0,1-1 1 0 0,-2 0 0 0 0,-35 16-1 0 0,50-27-280 0 0,-1 1 0 0 0,1-1 0 0 0,0 0 0 0 0,-1 0 0 0 0,0-1 0 0 0,1 0 0 0 0,-1 0-1 0 0,0 0 1 0 0,0 0 0 0 0,1-1 0 0 0,-1 0 0 0 0,0 0 0 0 0,0-1 0 0 0,1 0 0 0 0,-1 0 0 0 0,0 0 0 0 0,1-1-1 0 0,-1 1 1 0 0,1-1 0 0 0,-8-4 0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27.75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 82 5065 0 0,'-22'32'13540'0'0,"24"-32"-13431"0"0,0-1-1 0 0,-1 1 0 0 0,1-1 1 0 0,-1 1-1 0 0,1-1 1 0 0,-1 0-1 0 0,1 1 0 0 0,-1-1 1 0 0,0 0-1 0 0,1 0 1 0 0,1-1-1 0 0,-2 0-84 0 0,0 1 0 0 0,0 0 1 0 0,1 1-1 0 0,-1-1 0 0 0,1 0 0 0 0,-1 0 0 0 0,0 1 1 0 0,1-1-1 0 0,-1 0 0 0 0,1 1 0 0 0,2-1 0 0 0,-4 1-104 0 0,0 2 208 0 0,-2-29-5749 0 0,0 14 6759 0 0,-4-15 0 0 0,6 27-1081 0 0,-10-26 5952 0 0,22 63-5856 0 0,-2 0 1 0 0,-1 1-1 0 0,-3 0 0 0 0,0 0 1 0 0,-1 54-1 0 0,-7-8-912 0 0,-1 32-2952 0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28.0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21 0 8986 0 0,'-8'47'4980'0'0,"3"-24"-4154"0"0,2 0 0 0 0,0 0 0 0 0,2 1 0 0 0,3 45 0 0 0,-2-61-715 0 0,1 0 1 0 0,0-1 0 0 0,1 1 0 0 0,-1-1 0 0 0,2 0 0 0 0,-1 1-1 0 0,1-1 1 0 0,0 0 0 0 0,0 0 0 0 0,1 0 0 0 0,0-1 0 0 0,0 1-1 0 0,0-1 1 0 0,1 0 0 0 0,0 0 0 0 0,1-1 0 0 0,-1 0 0 0 0,1 0 0 0 0,6 5-1 0 0,-10-8-82 0 0,0-1-1 0 0,0 1 0 0 0,0-1 0 0 0,1 0 1 0 0,-1 0-1 0 0,0 0 0 0 0,1 0 0 0 0,-1 0 1 0 0,0 0-1 0 0,1-1 0 0 0,-1 1 0 0 0,1-1 1 0 0,-1 0-1 0 0,1 1 0 0 0,-1-1 1 0 0,1 0-1 0 0,-1 0 0 0 0,1-1 0 0 0,-1 1 1 0 0,1-1-1 0 0,-1 1 0 0 0,1-1 0 0 0,-1 0 1 0 0,1 0-1 0 0,-1 0 0 0 0,0 0 0 0 0,0 0 1 0 0,1 0-1 0 0,-1-1 0 0 0,0 1 0 0 0,0-1 1 0 0,0 1-1 0 0,-1-1 0 0 0,1 0 0 0 0,0 0 1 0 0,0 0-1 0 0,-1 0 0 0 0,0 0 1 0 0,1 0-1 0 0,1-5 0 0 0,1-2 86 0 0,0 0 0 0 0,-1 0-1 0 0,0 0 1 0 0,0 0 0 0 0,-1-1 0 0 0,0 1-1 0 0,-1-1 1 0 0,0 0 0 0 0,0-13 0 0 0,-2 10-248 0 0,-1 1 1 0 0,0-1-1 0 0,-1 0 1 0 0,0 1-1 0 0,0 0 1 0 0,-2 0-1 0 0,1 0 1 0 0,-2 0-1 0 0,-7-13 1 0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28.50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 45 8290 0 0,'2'-13'499'0'0,"1"-6"1543"0"0,1 6 2490 0 0,-5 43-8 0 0,2-6-3981 0 0,-12 92 1002 0 0,3-45-1059 0 0,2 97-1 0 0,7-143-431 0 0,1-1 1 0 0,1 0-1 0 0,1 0 0 0 0,1 0 1 0 0,1 0-1 0 0,2-1 1 0 0,19 43-1 0 0,-5-22 16 0 0,2-1 0 0 0,46 60 1 0 0,-59-88-103 0 0,2 0 1 0 0,-1-1 0 0 0,2 0-1 0 0,0-1 1 0 0,1-1 0 0 0,0 0-1 0 0,1-1 1 0 0,0 0 0 0 0,26 12-1 0 0,-35-21-110 0 0,0 1-1 0 0,0-1 0 0 0,0-1 0 0 0,0 1 0 0 0,0-1 0 0 0,0 0 1 0 0,0 0-1 0 0,0-1 0 0 0,0 0 0 0 0,1-1 0 0 0,-1 1 1 0 0,0-1-1 0 0,10-3 0 0 0,-9 1-468 0 0,0 1 0 0 0,0-2 0 0 0,0 1 0 0 0,-1-1 0 0 0,1 0 0 0 0,11-9 0 0 0,2-4-1012 0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29.79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 34 2761 0 0,'-22'12'9508'0'0,"38"-7"-8158"0"0,12-4-195 0 0,0-1 1 0 0,0-1-1 0 0,0-2 0 0 0,-1 0 0 0 0,53-15 1 0 0,-46 10-1637 0 0,1 1 1 0 0,-1 2 0 0 0,38-1-1 0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30.07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 1 8898 0 0,'-5'17'1947'0'0,"4"-16"-1733"0"0,1 0 0 0 0,-1 0 0 0 0,1 0 0 0 0,-1 1 0 0 0,1-1 0 0 0,-1 0 0 0 0,1 0 0 0 0,0 1 0 0 0,0-1 0 0 0,-1 0 0 0 0,1 1 0 0 0,0-1 0 0 0,0 0 0 0 0,0 0 0 0 0,1 1 0 0 0,-1-1 0 0 0,0 2-1 0 0,29 138 6507 0 0,-17-47-6532 0 0,1 7-7085 0 0,-10-82 568 0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30.39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 26 6449 0 0,'0'0'123'0'0,"0"-1"-1"0"0,-1 0 0 0 0,1 1 0 0 0,0-1 0 0 0,-1 0 0 0 0,1 1 0 0 0,0-1 1 0 0,0 0-1 0 0,0 1 0 0 0,0-1 0 0 0,-1 0 0 0 0,1 1 0 0 0,0-1 0 0 0,0 0 0 0 0,0 0 1 0 0,1 1-1 0 0,-1-1 0 0 0,0 0 0 0 0,0 1 0 0 0,0-1 0 0 0,0 0 0 0 0,1 1 1 0 0,-1-1-1 0 0,0 0 0 0 0,1 1 0 0 0,-1-1 0 0 0,0 1 0 0 0,1-1 0 0 0,-1 0 1 0 0,1 1-1 0 0,-1-1 0 0 0,1 1 0 0 0,-1-1 0 0 0,1 1 0 0 0,-1 0 0 0 0,1-1 1 0 0,0 1-1 0 0,-1-1 0 0 0,1 1 0 0 0,-1 0 0 0 0,1 0 0 0 0,0-1 0 0 0,-1 1 1 0 0,1 0-1 0 0,0 0 0 0 0,-1 0 0 0 0,1 0 0 0 0,0 0 0 0 0,0 0 0 0 0,-1 0 1 0 0,1 0-1 0 0,0 0 0 0 0,-1 0 0 0 0,1 0 0 0 0,0 0 0 0 0,-1 0 0 0 0,1 1 1 0 0,0-1-1 0 0,-1 0 0 0 0,2 1 0 0 0,5 1 467 0 0,0-1 0 0 0,0 2 0 0 0,0-1 0 0 0,10 6 0 0 0,2 4-182 0 0,1 1 1 0 0,-2 1-1 0 0,0 0 1 0 0,-1 2-1 0 0,0 0 1 0 0,-1 1-1 0 0,-1 0 0 0 0,-1 1 1 0 0,13 21-1 0 0,-9-11-198 0 0,-2 1-1 0 0,0 1 0 0 0,-2 0 0 0 0,-2 1 1 0 0,15 54-1 0 0,-22-60-157 0 0,-1 0 0 0 0,-1 1 0 0 0,-1-1 0 0 0,-1 1 1 0 0,-1-1-1 0 0,-2 1 0 0 0,-7 42 0 0 0,-2-17-1086 0 0,-3-2-1 0 0,-34 87 1 0 0,27-89-6034 0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30.6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53 456 0 0,'4'0'1601'0'0,"1"-1"0"0"0,-1 1 0 0 0,1-1-1 0 0,-1 0 1 0 0,1 0 0 0 0,-1-1 0 0 0,5-1 0 0 0,29-17 3368 0 0,-30 15-4498 0 0,1 0-1 0 0,0 1 0 0 0,14-5 1 0 0,-22 9-643 0 0,-1 0 1 0 0,1 0 0 0 0,-1 0 0 0 0,1-1 0 0 0,-1 1-1 0 0,1 0 1 0 0,-1 0 0 0 0,1 0 0 0 0,-1 0 0 0 0,1 0-1 0 0,-1 0 1 0 0,1 0 0 0 0,0 1 0 0 0,-1-1 0 0 0,1 0-1 0 0,-1 0 1 0 0,1 0 0 0 0,-1 1 0 0 0,1-1 0 0 0,-1 0-1 0 0,1 0 1 0 0,-1 1 0 0 0,0-1 0 0 0,1 0 0 0 0,-1 1-1 0 0,1 0-170 0 0,-1-1 171 0 0,1 0 0 0 0,-1 1-1 0 0,1 0 1 0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30.81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86 2304 0 0,'0'1'96'0'0,"1"-1"0"0"0,-1 1-1 0 0,0-1 1 0 0,1 0-1 0 0,-1 1 1 0 0,1-1-1 0 0,-1 0 1 0 0,1 1 0 0 0,-1-1-1 0 0,1 0 1 0 0,-1 1-1 0 0,1-1 1 0 0,-1 0-1 0 0,1 0 1 0 0,-1 0 0 0 0,1 1-1 0 0,-1-1 1 0 0,1 0-1 0 0,0 0 1 0 0,-1 0 0 0 0,1 0-1 0 0,-1 0 1 0 0,1 0-1 0 0,-1 0 1 0 0,1 0-1 0 0,0 0 1 0 0,-1-1 0 0 0,1 1-1 0 0,-1 0 1 0 0,1 0-1 0 0,0-1 1 0 0,20-3 2961 0 0,33-15 929 0 0,26-17-2495 0 0,-22 10-1377 0 0,-44 21-114 0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32.88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40 6449 0 0,'38'0'5246'0'0,"44"-8"0"0"0,-47 3-5077 0 0,47-15 1 0 0,-60 13-6368 0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33.25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 4 12443 0 0,'-4'-4'6552'0'0,"9"12"-3533"0"0,-2-2-4126 0 0,78 198 3254 0 0,19 51-1884 0 0,-92-230-268 0 0,-2 0 0 0 0,0 0 0 0 0,-2 0 0 0 0,-1 1 0 0 0,1 44 0 0 0,-18 128-4154 0 0,8-133-437 0 0,3-26-1670 0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33.8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76 25 9218 0 0,'-2'-2'279'0'0,"1"0"1"0"0,-1 0-1 0 0,1 0 1 0 0,-1 1-1 0 0,0-1 0 0 0,0 1 1 0 0,0-1-1 0 0,0 1 1 0 0,0 0-1 0 0,0 0 0 0 0,0 0 1 0 0,0 0-1 0 0,0 0 0 0 0,-3-1 1 0 0,4 2-126 0 0,0 0 0 0 0,0-1 0 0 0,0 1 0 0 0,0 0 0 0 0,0 0 1 0 0,0 0-1 0 0,-1 0 0 0 0,1 0 0 0 0,0 0 0 0 0,0 0 0 0 0,0 0 0 0 0,0 0 0 0 0,0 1 0 0 0,0-1 1 0 0,0 0-1 0 0,0 1 0 0 0,0-1 0 0 0,0 0 0 0 0,0 1 0 0 0,0-1 0 0 0,0 1 0 0 0,0 0 0 0 0,0-1 0 0 0,1 1 1 0 0,-1 0-1 0 0,0 0 0 0 0,0-1 0 0 0,1 1 0 0 0,-1 0 0 0 0,0 0 0 0 0,1 0 0 0 0,-1 0 0 0 0,1 0 1 0 0,-1 1-1 0 0,-3 11-12 0 0,1 0-1 0 0,1 0 1 0 0,0 0 0 0 0,1 0 0 0 0,0 0 0 0 0,1 0 0 0 0,1 1-1 0 0,0-1 1 0 0,0 0 0 0 0,2 0 0 0 0,-1 0 0 0 0,2 0 0 0 0,8 23-1 0 0,-10-32-126 0 0,1 0 0 0 0,-1 1 0 0 0,1-1 0 0 0,0 0 0 0 0,0 0-1 0 0,1-1 1 0 0,-1 1 0 0 0,1-1 0 0 0,-1 1 0 0 0,1-1 0 0 0,0 0 0 0 0,1 0-1 0 0,-1-1 1 0 0,0 1 0 0 0,1-1 0 0 0,-1 0 0 0 0,1-1 0 0 0,0 1-1 0 0,-1-1 1 0 0,1 1 0 0 0,0-1 0 0 0,0-1 0 0 0,0 1 0 0 0,8-1-1 0 0,-8 0 0 0 0,-1-1 0 0 0,0 1 0 0 0,0-1 0 0 0,0 0 0 0 0,0 0-1 0 0,0-1 1 0 0,0 1 0 0 0,-1-1 0 0 0,1 0 0 0 0,0 0-1 0 0,-1 0 1 0 0,1-1 0 0 0,-1 1 0 0 0,0-1 0 0 0,0 0 0 0 0,0 1-1 0 0,0-2 1 0 0,0 1 0 0 0,-1 0 0 0 0,1 0 0 0 0,-1-1-1 0 0,0 1 1 0 0,0-1 0 0 0,0 0 0 0 0,0 0 0 0 0,-1 0-1 0 0,0 0 1 0 0,0 0 0 0 0,2-6 0 0 0,-2-1 20 0 0,1 0 1 0 0,-1 0-1 0 0,-1-1 0 0 0,0 1 1 0 0,-1 0-1 0 0,0 0 0 0 0,0 0 1 0 0,-1 0-1 0 0,-7-20 0 0 0,6 22-501 0 0,-1 0-1 0 0,0 0 0 0 0,0 1 1 0 0,-1-1-1 0 0,0 1 0 0 0,0 0 1 0 0,-8-8-1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34.28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 7 4609 0 0,'1'-1'118'0'0,"0"1"1"0"0,0 0-1 0 0,1 0 1 0 0,-1 0-1 0 0,0 0 1 0 0,0 0-1 0 0,0 0 1 0 0,1 0-1 0 0,-1 1 1 0 0,0-1-1 0 0,0 0 1 0 0,0 0-1 0 0,1 1 1 0 0,-1-1-1 0 0,0 1 1 0 0,0-1-1 0 0,0 1 0 0 0,0 0 1 0 0,0-1-1 0 0,0 1 1 0 0,0 0-1 0 0,0 0 1 0 0,0 0-1 0 0,-1 0 1 0 0,1 0-1 0 0,0-1 1 0 0,0 1-1 0 0,-1 1 1 0 0,1-1-1 0 0,0 0 1 0 0,-1 0-1 0 0,0 0 1 0 0,1 0-1 0 0,-1 0 1 0 0,1 0-1 0 0,-1 1 0 0 0,0-1 1 0 0,0 0-1 0 0,0 0 1 0 0,0 0-1 0 0,0 1 1 0 0,0-1-1 0 0,0 0 1 0 0,0 3-1 0 0,-3 5 193 0 0,1 1-1 0 0,-1 0 0 0 0,-1-1 1 0 0,-8 17-1 0 0,0 2 231 0 0,11-23-481 0 0,-1 1 0 0 0,1-1 0 0 0,0 1 0 0 0,0 0-1 0 0,1-1 1 0 0,0 1 0 0 0,0 8 0 0 0,0-13-59 0 0,1 0 1 0 0,-1 0-1 0 0,0 0 1 0 0,0 0 0 0 0,0 0-1 0 0,0 0 1 0 0,1 0-1 0 0,-1 0 1 0 0,0 0-1 0 0,1 0 1 0 0,-1 0-1 0 0,1 0 1 0 0,-1 0-1 0 0,1-1 1 0 0,-1 1-1 0 0,1 0 1 0 0,0 0-1 0 0,-1-1 1 0 0,1 1-1 0 0,0 0 1 0 0,0-1-1 0 0,0 1 1 0 0,-1-1-1 0 0,1 1 1 0 0,0-1-1 0 0,0 1 1 0 0,0-1-1 0 0,0 1 1 0 0,0-1-1 0 0,0 0 1 0 0,0 0 0 0 0,0 1-1 0 0,0-1 1 0 0,0 0-1 0 0,0 0 1 0 0,0 0-1 0 0,0 0 1 0 0,0 0-1 0 0,0 0 1 0 0,0-1-1 0 0,0 1 1 0 0,0 0-1 0 0,-1 0 1 0 0,1-1-1 0 0,0 1 1 0 0,0 0-1 0 0,0-1 1 0 0,0 1-1 0 0,0-1 1 0 0,1 0-1 0 0,0-1 55 0 0,1 0 0 0 0,-1 1-1 0 0,1-1 1 0 0,-1 0 0 0 0,0 0-1 0 0,1-1 1 0 0,-1 1 0 0 0,0 0-1 0 0,-1-1 1 0 0,1 0 0 0 0,0 1-1 0 0,-1-1 1 0 0,1 0 0 0 0,-1 0-1 0 0,0 1 1 0 0,1-6 0 0 0,12-56 658 0 0,-10 39-342 0 0,-1 8-42 0 0,-3 14-156 0 0,0-1-1 0 0,0 0 1 0 0,1 0-1 0 0,-1 0 1 0 0,1 1-1 0 0,0-1 1 0 0,0 0-1 0 0,0 1 1 0 0,1-1-1 0 0,-1 1 1 0 0,1-1-1 0 0,4-5 1 0 0,-5 9-132 0 0,-1 0 0 0 0,1 0 0 0 0,0-1 0 0 0,-1 1 0 0 0,1 0 1 0 0,0 0-1 0 0,-1 0 0 0 0,1 0 0 0 0,0 0 0 0 0,-1 0 0 0 0,1 1 0 0 0,0-1 1 0 0,-1 0-1 0 0,1 0 0 0 0,0 0 0 0 0,-1 1 0 0 0,1-1 0 0 0,-1 0 0 0 0,1 1 1 0 0,0-1-1 0 0,-1 0 0 0 0,1 1 0 0 0,-1-1 0 0 0,1 1 0 0 0,-1-1 0 0 0,1 1 1 0 0,-1-1-1 0 0,1 1 0 0 0,-1-1 0 0 0,0 1 0 0 0,1 1 0 0 0,15 23 201 0 0,-12-18-86 0 0,21 33-88 0 0,-2 1 1 0 0,-1 1-1 0 0,-3 2 0 0 0,-1 0 1 0 0,18 68-1 0 0,-33-93-63 0 0,0 0 0 0 0,-1 0 0 0 0,-1 0-1 0 0,-1 0 1 0 0,0 0 0 0 0,-2 0 0 0 0,0 0 0 0 0,-1-1 0 0 0,-1 1-1 0 0,-1-1 1 0 0,0 1 0 0 0,-1-1 0 0 0,-14 27 0 0 0,6-20 32 0 0,-1 0 0 0 0,0-1 1 0 0,-2 0-1 0 0,-1-1 0 0 0,-1-2 1 0 0,-1 1-1 0 0,0-2 1 0 0,-32 23-1 0 0,28-26-805 0 0,14-12-165 0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34.58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5529 0 0,'12'15'8901'0'0,"-1"-5"-6099"0"0,-9-5-2456 0 0,-1 1 1 0 0,1-1 0 0 0,-1 0 0 0 0,0 0 0 0 0,0 1-1 0 0,0-1 1 0 0,-1 1 0 0 0,1-1 0 0 0,-2 9 0 0 0,-8 54-501 0 0,3-30-1079 0 0,4-20-679 0 0,-1 1-4463 0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34.91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0 7370 0 0,'1'2'252'0'0,"0"-1"1"0"0,0 1 0 0 0,0 0-1 0 0,0 0 1 0 0,0-1 0 0 0,0 1-1 0 0,-1 0 1 0 0,1 0 0 0 0,-1 0 0 0 0,1 0-1 0 0,-1 0 1 0 0,0 0 0 0 0,0 0-1 0 0,1 0 1 0 0,-2 0 0 0 0,1 3-1 0 0,-7 38 2128 0 0,4-23-1083 0 0,0 1-775 0 0,2 1 1 0 0,0-1-1 0 0,1 1 1 0 0,2-1-1 0 0,0 1 1 0 0,6 23-1 0 0,-7-36-480 0 0,1-1-1 0 0,1 1 1 0 0,0-1-1 0 0,0 0 1 0 0,0 0-1 0 0,1-1 1 0 0,0 1-1 0 0,1-1 1 0 0,-1 0-1 0 0,2 0 1 0 0,-1 0 0 0 0,1 0-1 0 0,0-1 1 0 0,0 0-1 0 0,0-1 1 0 0,1 1-1 0 0,0-1 1 0 0,9 5-1 0 0,-13-8-150 0 0,0-1 0 0 0,0 1 0 0 0,0-1 0 0 0,0 0 0 0 0,0 0 0 0 0,1 0 0 0 0,-1-1 0 0 0,0 1 0 0 0,0-1 0 0 0,0 1 0 0 0,1-1 0 0 0,-1 0 0 0 0,0-1 0 0 0,1 1 0 0 0,-1 0 0 0 0,0-1 0 0 0,0 0 0 0 0,0 0 0 0 0,0 0 0 0 0,4-1 0 0 0,-2-1 75 0 0,-1 0-1 0 0,0 0 0 0 0,0 0 1 0 0,0 0-1 0 0,0-1 0 0 0,-1 0 0 0 0,1 0 1 0 0,-1 0-1 0 0,0 0 0 0 0,0 0 1 0 0,4-9-1 0 0,0-2 325 0 0,-1 0 1 0 0,0-1-1 0 0,-1 0 1 0 0,-1 0-1 0 0,0-1 1 0 0,2-32-1 0 0,-8 6-1566 0 0,-2 22-5106 0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35.53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 48 2761 0 0,'1'-2'235'0'0,"0"0"1"0"0,0 0-1 0 0,0 0 1 0 0,-1 0 0 0 0,-10-36 15979 0 0,7 62-15431 0 0,-9 173-579 0 0,0 32 97 0 0,13-203-280 0 0,1 1-1 0 0,2-1 1 0 0,0 0 0 0 0,2 0-1 0 0,1 0 1 0 0,16 42 0 0 0,-13-46-44 0 0,1-1 1 0 0,1 0-1 0 0,0 0 1 0 0,2-1 0 0 0,0-1-1 0 0,1 0 1 0 0,32 30 0 0 0,-38-41-110 0 0,0 0 0 0 0,0-1 0 0 0,1 0 1 0 0,0-1-1 0 0,1 0 0 0 0,-1 0 0 0 0,1-1 1 0 0,0-1-1 0 0,1 0 0 0 0,-1 0 0 0 0,1-1 1 0 0,-1-1-1 0 0,1 0 0 0 0,0 0 0 0 0,0-1 1 0 0,0-1-1 0 0,19-1 0 0 0,-12-1-6786 0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36.59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 14 6913 0 0,'-3'-14'9730'0'0,"-3"44"-7398"0"0,4-16-5552 0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36.8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4145 0 0,'15'4'7120'0'0,"-12"-2"-6572"0"0,11 14 3060 0 0,4 27-1920 0 0,-12-28-601 0 0,5 19-392 0 0,-1-1 0 0 0,-2 1 0 0 0,-1 0 1 0 0,2 40-1 0 0,-3-30-2517 0 0,20 82 0 0 0,-21-108-2734 0 0,0 0-1258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37.42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53 0 5985 0 0,'-3'11'8724'0'0,"-4"5"-7381"0"0,-1 4-922 0 0,-2 12 45 0 0,3 0-1 0 0,0 1 1 0 0,3 0 0 0 0,-2 56 0 0 0,6-77-392 0 0,0 1 1 0 0,1-1 0 0 0,0 0 0 0 0,1 1 0 0 0,1-1 0 0 0,0 0 0 0 0,1 0 0 0 0,0-1 0 0 0,0 1 0 0 0,1-1 0 0 0,1 0 0 0 0,0 0 0 0 0,1-1-1 0 0,0 1 1 0 0,15 16 0 0 0,-17-23-50 0 0,0 0 0 0 0,0-1-1 0 0,0 1 1 0 0,0-1 0 0 0,1 0 0 0 0,-1-1-1 0 0,1 1 1 0 0,0-1 0 0 0,0 0-1 0 0,0-1 1 0 0,0 1 0 0 0,0-1 0 0 0,0 0-1 0 0,0-1 1 0 0,0 0 0 0 0,10 0-1 0 0,-9 0 8 0 0,0-1-1 0 0,-1 0 1 0 0,1 0-1 0 0,-1 0 1 0 0,0-1-1 0 0,1 0 1 0 0,-1 0-1 0 0,0 0 1 0 0,0-1-1 0 0,0 0 1 0 0,0 0-1 0 0,-1-1 1 0 0,1 0-1 0 0,-1 0 1 0 0,7-6-1 0 0,-11 9-28 0 0,0 1-1 0 0,-1-1 0 0 0,1 1 0 0 0,0-1 1 0 0,-1 0-1 0 0,1 0 0 0 0,-1 1 0 0 0,1-1 0 0 0,-1 0 1 0 0,1 0-1 0 0,-1 1 0 0 0,0-1 0 0 0,1 0 1 0 0,-1 0-1 0 0,0 0 0 0 0,0 0 0 0 0,1 0 0 0 0,-1 1 1 0 0,0-1-1 0 0,0 0 0 0 0,0 0 0 0 0,0 0 1 0 0,0 0-1 0 0,0 0 0 0 0,-1 0 0 0 0,1-1 0 0 0,-1 1-11 0 0,0 0-1 0 0,0 0 0 0 0,0 0 0 0 0,0 0 0 0 0,0 0 1 0 0,0 0-1 0 0,0 0 0 0 0,0 1 0 0 0,0-1 0 0 0,-1 0 0 0 0,1 1 1 0 0,0-1-1 0 0,0 1 0 0 0,-1-1 0 0 0,-1 1 0 0 0,-5-2-267 0 0,-1 0 0 0 0,0 1 0 0 0,1 1 0 0 0,-11 0-1 0 0,-54 9-3521 0 0,57-6 2576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37.98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7834 0 0,'6'2'630'0'0,"-1"0"0"0"0,0 0 0 0 0,1 1 1 0 0,-1 0-1 0 0,0 0 0 0 0,0 0 1 0 0,8 8-1 0 0,-1-2 342 0 0,4 3-331 0 0,-1 1-1 0 0,0 1 1 0 0,-1 0-1 0 0,0 1 0 0 0,-1 0 1 0 0,-1 1-1 0 0,-1 1 1 0 0,16 28-1 0 0,-3 5 159 0 0,35 98 0 0 0,-51-124-749 0 0,-1 0 0 0 0,-2 1 1 0 0,0-1-1 0 0,-1 1 0 0 0,-2 0 0 0 0,-1 0 1 0 0,-1 0-1 0 0,-3 29 0 0 0,0-27-694 0 0,-2 0-1 0 0,-1-1 0 0 0,-1 1 0 0 0,-13 31 1 0 0,4-23-6064 0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38.29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59 7370 0 0,'1'1'266'0'0,"0"-1"0"0"0,1 1 0 0 0,-1-1 0 0 0,0 1 0 0 0,1-1 0 0 0,-1 0 0 0 0,1 0 0 0 0,-1 1 0 0 0,1-1 0 0 0,-1 0 1 0 0,0 0-1 0 0,1 0 0 0 0,-1-1 0 0 0,1 1 0 0 0,-1 0 0 0 0,1-1 0 0 0,1 0 0 0 0,31-9 2217 0 0,-29 8-1962 0 0,39-20 430 0 0,-36 18-2030 0 0,0-1-1 0 0,1 1 1 0 0,0 0-1 0 0,17-5 1 0 0,-26 9 1077 0 0,1 0 0 0 0,-1 0 0 0 0,0 0 0 0 0,0 0 0 0 0,0 0 0 0 0,1 0 0 0 0,-1 0 0 0 0,0 1 0 0 0,0-1 0 0 0,1 0 0 0 0,-1 0 0 0 0,0 0 0 0 0,0 0 0 0 0,0 0 0 0 0,0 0 0 0 0,1 0 0 0 0,-1 0 0 0 0,0 0 0 0 0,0 1 0 0 0,0-1 0 0 0,1 0 0 0 0,-1 0 0 0 0,0 0 0 0 0,0 0 0 0 0,0 1 0 0 0,0-1 0 0 0,0 0 0 0 0,0 0 0 0 0,0 0 0 0 0,1 1 0 0 0,-1-1 0 0 0,0 0 0 0 0,0 0 0 0 0,0 0 0 0 0,0 1 0 0 0,0-1 0 0 0,0 0 0 0 0,0 0 0 0 0,0 1 0 0 0,0-1 0 0 0,0 0 0 0 0,0 6-13 0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38.43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4609 0 0,'0'1'101'0'0,"0"0"0"0"0,0 0 1 0 0,-1 0-1 0 0,1-1 0 0 0,0 1 0 0 0,0 0 0 0 0,0 0 0 0 0,0 0 1 0 0,0 0-1 0 0,0 0 0 0 0,0-1 0 0 0,0 1 0 0 0,1 0 1 0 0,-1 0-1 0 0,0 0 0 0 0,0 0 0 0 0,1-1 0 0 0,-1 1 1 0 0,1 0-1 0 0,-1 0 0 0 0,0-1 0 0 0,1 1 0 0 0,-1 0 0 0 0,1-1 1 0 0,0 1-1 0 0,-1 0 0 0 0,1-1 0 0 0,0 1 0 0 0,-1-1 1 0 0,2 1-1 0 0,0 0 47 0 0,1 0 1 0 0,-1 0-1 0 0,1 0 0 0 0,0 0 1 0 0,-1-1-1 0 0,1 1 0 0 0,0-1 1 0 0,0 1-1 0 0,4-1 1 0 0,5-1-1028 0 0,0 0 1 0 0,0 0-1 0 0,17-5 1 0 0,-19 3 554 0 0,0 0 293 0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47.78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36 73 5529 0 0,'1'-3'700'0'0,"-1"-1"-1"0"0,1 1 0 0 0,0-1 1 0 0,0 1-1 0 0,0 0 0 0 0,1-1 1 0 0,-1 1-1 0 0,4-5 0 0 0,-3 5 369 0 0,-1 0 0 0 0,1 0 0 0 0,-1 0 0 0 0,0 0 0 0 0,0 0-1 0 0,0 0 1 0 0,0 0 0 0 0,1-5 0 0 0,-4 7-1041 0 0,0 0 0 0 0,0 1 0 0 0,0-1 0 0 0,0 0 0 0 0,1 1 0 0 0,-1 0 1 0 0,0-1-1 0 0,0 1 0 0 0,0 0 0 0 0,0 0 0 0 0,0 0 0 0 0,0 0 0 0 0,0 0 0 0 0,0 1 0 0 0,-4 0 0 0 0,-13 11-2455 0 0,12-7 889 0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48.69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179 348 4145 0 0,'-12'-17'2035'0'0,"4"5"-791"0"0,-1 0 0 0 0,2 0 0 0 0,0-1 0 0 0,0 0-1 0 0,-4-15 1 0 0,9 23-1044 0 0,1 1 0 0 0,1-1-1 0 0,-1 1 1 0 0,0 0 0 0 0,1-1 0 0 0,0 1-1 0 0,0-1 1 0 0,0 1 0 0 0,1-1-1 0 0,0 1 1 0 0,0-1 0 0 0,0 1 0 0 0,0 0-1 0 0,0 0 1 0 0,1-1 0 0 0,0 1 0 0 0,0 0-1 0 0,0 0 1 0 0,0 0 0 0 0,1 1-1 0 0,3-5 1 0 0,5-5-81 0 0,0 1 0 0 0,1 0 0 0 0,1 1 1 0 0,0 0-1 0 0,0 1 0 0 0,1 0 0 0 0,0 1 0 0 0,1 1 0 0 0,16-8 0 0 0,-18 11-133 0 0,0 0 0 0 0,0 0-1 0 0,0 1 1 0 0,1 1-1 0 0,0 0 1 0 0,0 1 0 0 0,-1 0-1 0 0,1 1 1 0 0,0 1 0 0 0,0 0-1 0 0,19 3 1 0 0,-30-3-49 0 0,-1 1 0 0 0,1-1 0 0 0,-1 1 0 0 0,0 0 0 0 0,1-1 0 0 0,-1 1 0 0 0,1 0 0 0 0,-1 0 0 0 0,0 0 0 0 0,0 1 0 0 0,0-1 0 0 0,0 1 0 0 0,0-1 0 0 0,0 1 0 0 0,0-1 0 0 0,0 1 0 0 0,0 0 0 0 0,-1 0 0 0 0,1 0 0 0 0,2 4 0 0 0,-3-3-110 0 0,0 1 0 0 0,0-1 0 0 0,-1 0 0 0 0,1 1 0 0 0,-1-1 0 0 0,1 0 0 0 0,-1 1 0 0 0,0-1 0 0 0,0 1 0 0 0,-1-1 0 0 0,1 0 0 0 0,-1 1 0 0 0,-1 4 0 0 0,-3 8-583 0 0,-1 0 0 0 0,-1 0 0 0 0,-1-1 0 0 0,-15 25-1 0 0,-4 4 343 0 0,1 1-1 0 0,3 1 1 0 0,2 1-1 0 0,1 0 1 0 0,-15 64-1 0 0,34-108 444 0 0,0 0 0 0 0,0 0 0 0 0,1 0-1 0 0,-1 0 1 0 0,1 0 0 0 0,0 0 0 0 0,0 0-1 0 0,0 0 1 0 0,0 0 0 0 0,1 1 0 0 0,-1-1 0 0 0,1 0-1 0 0,0 0 1 0 0,0 0 0 0 0,0-1 0 0 0,0 1-1 0 0,0 0 1 0 0,1 0 0 0 0,-1 0 0 0 0,1-1-1 0 0,0 1 1 0 0,0-1 0 0 0,0 1 0 0 0,0-1 0 0 0,0 0-1 0 0,0 0 1 0 0,1 0 0 0 0,-1 0 0 0 0,1 0-1 0 0,-1-1 1 0 0,1 1 0 0 0,0-1 0 0 0,0 1 0 0 0,-1-1-1 0 0,1 0 1 0 0,0 0 0 0 0,0 0 0 0 0,0-1-1 0 0,5 1 1 0 0,-2-1 325 0 0,-1-1 0 0 0,1-1 0 0 0,-1 1-1 0 0,1-1 1 0 0,-1 0 0 0 0,0 0 0 0 0,1 0 0 0 0,-1-1 0 0 0,-1 0-1 0 0,1 0 1 0 0,0 0 0 0 0,-1-1 0 0 0,1 1 0 0 0,-1-1 0 0 0,0 0-1 0 0,0-1 1 0 0,5-7 0 0 0,-3 5 80 0 0,-1 0-1 0 0,0-1 1 0 0,0 0-1 0 0,-1 0 1 0 0,0 0 0 0 0,0 0-1 0 0,-1 0 1 0 0,0-1-1 0 0,0 0 1 0 0,1-14 0 0 0,-3 18-362 0 0,-2-1 0 0 0,1 1 0 0 0,0-1 0 0 0,-1 1 1 0 0,0 0-1 0 0,0-1 0 0 0,-1 1 0 0 0,0 0 0 0 0,0 0 1 0 0,0 0-1 0 0,0 0 0 0 0,-1 0 0 0 0,1 1 0 0 0,-1-1 0 0 0,-1 1 1 0 0,1-1-1 0 0,-1 1 0 0 0,1 0 0 0 0,-1 0 0 0 0,0 1 1 0 0,0-1-1 0 0,-1 1 0 0 0,1 0 0 0 0,-6-3 0 0 0,-13-7-32 0 0,-1 2 0 0 0,0 0 1 0 0,-44-13-1 0 0,41 15 35 0 0,-42-13-274 0 0,-56-21-49 0 0,109 36-1324 0 0,0-1 0 0 0,-27-18 1 0 0,36 19 212 0 0,2 0 830 0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51.65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335 36 10594 0 0,'1'-14'2638'0'0,"-1"-6"2160"0"0,-6 19-2999 0 0,-6 9-889 0 0,0 5-679 0 0,-1 1 1 0 0,2 0-1 0 0,0 1 0 0 0,0 0 1 0 0,-15 30-1 0 0,-32 89-110 0 0,56-130-103 0 0,-44 119 27 0 0,5 3 1 0 0,-40 207-1 0 0,80-325-279 0 0,-1-3-91 0 0,1 0 1 0 0,1 0-1 0 0,-1 0 0 0 0,0 0 0 0 0,1 1 0 0 0,0-1 0 0 0,0 0 0 0 0,2 6 0 0 0,0-10-782 0 0,-1-1 997 0 0,-1 0-1 0 0,0 0 0 0 0,0 0 1 0 0,1 0-1 0 0,-1 0 0 0 0,0 0 1 0 0,1 0-1 0 0,-1 0 0 0 0,0 0 1 0 0,0 0-1 0 0,1 0 0 0 0,-1 0 0 0 0,0 0 1 0 0,1 0-1 0 0,-1 0 0 0 0,0 0 1 0 0,0 0-1 0 0,4-6-2324 0 0,5-9-285 0 0,-4 0 571 0 0,0-2-11 0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51.95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 23 5353 0 0,'-14'-23'10416'0'0,"19"40"-9357"0"0,116 299 3556 0 0,-1-2-5366 0 0,-117-308 272 0 0,10 26-622 0 0,-13-31 832 0 0,1 0 1 0 0,-1 0-1 0 0,1 0 0 0 0,-1 0 0 0 0,1 0 0 0 0,0 1 1 0 0,0-1-1 0 0,-1 0 0 0 0,1-1 0 0 0,0 1 0 0 0,0 0 1 0 0,0 0-1 0 0,0 0 0 0 0,0 0 0 0 0,0-1 0 0 0,0 1 1 0 0,0 0-1 0 0,1-1 0 0 0,0 1 0 0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52.12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 97 11058 0 0,'0'0'56'0'0,"-1"0"0"0"0,1 0 0 0 0,-1-1-1 0 0,1 1 1 0 0,-1 0 0 0 0,1 0-1 0 0,0 0 1 0 0,-1 0 0 0 0,1-1 0 0 0,-1 1-1 0 0,1 0 1 0 0,-1 0 0 0 0,1-1 0 0 0,0 1-1 0 0,-1 0 1 0 0,1-1 0 0 0,0 1-1 0 0,-1-1 1 0 0,1 1 0 0 0,0 0 0 0 0,0-1-1 0 0,-1 1 1 0 0,1-1 0 0 0,0 1 0 0 0,0 0-1 0 0,0-1 1 0 0,-1 1 0 0 0,1-1-1 0 0,0 1 1 0 0,0-1 0 0 0,0 1 0 0 0,0-1-1 0 0,0 1 1 0 0,0-1 0 0 0,0 1-1 0 0,0-1 1 0 0,0 1 0 0 0,0-1 0 0 0,0 1-1 0 0,0-1 1 0 0,1 1 0 0 0,-1-1 0 0 0,0 1-1 0 0,0-1 1 0 0,22-11 2070 0 0,-16 9-2056 0 0,70-28 1517 0 0,-54 23-2548 0 0,-1 1 0 0 0,1 2 0 0 0,32-6-1 0 0,-32 9 933 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52.3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44 15147 0 0,'3'-5'120'0'0,"1"2"0"0"0,-1-1-1 0 0,1 0 1 0 0,0 1 0 0 0,0-1 0 0 0,0 1-1 0 0,1 0 1 0 0,5-3 0 0 0,-8 5-416 0 0,0 0-1 0 0,0 0 1 0 0,-1 0 0 0 0,1 0-1 0 0,0 0 1 0 0,0 1 0 0 0,0-1 0 0 0,0 1-1 0 0,0-1 1 0 0,0 1 0 0 0,0 0 0 0 0,0-1-1 0 0,0 1 1 0 0,0 0 0 0 0,0 0 0 0 0,0 0-1 0 0,0 1 1 0 0,0-1 0 0 0,0 1-1 0 0,0-1 1 0 0,0 1 0 0 0,0-1 0 0 0,0 1-1 0 0,0 0 1 0 0,3 2 0 0 0,-1 1 296 0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52.55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30 6913 0 0,'43'-5'4637'0'0,"-1"-4"-3467"0"0,-27 5-1982 0 0,0 1 0 0 0,1 0 0 0 0,24-1 1 0 0,-33 4 879 0 0,2-1-55 0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53.19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323 13 7370 0 0,'-2'-1'392'0'0,"1"-1"1"0"0,-1 1 0 0 0,0 0 0 0 0,1 0-1 0 0,-1 0 1 0 0,0 0 0 0 0,1 0 0 0 0,-1 0-1 0 0,0 1 1 0 0,0-1 0 0 0,0 1 0 0 0,0-1-1 0 0,0 1 1 0 0,0 0 0 0 0,-3-1 0 0 0,1 1 15 0 0,-1 1-1 0 0,0-1 1 0 0,1 1 0 0 0,-1 0 0 0 0,1 0 0 0 0,-7 2 0 0 0,-1 2 150 0 0,-1 1 1 0 0,1 0-1 0 0,-18 12 1 0 0,7-1 78 0 0,-1 0 0 0 0,-37 37 0 0 0,52-44-525 0 0,1-1 0 0 0,0 1-1 0 0,0 0 1 0 0,1 1 0 0 0,0-1-1 0 0,0 2 1 0 0,2-1 0 0 0,-9 23-1 0 0,13-32-106 0 0,0 0-1 0 0,1 0 1 0 0,-1 0-1 0 0,1 0 0 0 0,-1 0 1 0 0,1 0-1 0 0,0 0 1 0 0,0 0-1 0 0,0 1 1 0 0,0-1-1 0 0,0 0 0 0 0,0 0 1 0 0,1 0-1 0 0,-1 0 1 0 0,1 0-1 0 0,0 0 0 0 0,-1 0 1 0 0,1 0-1 0 0,0 0 1 0 0,0 0-1 0 0,3 3 1 0 0,-2-3-53 0 0,0 0 0 0 0,0 0 1 0 0,1 0-1 0 0,-1 0 1 0 0,1-1-1 0 0,0 0 1 0 0,-1 1-1 0 0,1-1 0 0 0,0 0 1 0 0,0 0-1 0 0,0 0 1 0 0,-1-1-1 0 0,7 2 0 0 0,5-1-193 0 0,0-1 0 0 0,0 0 0 0 0,0-1 0 0 0,0 0 0 0 0,19-5 0 0 0,-5-1 402 0 0,-18 4-213 0 0,0 1 0 0 0,0 0-1 0 0,19-2 1 0 0,-28 4 56 0 0,-1 0 0 0 0,0 0 0 0 0,0 0 0 0 0,1 0 0 0 0,-1 1 0 0 0,0-1 0 0 0,0 0 0 0 0,0 0 0 0 0,1 0-1 0 0,-1 0 1 0 0,0 0 0 0 0,0 0 0 0 0,1 0 0 0 0,-1 1 0 0 0,0-1 0 0 0,0 0 0 0 0,0 0 0 0 0,0 0 0 0 0,1 0 0 0 0,-1 1 0 0 0,0-1 0 0 0,0 0 0 0 0,0 0-1 0 0,0 0 1 0 0,0 1 0 0 0,0-1 0 0 0,0 0 0 0 0,1 0 0 0 0,-1 1 0 0 0,0-1 0 0 0,0 0 0 0 0,0 0 0 0 0,0 0 0 0 0,0 1 0 0 0,0-1 0 0 0,0 0 0 0 0,0 0-1 0 0,0 1 1 0 0,0-1 0 0 0,0 0 0 0 0,0 0 0 0 0,-1 1 0 0 0,1-1 0 0 0,-6 18-37 0 0,-11 13-64 0 0,-21 24 1169 0 0,5-7-353 0 0,-28 52 1 0 0,53-84-621 0 0,1 0 0 0 0,0 0 0 0 0,1 0 0 0 0,1 1-1 0 0,0-1 1 0 0,1 1 0 0 0,-3 33 0 0 0,7-46-87 0 0,0-1 1 0 0,0 0-1 0 0,0 1 1 0 0,0-1-1 0 0,0 0 1 0 0,1 1-1 0 0,-1-1 0 0 0,1 0 1 0 0,0 0-1 0 0,0 1 1 0 0,0-1-1 0 0,1 0 1 0 0,-1 0-1 0 0,1 0 0 0 0,-1 0 1 0 0,1-1-1 0 0,0 1 1 0 0,0 0-1 0 0,0-1 1 0 0,1 1-1 0 0,-1-1 1 0 0,0 0-1 0 0,4 3 0 0 0,-2-3-85 0 0,0-1-1 0 0,0 1 0 0 0,0-1 1 0 0,0 1-1 0 0,0-1 0 0 0,0-1 1 0 0,0 1-1 0 0,0 0 0 0 0,0-1 1 0 0,0 0-1 0 0,0 0 0 0 0,0 0 0 0 0,1-1 1 0 0,-1 1-1 0 0,0-1 0 0 0,0 0 1 0 0,0 0-1 0 0,5-2 0 0 0,12-6-5232 0 0,1-1-1793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53.47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12 133 920 0 0,'-11'-5'12195'0'0,"52"-5"-10022"0"0,0-2 0 0 0,72-32 0 0 0,38-11-5816 0 0,-128 49-2250 0 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53.85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 0 4609 0 0,'-18'15'387'0'0,"17"-13"257"0"0,-1-1 0 0 0,1 1 0 0 0,-1 0 0 0 0,1-1 1 0 0,0 1-1 0 0,0 0 0 0 0,0 0 0 0 0,0 0 0 0 0,0 0 0 0 0,-1 3 0 0 0,2-3 36 0 0,0 0-1 0 0,0 0 1 0 0,-1 0-1 0 0,1 0 0 0 0,0 0 1 0 0,1 0-1 0 0,-1 0 1 0 0,0 0-1 0 0,1 0 1 0 0,0 4-1 0 0,9 15 398 0 0,-4-8-776 0 0,-1 0 0 0 0,0-1-1 0 0,-1 2 1 0 0,-1-1-1 0 0,0 0 1 0 0,0 1-1 0 0,-2 0 1 0 0,1 22 0 0 0,-2 14 6 0 0,-9 52 0 0 0,3-37-294 0 0,0 7-13 0 0,1-19 0 0 0,1 1 0 0 0,8 93 0 0 0,-4-139 2 0 0,2 0-1 0 0,-1-1 0 0 0,1 1 1 0 0,0 0-1 0 0,1-1 1 0 0,-1 0-1 0 0,9 14 1 0 0,-10-19 3 0 0,0 0 0 0 0,1 0 0 0 0,-1 0 0 0 0,1 0-1 0 0,0 0 1 0 0,-1 0 0 0 0,1-1 0 0 0,0 1 0 0 0,0-1 0 0 0,0 1 0 0 0,1-1 0 0 0,-1 0 0 0 0,0 0 0 0 0,0 0 0 0 0,1 0 0 0 0,-1 0 0 0 0,0 0 0 0 0,1-1-1 0 0,-1 1 1 0 0,1-1 0 0 0,-1 1 0 0 0,1-1 0 0 0,-1 0 0 0 0,1 0 0 0 0,-1 0 0 0 0,1-1 0 0 0,-1 1 0 0 0,3-1 0 0 0,28-9-150 0 0,-1-1 1 0 0,0-1-1 0 0,-1-2 1 0 0,-1-1-1 0 0,31-21 0 0 0,-9 6-817 0 0,-22 13 45 0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54.3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257 54 7370 0 0,'0'-2'359'0'0,"0"0"1"0"0,0-1 0 0 0,0 1 0 0 0,-1 0-1 0 0,1 0 1 0 0,-1 0 0 0 0,1 0 0 0 0,-1 0-1 0 0,0 0 1 0 0,0 0 0 0 0,0 0 0 0 0,0 0-1 0 0,0 1 1 0 0,0-1 0 0 0,-1 0 0 0 0,1 0 0 0 0,-1 1-1 0 0,1-1 1 0 0,-1 1 0 0 0,1 0 0 0 0,-1-1-1 0 0,0 1 1 0 0,0 0 0 0 0,-3-2 0 0 0,2 2-76 0 0,0-1 0 0 0,-1 1-1 0 0,1 0 1 0 0,-1 0 0 0 0,1 0 0 0 0,-1 1 0 0 0,0-1 0 0 0,1 1 0 0 0,-1 0 0 0 0,0 0 0 0 0,1 0 0 0 0,-1 1 0 0 0,-4 0 0 0 0,-2 2-195 0 0,1 0 1 0 0,-1 1-1 0 0,1-1 0 0 0,0 2 1 0 0,0 0-1 0 0,1 0 1 0 0,0 0-1 0 0,-1 1 0 0 0,2 0 1 0 0,-1 1-1 0 0,1-1 0 0 0,0 1 1 0 0,0 1-1 0 0,1 0 0 0 0,0 0 1 0 0,0 0-1 0 0,1 0 1 0 0,0 1-1 0 0,1 0 0 0 0,0 0 1 0 0,0 0-1 0 0,1 1 0 0 0,0-1 1 0 0,-3 15-1 0 0,5-16-91 0 0,0 0-1 0 0,0 0 0 0 0,0 0 1 0 0,1 1-1 0 0,0-1 1 0 0,1 0-1 0 0,-1 0 0 0 0,2 1 1 0 0,-1-1-1 0 0,1 0 1 0 0,1 0-1 0 0,-1 0 0 0 0,1-1 1 0 0,1 1-1 0 0,-1-1 1 0 0,1 1-1 0 0,0-1 1 0 0,1 0-1 0 0,0-1 0 0 0,0 1 1 0 0,1-1-1 0 0,-1 0 1 0 0,1 0-1 0 0,0-1 0 0 0,1 1 1 0 0,0-2-1 0 0,-1 1 1 0 0,2-1-1 0 0,10 6 0 0 0,-12-8 23 0 0,1 0 1 0 0,0 0-1 0 0,0 0 0 0 0,0-1 0 0 0,0 0 0 0 0,0 0 0 0 0,0-1 0 0 0,0 0 0 0 0,1 0 0 0 0,-1-1 0 0 0,0 0 0 0 0,0 0 0 0 0,0 0 0 0 0,0-1 0 0 0,0 0 0 0 0,8-4 0 0 0,-6 2-356 0 0,-1 1 0 0 0,0-1 0 0 0,-1-1 1 0 0,1 0-1 0 0,-1 0 0 0 0,0 0 0 0 0,0-1 1 0 0,0 0-1 0 0,-1 0 0 0 0,0-1 0 0 0,0 1 0 0 0,9-15 1 0 0,-14 19-263 0 0,0 0 1 0 0,0 0-1 0 0,0 0 1 0 0,0-1-1 0 0,-1 1 1 0 0,1 0-1 0 0,-1 0 1 0 0,1-1-1 0 0,-1 1 1 0 0,0 0 0 0 0,0-1-1 0 0,0-2 1 0 0,-1-7-2233 0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54.90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 37 3225 0 0,'-29'5'6217'0'0,"44"-10"-2077"0"0,18-4-3201 0 0,0 0 1 0 0,0 2 0 0 0,1 2-1 0 0,49-2 1 0 0,-82 7-824 0 0,0 0-1 0 0,1 1 1 0 0,-1-1-1 0 0,0 0 1 0 0,0 1 0 0 0,0-1-1 0 0,0 1 1 0 0,0-1-1 0 0,-1 1 1 0 0,1 0 0 0 0,0-1-1 0 0,0 1 1 0 0,0 0 0 0 0,0 0-1 0 0,-1-1 1 0 0,1 1-1 0 0,0 0 1 0 0,-1 0 0 0 0,1 0-1 0 0,-1 0 1 0 0,1 0-1 0 0,-1 0 1 0 0,1 0 0 0 0,-1 0-1 0 0,0 0 1 0 0,1 0 0 0 0,-1 0-1 0 0,0 0 1 0 0,0 0-1 0 0,0 0 1 0 0,0 0 0 0 0,0 0-1 0 0,0 1 1 0 0,0-1 0 0 0,0 2-1 0 0,-6 54 17 0 0,3-37 195 0 0,2-1-300 0 0,0 0 1 0 0,2 1-1 0 0,0-1 1 0 0,1 0-1 0 0,1 0 0 0 0,7 24 1 0 0,43 105-57 0 0,-21-67 42 0 0,-26-66-4 0 0,-1 1 1 0 0,-1 0-1 0 0,0 0 0 0 0,-1 0 0 0 0,2 28 1 0 0,-5-36 17 0 0,-1 0 1 0 0,1-1 0 0 0,-1 1 0 0 0,0 0 0 0 0,-1-1-1 0 0,0 1 1 0 0,0-1 0 0 0,-1 0 0 0 0,0 0-1 0 0,0 0 1 0 0,0 0 0 0 0,-1 0 0 0 0,0-1-1 0 0,-7 9 1 0 0,-11 9-45 0 0,-2 0-1 0 0,0-2 1 0 0,-48 33 0 0 0,23-17-2931 0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55.5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8 7834 0 0,'12'-7'9805'0'0,"-11"8"-9568"0"0,2 3 47 0 0,0 1 1 0 0,-1 0 0 0 0,1 0-1 0 0,-1 0 1 0 0,0 0 0 0 0,0 0-1 0 0,0 0 1 0 0,-1 1-1 0 0,1-1 1 0 0,-2 1 0 0 0,2 8-1 0 0,-2 75 774 0 0,-1-32-877 0 0,3-20-148 0 0,-1 2-4 0 0,1 0 1 0 0,11 48 0 0 0,-11-74-29 0 0,2-1 1 0 0,0 0-1 0 0,0 0 0 0 0,1 0 1 0 0,0-1-1 0 0,1 0 1 0 0,0 0-1 0 0,1 0 1 0 0,0-1-1 0 0,1 0 0 0 0,10 11 1 0 0,-16-19 8 0 0,-1 0 1 0 0,1-1-1 0 0,0 1 1 0 0,-1-1-1 0 0,1 0 0 0 0,0 1 1 0 0,0-1-1 0 0,0 0 1 0 0,0 0-1 0 0,0 0 0 0 0,0-1 1 0 0,0 1-1 0 0,0 0 1 0 0,0-1-1 0 0,0 1 0 0 0,1-1 1 0 0,-1 0-1 0 0,0 0 1 0 0,0 0-1 0 0,0 0 1 0 0,1 0-1 0 0,-1 0 0 0 0,0 0 1 0 0,0-1-1 0 0,0 1 1 0 0,0-1-1 0 0,0 0 0 0 0,1 1 1 0 0,-1-1-1 0 0,0 0 1 0 0,-1 0-1 0 0,5-3 1 0 0,3-3-701 0 0,0-1 0 0 0,0 0 1 0 0,-1 0-1 0 0,0-1 1 0 0,8-10-1 0 0,-2 2-3545 0 0,0 1-2075 0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55.80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50 6913 0 0,'7'0'1139'0'0,"-1"-1"-1"0"0,0 0 0 0 0,0 0 1 0 0,1 0-1 0 0,6-3 0 0 0,29-13 2364 0 0,-32 12-4017 0 0,1 1 1 0 0,-1 0-1 0 0,1 1 1 0 0,0 0-1 0 0,11-2 1 0 0,-21 5 500 0 0,0 0 0 0 0,0 0 0 0 0,-1 0 0 0 0,1 0 0 0 0,0 0 1 0 0,0 0-1 0 0,0 0 0 0 0,-1 0 0 0 0,1 0 0 0 0,0 0 0 0 0,0 1 1 0 0,0-1-1 0 0,-1 0 0 0 0,1 0 0 0 0,0 1 0 0 0,-1-1 0 0 0,1 1 0 0 0,0-1 1 0 0,-1 0-1 0 0,2 2 0 0 0,0 3 14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0:55.96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15 8290 0 0,'0'1'15'0'0,"0"0"0"0"0,0 0 0 0 0,0 0 0 0 0,0 1 0 0 0,0-1-1 0 0,1 0 1 0 0,-1 0 0 0 0,0 0 0 0 0,1 1 0 0 0,-1-1 0 0 0,1 0 0 0 0,-1 0 0 0 0,1 0 0 0 0,-1 0 0 0 0,1 0 0 0 0,0 0 0 0 0,0 0 0 0 0,-1 0 0 0 0,1 0 0 0 0,0-1 0 0 0,0 1 0 0 0,0 0 0 0 0,0 0 0 0 0,0-1-1 0 0,0 1 1 0 0,2 0 0 0 0,0 0 50 0 0,0 0 0 0 0,0 0 0 0 0,1 0 0 0 0,-1-1 0 0 0,0 1 0 0 0,1-1-1 0 0,-1 0 1 0 0,0 0 0 0 0,6-1 0 0 0,2 0 80 0 0,-1-1-1 0 0,0 0 1 0 0,0-1 0 0 0,0 0-1 0 0,16-8 1 0 0,-1-4-205 0 0,-14 6 48 0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1:01.76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 1 5529 0 0,'-19'2'11851'0'0,"18"0"-11531"0"0,-3 9 3773 0 0,3 4-3909 0 0,2-14-150 0 0,-1 0 1 0 0,0 0 0 0 0,1 1-1 0 0,0-1 1 0 0,-1 0-1 0 0,1 0 1 0 0,0 0 0 0 0,-1 0-1 0 0,1 0 1 0 0,0 0-1 0 0,0 0 1 0 0,0 0 0 0 0,0 0-1 0 0,0-1 1 0 0,0 1 0 0 0,0 0-1 0 0,0-1 1 0 0,0 1-1 0 0,2 1 1 0 0,29 12-48 0 0,-23-11 50 0 0,105 48 127 0 0,197 119 0 0 0,-119-52-164 0 0,-217-98 165 0 0,6 1-116 0 0,0 1 0 0 0,2 1-1 0 0,1 0 1 0 0,1 1 0 0 0,-20 42 0 0 0,-27 42-126 0 0,8-20-370 0 0,49-80 258 0 0,1 1 1 0 0,0 0 0 0 0,1 0 0 0 0,-1 1-1 0 0,2-1 1 0 0,-1 1 0 0 0,2-1 0 0 0,-2 15 0 0 0,6-15-1313 0 0,0-7 369 0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1:02.67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287 35 4145 0 0,'14'-18'3296'0'0,"0"2"1839"0"0,-18 21-4413 0 0,-1-1 0 0 0,0 0-1 0 0,0 1 1 0 0,0-1 0 0 0,0-1 0 0 0,-7 4-1 0 0,-13 11-58 0 0,19-13-477 0 0,-42 36 1011 0 0,-45 48 0 0 0,81-76-1166 0 0,0 1 0 0 0,1 0 0 0 0,1 1-1 0 0,0 0 1 0 0,1 0 0 0 0,0 1 0 0 0,1 1 0 0 0,-8 24 0 0 0,15-37-45 0 0,0-1 1 0 0,1 0 0 0 0,-1 0 0 0 0,0 1 0 0 0,1-1 0 0 0,0 0 0 0 0,0 1 0 0 0,0-1 0 0 0,0 0 0 0 0,0 0 0 0 0,1 1 0 0 0,0-1 0 0 0,-1 0 0 0 0,1 0 0 0 0,0 1 0 0 0,1-1 0 0 0,-1 0 0 0 0,0 0 0 0 0,3 3 0 0 0,-1-2-44 0 0,0-1 0 0 0,0 0 0 0 0,1 0 1 0 0,-1 0-1 0 0,1 0 0 0 0,-1 0 1 0 0,1-1-1 0 0,0 1 0 0 0,0-1 0 0 0,0 0 1 0 0,0 0-1 0 0,8 1 0 0 0,-2 0-127 0 0,1 0-1 0 0,0-1 1 0 0,0-1 0 0 0,0 0-1 0 0,-1 0 1 0 0,1-1-1 0 0,0-1 1 0 0,0 0-1 0 0,0 0 1 0 0,0-1 0 0 0,10-3-1 0 0,-21 5 193 0 0,0 0-1 0 0,0 0 1 0 0,0 0-1 0 0,0 0 1 0 0,0 0-1 0 0,0 1 1 0 0,0-1-1 0 0,0 0 1 0 0,0 0-1 0 0,0 0 1 0 0,1 0-1 0 0,-1 0 1 0 0,0 0 0 0 0,0 0-1 0 0,0 0 1 0 0,0 0-1 0 0,0 0 1 0 0,0 0-1 0 0,0 0 1 0 0,0 0-1 0 0,0 0 1 0 0,0 0-1 0 0,0 0 1 0 0,0 0-1 0 0,0 0 1 0 0,0 0-1 0 0,0 0 1 0 0,0 0-1 0 0,0 0 1 0 0,0 0 0 0 0,0 0-1 0 0,0 0 1 0 0,1 0-1 0 0,-1 0 1 0 0,0 0-1 0 0,0 0 1 0 0,0 0-1 0 0,-10 9 638 0 0,3-4-301 0 0,1 0-1 0 0,0 0 1 0 0,0 1 0 0 0,0 0 0 0 0,-7 10 0 0 0,11-10-303 0 0,-1-1 0 0 0,1 1-1 0 0,0-1 1 0 0,0 1 0 0 0,1 0-1 0 0,0 0 1 0 0,0 0 0 0 0,0 0-1 0 0,0 0 1 0 0,1 0 0 0 0,0 0-1 0 0,1 0 1 0 0,-1 0 0 0 0,1 0 0 0 0,0 0-1 0 0,1 0 1 0 0,0 0 0 0 0,-1-1-1 0 0,2 1 1 0 0,-1-1 0 0 0,1 1-1 0 0,0-1 1 0 0,0 0 0 0 0,0 0 0 0 0,1 0-1 0 0,-1 0 1 0 0,1 0 0 0 0,0-1-1 0 0,1 0 1 0 0,-1 0 0 0 0,1 0-1 0 0,7 4 1 0 0,-6-5-157 0 0,0 0 0 0 0,1-1 0 0 0,-1 0 0 0 0,0 0 1 0 0,1 0-1 0 0,-1-1 0 0 0,1 0 0 0 0,-1 0 0 0 0,1-1 0 0 0,0 0 0 0 0,-1 0 0 0 0,1-1 0 0 0,0 1 0 0 0,-1-1 0 0 0,12-4 1 0 0,-7 2-998 0 0,1-1 1 0 0,-1-1-1 0 0,0 0 1 0 0,0-1-1 0 0,-1 0 1 0 0,1-1-1 0 0,15-13 1 0 0,-4 1-1398 0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1:02.92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 0 5529 0 0,'-14'15'11239'0'0,"18"-14"-10239"0"0,39 3 1234 0 0,-1-1-3139 0 0,-18 3-5513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1:03.09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34 4321 0 0,'14'10'7308'0'0,"26"-25"-6124"0"0,-23 9-1939 0 0,-1 0 1 0 0,1 1-1 0 0,29-6 0 0 0,-33 11 755 0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1:06.14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11979 0 0,'19'6'8193'0'0,"-17"-4"-7738"0"0,-1-1-394 0 0,0 1 0 0 0,0-1 0 0 0,-1 1 0 0 0,1 0 0 0 0,0-1 0 0 0,-1 1 0 0 0,1 0 0 0 0,-1-1 0 0 0,0 1 1 0 0,0 0-1 0 0,0 0 0 0 0,1-1 0 0 0,-2 4 0 0 0,-1 20-17 0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1:06.9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84 329 2761 0 0,'-12'-12'5659'0'0,"-7"1"-4402"0"0,14 8-568 0 0,-1 0 0 0 0,1 0 0 0 0,1 0 1 0 0,-1-1-1 0 0,0 1 0 0 0,-5-7 0 0 0,8 8-499 0 0,1 0 0 0 0,-1 0 0 0 0,1-1 0 0 0,0 1 1 0 0,0 0-1 0 0,0-1 0 0 0,0 1 0 0 0,0 0 0 0 0,1-1 0 0 0,-1 1 0 0 0,1-1 0 0 0,0 1 0 0 0,-1-1 0 0 0,1 1 0 0 0,0-1 0 0 0,0 1 0 0 0,1-1 0 0 0,-1 1 1 0 0,2-6-1 0 0,1-6-35 0 0,2 0 1 0 0,0 0 0 0 0,0 0-1 0 0,1 0 1 0 0,1 1 0 0 0,0 0-1 0 0,1 0 1 0 0,0 1 0 0 0,14-16 0 0 0,-16 22-84 0 0,0-1 1 0 0,0 1-1 0 0,0 0 1 0 0,1 1-1 0 0,0-1 1 0 0,0 1-1 0 0,0 1 1 0 0,0-1-1 0 0,1 1 1 0 0,0 0-1 0 0,0 1 1 0 0,0 0-1 0 0,0 0 1 0 0,1 1-1 0 0,-1 0 1 0 0,1 1-1 0 0,12-1 1 0 0,-19 1-120 0 0,1 1 0 0 0,-1 0 0 0 0,1 0 0 0 0,0 0 0 0 0,-1 1 0 0 0,1-1 0 0 0,-1 1 0 0 0,1-1 0 0 0,-1 1 0 0 0,0 0 0 0 0,1 0 0 0 0,-1 0 0 0 0,0 0 0 0 0,1 0 0 0 0,-1 1 1 0 0,0-1-1 0 0,0 1 0 0 0,0-1 0 0 0,0 1 0 0 0,0 0 0 0 0,-1 0 0 0 0,1 0 0 0 0,0 0 0 0 0,-1 0 0 0 0,1 0 0 0 0,-1 0 0 0 0,0 0 0 0 0,0 1 0 0 0,0-1 0 0 0,0 0 0 0 0,0 1 0 0 0,0-1 1 0 0,-1 1-1 0 0,1-1 0 0 0,-1 1 0 0 0,0-1 0 0 0,0 1 0 0 0,0-1 0 0 0,0 4 0 0 0,-1 11-451 0 0,-1-1-1 0 0,0 1 1 0 0,-1-1-1 0 0,-10 30 1 0 0,9-33 363 0 0,-19 55-1300 0 0,13-41 549 0 0,2-1 0 0 0,0 1 0 0 0,-7 51-1 0 0,15-70 829 0 0,-1 0-1 0 0,1 0 0 0 0,1 1 0 0 0,-1-1 0 0 0,1 0 0 0 0,1 0 0 0 0,-1 0 1 0 0,2 0-1 0 0,-1 0 0 0 0,1 0 0 0 0,0 0 0 0 0,0-1 0 0 0,1 0 0 0 0,0 1 1 0 0,1-1-1 0 0,-1-1 0 0 0,9 10 0 0 0,-9-12 366 0 0,0-1-1 0 0,0 0 1 0 0,0 0-1 0 0,1-1 1 0 0,-1 1 0 0 0,0-1-1 0 0,1 0 1 0 0,0 0-1 0 0,7 1 1 0 0,-10-2-101 0 0,0 0 0 0 0,0-1 0 0 0,0 1 0 0 0,1-1-1 0 0,-1 1 1 0 0,0-1 0 0 0,0 0 0 0 0,0 0 0 0 0,0 0 0 0 0,1 0 0 0 0,-1 0 0 0 0,0 0 0 0 0,0-1 0 0 0,0 1 0 0 0,0-1 0 0 0,0 0-1 0 0,0 1 1 0 0,0-1 0 0 0,0 0 0 0 0,0 0 0 0 0,0 0 0 0 0,0-1 0 0 0,0 1 0 0 0,2-2 0 0 0,-3 0-49 0 0,0 1 1 0 0,0-1-1 0 0,-1 1 0 0 0,1-1 1 0 0,-1 0-1 0 0,1 1 1 0 0,-1-1-1 0 0,0 0 1 0 0,0 1-1 0 0,0-1 0 0 0,0 0 1 0 0,-1 1-1 0 0,1-1 1 0 0,-1 1-1 0 0,1-1 1 0 0,-1 0-1 0 0,-1-2 1 0 0,-18-44 678 0 0,15 40-821 0 0,1 1 0 0 0,-1 0 0 0 0,-1 1 0 0 0,0-1 0 0 0,0 1 0 0 0,0 0 0 0 0,-1 0 0 0 0,0 1 0 0 0,0 0 0 0 0,0 0 0 0 0,-1 1 0 0 0,0 0 0 0 0,-16-8 0 0 0,5 5-581 0 0,0 2-1 0 0,-1 0 1 0 0,0 1-1 0 0,0 1 1 0 0,-27-3-1 0 0,15 4-1321 0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1:07.51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216 370 3681 0 0,'-76'-20'3970'0'0,"55"14"-2715"0"0,0 0 0 0 0,-1 1 1 0 0,0 1-1 0 0,-32-1 0 0 0,84-1 231 0 0,-1-1-1 0 0,49-20 1 0 0,15-3-1117 0 0,56-10 88 0 0,2 8 0 0 0,238-22 0 0 0,-158 44 351 0 0,49-4 321 0 0,-26-15-462 0 0,163-15-542 0 0,-303 37-436 0 0,70-5 733 0 0,-63 0-7605 0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1:12.45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0 156 8754 0 0,'11'-1'952'0'0,"0"0"1"0"0,0-1-1 0 0,0-1 1 0 0,0 0-1 0 0,20-8 1 0 0,16-5-3013 0 0,-47 16 1994 0 0,1 0-1 0 0,-1 0 1 0 0,0 0 0 0 0,0 0-1 0 0,1 0 1 0 0,-1 0-1 0 0,0 0 1 0 0,0 0 0 0 0,1 0-1 0 0,-1 0 1 0 0,0 0-1 0 0,0 0 1 0 0,0 0-1 0 0,1 0 1 0 0,-1 0 0 0 0,0 0-1 0 0,0 0 1 0 0,1 1-1 0 0,-1-1 1 0 0,0 0-1 0 0,0 0 1 0 0,-2 8 3622 0 0,2-8-3515 0 0,-18-8-131 0 0,18 8 93 0 0,-1-1 0 0 0,1 1 0 0 0,0 0-1 0 0,-1 0 1 0 0,1 0 0 0 0,0-1 0 0 0,-1 1 0 0 0,1 0 0 0 0,-1 0-1 0 0,1 0 1 0 0,0 0 0 0 0,-1 0 0 0 0,1 0 0 0 0,0 0 0 0 0,-1 0-1 0 0,-8 8 3650 0 0,17-8-3427 0 0,0-1 0 0 0,-1 0-1 0 0,1-1 1 0 0,-1 1 0 0 0,1-1 0 0 0,-1-1 0 0 0,0 1-1 0 0,9-5 1 0 0,5-1 138 0 0,146-56 111 0 0,-98 30-4168 0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1:12.86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24 0 5529 0 0,'-20'2'9147'0'0,"19"-1"-8862"0"0,-1 13 3788 0 0,3 0-5152 0 0,1-4 1338 0 0,0-1 1 0 0,1 1-1 0 0,0 0 1 0 0,1-1-1 0 0,0 0 1 0 0,0 0-1 0 0,1 0 1 0 0,0 0-1 0 0,0-1 1 0 0,1 0-1 0 0,12 13 1 0 0,3-1-137 0 0,1-1-1 0 0,41 29 1 0 0,-28-23 381 0 0,-29-21-470 0 0,-1 0-1 0 0,-1 0 1 0 0,1 0 0 0 0,0 1 0 0 0,-1 0 0 0 0,0 0 0 0 0,0 0-1 0 0,-1 0 1 0 0,1 0 0 0 0,-1 1 0 0 0,0 0 0 0 0,2 6 0 0 0,-4-8-22 0 0,0-1 0 0 0,0 1 0 0 0,-1 0-1 0 0,1-1 1 0 0,-1 1 0 0 0,0 0 0 0 0,0 0 0 0 0,0-1 0 0 0,-1 1 0 0 0,1 0 0 0 0,-1-1 0 0 0,0 1 0 0 0,0-1 0 0 0,0 1 0 0 0,0-1 0 0 0,-1 1 0 0 0,1-1 0 0 0,-1 0 0 0 0,0 1 0 0 0,0-1 0 0 0,0 0 0 0 0,-3 3 0 0 0,-44 45 50 0 0,26-32-7486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1:13.2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1 116 3681 0 0,'1'0'394'0'0,"0"0"0"0"0,0 0 0 0 0,0 0 0 0 0,1 0 1 0 0,-1 0-1 0 0,0 0 0 0 0,0 0 0 0 0,0 0 0 0 0,0 0 0 0 0,1 0 1 0 0,-1 1-1 0 0,0-1 0 0 0,0 1 0 0 0,0-1 0 0 0,0 1 0 0 0,0-1 1 0 0,0 1-1 0 0,0-1 0 0 0,0 1 0 0 0,0 0 0 0 0,1 1 0 0 0,-1 1 1 0 0,0-1 1 0 0,-1 0-1 0 0,1 0 0 0 0,-1 1 0 0 0,0-1 0 0 0,0 1 0 0 0,0-1 0 0 0,0 0 0 0 0,-1 5 0 0 0,1-3-344 0 0,-2 24 1135 0 0,1 1 1 0 0,1-1-1 0 0,7 47 0 0 0,-6-67-1152 0 0,1 0-1 0 0,0 0 0 0 0,0-1 0 0 0,0 1 1 0 0,1 0-1 0 0,0-1 0 0 0,1 1 0 0 0,-1-1 1 0 0,1 0-1 0 0,1 0 0 0 0,0 0 0 0 0,0-1 1 0 0,0 0-1 0 0,0 0 0 0 0,1 0 0 0 0,0 0 1 0 0,9 5-1 0 0,-12-9-20 0 0,0 0 1 0 0,1-1-1 0 0,-1 1 1 0 0,1-1-1 0 0,0 0 1 0 0,-1 0-1 0 0,1 0 1 0 0,0-1-1 0 0,0 1 1 0 0,-1-1-1 0 0,1 0 1 0 0,0 0-1 0 0,0 0 1 0 0,0 0-1 0 0,-1-1 0 0 0,1 0 1 0 0,0 1-1 0 0,-1-1 1 0 0,1-1-1 0 0,0 1 1 0 0,-1 0-1 0 0,1-1 1 0 0,-1 0-1 0 0,0 0 1 0 0,0 0-1 0 0,1 0 1 0 0,-1 0-1 0 0,-1-1 1 0 0,1 1-1 0 0,5-7 1 0 0,-2 3 33 0 0,0-1 0 0 0,-1 0 0 0 0,0 0 0 0 0,0 0 0 0 0,0-1 1 0 0,-1 1-1 0 0,0-1 0 0 0,-1 0 0 0 0,0 0 0 0 0,0-1 1 0 0,-1 1-1 0 0,3-14 0 0 0,-4 9-26 0 0,-1 0-1 0 0,-1 0 1 0 0,1 0 0 0 0,-2 0-1 0 0,0 1 1 0 0,-1-1 0 0 0,0 0-1 0 0,0 1 1 0 0,-2 0 0 0 0,1 0-1 0 0,-2 0 1 0 0,-7-13 0 0 0,3 9-507 0 0,-1-1 1 0 0,-21-24-1 0 0,14 22-2460 0 0,-30-26 0 0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1:13.83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92 5065 0 0,'60'21'9261'0'0,"-48"-17"-7242"0"0,0-1 1 0 0,21 11-1 0 0,-28-12-1812 0 0,0 1 0 0 0,-1 0 0 0 0,0 0 0 0 0,1 1 0 0 0,-1-1 0 0 0,0 1 0 0 0,-1 0 0 0 0,1 0 0 0 0,-1 0 0 0 0,4 6 0 0 0,7 22-180 0 0,-12-27-21 0 0,-1 0-1 0 0,1 0 1 0 0,1 0-1 0 0,-1-1 1 0 0,1 1 0 0 0,0 0-1 0 0,3 3 1 0 0,11-39-1494 0 0,-10 18 979 0 0,6-12 51 0 0,1 1-1 0 0,31-42 0 0 0,-41 61 490 0 0,0 0-1 0 0,1 0 1 0 0,-1 1 0 0 0,1-1-1 0 0,0 1 1 0 0,0 0-1 0 0,0 0 1 0 0,1 1-1 0 0,-1 0 1 0 0,1 0-1 0 0,0 0 1 0 0,0 0-1 0 0,0 1 1 0 0,0 0-1 0 0,0 0 1 0 0,1 1-1 0 0,-1 0 1 0 0,8-1-1 0 0,-11 2 50 0 0,0 0 0 0 0,0 1 0 0 0,1-1 0 0 0,-1 1 0 0 0,0 0 0 0 0,-1 0 0 0 0,1 0 0 0 0,0 0 0 0 0,0 0 0 0 0,0 1 0 0 0,-1-1 0 0 0,1 1 0 0 0,0-1 0 0 0,-1 1 1 0 0,0 0-1 0 0,1 0 0 0 0,-1 0 0 0 0,0 1 0 0 0,2 2 0 0 0,3 5 109 0 0,0 0 1 0 0,-1 1-1 0 0,8 18 0 0 0,3 3-522 0 0,-17-31 330 0 0,0-1 0 0 0,0 0 0 0 0,0 1 0 0 0,1-1 0 0 0,-1 0 0 0 0,0 1 0 0 0,0-1 0 0 0,1 0 0 0 0,-1 0 0 0 0,0 1 0 0 0,0-1 0 0 0,1 0 0 0 0,-1 0 0 0 0,0 0 0 0 0,1 1 0 0 0,-1-1 0 0 0,0 0 0 0 0,1 0 0 0 0,-1 0 0 0 0,0 0 0 0 0,1 0 0 0 0,-1 0 0 0 0,1 0 0 0 0,-1 1 0 0 0,0-1 0 0 0,1 0 0 0 0,-1 0 0 0 0,0 0 0 0 0,1-1 0 0 0,-1 1 0 0 0,1 0 0 0 0,-1 0 0 0 0,0 0 0 0 0,1 0 0 0 0,-1 0 0 0 0,1-1 0 0 0,13-12-221 0 0,7-20-653 0 0,-20 32 843 0 0,7-15-54 0 0,1 1-1 0 0,18-23 0 0 0,-24 34 199 0 0,-1 1-1 0 0,1 0 0 0 0,0 0 0 0 0,0 0 0 0 0,0 0 0 0 0,0 1 0 0 0,0-1 1 0 0,1 1-1 0 0,-1 0 0 0 0,1 0 0 0 0,0 0 0 0 0,0 0 0 0 0,-1 1 1 0 0,1-1-1 0 0,0 1 0 0 0,0 0 0 0 0,8-1 0 0 0,-11 2-96 0 0,0 1-1 0 0,0-1 1 0 0,1 0 0 0 0,-1 1 0 0 0,0-1-1 0 0,0 1 1 0 0,0-1 0 0 0,0 1-1 0 0,0-1 1 0 0,0 1 0 0 0,0 0-1 0 0,0 0 1 0 0,0 0 0 0 0,0-1-1 0 0,0 1 1 0 0,0 0 0 0 0,0 0-1 0 0,0 0 1 0 0,-1 0 0 0 0,1 0-1 0 0,0 1 1 0 0,-1-1 0 0 0,1 0-1 0 0,-1 0 1 0 0,1 3 0 0 0,10 39-425 0 0,-6-21-187 0 0,11 16-3510 0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1:14.54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69 4145 0 0,'24'-68'17373'0'0,"-18"87"-17066"0"0,0 1-1 0 0,-1-1 1 0 0,-1 1 0 0 0,-1 0-1 0 0,1 24 1 0 0,-8 100-362 0 0,1-78-218 0 0,3-65 243 0 0,2 44-383 0 0,-2-44 297 0 0,0 1 1 0 0,0-1 0 0 0,0 1 0 0 0,1-1 0 0 0,-1 1 0 0 0,0-1-1 0 0,1 1 1 0 0,-1-1 0 0 0,1 1 0 0 0,0-1 0 0 0,-1 0 0 0 0,1 1-1 0 0,0-1 1 0 0,0 0 0 0 0,0 0 0 0 0,0 1 0 0 0,0-1 0 0 0,0 0-1 0 0,0 0 1 0 0,0 0 0 0 0,1 0 0 0 0,-1 0 0 0 0,0-1 0 0 0,0 1-1 0 0,3 1 1 0 0,-3-2-38 0 0,-1 0-1 0 0,0 0 1 0 0,1 0-1 0 0,-1-1 1 0 0,1 1-1 0 0,-1 0 1 0 0,1 0-1 0 0,-1 0 0 0 0,1 0 1 0 0,-1 0-1 0 0,0-1 1 0 0,1 1-1 0 0,-1 0 1 0 0,1-1-1 0 0,-1 1 1 0 0,2-2-922 0 0,-2 1 922 0 0,1 1-1 0 0,-1-1 1 0 0,0 1-1 0 0,0 0 1 0 0,0-1-1 0 0,0 1 0 0 0,0-1 1 0 0,1 1-1 0 0,-1-1 1 0 0,0 1-1 0 0,0-1 1 0 0,0 1-1 0 0,0-1 1 0 0,0 1-1 0 0,0 0 1 0 0,0-1-1 0 0,-1 1 1 0 0,1-2-1 0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1:15.00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1 177 2304 0 0,'18'-59'578'0'0,"-12"42"603"0"0,0 1 1 0 0,-2-1-1 0 0,0 0 0 0 0,-1-1 1 0 0,12-11 7231 0 0,7 50-7009 0 0,-22-21-1383 0 0,9 12 175 0 0,0 0 1 0 0,-1 0 0 0 0,-1 1 0 0 0,0 0-1 0 0,0 0 1 0 0,-1 1 0 0 0,-1 0-1 0 0,0 0 1 0 0,4 24 0 0 0,-4-19-581 0 0,0 0 0 0 0,2 0 1 0 0,17 35-1 0 0,-24-53 341 0 0,0 0 0 0 0,1 0 0 0 0,-1 0 0 0 0,1 0 0 0 0,-1-1 0 0 0,1 1 1 0 0,-1 0-1 0 0,1 0 0 0 0,-1 0 0 0 0,1-1 0 0 0,0 1 0 0 0,-1 0 0 0 0,1-1 1 0 0,0 1-1 0 0,0-1 0 0 0,-1 1 0 0 0,1-1 0 0 0,0 1 0 0 0,0-1 0 0 0,0 1 0 0 0,0-1 1 0 0,0 0-1 0 0,-1 1 0 0 0,1-1 0 0 0,0 0 0 0 0,0 0 0 0 0,0 0 0 0 0,0 0 0 0 0,0 0 1 0 0,0 0-1 0 0,0 0 0 0 0,0 0 0 0 0,0 0 0 0 0,0 0 0 0 0,0-1 0 0 0,0 1 0 0 0,0 0 1 0 0,0 0-1 0 0,-1-1 0 0 0,1 1 0 0 0,0-1 0 0 0,0 1 0 0 0,0-1 0 0 0,0 1 0 0 0,-1-1 1 0 0,1 0-1 0 0,0 1 0 0 0,-1-1 0 0 0,1 0 0 0 0,0 1 0 0 0,-1-1 0 0 0,1 0 0 0 0,0-1 1 0 0,6-8-443 0 0,-1 1 0 0 0,0-1 0 0 0,8-18 0 0 0,-8 14 68 0 0,21-43-99 0 0,15-28 2350 0 0,-37 76-1352 0 0,0 1-1 0 0,1-1 1 0 0,1 1-1 0 0,-1 0 1 0 0,1 1 0 0 0,14-12-1 0 0,-19 17-387 0 0,-1 1 0 0 0,1 0 0 0 0,0-1 0 0 0,0 1 0 0 0,0 0 0 0 0,0 0 0 0 0,0 0 0 0 0,0 0 0 0 0,0 1-1 0 0,0-1 1 0 0,0 1 0 0 0,0-1 0 0 0,0 1 0 0 0,0 0 0 0 0,0-1 0 0 0,1 1 0 0 0,-1 0 0 0 0,0 0 0 0 0,0 1 0 0 0,0-1 0 0 0,1 0 0 0 0,1 1 0 0 0,-1 1-9 0 0,0 0 1 0 0,0-1 0 0 0,0 1-1 0 0,0 0 1 0 0,0 0 0 0 0,0 1-1 0 0,-1-1 1 0 0,1 1 0 0 0,-1-1-1 0 0,1 1 1 0 0,-1 0 0 0 0,2 4-1 0 0,3 5 5 0 0,0 1-1 0 0,-1 0 1 0 0,0 0-1 0 0,-1 0 1 0 0,4 22 0 0 0,2 17 312 0 0,14 52-384 0 0,-20-91-1075 0 0,0 1 1 0 0,13 23 0 0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1:16.2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46 15 456 0 0,'-20'-1'2463'0'0,"19"1"-2298"0"0,0-1 0 0 0,0 1 0 0 0,-1 0 0 0 0,-19 11 9083 0 0,259-13-5618 0 0,-73-3-2654 0 0,29-4 1879 0 0,-117 4-2211 0 0,-72 4-639 0 0,-2 1-10 0 0,-1-1 0 0 0,0 1 0 0 0,0 0-1 0 0,0-1 1 0 0,1 1 0 0 0,-1 1-1 0 0,0-1 1 0 0,0 0 0 0 0,5 1-1 0 0,-16-2-3370 0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1:23.21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 0 920 0 0,'-4'1'23305'0'0,"-8"4"-25616"0"0,4-2 545 0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1:23.62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18 8754 0 0,'1'-1'228'0'0,"-1"-1"1"0"0,1 1 0 0 0,0 0-1 0 0,0 0 1 0 0,0 0 0 0 0,0 0-1 0 0,0 0 1 0 0,1 0-1 0 0,-1 0 1 0 0,0 0 0 0 0,0 0-1 0 0,1 0 1 0 0,-1 1-1 0 0,1-1 1 0 0,-1 0 0 0 0,0 1-1 0 0,1-1 1 0 0,-1 1 0 0 0,1 0-1 0 0,-1 0 1 0 0,1-1-1 0 0,-1 1 1 0 0,1 0 0 0 0,0 0-1 0 0,-1 0 1 0 0,1 1-1 0 0,-1-1 1 0 0,1 0 0 0 0,-1 0-1 0 0,1 1 1 0 0,1 0 0 0 0,-1 0 68 0 0,1 0 1 0 0,0 1 0 0 0,-1-1 0 0 0,0 1 0 0 0,1 0-1 0 0,-1-1 1 0 0,0 1 0 0 0,0 0 0 0 0,0 0 0 0 0,0 0 0 0 0,0 1-1 0 0,0-1 1 0 0,-1 0 0 0 0,1 1 0 0 0,-1-1 0 0 0,2 4 0 0 0,16 51 203 0 0,-2 1 1 0 0,-2 0 0 0 0,11 112 0 0 0,3 10-888 0 0,-20-145-848 0 0,-2-12-4457 0 0,-1-7-1128 0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1:25.2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29 5065 0 0,'1'-1'355'0'0,"0"-1"-1"0"0,-1 0 1 0 0,1 1-1 0 0,0-1 1 0 0,0 1-1 0 0,0-1 0 0 0,0 1 1 0 0,0-1-1 0 0,0 1 1 0 0,0 0-1 0 0,1-1 1 0 0,-1 1-1 0 0,0 0 1 0 0,1 0-1 0 0,-1 0 1 0 0,1 0-1 0 0,-1 0 1 0 0,1 0-1 0 0,0 1 1 0 0,-1-1-1 0 0,1 0 1 0 0,0 1-1 0 0,-1-1 1 0 0,3 1-1 0 0,-2 0-79 0 0,0 0 0 0 0,1 1 0 0 0,-1 0 0 0 0,0-1 0 0 0,0 1 0 0 0,0 0 0 0 0,0 0 0 0 0,0 0 0 0 0,0 0 0 0 0,0 0 0 0 0,0 1 0 0 0,0-1 0 0 0,0 1 0 0 0,-1-1 0 0 0,4 4 0 0 0,4 6 355 0 0,-1 1 0 0 0,0-1 0 0 0,0 1 0 0 0,8 20 0 0 0,-4-2-368 0 0,-1 1 0 0 0,12 52 0 0 0,-19-66-264 0 0,-4-17-2 0 0,0 1 1 0 0,0 0 0 0 0,0-1-1 0 0,0 1 1 0 0,1 0-1 0 0,-1-1 1 0 0,0 1 0 0 0,0 0-1 0 0,0-1 1 0 0,1 1-1 0 0,-1-1 1 0 0,0 1 0 0 0,1 0-1 0 0,-1-1 1 0 0,0 1-1 0 0,1-1 1 0 0,-1 1 0 0 0,1-1-1 0 0,-1 1 1 0 0,1-1-1 0 0,-1 1 1 0 0,1-1 0 0 0,-1 0-1 0 0,1 1 1 0 0,-1-1 0 0 0,1 0-1 0 0,0 1 1 0 0,-1-1-1 0 0,2 0 1 0 0,-1 0-64 0 0,0 0 0 0 0,0-1 0 0 0,0 1 0 0 0,0-1 0 0 0,0 1 0 0 0,0-1 0 0 0,0 0 0 0 0,0 1 0 0 0,-1-1 0 0 0,1 0 0 0 0,0 0 0 0 0,0 1 0 0 0,0-1 0 0 0,-1 0 0 0 0,2-2 0 0 0,24-46-2387 0 0,-23 42 2249 0 0,17-42 277 0 0,-17 39-5 0 0,1 0 0 0 0,0 0 0 0 0,0 1 0 0 0,1-1 0 0 0,0 1 0 0 0,1 0 0 0 0,12-16 0 0 0,-17 24-56 0 0,0 0-1 0 0,0 0 1 0 0,0 0-1 0 0,0 0 1 0 0,0 1-1 0 0,1-1 1 0 0,-1 0 0 0 0,0 1-1 0 0,0-1 1 0 0,1 0-1 0 0,-1 1 1 0 0,0-1-1 0 0,1 1 1 0 0,-1 0 0 0 0,0-1-1 0 0,1 1 1 0 0,-1 0-1 0 0,1 0 1 0 0,-1 0-1 0 0,0 0 1 0 0,1 0 0 0 0,-1 0-1 0 0,3 1 1 0 0,-1 0 39 0 0,0 0 0 0 0,-1 1 1 0 0,1-1-1 0 0,0 1 1 0 0,-1-1-1 0 0,1 1 0 0 0,-1 0 1 0 0,1 0-1 0 0,-1 0 1 0 0,3 4-1 0 0,3 2 104 0 0,-1 2 0 0 0,-1-1 0 0 0,0 1 0 0 0,9 19 0 0 0,-15-28-168 0 0,1 0 0 0 0,-1 0 0 0 0,0 0-1 0 0,1 0 1 0 0,-1 0 0 0 0,1 1 0 0 0,-1-1 0 0 0,1 0 0 0 0,0 0 0 0 0,-1 0 0 0 0,1 0 0 0 0,0-1 0 0 0,0 1 0 0 0,0 0 0 0 0,0 0 0 0 0,0 0 0 0 0,-1-1 0 0 0,1 1-1 0 0,0 0 1 0 0,1-1 0 0 0,-1 1 0 0 0,2 0 0 0 0,-2-1-20 0 0,1-1 1 0 0,-1 0-1 0 0,0 0 0 0 0,1 1 0 0 0,-1-1 1 0 0,0 0-1 0 0,1 0 0 0 0,-1 0 0 0 0,0 0 1 0 0,0 0-1 0 0,0-1 0 0 0,0 1 0 0 0,0 0 1 0 0,0 0-1 0 0,0-1 0 0 0,0-1 0 0 0,10-11-4 0 0,-1 1-1 0 0,20-19 1 0 0,-25 28 134 0 0,-1-1 0 0 0,0 2 1 0 0,1-1-1 0 0,0 0 0 0 0,0 1 0 0 0,0 0 1 0 0,0 0-1 0 0,1 1 0 0 0,-1-1 1 0 0,1 1-1 0 0,5-1 0 0 0,-9 3-57 0 0,0 0-1 0 0,0 0 0 0 0,0 0 0 0 0,0 0 0 0 0,0 0 0 0 0,0 1 1 0 0,0-1-1 0 0,0 1 0 0 0,0-1 0 0 0,-1 1 0 0 0,1 0 0 0 0,0 0 0 0 0,0-1 1 0 0,-1 1-1 0 0,1 1 0 0 0,0-1 0 0 0,-1 0 0 0 0,1 0 0 0 0,-1 0 1 0 0,0 1-1 0 0,1-1 0 0 0,-1 1 0 0 0,0-1 0 0 0,0 1 0 0 0,0 0 0 0 0,0-1 1 0 0,1 4-1 0 0,4 7-247 0 0,-1-1 0 0 0,-1 1 0 0 0,4 18 1 0 0,3 4-2986 0 0,-6-22-1311 0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1:26.09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24 6449 0 0,'2'-1'294'0'0,"-1"0"0"0"0,1 0 0 0 0,-1 1 0 0 0,1-1 0 0 0,0 1 0 0 0,-1-1 0 0 0,1 1 0 0 0,0-1 0 0 0,0 1 0 0 0,-1 0 0 0 0,1 0 1 0 0,0 0-1 0 0,0 0 0 0 0,-1 0 0 0 0,1 1 0 0 0,0-1 0 0 0,0 0 0 0 0,-1 1 0 0 0,1-1 0 0 0,0 1 0 0 0,-1 0 0 0 0,1-1 0 0 0,-1 1 0 0 0,1 0 0 0 0,-1 0 0 0 0,1 0 0 0 0,2 2 0 0 0,-2-1-102 0 0,0 1 1 0 0,0 0 0 0 0,0-1 0 0 0,0 1 0 0 0,0 0 0 0 0,-1 0-1 0 0,1 0 1 0 0,-1 0 0 0 0,0 0 0 0 0,0 0 0 0 0,0 0-1 0 0,0 1 1 0 0,0 3 0 0 0,2 17-97 0 0,-3-17-353 0 0,0-1-1 0 0,1 1 0 0 0,0 0 0 0 0,0 0 1 0 0,0-1-1 0 0,1 1 0 0 0,0-1 1 0 0,6 13-1 0 0,-8-19 168 0 0,1 0 1 0 0,-1 0-1 0 0,1 0 0 0 0,-1 0 0 0 0,1 0 1 0 0,-1-1-1 0 0,0 1 0 0 0,1 0 1 0 0,-1 0-1 0 0,1 0 0 0 0,-1 0 1 0 0,0 0-1 0 0,1-1 0 0 0,-1 1 1 0 0,1 0-1 0 0,-1 0 0 0 0,0-1 1 0 0,1 1-1 0 0,-1 0 0 0 0,0-1 0 0 0,0 1 1 0 0,1 0-1 0 0,-1-1 0 0 0,0 1 1 0 0,0 0-1 0 0,1-1 0 0 0,-1 1 1 0 0,0-1-1 0 0,0 0 0 0 0,14-19-533 0 0,-9 12 534 0 0,16-21 1002 0 0,22-28 1284 0 0,-39 53-1945 0 0,-1 0-1 0 0,1 0 1 0 0,0 1-1 0 0,0 0 1 0 0,0-1-1 0 0,1 1 1 0 0,-1 1-1 0 0,1-1 1 0 0,0 1-1 0 0,6-3 1 0 0,-10 5-156 0 0,0-1 0 0 0,0 1 0 0 0,0 0 0 0 0,1 0 0 0 0,-1 0 0 0 0,0 0 0 0 0,0 1 0 0 0,0-1 1 0 0,0 0-1 0 0,0 0 0 0 0,0 1 0 0 0,0-1 0 0 0,0 1 0 0 0,0-1 0 0 0,0 0 0 0 0,0 1 0 0 0,0 0 0 0 0,0-1 0 0 0,-1 1 1 0 0,1 0-1 0 0,0-1 0 0 0,0 1 0 0 0,0 0 0 0 0,-1 0 0 0 0,1 0 0 0 0,-1 0 0 0 0,1-1 0 0 0,0 3 0 0 0,16 34 348 0 0,-10-21-1255 0 0,-3-17 235 0 0,0 0 1 0 0,0 0-1 0 0,0-1 0 0 0,-1 0 1 0 0,1 0-1 0 0,0 0 0 0 0,-1 0 1 0 0,6-4-1 0 0,-1-1 589 0 0,2 0 1 0 0,-1 0-1 0 0,1 1 1 0 0,0 0-1 0 0,0 1 1 0 0,0 0-1 0 0,14-4 1 0 0,-16 7 67 0 0,-1 0 1 0 0,1 1 0 0 0,-1 0 0 0 0,1 0 0 0 0,0 1 0 0 0,-1 0-1 0 0,1 1 1 0 0,0-1 0 0 0,-1 1 0 0 0,1 1 0 0 0,13 3-1 0 0,-4-1-30 0 0,-1 0-4724 0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1:27.97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6 165 4145 0 0,'-3'-2'1391'0'0,"2"1"-1252"0"0,1 1 1 0 0,0 0-1 0 0,0-1 0 0 0,0 1 0 0 0,-1 0 0 0 0,1-1 0 0 0,0 1 0 0 0,0-1 1 0 0,0 1-1 0 0,0 0 0 0 0,0-1 0 0 0,0 1 0 0 0,0-1 0 0 0,0 1 0 0 0,0 0 1 0 0,0-1-1 0 0,0 1 0 0 0,0-1 0 0 0,0 1 0 0 0,0 0 0 0 0,0-1 0 0 0,0 1 1 0 0,0-1-1 0 0,0 1 0 0 0,3-4 1391 0 0,-2 4-1391 0 0,10-18 2373 0 0,-2 8-1925 0 0,1 1 0 0 0,0 0 0 0 0,1 1 0 0 0,-1 1-1 0 0,2-1 1 0 0,-1 2 0 0 0,1-1 0 0 0,20-7 0 0 0,20-12-1744 0 0,-23 9-1401 0 0,-13 7-2883 0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1:28.20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47 7834 0 0,'3'2'474'0'0,"0"-1"1"0"0,0 0-1 0 0,0 0 1 0 0,1 0 0 0 0,-1 0-1 0 0,0-1 1 0 0,1 1-1 0 0,-1-1 1 0 0,0 0 0 0 0,1 0-1 0 0,-1 0 1 0 0,0-1-1 0 0,1 1 1 0 0,3-2 0 0 0,54-13 3492 0 0,-44 9-2977 0 0,77-21-2508 0 0,-78 23-5127 0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1:38.8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56 110 456 0 0,'-17'-43'3151'0'0,"-21"-24"13118"0"0,53 165-15900 0 0,48 366 1919 0 0,-60-439-2302 0 0,-1 10-186 0 0,2 0 1 0 0,2 0-1 0 0,1 0 0 0 0,23 65 1 0 0,-19-81-2625 0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1:39.63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97 58 2304 0 0,'0'-3'562'0'0,"-1"0"0"0"0,1 0-1 0 0,0 0 1 0 0,-1-1-1 0 0,0 1 1 0 0,0 0-1 0 0,0 0 1 0 0,0 0-1 0 0,0 0 1 0 0,-1 1-1 0 0,1-1 1 0 0,-1 0 0 0 0,0 0-1 0 0,1 1 1 0 0,-5-4-1 0 0,5 5-365 0 0,1 0 0 0 0,-1 1-1 0 0,0-1 1 0 0,0 0 0 0 0,0 1-1 0 0,0-1 1 0 0,0 1 0 0 0,0-1 0 0 0,0 1-1 0 0,0 0 1 0 0,0-1 0 0 0,0 1-1 0 0,0 0 1 0 0,0 0 0 0 0,0 0 0 0 0,0 0-1 0 0,0-1 1 0 0,0 2 0 0 0,-2-1-1 0 0,2 0-62 0 0,-1 1 0 0 0,1 0 0 0 0,-1-1-1 0 0,1 1 1 0 0,-1 0 0 0 0,1 0-1 0 0,-1 0 1 0 0,1 0 0 0 0,0 0 0 0 0,-1 0-1 0 0,1 0 1 0 0,0 1 0 0 0,0-1 0 0 0,0 0-1 0 0,0 1 1 0 0,-1 1 0 0 0,-2 3 32 0 0,1 1-1 0 0,0 0 1 0 0,0 1 0 0 0,0-1 0 0 0,1 0 0 0 0,0 1 0 0 0,0-1 0 0 0,0 12 0 0 0,-2 67 90 0 0,4-58-190 0 0,-1 7-21 0 0,-1 19-112 0 0,8 80 1 0 0,-5-120-41 0 0,1 1 0 0 0,1-1 0 0 0,0 0 0 0 0,1 0 0 0 0,1 0 0 0 0,0 0 0 0 0,1-1 0 0 0,0 0 0 0 0,1 0 0 0 0,13 19 0 0 0,-17-29 30 0 0,0 1-1 0 0,-1-1 1 0 0,1 0-1 0 0,0 0 1 0 0,0-1-1 0 0,1 1 1 0 0,-1-1-1 0 0,0 1 1 0 0,1-1-1 0 0,0 0 1 0 0,-1 0-1 0 0,1-1 1 0 0,0 1-1 0 0,0-1 1 0 0,0 0-1 0 0,0 0 1 0 0,0 0-1 0 0,1 0 1 0 0,-1-1-1 0 0,0 0 1 0 0,0 1-1 0 0,0-2 1 0 0,0 1-1 0 0,1 0 1 0 0,-1-1-1 0 0,0 0 1 0 0,0 0-1 0 0,0 0 1 0 0,0 0-1 0 0,0-1 0 0 0,-1 0 1 0 0,1 1-1 0 0,0-1 1 0 0,-1-1-1 0 0,7-4 1 0 0,-4 3 154 0 0,-1 0 0 0 0,0 0 0 0 0,-1-1 0 0 0,1 0 0 0 0,-1 0 0 0 0,1 0 1 0 0,-2 0-1 0 0,1 0 0 0 0,-1-1 0 0 0,1 0 0 0 0,-1 0 0 0 0,-1 0 0 0 0,1 0 0 0 0,-1 0 0 0 0,0 0 0 0 0,-1-1 0 0 0,0 1 1 0 0,0-1-1 0 0,0 1 0 0 0,0-1 0 0 0,-1 0 0 0 0,-1-9 0 0 0,0 12 77 0 0,0-1 0 0 0,0 0 0 0 0,0 1 0 0 0,-1-1 0 0 0,0 1 0 0 0,0 0 0 0 0,0-1 0 0 0,0 1 1 0 0,-1 0-1 0 0,1 0 0 0 0,-1 0 0 0 0,0 1 0 0 0,0-1 0 0 0,-1 1 0 0 0,1 0 0 0 0,-5-4 0 0 0,5 5-137 0 0,1 1 0 0 0,-1-1 0 0 0,0 1 0 0 0,0 0 0 0 0,1 0 0 0 0,-1 0 0 0 0,0 0 0 0 0,0 0 0 0 0,0 1 0 0 0,0 0-1 0 0,0-1 1 0 0,0 1 0 0 0,0 0 0 0 0,0 0 0 0 0,0 0 0 0 0,0 1 0 0 0,0-1 0 0 0,0 1 0 0 0,0 0 0 0 0,0-1 0 0 0,0 1 0 0 0,0 1 0 0 0,1-1 0 0 0,-1 0 0 0 0,0 1 0 0 0,-2 1 0 0 0,-7 5-802 0 0,1 1-1 0 0,0 1 1 0 0,1-1 0 0 0,0 2 0 0 0,1-1 0 0 0,-14 20 0 0 0,14-17-4579 0 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1:40.1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125 40 4609 0 0,'-16'-18'419'0'0,"13"16"254"0"0,1 0 1 0 0,-1 0-1 0 0,0 0 0 0 0,0 0 1 0 0,0 0-1 0 0,0 1 1 0 0,-5-3-1 0 0,7 4-408 0 0,0-1 0 0 0,-1 1 0 0 0,1 0 0 0 0,0 0-1 0 0,0-1 1 0 0,-1 1 0 0 0,1 0 0 0 0,0 0 0 0 0,-1 0 0 0 0,1 1 0 0 0,0-1 0 0 0,-1 0-1 0 0,1 0 1 0 0,0 1 0 0 0,0-1 0 0 0,-1 1 0 0 0,1-1 0 0 0,0 1 0 0 0,-2 1-1 0 0,-14 17-5 0 0,11-4 17 0 0,0-1-1 0 0,1 1 0 0 0,0 0 0 0 0,1 0 0 0 0,1 1 0 0 0,0-1 0 0 0,-1 30 0 0 0,4-22-552 0 0,0 1 0 0 0,1-1 0 0 0,2 0-1 0 0,8 38 1 0 0,-5-40-142 0 0,1 0 1 0 0,0-1-1 0 0,20 38 0 0 0,-22-50 351 0 0,-1 0 0 0 0,1-1 0 0 0,0 0 0 0 0,1 1 0 0 0,0-2 0 0 0,0 1 0 0 0,0-1 0 0 0,1 0 0 0 0,0 0 0 0 0,0-1 0 0 0,1 0 0 0 0,9 5 0 0 0,-12-8 40 0 0,-1-1-1 0 0,1 1 1 0 0,-1-2-1 0 0,1 1 1 0 0,-1 0-1 0 0,1-1 1 0 0,-1 0-1 0 0,1 0 1 0 0,0 0-1 0 0,-1 0 1 0 0,1-1 0 0 0,0 0-1 0 0,-1 0 1 0 0,1 0-1 0 0,-1 0 1 0 0,0-1-1 0 0,1 0 1 0 0,-1 0-1 0 0,0 0 1 0 0,0 0-1 0 0,0-1 1 0 0,0 1-1 0 0,-1-1 1 0 0,1 0 0 0 0,-1 0-1 0 0,5-6 1 0 0,1 0 125 0 0,-1-1 1 0 0,0 1-1 0 0,-1-1 1 0 0,0-1-1 0 0,-1 1 1 0 0,0-1-1 0 0,0-1 1 0 0,6-20-1 0 0,-7 14 158 0 0,-1-1-1 0 0,-1 0 1 0 0,-1 0-1 0 0,0 0 1 0 0,-2-1-1 0 0,0 1 0 0 0,-1 0 1 0 0,-1 0-1 0 0,-1-1 1 0 0,0 1-1 0 0,-2 1 0 0 0,0-1 1 0 0,-1 1-1 0 0,-1 0 1 0 0,0 0-1 0 0,-2 1 1 0 0,-13-22-1 0 0,19 35-269 0 0,0 0 0 0 0,0 1 0 0 0,0-1 0 0 0,0 1 0 0 0,-1 0 0 0 0,1 0 0 0 0,-1 0 0 0 0,-6-3 0 0 0,-10 0-5196 0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1:43.42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35 50 6913 0 0,'1'-2'809'0'0,"7"-26"3257"0"0,-8 27-3941 0 0,1 1-1 0 0,-1-1 0 0 0,0 1 1 0 0,0-1-1 0 0,0 1 0 0 0,1-1 1 0 0,-1 0-1 0 0,0 1 1 0 0,0-1-1 0 0,0 1 0 0 0,0-1 1 0 0,0 0-1 0 0,0 1 0 0 0,0-1 1 0 0,0 1-1 0 0,0-1 1 0 0,0 1-1 0 0,0-1 0 0 0,-1 0 1 0 0,1 1-1 0 0,0-1 0 0 0,0 1 1 0 0,0-1-1 0 0,-1 1 1 0 0,1-1-1 0 0,0 1 0 0 0,-1-1 1 0 0,1 1-1 0 0,-1-1 1 0 0,1 1-1 0 0,0-1 0 0 0,-1 1 1 0 0,1 0-1 0 0,-1-1 0 0 0,1 1 1 0 0,-2-1-1 0 0,1 2 16 0 0,-1-1-1 0 0,1 1 1 0 0,-1-1 0 0 0,1 1-1 0 0,-1 0 1 0 0,1 0-1 0 0,0 0 1 0 0,-1 0 0 0 0,1 0-1 0 0,0 0 1 0 0,0 0-1 0 0,0 0 1 0 0,0 0 0 0 0,0 0-1 0 0,0 1 1 0 0,0-1-1 0 0,0 1 1 0 0,0-1-1 0 0,1 0 1 0 0,-1 1 0 0 0,0-1-1 0 0,1 1 1 0 0,-1-1-1 0 0,0 4 1 0 0,-8 39 527 0 0,8-33-538 0 0,1 1-1 0 0,0-1 1 0 0,1 1 0 0 0,0-1-1 0 0,0 1 1 0 0,1-1 0 0 0,1 0-1 0 0,0 1 1 0 0,8 18 0 0 0,-7-21-287 0 0,0-1 0 0 0,1 0 1 0 0,0 0-1 0 0,0 0 1 0 0,9 9-1 0 0,-9-12-595 0 0,0 0-1 0 0,1 0 1 0 0,-1-1-1 0 0,1 1 1 0 0,0-1-1 0 0,0 0 1 0 0,10 4 0 0 0,-1-2-5634 0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1:44.07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86 3681 0 0,'1'-1'220'0'0,"0"-1"1"0"0,-1 1-1 0 0,1-1 0 0 0,0 1 1 0 0,0-1-1 0 0,0 1 0 0 0,1 0 1 0 0,-1-1-1 0 0,0 1 1 0 0,0 0-1 0 0,1 0 0 0 0,-1 0 1 0 0,1 0-1 0 0,-1 0 1 0 0,1 0-1 0 0,-1 0 0 0 0,1 1 1 0 0,-1-1-1 0 0,1 0 0 0 0,0 1 1 0 0,-1-1-1 0 0,1 1 1 0 0,0 0-1 0 0,0 0 0 0 0,-1 0 1 0 0,1-1-1 0 0,0 2 1 0 0,0-1-1 0 0,-1 0 0 0 0,1 0 1 0 0,0 0-1 0 0,-1 1 0 0 0,1-1 1 0 0,0 1-1 0 0,2 1 1 0 0,0-1 106 0 0,-1 1 0 0 0,1 0 1 0 0,-1 0-1 0 0,1 0 0 0 0,-1 1 0 0 0,0-1 1 0 0,0 1-1 0 0,0 0 0 0 0,-1-1 1 0 0,1 1-1 0 0,-1 0 0 0 0,1 1 1 0 0,-1-1-1 0 0,0 0 0 0 0,2 5 1 0 0,-1 3-268 0 0,0 1 0 0 0,-1-1 0 0 0,0 0 0 0 0,-1 1 0 0 0,0-1 1 0 0,-1 21-1 0 0,0-20-957 0 0,17-28-1020 0 0,14-31 1631 0 0,-19 27 631 0 0,1 1 0 0 0,1 0 1 0 0,31-32-1 0 0,-45 51-310 0 0,1-1 0 0 0,0 0 0 0 0,0 0-1 0 0,-1 1 1 0 0,1-1 0 0 0,0 1 0 0 0,0-1 0 0 0,0 1 0 0 0,0-1 0 0 0,0 1-1 0 0,0-1 1 0 0,0 1 0 0 0,0 0 0 0 0,0 0 0 0 0,0-1 0 0 0,0 1 0 0 0,0 0 0 0 0,0 0-1 0 0,0 0 1 0 0,0 0 0 0 0,0 0 0 0 0,0 0 0 0 0,0 0 0 0 0,0 1 0 0 0,0-1-1 0 0,0 0 1 0 0,0 1 0 0 0,0-1 0 0 0,0 0 0 0 0,0 1 0 0 0,0-1 0 0 0,0 1 0 0 0,0-1-1 0 0,0 1 1 0 0,-1 0 0 0 0,1-1 0 0 0,0 1 0 0 0,0 0 0 0 0,-1 0 0 0 0,1 0-1 0 0,0-1 1 0 0,-1 1 0 0 0,1 0 0 0 0,-1 0 0 0 0,1 0 0 0 0,-1 0 0 0 0,1 2-1 0 0,4 7 520 0 0,-1 1-1 0 0,0 0 0 0 0,4 18 0 0 0,-3-11-277 0 0,11 46-1207 0 0,0-90-3351 0 0,-6 9 4166 0 0,11-28-731 0 0,-17 34 1020 0 0,0 1 0 0 0,1-1 0 0 0,0 1 0 0 0,0 0 0 0 0,1 1 0 0 0,1-1 0 0 0,0 1 0 0 0,0 1 0 0 0,9-10 0 0 0,-14 17-46 0 0,-1 0 1 0 0,0 0 0 0 0,1 0-1 0 0,-1 0 1 0 0,1 0-1 0 0,-1 0 1 0 0,1 1-1 0 0,-1-1 1 0 0,1 1 0 0 0,0-1-1 0 0,-1 1 1 0 0,1-1-1 0 0,0 1 1 0 0,-1 0-1 0 0,1 0 1 0 0,0 0 0 0 0,-1 0-1 0 0,1 0 1 0 0,0 0-1 0 0,-1 0 1 0 0,1 1-1 0 0,0-1 1 0 0,1 1 0 0 0,0 1 41 0 0,-1-1 0 0 0,1 1 0 0 0,-1 0 1 0 0,1 0-1 0 0,-1 0 0 0 0,0 0 0 0 0,1 0 1 0 0,-1 0-1 0 0,0 1 0 0 0,0-1 0 0 0,2 5 1 0 0,1 3-21 0 0,0-1 0 0 0,0 1 0 0 0,-1 0 0 0 0,-1 0 0 0 0,1 1 0 0 0,1 11 0 0 0,-3 22-1067 0 0,-2-7-3340 0 0,1-31 2655 0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1:44.34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8290 0 0,'54'-3'5182'0'0,"-26"0"-5382"0"0,0 2-4473 0 0,-13 1 2682 0 0,-9-1 1976 0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1:44.63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9674 0 0,'1'0'341'0'0,"0"0"-1"0"0,0 0 0 0 0,0 1 1 0 0,0-1-1 0 0,0 0 1 0 0,0 0-1 0 0,0 1 1 0 0,0-1-1 0 0,0 0 1 0 0,0 1-1 0 0,0-1 1 0 0,0 1-1 0 0,0 0 0 0 0,0-1 1 0 0,0 1-1 0 0,0 0 1 0 0,0-1-1 0 0,0 1 1 0 0,0 1-1 0 0,10 23 2764 0 0,-7 26-980 0 0,-4-50-2097 0 0,-12 155 1137 0 0,3-77-3715 0 0,5 1-6192 0 0,4-64 6009 0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1:47.18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 42 2304 0 0,'5'-42'17631'0'0,"-5"44"-17543"0"0,0 0 0 0 0,1 0 0 0 0,-1-1 1 0 0,1 1-1 0 0,-1-1 0 0 0,1 1 0 0 0,0-1 0 0 0,-1 1 0 0 0,1-1 0 0 0,0 1 1 0 0,0-1-1 0 0,1 2 0 0 0,9 16 572 0 0,-6-2-439 0 0,-1 0 0 0 0,-1 0 0 0 0,-1 1 0 0 0,0-1 0 0 0,-1 1 0 0 0,-1-1 0 0 0,-2 24 1 0 0,-6 10-44 0 0,-15 57 1 0 0,15-76-396 0 0,0 1 1 0 0,3-1-1 0 0,0 1 0 0 0,2 0 0 0 0,2 55 0 0 0,5-65-380 0 0,-4-22 424 0 0,0-1 0 0 0,0 1 1 0 0,0 0-1 0 0,0-1 1 0 0,1 1-1 0 0,-1 0 0 0 0,0-1 1 0 0,0 1-1 0 0,1 0 0 0 0,-1-1 1 0 0,0 1-1 0 0,1 0 0 0 0,-1-1 1 0 0,0 1-1 0 0,1-1 1 0 0,-1 1-1 0 0,1-1 0 0 0,-1 1 1 0 0,1-1-1 0 0,-1 1 0 0 0,1-1 1 0 0,0 0-1 0 0,-1 1 0 0 0,1-1 1 0 0,-1 0-1 0 0,1 1 0 0 0,0-1 1 0 0,-1 0-1 0 0,1 0 1 0 0,0 1-1 0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1:47.67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61 920 0 0,'1'9'11698'0'0,"23"17"-8644"0"0,-7-8-2021 0 0,0 7-354 0 0,-1 0 0 0 0,-1 1-1 0 0,19 43 1 0 0,-24-48-575 0 0,-9-17-240 0 0,1 0-1 0 0,1 0 1 0 0,-1-1-1 0 0,1 1 1 0 0,-1 0-1 0 0,1-1 1 0 0,0 1-1 0 0,4 2 1 0 0,-7-5 98 0 0,1-1 0 0 0,0 1 0 0 0,0-1 0 0 0,0 1 0 0 0,0-1 0 0 0,-1 1 0 0 0,1-1 0 0 0,0 1 0 0 0,0-1 0 0 0,0 0 0 0 0,0 0 1 0 0,0 1-1 0 0,0-1 0 0 0,0 0 0 0 0,0 0 0 0 0,0 0 0 0 0,0 0 0 0 0,0 0 0 0 0,0 0 0 0 0,0-1 0 0 0,0 1 0 0 0,0 0 0 0 0,0 0 1 0 0,0-1-1 0 0,0 1 0 0 0,0 0 0 0 0,-1-1 0 0 0,1 1 0 0 0,0-1 0 0 0,0 1 0 0 0,0-1 0 0 0,0 0 0 0 0,-1 1 0 0 0,1-1 0 0 0,0 0 0 0 0,-1 1 1 0 0,1-1-1 0 0,0 0 0 0 0,-1 0 0 0 0,1-1 0 0 0,11-15-1817 0 0,0-1 0 0 0,15-34 0 0 0,12-43 1627 0 0,8-15 3854 0 0,-47 109-3498 0 0,0 0 0 0 0,1 0-1 0 0,-1 0 1 0 0,1 0 0 0 0,-1 0 0 0 0,1 1 0 0 0,-1-1 0 0 0,1 0 0 0 0,-1 0 0 0 0,1 0 0 0 0,0 1-1 0 0,-1-1 1 0 0,1 0 0 0 0,0 1 0 0 0,0-1 0 0 0,-1 1 0 0 0,1-1 0 0 0,0 1 0 0 0,0-1-1 0 0,0 1 1 0 0,0-1 0 0 0,1 1 0 0 0,-1 0-40 0 0,0 0-1 0 0,0 0 1 0 0,0 1-1 0 0,-1-1 1 0 0,1 0-1 0 0,0 1 1 0 0,0-1-1 0 0,-1 1 1 0 0,1-1-1 0 0,0 1 1 0 0,-1-1-1 0 0,1 1 0 0 0,0 0 1 0 0,-1-1-1 0 0,1 1 1 0 0,-1 0-1 0 0,1-1 1 0 0,-1 1-1 0 0,0 0 1 0 0,1 1-1 0 0,4 7 285 0 0,-1 1-1 0 0,-1 0 1 0 0,4 13-1 0 0,-5-15-262 0 0,23 77 477 0 0,4 18-632 0 0,51 117 1 0 0,-78-215-999 0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1:48.00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0 138 9218 0 0,'7'-1'542'0'0,"-1"-1"0"0"0,1 0 0 0 0,-1 0 0 0 0,0 0 0 0 0,0-1 0 0 0,10-5 0 0 0,1 0 5 0 0,69-28 1444 0 0,-23 10-2354 0 0,-2-1-4438 0 0,-44 15 1279 0 0,-11 3 2867 0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1:48.30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4 7370 0 0,'1'-1'290'0'0,"0"1"0"0"0,0-1 1 0 0,0 1-1 0 0,0-1 0 0 0,0 1 1 0 0,0 0-1 0 0,-1 0 1 0 0,1-1-1 0 0,0 1 0 0 0,0 0 1 0 0,0 0-1 0 0,0 0 1 0 0,1 0-1 0 0,-1 0 0 0 0,0 0 1 0 0,0 1-1 0 0,-1-1 0 0 0,1 0 1 0 0,0 0-1 0 0,0 1 1 0 0,0-1-1 0 0,0 0 0 0 0,0 1 1 0 0,0-1-1 0 0,0 1 1 0 0,0 0-1 0 0,-1-1 0 0 0,1 1 1 0 0,0 0-1 0 0,0-1 0 0 0,-1 1 1 0 0,2 1-1 0 0,22 25 2664 0 0,-16-12-2530 0 0,0 1 0 0 0,-1 0 0 0 0,0 1 0 0 0,-2-1 1 0 0,0 1-1 0 0,-1 1 0 0 0,3 20 0 0 0,2 125-316 0 0,-3-36-7285 0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1:59.71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86 1 920 0 0,'-9'1'669'0'0,"0"1"0"0"0,-1 0 0 0 0,1 0 0 0 0,1 1 0 0 0,-33 18 7334 0 0,42-21-7918 0 0,11 4 2123 0 0,21 2-1288 0 0,157 17 2480 0 0,77 6-4057 0 0,-229-27-3777 0 0,0 0-1490 0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2:00.03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0 9218 0 0,'0'1'132'0'0,"-1"0"0"0"0,1 0 0 0 0,-1 0 0 0 0,1 1 0 0 0,-1-1 0 0 0,1 0-1 0 0,0 0 1 0 0,0 0 0 0 0,-1 0 0 0 0,1 1 0 0 0,0-1 0 0 0,0 0 0 0 0,0 0 0 0 0,0 0 0 0 0,0 0 0 0 0,1 1 0 0 0,-1-1 0 0 0,0 0 0 0 0,1 1 0 0 0,9 29 1802 0 0,-6-19-1422 0 0,42 171 2855 0 0,-13 3-6487 0 0,-29-154 1189 0 0,2 0-2822 0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2:00.90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81 90 7714 0 0,'-30'-7'1982'0'0,"25"7"-1291"0"0,0-1 1 0 0,0 0-1 0 0,0 0 1 0 0,1 0-1 0 0,-1-1 0 0 0,0 0 1 0 0,-4-2-1 0 0,9 4-593 0 0,-1 0 0 0 0,0-1 0 0 0,1 1 0 0 0,-1-1 0 0 0,1 1 0 0 0,-1-1 0 0 0,1 1 0 0 0,-1-1 0 0 0,1 0 0 0 0,0 1 0 0 0,-1-1 0 0 0,1 0 0 0 0,0 1 0 0 0,-1-1 0 0 0,1 0 0 0 0,0 1-1 0 0,0-1 1 0 0,-1 0 0 0 0,1 1 0 0 0,0-2 0 0 0,0 0-65 0 0,1 0 1 0 0,-1 0-1 0 0,0 1 0 0 0,1-1 0 0 0,-1 0 0 0 0,1 1 1 0 0,0-1-1 0 0,-1 0 0 0 0,1 1 0 0 0,0-1 0 0 0,0 1 1 0 0,2-2-1 0 0,-2 0-4 0 0,1 1 0 0 0,-1-1 0 0 0,1 1 0 0 0,0 0 0 0 0,0 0 0 0 0,0 0 0 0 0,1 0 0 0 0,-1 0 0 0 0,0 0 0 0 0,1 1 0 0 0,-1-1 0 0 0,1 1 0 0 0,0-1 0 0 0,-1 1 0 0 0,1 0-1 0 0,0 0 1 0 0,0 0 0 0 0,0 1 0 0 0,-1-1 0 0 0,1 1 0 0 0,0-1 0 0 0,0 1 0 0 0,0 0 0 0 0,0 0 0 0 0,0 0 0 0 0,0 1 0 0 0,0-1 0 0 0,0 1 0 0 0,0-1 0 0 0,0 1 0 0 0,-1 0 0 0 0,1 0 0 0 0,0 0 0 0 0,-1 1 0 0 0,1-1 0 0 0,-1 1 0 0 0,1-1 0 0 0,-1 1 0 0 0,1 0 0 0 0,-1 0 0 0 0,0 0 0 0 0,0 0 0 0 0,0 0 0 0 0,0 1 0 0 0,0-1 0 0 0,-1 0 0 0 0,1 1 0 0 0,-1 0 0 0 0,0-1 0 0 0,1 1 0 0 0,0 3 0 0 0,5 13-27 0 0,-2 1 0 0 0,1 0 0 0 0,-2 0 0 0 0,-1 0-1 0 0,0 0 1 0 0,-2 1 0 0 0,0-1 0 0 0,-3 32 0 0 0,1-3 1649 0 0,1-48-1620 0 0,0-1 0 0 0,1 1 0 0 0,-1-1 0 0 0,0 1 0 0 0,1 0 0 0 0,-1-1-1 0 0,1 1 1 0 0,-1-1 0 0 0,0 1 0 0 0,1-1 0 0 0,-1 1 0 0 0,1-1 0 0 0,-1 1 0 0 0,1-1 0 0 0,0 0 0 0 0,-1 1-1 0 0,1-1 1 0 0,-1 0 0 0 0,1 1 0 0 0,0-1 0 0 0,-1 0 0 0 0,1 0 0 0 0,0 1 0 0 0,-1-1 0 0 0,1 0 0 0 0,0 0-1 0 0,-1 0 1 0 0,1 0 0 0 0,0 0 0 0 0,-1 0 0 0 0,1 0 0 0 0,0 0 0 0 0,-1 0 0 0 0,2-1 0 0 0,33-4-371 0 0,-28 4 256 0 0,27-4-1701 0 0,36 0 1 0 0,-38 5-4786 0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2:01.61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26 114 3681 0 0,'-1'0'116'0'0,"-1"-1"0"0"0,0 0 0 0 0,1 0 0 0 0,0 0 0 0 0,-1 1 1 0 0,1-1-1 0 0,-1 0 0 0 0,1-1 0 0 0,0 1 0 0 0,0 0 0 0 0,0 0 0 0 0,-1-1 0 0 0,1 1 0 0 0,0 0 1 0 0,1-1-1 0 0,-1 1 0 0 0,0-1 0 0 0,0 1 0 0 0,1-1 0 0 0,-1 1 0 0 0,1-1 0 0 0,-1 0 1 0 0,1 1-1 0 0,-1-1 0 0 0,1 0 0 0 0,0 1 0 0 0,0-1 0 0 0,0 0 0 0 0,0 0 0 0 0,0 1 1 0 0,1-1-1 0 0,-1 0 0 0 0,0 1 0 0 0,1-1 0 0 0,-1 0 0 0 0,1 1 0 0 0,0-1 0 0 0,0-1 0 0 0,0 1 17 0 0,-1 1 0 0 0,1-1-1 0 0,-1 0 1 0 0,1 1-1 0 0,0-1 1 0 0,0 0-1 0 0,0 1 1 0 0,0-1 0 0 0,0 1-1 0 0,0-1 1 0 0,0 1-1 0 0,1 0 1 0 0,-1-1-1 0 0,0 1 1 0 0,1 0 0 0 0,-1 0-1 0 0,1 0 1 0 0,0 0-1 0 0,-1 0 1 0 0,1 0-1 0 0,0 1 1 0 0,-1-1 0 0 0,1 0-1 0 0,0 1 1 0 0,0-1-1 0 0,-1 1 1 0 0,1 0-1 0 0,0 0 1 0 0,0 0 0 0 0,0 0-1 0 0,0 0 1 0 0,0 0-1 0 0,-1 0 1 0 0,1 0-1 0 0,0 1 1 0 0,0-1 0 0 0,0 1-1 0 0,-1-1 1 0 0,3 2-1 0 0,3 1 97 0 0,-1 1 0 0 0,1 0-1 0 0,-1 0 1 0 0,0 1-1 0 0,0 0 1 0 0,0 0 0 0 0,0 0-1 0 0,-1 1 1 0 0,0 0 0 0 0,0 0-1 0 0,0 0 1 0 0,-1 0 0 0 0,6 13-1 0 0,-5-9-360 0 0,-1 1 0 0 0,0-1 0 0 0,-1 1-1 0 0,0 0 1 0 0,0 1 0 0 0,-1-1 0 0 0,-1 0 0 0 0,0 18-1 0 0,0-16-24 0 0,2-11-258 0 0,5-19-834 0 0,5-34-408 0 0,-11 40 1723 0 0,1 0-1 0 0,0 0 1 0 0,0 0-1 0 0,2 0 1 0 0,-1 1-1 0 0,1-1 1 0 0,1 1-1 0 0,0 0 1 0 0,8-10-1 0 0,-12 18 54 0 0,0-1-1 0 0,0 1 1 0 0,1 0-1 0 0,-1 0 0 0 0,1 0 1 0 0,-1 0-1 0 0,1 0 0 0 0,0 0 1 0 0,0 1-1 0 0,-1 0 1 0 0,1-1-1 0 0,0 1 0 0 0,0 0 1 0 0,1 0-1 0 0,3 0 0 0 0,-3 1 0 0 0,-1 0-1 0 0,1 0 0 0 0,-1 1 0 0 0,1-1 0 0 0,-1 1 0 0 0,1 0 1 0 0,-1 0-1 0 0,0 0 0 0 0,1 0 0 0 0,-1 1 0 0 0,0 0 0 0 0,0-1 1 0 0,0 1-1 0 0,0 0 0 0 0,0 0 0 0 0,5 5 0 0 0,0 2-124 0 0,0-1 0 0 0,0 1-1 0 0,-1 0 1 0 0,0 0 0 0 0,-1 1-1 0 0,0 0 1 0 0,0 0 0 0 0,-1 1-1 0 0,-1-1 1 0 0,0 1 0 0 0,0 0-1 0 0,-1 0 1 0 0,3 16 0 0 0,-5-23-317 0 0,1-15 25 0 0,0-6-1111 0 0,1-4 1523 0 0,1 1-1 0 0,1 0 1 0 0,1 0-1 0 0,15-33 1 0 0,-19 49 74 0 0,0-1 0 0 0,0 1 1 0 0,1 1-1 0 0,-1-1 0 0 0,1 0 0 0 0,0 1 1 0 0,0-1-1 0 0,0 1 0 0 0,1 0 1 0 0,-1 0-1 0 0,1 0 0 0 0,7-4 1 0 0,-8 6-72 0 0,0 0 0 0 0,0 1 0 0 0,0-1 0 0 0,0 0 0 0 0,0 1 1 0 0,0 0-1 0 0,0-1 0 0 0,0 1 0 0 0,0 1 0 0 0,0-1 0 0 0,0 0 1 0 0,0 1-1 0 0,0-1 0 0 0,0 1 0 0 0,0 0 0 0 0,0 0 0 0 0,-1 0 1 0 0,1 0-1 0 0,0 1 0 0 0,0-1 0 0 0,4 4 0 0 0,5 4-14 0 0,0 1 1 0 0,0 1-1 0 0,-1-1 0 0 0,0 2 0 0 0,-1-1 0 0 0,0 2 0 0 0,15 24 1 0 0,12 14-7307 0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2:02.30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18 3225 0 0,'-1'-2'4744'0'0,"11"-5"-2535"0"0,-8 5-1990 0 0,1 1 1 0 0,-1 0-1 0 0,0 0 1 0 0,1 0-1 0 0,-1 0 1 0 0,1 1 0 0 0,-1-1-1 0 0,1 1 1 0 0,-1-1-1 0 0,1 1 1 0 0,3 0-1 0 0,123 3 4627 0 0,-91-4-4665 0 0,0 2-1 0 0,1 1 0 0 0,64 13 1 0 0,-26 13-4494 0 0,-57-20-944 0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2:03.7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79 3681 0 0,'68'-8'8774'0'0,"-63"7"-8480"0"0,-1 1 1 0 0,0 0-1 0 0,0 1 1 0 0,0-1 0 0 0,0 1-1 0 0,0 0 1 0 0,0 0-1 0 0,0 0 1 0 0,0 0-1 0 0,-1 1 1 0 0,1-1 0 0 0,0 1-1 0 0,-1 0 1 0 0,1 0-1 0 0,-1 1 1 0 0,5 3-1 0 0,-5-2-260 0 0,1 0 0 0 0,-1 1 0 0 0,-1-1 0 0 0,1 1 0 0 0,0-1 0 0 0,-1 1 0 0 0,0 0 0 0 0,0 0 0 0 0,-1 0 0 0 0,1 0 0 0 0,-1 0 0 0 0,0 7 0 0 0,4 48-636 0 0,-5-46 392 0 0,1-1 0 0 0,0 1 0 0 0,1 0 0 0 0,5 17-1 0 0,-7-31 199 0 0,0 1-1 0 0,0-1 0 0 0,0 0 1 0 0,0 0-1 0 0,0 0 0 0 0,0 1 1 0 0,0-1-1 0 0,0 0 0 0 0,0 0 0 0 0,1 0 1 0 0,-1 1-1 0 0,0-1 0 0 0,0 0 1 0 0,0 0-1 0 0,0 0 0 0 0,0 0 1 0 0,0 1-1 0 0,0-1 0 0 0,0 0 1 0 0,1 0-1 0 0,-1 0 0 0 0,0 0 0 0 0,0 0 1 0 0,0 1-1 0 0,0-1 0 0 0,1 0 1 0 0,-1 0-1 0 0,0 0 0 0 0,0 0 1 0 0,0 0-1 0 0,0 0 0 0 0,1 0 0 0 0,-1 0 1 0 0,0 0-1 0 0,0 0 0 0 0,0 0 1 0 0,1 0-1 0 0,-1 0 0 0 0,0 0 1 0 0,0 0-1 0 0,0 0 0 0 0,1 0 0 0 0,-1 0 1 0 0,0 0-1 0 0,0 0 0 0 0,0 0 1 0 0,0 0-1 0 0,1 0 0 0 0,-1 0 1 0 0,0-1-1 0 0,9-11-1445 0 0,4-18-979 0 0,-13 30 2410 0 0,10-33-570 0 0,-8 24 901 0 0,1 0-1 0 0,0 0 1 0 0,0 0 0 0 0,1 1-1 0 0,0-1 1 0 0,0 1 0 0 0,1 0 0 0 0,0 0-1 0 0,0 0 1 0 0,10-10 0 0 0,-14 17-289 0 0,0 0 1 0 0,0 0-1 0 0,0 0 0 0 0,1 1 1 0 0,-1-1-1 0 0,0 0 1 0 0,0 1-1 0 0,0-1 0 0 0,1 1 1 0 0,-1-1-1 0 0,0 1 1 0 0,0 0-1 0 0,1-1 0 0 0,-1 1 1 0 0,0 0-1 0 0,1 0 1 0 0,-1 0-1 0 0,0 0 0 0 0,1 0 1 0 0,-1 0-1 0 0,0 0 1 0 0,1 1-1 0 0,1 0 0 0 0,0 0 41 0 0,0 0-1 0 0,-1 1 0 0 0,1 0 1 0 0,0-1-1 0 0,-1 1 0 0 0,0 0 0 0 0,1 0 1 0 0,-1 0-1 0 0,0 1 0 0 0,2 2 1 0 0,1 2-108 0 0,0 1 0 0 0,0-1 0 0 0,-1 1 0 0 0,0 0 0 0 0,0 0 0 0 0,3 12 1 0 0,-7-19 23 0 0,0-1 1 0 0,0 0 0 0 0,0 0 0 0 0,-1 0 0 0 0,1 1-1 0 0,0-1 1 0 0,0 0 0 0 0,0 0 0 0 0,0 0 0 0 0,0 1 0 0 0,0-1-1 0 0,0 0 1 0 0,1 0 0 0 0,-1 1 0 0 0,0-1 0 0 0,0 0-1 0 0,0 0 1 0 0,0 0 0 0 0,0 0 0 0 0,0 1 0 0 0,0-1 0 0 0,0 0-1 0 0,0 0 1 0 0,1 0 0 0 0,-1 1 0 0 0,0-1 0 0 0,0 0-1 0 0,0 0 1 0 0,0 0 0 0 0,0 0 0 0 0,1 0 0 0 0,-1 0 0 0 0,0 1-1 0 0,0-1 1 0 0,0 0 0 0 0,1 0 0 0 0,-1 0 0 0 0,0 0-1 0 0,0 0 1 0 0,0 0 0 0 0,1 0 0 0 0,-1 0 0 0 0,0 0 0 0 0,0 0-1 0 0,0 0 1 0 0,1 0 0 0 0,-1 0 0 0 0,0 0 0 0 0,0 0-1 0 0,0 0 1 0 0,1 0 0 0 0,-1 0 0 0 0,0 0 0 0 0,0 0-1 0 0,0 0 1 0 0,1-1 0 0 0,-1 1 0 0 0,0 0 0 0 0,0 0 0 0 0,0 0-1 0 0,0 0 1 0 0,1 0 0 0 0,-1 0 0 0 0,0-1 0 0 0,0 1-1 0 0,0 0 1 0 0,0 0 0 0 0,0-1 0 0 0,12-23-605 0 0,10-42 599 0 0,-21 61-54 0 0,2-6 164 0 0,1 0 0 0 0,1 1 0 0 0,-1 0 0 0 0,2-1-1 0 0,-1 2 1 0 0,1-1 0 0 0,1 1 0 0 0,8-10 0 0 0,-14 17 13 0 0,1 0 1 0 0,0 0-1 0 0,0 0 1 0 0,-1 0-1 0 0,1 1 1 0 0,0-1-1 0 0,1 1 1 0 0,-1-1-1 0 0,0 1 1 0 0,0 0-1 0 0,0 0 1 0 0,1 0-1 0 0,-1 0 1 0 0,1 0-1 0 0,-1 1 1 0 0,1-1-1 0 0,-1 1 1 0 0,1-1-1 0 0,-1 1 1 0 0,1 0-1 0 0,-1 0 1 0 0,1 0-1 0 0,-1 0 1 0 0,1 1 0 0 0,-1-1-1 0 0,1 1 1 0 0,-1-1-1 0 0,1 1 1 0 0,-1 0-1 0 0,1 0 1 0 0,-1 0-1 0 0,0 0 1 0 0,0 0-1 0 0,1 1 1 0 0,-1-1-1 0 0,0 1 1 0 0,0-1-1 0 0,0 1 1 0 0,-1 0-1 0 0,1 0 1 0 0,2 3-1 0 0,3 4 25 0 0,0-1 1 0 0,-1 1-1 0 0,0 0 0 0 0,0 1 0 0 0,-1-1 0 0 0,5 16 1 0 0,4 12-2249 0 0,-4-10-1954 0 0,-4-12-869 0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2:04.23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49 4609 0 0,'0'0'353'0'0,"27"-12"3670"0"0,-5 1-2589 0 0,-13 6-1736 0 0,1 0 1 0 0,0 1 0 0 0,14-5-1 0 0,-22 9 220 0 0,0-1-1 0 0,0 1 0 0 0,0-1 0 0 0,1 1 1 0 0,-1 0-1 0 0,0 0 0 0 0,0 0 1 0 0,1 0-1 0 0,-1 0 0 0 0,0 1 0 0 0,0-1 1 0 0,1 0-1 0 0,-1 1 0 0 0,0 0 1 0 0,0 0-1 0 0,0-1 0 0 0,0 1 0 0 0,0 0 1 0 0,0 1-1 0 0,0-1 0 0 0,2 2 1 0 0,2 5 178 0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2:04.44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47 5985 0 0,'8'-1'585'0'0,"0"0"-1"0"0,0-1 1 0 0,0 0-1 0 0,0 0 1 0 0,10-5-1 0 0,23-6 614 0 0,-16 8-630 0 0,-8 1-677 0 0,1 1-1 0 0,0 0 1 0 0,0 1 0 0 0,0 0-1 0 0,0 2 1 0 0,18 2 0 0 0,-22 2-7 0 0,-4 1 101 0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2:20.35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169 33 5529 0 0,'-29'-11'4793'0'0,"9"2"-3232"0"0,-35-3 1720 0 0,51 12-2889 0 0,0-1 0 0 0,0 1 0 0 0,0 0 0 0 0,0 0 0 0 0,0 1 0 0 0,0-1 0 0 0,0 1 0 0 0,0 0 0 0 0,1 0 0 0 0,-1 0 0 0 0,0 0 0 0 0,-5 3 0 0 0,9-3-337 0 0,-1 0 0 0 0,0-1 0 0 0,1 1 0 0 0,-1-1 0 0 0,0 1 0 0 0,1 0 0 0 0,-1-1 0 0 0,1 1 0 0 0,-1 0 0 0 0,1 0 0 0 0,-1-1 0 0 0,1 1 0 0 0,0 0 0 0 0,-1 0 0 0 0,1 0 0 0 0,0 0 0 0 0,0 0 0 0 0,0-1 0 0 0,0 1 0 0 0,-1 0 0 0 0,1 0 0 0 0,0 0 0 0 0,0 0 0 0 0,1 0 0 0 0,-1 0 0 0 0,0 0 0 0 0,0-1 0 0 0,0 1 0 0 0,1 0 0 0 0,-1 0 0 0 0,0 0 0 0 0,1 0 0 0 0,-1-1 0 0 0,0 1 0 0 0,1 0 0 0 0,-1 0 0 0 0,1-1 0 0 0,0 1 0 0 0,-1 0 0 0 0,2 0 0 0 0,28 31 23 0 0,-25-27 11 0 0,235 223-78 0 0,-97-94-11 0 0,-141-132 0 0 0,0 1 0 0 0,0-1 0 0 0,1 0 0 0 0,-1 0 0 0 0,1 0 0 0 0,-1 0 0 0 0,1-1 0 0 0,0 1 0 0 0,0-1 0 0 0,0 1 0 0 0,0-1 0 0 0,0 0 0 0 0,3 0 0 0 0,-9 0 57 0 0,0 0 1 0 0,0 0-1 0 0,0 1 0 0 0,0-1 1 0 0,0 1-1 0 0,0-1 1 0 0,1 1-1 0 0,-5 4 0 0 0,-4 1 8 0 0,-161 125 473 0 0,32-21-1079 0 0,111-91-1084 0 0,-44 22 1 0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2:20.88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270 67 6449 0 0,'-4'-27'3294'0'0,"4"24"-2810"0"0,0 0 0 0 0,0 0 0 0 0,-1 0 0 0 0,1 0-1 0 0,-1 0 1 0 0,0 0 0 0 0,1 0 0 0 0,-2 0 0 0 0,1 0 0 0 0,-2-3 0 0 0,3 6-416 0 0,0 0 0 0 0,0-1 0 0 0,0 1 0 0 0,-1 0 0 0 0,1 0 0 0 0,0-1 0 0 0,0 1 0 0 0,0 0 0 0 0,-1 0 0 0 0,1 0 0 0 0,0-1 0 0 0,0 1 1 0 0,-1 0-1 0 0,1 0 0 0 0,0 0 0 0 0,-1 0 0 0 0,1 0 0 0 0,0 0 0 0 0,0 0 0 0 0,-1-1 0 0 0,1 1 0 0 0,0 0 0 0 0,-1 0 0 0 0,1 0 0 0 0,0 0 0 0 0,-1 0 0 0 0,1 0 0 0 0,0 1 0 0 0,0-1 0 0 0,-1 0 0 0 0,1 0 1 0 0,0 0-1 0 0,-1 0 0 0 0,1 0 0 0 0,-1 0 0 0 0,-10 11 1422 0 0,-8 18 91 0 0,18-27-1372 0 0,-24 49 263 0 0,2 2-1 0 0,2 1 1 0 0,-26 109-1 0 0,21-65-228 0 0,-46 146-258 0 0,70-230-1001 0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2:21.15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92 2761 0 0,'13'-28'19'0'0,"-10"21"910"0"0,1-1 0 0 0,1 1 1 0 0,0 0-1 0 0,5-6 0 0 0,-9 11-665 0 0,1 0 1 0 0,-1 1 0 0 0,0-1-1 0 0,1 1 1 0 0,-1-1 0 0 0,1 1-1 0 0,0 0 1 0 0,-1-1 0 0 0,1 1-1 0 0,0 0 1 0 0,0 0 0 0 0,0 0-1 0 0,0 0 1 0 0,0 1 0 0 0,0-1 0 0 0,0 1-1 0 0,0-1 1 0 0,0 1 0 0 0,0-1-1 0 0,0 1 1 0 0,0 0 0 0 0,0 0-1 0 0,0 0 1 0 0,0 0 0 0 0,0 1-1 0 0,1-1 1 0 0,-1 1 0 0 0,0-1-1 0 0,0 1 1 0 0,0-1 0 0 0,0 1 0 0 0,-1 0-1 0 0,1 0 1 0 0,0 0 0 0 0,3 2-1 0 0,11 10 249 0 0,0 0 0 0 0,-1 1 0 0 0,0 1 0 0 0,-1 0 0 0 0,0 1 0 0 0,-2 0 0 0 0,0 1 0 0 0,12 23 0 0 0,-5-4-364 0 0,-2 0 0 0 0,-2 1 0 0 0,15 51 0 0 0,-25-71-273 0 0,-1 1 0 0 0,0 0 0 0 0,0 23 0 0 0,-5-1-4111 0 0,-1-36 2834 0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2:21.34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26 94 7834 0 0,'-2'-1'87'0'0,"0"1"0"0"0,1-1 0 0 0,-1 1 0 0 0,0-1 0 0 0,0 0 1 0 0,1 0-1 0 0,-1 0 0 0 0,1 0 0 0 0,-1 0 0 0 0,1 0 0 0 0,-2-2 0 0 0,2 3 44 0 0,1-1-1 0 0,-1 1 0 0 0,1-1 0 0 0,0 0 1 0 0,-1 1-1 0 0,1-1 0 0 0,0 1 0 0 0,-1-1 0 0 0,1 0 1 0 0,0 1-1 0 0,0-1 0 0 0,0 0 0 0 0,0 1 1 0 0,0-1-1 0 0,0 0 0 0 0,0 1 0 0 0,0-1 1 0 0,0 0-1 0 0,0 1 0 0 0,0-1 0 0 0,0-1 0 0 0,1 0 75 0 0,0 0 0 0 0,0 1 0 0 0,1-1-1 0 0,-1 0 1 0 0,0 0 0 0 0,1 1-1 0 0,-1-1 1 0 0,1 1 0 0 0,-1-1 0 0 0,1 1-1 0 0,0 0 1 0 0,-1 0 0 0 0,1 0-1 0 0,0 0 1 0 0,0 0 0 0 0,0 0 0 0 0,0 0-1 0 0,2 0 1 0 0,103-32-296 0 0,-83 26-5498 0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2:21.5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38 8290 0 0,'2'1'454'0'0,"0"-1"0"0"0,-1 1 0 0 0,1-1-1 0 0,0 1 1 0 0,-1-1 0 0 0,1 1 0 0 0,0-1 0 0 0,-1 0 0 0 0,1 0 0 0 0,0 0 0 0 0,0 0 0 0 0,-1 0 0 0 0,1 0 0 0 0,0 0 0 0 0,0-1-1 0 0,-1 1 1 0 0,4-2 0 0 0,33-13 1302 0 0,-11 3-2314 0 0,9 2-6820 0 0,-28 9 4884 0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2:21.75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84 7834 0 0,'-1'0'49'0'0,"1"0"0"0"0,0 1 0 0 0,0-1 0 0 0,0 0 0 0 0,0 0 0 0 0,0 1 1 0 0,0-1-1 0 0,0 0 0 0 0,-1 1 0 0 0,1-1 0 0 0,0 0 0 0 0,0 1 0 0 0,0-1 0 0 0,0 0 1 0 0,0 1-1 0 0,0-1 0 0 0,0 0 0 0 0,1 0 0 0 0,-1 1 0 0 0,0-1 0 0 0,0 0 0 0 0,0 1 1 0 0,0-1-1 0 0,0 0 0 0 0,0 0 0 0 0,0 1 0 0 0,1-1 0 0 0,-1 0 0 0 0,0 1 0 0 0,0-1 0 0 0,0 0 1 0 0,1 0-1 0 0,-1 0 0 0 0,0 1 0 0 0,0-1 0 0 0,1 0 0 0 0,-1 0 0 0 0,0 0 0 0 0,0 0 1 0 0,1 1-1 0 0,-1-1 0 0 0,0 0 0 0 0,1 0 0 0 0,-1 0 0 0 0,0 0 0 0 0,1 0 0 0 0,-1 0 1 0 0,0 0-1 0 0,1 0 0 0 0,-1 0 0 0 0,0 0 0 0 0,0 0 0 0 0,1 0 0 0 0,24-12 1794 0 0,25-25-2449 0 0,-10 4-1304 0 0,-26 21 1883 0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2:23.01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251 22 8498 0 0,'5'-17'12176'0'0,"-13"13"-13493"0"0,7 4 1443 0 0,-1 0 0 0 0,0 0-1 0 0,0-1 1 0 0,0 1 0 0 0,0 0-1 0 0,1 1 1 0 0,-1-1-1 0 0,0 0 1 0 0,0 0 0 0 0,0 1-1 0 0,1-1 1 0 0,-1 1-1 0 0,0 0 1 0 0,0-1 0 0 0,1 1-1 0 0,-1 0 1 0 0,-1 1-1 0 0,-28 20 858 0 0,27-18-904 0 0,-24 20 329 0 0,-45 48 1 0 0,63-60-499 0 0,-1 0 0 0 0,1 1 1 0 0,1 1-1 0 0,1 0 0 0 0,0 0 1 0 0,-9 23-1 0 0,16-36 61 0 0,0 1 1 0 0,0-1 0 0 0,1 1-1 0 0,-1-1 1 0 0,1 1-1 0 0,-1-1 1 0 0,1 1-1 0 0,0 0 1 0 0,-1-1-1 0 0,1 1 1 0 0,0 0 0 0 0,0-1-1 0 0,0 1 1 0 0,0 0-1 0 0,0-1 1 0 0,1 1-1 0 0,-1 0 1 0 0,1-1-1 0 0,-1 1 1 0 0,1-1 0 0 0,-1 1-1 0 0,1 0 1 0 0,0-1-1 0 0,0 0 1 0 0,-1 1-1 0 0,1-1 1 0 0,0 1 0 0 0,2 1-1 0 0,0-2-42 0 0,0 1-1 0 0,0-1 0 0 0,-1 0 1 0 0,1 0-1 0 0,0-1 1 0 0,0 1-1 0 0,0-1 1 0 0,0 1-1 0 0,0-1 0 0 0,0 0 1 0 0,0 0-1 0 0,0 0 1 0 0,0 0-1 0 0,0-1 1 0 0,3 0-1 0 0,55-15-524 0 0,-49 12 621 0 0,0 0 0 0 0,0 1 0 0 0,0 0 0 0 0,25-1 0 0 0,-37 4-25 0 0,1 0 0 0 0,-1 0 0 0 0,1 0 0 0 0,-1 0-1 0 0,0 0 1 0 0,1 0 0 0 0,-1 0 0 0 0,0 0 0 0 0,1 0-1 0 0,-1 0 1 0 0,0 0 0 0 0,1 0 0 0 0,-1 1 0 0 0,0-1-1 0 0,1 0 1 0 0,-1 0 0 0 0,0 0 0 0 0,1 1 0 0 0,-1-1-1 0 0,0 0 1 0 0,0 0 0 0 0,1 1 0 0 0,-1-1 0 0 0,0 0 0 0 0,0 1-1 0 0,0-1 1 0 0,1 0 0 0 0,-1 1 0 0 0,0-1 0 0 0,0 0-1 0 0,0 1 1 0 0,0-1 0 0 0,0 1 0 0 0,-2 16 23 0 0,-13 20 33 0 0,13-34-54 0 0,-16 33 26 0 0,6-14 31 0 0,-17 46 0 0 0,27-63-30 0 0,0 1 0 0 0,0 0-1 0 0,1-1 1 0 0,0 1 0 0 0,0 0 0 0 0,1 0 0 0 0,-1 0 0 0 0,1 0-1 0 0,0 0 1 0 0,1 0 0 0 0,0 0 0 0 0,0-1 0 0 0,3 11-1 0 0,-3-14-32 0 0,0 1-1 0 0,0-1 0 0 0,1 1 0 0 0,-1-1 0 0 0,1 0 0 0 0,0 1 0 0 0,0-1 0 0 0,0 0 0 0 0,0 0 0 0 0,0 0 0 0 0,0-1 0 0 0,0 1 0 0 0,1 0 0 0 0,-1-1 0 0 0,1 1 0 0 0,-1-1 0 0 0,1 0 0 0 0,-1 0 0 0 0,1 0 0 0 0,0 0 0 0 0,-1-1 0 0 0,1 1 0 0 0,0-1 0 0 0,0 1 1 0 0,0-1-1 0 0,-1 0 0 0 0,1 0 0 0 0,0 0 0 0 0,5-1 0 0 0,6-1-944 0 0,-1-1-1 0 0,0 0 1 0 0,0-1 0 0 0,23-9 0 0 0,-21 6-598 0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2:23.4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 93 3681 0 0,'-27'15'9290'0'0,"39"-16"-6092"0"0,-6-1-2298 0 0,44-12 1794 0 0,54-24 1 0 0,-3-10-4024 0 0,-93 44 228 0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2:23.7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 0 4145 0 0,'-13'24'7159'0'0,"13"-22"-6478"0"0,0 0 0 0 0,1 4 2042 0 0,0-3-2042 0 0,1 9-230 0 0,4 17 1843 0 0,13 58 1589 0 0,-9-30-3391 0 0,7 93 0 0 0,-15-102-440 0 0,8 113-33 0 0,-7-137 30 0 0,0-1 0 0 0,2 1-1 0 0,1-1 1 0 0,15 36 0 0 0,-20-57-37 0 0,-1 0 0 0 0,1 0-1 0 0,0 0 1 0 0,0-1 0 0 0,0 1-1 0 0,0 0 1 0 0,0-1 0 0 0,1 1-1 0 0,-1-1 1 0 0,0 0 0 0 0,1 1 0 0 0,2 1-1 0 0,-4-3-11 0 0,1 0-1 0 0,0 1 1 0 0,0-1 0 0 0,-1 0-1 0 0,1 0 1 0 0,0 1-1 0 0,0-1 1 0 0,-1 0-1 0 0,1 0 1 0 0,0 0 0 0 0,0 0-1 0 0,0 0 1 0 0,-1 0-1 0 0,1 0 1 0 0,0 0-1 0 0,0-1 1 0 0,0 1 0 0 0,-1 0-1 0 0,1 0 1 0 0,0-1-1 0 0,0 1 1 0 0,4-4-61 0 0,-1 1 0 0 0,1-1 0 0 0,-1 1 0 0 0,0-1 0 0 0,0 0 0 0 0,6-10 0 0 0,-3 6-87 0 0,64-75-2653 0 0,-47 57-4696 0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2:24.29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193 41 5065 0 0,'-1'-3'470'0'0,"-1"0"0"0"0,1 1 0 0 0,0-1 0 0 0,-1 1 0 0 0,1 0 0 0 0,-1-1 0 0 0,0 1 0 0 0,0 0 0 0 0,0 0 0 0 0,0 0 0 0 0,0 0 0 0 0,0 1 0 0 0,0-1-1 0 0,-1 1 1 0 0,1-1 0 0 0,-1 1 0 0 0,1 0 0 0 0,-1-1 0 0 0,1 1 0 0 0,-5-1 0 0 0,4 2-154 0 0,-1 0 0 0 0,1 0 0 0 0,0 0 0 0 0,-1 1 0 0 0,1-1 0 0 0,0 1 0 0 0,0 0 0 0 0,-1 0 0 0 0,1 0 0 0 0,0 0 0 0 0,0 0 0 0 0,0 1 0 0 0,0-1 0 0 0,-5 5 0 0 0,0 0-146 0 0,0 0 0 0 0,0 1 1 0 0,1 1-1 0 0,-1-1 0 0 0,2 1 0 0 0,-1 0 0 0 0,1 1 0 0 0,0-1 1 0 0,1 1-1 0 0,-5 11 0 0 0,7-13-163 0 0,1-1 0 0 0,0 1 0 0 0,0 0 1 0 0,0 0-1 0 0,1 0 0 0 0,0 0 0 0 0,0 0 0 0 0,1 0 0 0 0,0 0 1 0 0,0 0-1 0 0,0 0 0 0 0,1 0 0 0 0,3 13 0 0 0,-3-17 15 0 0,1 1-1 0 0,0 0 1 0 0,0 0-1 0 0,0-1 0 0 0,0 1 1 0 0,0-1-1 0 0,1 0 1 0 0,-1 0-1 0 0,1 0 1 0 0,0 0-1 0 0,0 0 0 0 0,0 0 1 0 0,0-1-1 0 0,0 1 1 0 0,1-1-1 0 0,-1 0 1 0 0,1 0-1 0 0,0 0 0 0 0,0-1 1 0 0,-1 1-1 0 0,1-1 1 0 0,0 0-1 0 0,0 0 1 0 0,8 1-1 0 0,-5-2 28 0 0,0 1-1 0 0,-1-1 1 0 0,1-1 0 0 0,0 1-1 0 0,0-1 1 0 0,0 0 0 0 0,-1-1-1 0 0,1 1 1 0 0,-1-2-1 0 0,1 1 1 0 0,7-4 0 0 0,-3 0-276 0 0,0 0 1 0 0,0-1 0 0 0,0 0-1 0 0,-1 0 1 0 0,11-12-1 0 0,-9 8-880 0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2:24.92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29 920 0 0,'1'0'320'0'0,"24"-8"10724"0"0,-7 3-9180 0 0,1 0 0 0 0,-1 1 0 0 0,35-2 0 0 0,-49 6-1762 0 0,0 0-1 0 0,0 0 1 0 0,0 0-1 0 0,0 1 0 0 0,0-1 1 0 0,0 1-1 0 0,0 0 1 0 0,0 1-1 0 0,0-1 1 0 0,-1 1-1 0 0,1-1 0 0 0,0 1 1 0 0,-1 0-1 0 0,0 0 1 0 0,1 1-1 0 0,3 3 1 0 0,-2-1 67 0 0,-1 1 0 0 0,1 0 1 0 0,-2-1-1 0 0,1 1 0 0 0,-1 1 1 0 0,0-1-1 0 0,0 0 1 0 0,4 13-1 0 0,-6-14-169 0 0,14 41-30 0 0,37 78 0 0 0,-17-64-131 0 0,-22-39 174 0 0,0 2 0 0 0,-1-1 1 0 0,-1 2-1 0 0,9 28 0 0 0,-19-45 17 0 0,-1-1-1 0 0,1 1 1 0 0,-1 0-1 0 0,0-1 1 0 0,-1 1-1 0 0,0-1 1 0 0,0 1-1 0 0,0-1 1 0 0,0 1-1 0 0,-1-1 1 0 0,0 1-1 0 0,-1-1 1 0 0,0 0-1 0 0,0 0 1 0 0,0-1-1 0 0,0 1 1 0 0,-1 0-1 0 0,0-1 1 0 0,0 0-1 0 0,-8 8 1 0 0,0 0 50 0 0,-1-1 0 0 0,-1 0-1 0 0,0 0 1 0 0,-1-1 0 0 0,0-1 0 0 0,-22 11 0 0 0,12-11-2041 0 0,-1-6-3395 0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2:25.3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54 0 9218 0 0,'-14'19'9147'0'0,"-2"2"-5430"0"0,15-20-3795 0 0,0 0 0 0 0,0-1 0 0 0,1 1 0 0 0,-1 0 0 0 0,0-1 0 0 0,0 1 1 0 0,-1-1-1 0 0,1 1 0 0 0,0-1 0 0 0,0 1 0 0 0,0-1 0 0 0,0 0 0 0 0,0 0 1 0 0,0 0-1 0 0,-1 1 0 0 0,1-1 0 0 0,0 0 0 0 0,0 0 0 0 0,-2-1 0 0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2:32.05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29 29 5065 0 0,'-29'-29'10650'0'0,"42"45"-5930"0"0,301 347-1438 0 0,-307-355-3383 0 0,37 42-2857 0 0,-41-48 2603 0 0,0 1 1 0 0,-1-1-1 0 0,1 1 1 0 0,0-1-1 0 0,1 0 1 0 0,-1 0-1 0 0,0 0 1 0 0,0-1-1 0 0,1 1 1 0 0,-1-1-1 0 0,1 0 1 0 0,0 0 0 0 0,-1 0-1 0 0,5 1 1 0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2:32.32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419 0 9218 0 0,'-77'88'10685'0'0,"-28"55"-8819"0"0,5-7-1788 0 0,22-31-563 0 0,30-33-3608 0 0,37-55-2286 0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2:33.1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97 4609 0 0,'0'-4'488'0'0,"1"0"0"0"0,0 0-1 0 0,0 0 1 0 0,0 1 0 0 0,1-1 0 0 0,0 0-1 0 0,-1 1 1 0 0,1-1 0 0 0,0 1 0 0 0,0-1 0 0 0,1 1-1 0 0,-1 0 1 0 0,1 0 0 0 0,0 0 0 0 0,0 0-1 0 0,0 1 1 0 0,0-1 0 0 0,4-2 0 0 0,-2 1-29 0 0,0 1 0 0 0,0 0 0 0 0,0 0 0 0 0,1 0-1 0 0,-1 0 1 0 0,1 1 0 0 0,-1 0 0 0 0,1 0 0 0 0,0 0 0 0 0,0 1 0 0 0,9-1 0 0 0,-12 2-385 0 0,-1 0-1 0 0,1 0 1 0 0,-1 1-1 0 0,1-1 1 0 0,-1 0-1 0 0,1 1 0 0 0,-1 0 1 0 0,0 0-1 0 0,1 0 1 0 0,-1 0-1 0 0,0 0 1 0 0,0 0-1 0 0,0 0 1 0 0,0 1-1 0 0,0-1 1 0 0,0 1-1 0 0,0-1 1 0 0,0 1-1 0 0,1 2 1 0 0,0 0-80 0 0,0 0 1 0 0,0 1 0 0 0,-1-1 0 0 0,0 1 0 0 0,0-1 0 0 0,0 1 0 0 0,0 0-1 0 0,1 9 1 0 0,0 6-297 0 0,-1-1 0 0 0,-1 1 0 0 0,-3 35 0 0 0,-22 115 131 0 0,11-95 1621 0 0,12-71-1314 0 0,1-1 0 0 0,-1 1 0 0 0,1 0 1 0 0,0 0-1 0 0,0 0 0 0 0,0 0 0 0 0,1 0 0 0 0,-1 0 0 0 0,2 5 1 0 0,-1-8-120 0 0,-1-1 0 0 0,0 1 1 0 0,0 0-1 0 0,1-1 1 0 0,-1 1-1 0 0,0-1 0 0 0,1 1 1 0 0,-1-1-1 0 0,1 1 0 0 0,-1-1 1 0 0,1 1-1 0 0,-1-1 1 0 0,1 0-1 0 0,-1 1 0 0 0,1-1 1 0 0,-1 0-1 0 0,1 1 0 0 0,0-1 1 0 0,-1 0-1 0 0,1 0 1 0 0,-1 1-1 0 0,1-1 0 0 0,0 0 1 0 0,1 0-16 0 0,0 0 0 0 0,0 0 0 0 0,-1-1 0 0 0,1 1 1 0 0,0 0-1 0 0,-1-1 0 0 0,1 1 0 0 0,0-1 0 0 0,-1 0 0 0 0,1 1 1 0 0,-1-1-1 0 0,3-2 0 0 0,9-5-848 0 0,-1-2 0 0 0,-1 0 0 0 0,0 0 0 0 0,16-20 0 0 0,15-14-2855 0 0,-13 19 3574 0 0,-16 13 127 0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2:33.81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5985 0 0,'4'0'579'0'0,"-1"0"0"0"0,1 1 0 0 0,0-1 0 0 0,-1 1-1 0 0,1-1 1 0 0,-1 1 0 0 0,1 0 0 0 0,-1 1 0 0 0,0-1 0 0 0,1 0 0 0 0,-1 1-1 0 0,0 0 1 0 0,0 0 0 0 0,0 0 0 0 0,0 0 0 0 0,3 3 0 0 0,-2-1-188 0 0,-1 1 0 0 0,1 0 0 0 0,-1-1 0 0 0,1 1 0 0 0,-1 0 0 0 0,-1 1 0 0 0,1-1 0 0 0,-1 0 0 0 0,2 8-1 0 0,2 10-28 0 0,-1 1 0 0 0,-2 1-1 0 0,2 45 1 0 0,-4-48 401 0 0,6 22-1381 0 0,-5-64-1113 0 0,2 3 1741 0 0,-1 0 0 0 0,2 0 0 0 0,0 1-1 0 0,1-1 1 0 0,1 1 0 0 0,0 0 0 0 0,17-25 0 0 0,-21 35 76 0 0,1 1 1 0 0,0-1-1 0 0,0 1 1 0 0,0 0-1 0 0,1 0 1 0 0,0 1-1 0 0,0-1 1 0 0,0 1-1 0 0,0 0 0 0 0,1 1 1 0 0,0-1-1 0 0,-1 1 1 0 0,1 0-1 0 0,0 0 1 0 0,1 1-1 0 0,-1 0 1 0 0,0 0-1 0 0,1 0 1 0 0,-1 1-1 0 0,1 0 1 0 0,0 0-1 0 0,-1 1 1 0 0,1 0-1 0 0,7 0 1 0 0,-10 1-59 0 0,1 1 0 0 0,0-1 1 0 0,0 1-1 0 0,-1 0 0 0 0,1 0 0 0 0,-1 0 1 0 0,1 0-1 0 0,-1 1 0 0 0,0 0 1 0 0,0 0-1 0 0,0 0 0 0 0,0 1 1 0 0,-1-1-1 0 0,0 1 0 0 0,1 0 1 0 0,-1 0-1 0 0,0 0 0 0 0,-1 0 0 0 0,4 6 1 0 0,-2-3 12 0 0,-1 1-1 0 0,1-1 1 0 0,-1 0 0 0 0,-1 1 0 0 0,0 0 0 0 0,0-1 0 0 0,0 1 0 0 0,-1 0-1 0 0,0 0 1 0 0,0 0 0 0 0,-2 12 0 0 0,0-10-89 0 0,1 0-384 0 0,9-21 28 0 0,-7 9 390 0 0,-1 1-160 0 0,-1 0 150 0 0,0-1 0 0 0,1 0 0 0 0,0 1 1 0 0,-1-1-1 0 0,1 1 0 0 0,0-1 0 0 0,0 1 1 0 0,0-1-1 0 0,0 1 0 0 0,0 0 0 0 0,0-1 0 0 0,2 0 1 0 0,0-3-36 0 0,12-20-179 0 0,1 1 0 0 0,36-42 1 0 0,-47 61 351 0 0,0 0 1 0 0,0 0-1 0 0,0 0 0 0 0,1 0 1 0 0,0 1-1 0 0,0 0 0 0 0,0 0 1 0 0,0 0-1 0 0,1 1 0 0 0,0 0 1 0 0,-1 0-1 0 0,1 1 0 0 0,0 0 1 0 0,0 0-1 0 0,1 0 0 0 0,11 0 1 0 0,-16 2-54 0 0,0 1 1 0 0,0 0 0 0 0,0-1 0 0 0,-1 1 0 0 0,1 0 0 0 0,0 1 0 0 0,-1-1-1 0 0,1 0 1 0 0,-1 1 0 0 0,1-1 0 0 0,-1 1 0 0 0,0 0 0 0 0,1 0-1 0 0,-1 0 1 0 0,0 0 0 0 0,0 0 0 0 0,0 0 0 0 0,-1 1 0 0 0,1-1 0 0 0,-1 0-1 0 0,1 1 1 0 0,-1 0 0 0 0,0-1 0 0 0,2 5 0 0 0,10 33-968 0 0,-6-4-5804 0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2:34.07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 5 7554 0 0,'0'-2'328'0'0,"-2"1"80"0"0,1-1-328 0 0,-1 2-80 0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2:34.69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27 456 0 0,'5'-18'9243'0'0,"-3"16"-8841"0"0,-2 2-114 0 0,1 0 1 0 0,0 0 0 0 0,0 0-1 0 0,-1 0 1 0 0,1 0 0 0 0,0 0-1 0 0,0 1 1 0 0,-1-1 0 0 0,8 4 2886 0 0,-7-3-2886 0 0,3 2 321 0 0,0 1 0 0 0,-1-1 1 0 0,0 1-1 0 0,1 0 0 0 0,-1 0 1 0 0,4 8-1 0 0,-1 2-476 0 0,-1 0 0 0 0,0 0 0 0 0,-1 1 0 0 0,-1 0 1 0 0,0-1-1 0 0,-1 1 0 0 0,0 0 0 0 0,-2 0 0 0 0,1 1 0 0 0,-2-1 0 0 0,0 0 0 0 0,-1 0 0 0 0,0 0 1 0 0,-1-1-1 0 0,-6 16 0 0 0,19-61-1094 0 0,2 1-1 0 0,0 0 1 0 0,20-31 0 0 0,-14 26 901 0 0,-15 28 186 0 0,0 0-1 0 0,1 0 1 0 0,0 0 0 0 0,0 0 0 0 0,0 1-1 0 0,1 0 1 0 0,0 0 0 0 0,0 0 0 0 0,0 1-1 0 0,11-9 1 0 0,-15 14-110 0 0,0-1 0 0 0,-1 0 0 0 0,1 1-1 0 0,0 0 1 0 0,0-1 0 0 0,0 1 0 0 0,0 0 0 0 0,0-1 0 0 0,0 1 0 0 0,0 0-1 0 0,0 0 1 0 0,0 0 0 0 0,0 0 0 0 0,0 0 0 0 0,0 0 0 0 0,0 0 0 0 0,0 0-1 0 0,0 0 1 0 0,0 0 0 0 0,0 1 0 0 0,0-1 0 0 0,0 0 0 0 0,0 1 0 0 0,0-1-1 0 0,0 1 1 0 0,1 0 0 0 0,0 1 22 0 0,-1 0 0 0 0,1-1 0 0 0,-1 1 0 0 0,1 0 0 0 0,-1 0-1 0 0,0 0 1 0 0,0 0 0 0 0,0 0 0 0 0,0 1 0 0 0,0-1 0 0 0,1 3 0 0 0,0 4 27 0 0,0 1 0 0 0,0-1 0 0 0,-1 1 0 0 0,1 13 0 0 0,-2-12 103 0 0,2 13-1940 0 0,4-23 548 0 0,8-11 437 0 0,27-41-304 0 0,-29 35 1195 0 0,26-28-1 0 0,-35 40 95 0 0,1 0 0 0 0,0 1 0 0 0,0 0-1 0 0,1 0 1 0 0,-1 0 0 0 0,1 0 0 0 0,0 1 0 0 0,-1 0 0 0 0,1 0 0 0 0,0 0 0 0 0,10-2-1 0 0,-13 4-89 0 0,0-1-1 0 0,1 1 0 0 0,-1 0 0 0 0,0 0 1 0 0,0 1-1 0 0,0-1 0 0 0,0 0 0 0 0,0 1 1 0 0,0-1-1 0 0,0 1 0 0 0,0 0 0 0 0,0-1 1 0 0,0 1-1 0 0,0 0 0 0 0,-1 0 0 0 0,1 0 1 0 0,0 1-1 0 0,0-1 0 0 0,2 3 0 0 0,28 37 988 0 0,-29-36-1319 0 0,0 0 0 0 0,0-1 0 0 0,0 1 0 0 0,1 0 0 0 0,-1-1 0 0 0,1 0 0 0 0,0 0 0 0 0,1 0-1 0 0,-1-1 1 0 0,7 4 0 0 0,9-1-3145 0 0,-10-5 1639 0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2:36.25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79 5529 0 0,'10'-3'7203'0'0,"13"-4"-3660"0"0,90-35 3243 0 0,-86 33-8137 0 0,1 2 0 0 0,34-4 0 0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2:36.5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13 7834 0 0,'0'0'705'0'0,"27"-6"3557"0"0,61 0 2406 0 0,-59 6-7562 0 0,0 2-3713 0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3:14.39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19 247 3225 0 0,'0'-1'-11'0'0,"-1"0"1"0"0,0 1 0 0 0,1-1-1 0 0,-1 0 1 0 0,0 0 0 0 0,1 0-1 0 0,-1 1 1 0 0,1-1 0 0 0,0 0-1 0 0,-1 0 1 0 0,1 0 0 0 0,0 0-1 0 0,-1 0 1 0 0,1 0 0 0 0,0 0-1 0 0,0-2 1 0 0,0 2-12 0 0,0 0 1 0 0,0 0 0 0 0,0 0-1 0 0,-1 0 1 0 0,1 0-1 0 0,0 0 1 0 0,0 0-1 0 0,-1 0 1 0 0,1 0-1 0 0,-1 0 1 0 0,1 0-1 0 0,-1 0 1 0 0,1 1-1 0 0,-1-1 1 0 0,1 0-1 0 0,-1 0 1 0 0,0 0-1 0 0,1 1 1 0 0,-1-1-1 0 0,0 0 1 0 0,-1 0 0 0 0,2 1 2 0 0,1 0-1 0 0,-1 0 1 0 0,1-1 0 0 0,0 1 0 0 0,-1 0 0 0 0,1 0 0 0 0,-1 0 0 0 0,1 0 0 0 0,-1-1 0 0 0,1 1 0 0 0,-1 0 0 0 0,1-1 0 0 0,-1 1 0 0 0,1 0 0 0 0,-1-1 0 0 0,0 1 0 0 0,1 0 0 0 0,-1-1 0 0 0,0 1 0 0 0,1-1 0 0 0,-1 1-1 0 0,0-1 1 0 0,1 1 0 0 0,-1-1 0 0 0,0 1 0 0 0,0-1 0 0 0,0 1 0 0 0,1-1 0 0 0,-1 1 0 0 0,0-1 0 0 0,0 0 0 0 0,9-34 41 0 0,-1-37 2710 0 0,-6 17 3047 0 0,-2 19 7234 0 0,1 40-12944 0 0,13 49-47 0 0,-3 0 0 0 0,5 56 0 0 0,0 116 54 0 0,-8-94-59 0 0,-7-117-307 0 0,0 0 0 0 0,1 1-1 0 0,1-1 1 0 0,7 24 0 0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3:14.65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9618 0 0,'0'-1'145'0'0,"1"2"0"0"0,-1-1 1 0 0,1 0-1 0 0,-1 0 0 0 0,0 0 0 0 0,1 0 1 0 0,-1 0-1 0 0,1 0 0 0 0,-1 0 0 0 0,0 0 0 0 0,4 3 1307 0 0,-4-2-1306 0 0,0-1-1 0 0,1 0 0 0 0,-1 1 0 0 0,0-1 1 0 0,0 0-1 0 0,0 1 0 0 0,0-1 0 0 0,1 1 0 0 0,-1-1 1 0 0,0 0-1 0 0,0 1 0 0 0,0-1 0 0 0,0 1 0 0 0,0-1 1 0 0,0 1-1 0 0,0-1 0 0 0,0 0 0 0 0,0 1 0 0 0,5 19 1535 0 0,-1 10-2884 0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3:15.2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186 81 3905 0 0,'1'-3'124'0'0,"1"-1"-1"0"0,-1 1 1 0 0,0-1 0 0 0,-1 1 0 0 0,1-1 0 0 0,0 1 0 0 0,-1-1-1 0 0,0 1 1 0 0,0-1 0 0 0,0 0 0 0 0,0 1 0 0 0,-2-6-1 0 0,2 7 409 0 0,0 0-1 0 0,-1 0 1 0 0,1 0-1 0 0,-1 0 0 0 0,1 0 1 0 0,-1 1-1 0 0,0-1 0 0 0,0 0 1 0 0,0 1-1 0 0,0-1 0 0 0,0 0 1 0 0,0 1-1 0 0,0-1 1 0 0,-1 1-1 0 0,-1-2 0 0 0,2 3-394 0 0,0 0 0 0 0,0 0-1 0 0,0 0 1 0 0,0 0-1 0 0,0 0 1 0 0,0 0-1 0 0,0 1 1 0 0,0-1 0 0 0,0 0-1 0 0,0 1 1 0 0,0-1-1 0 0,0 1 1 0 0,1-1 0 0 0,-1 1-1 0 0,0-1 1 0 0,0 1-1 0 0,0-1 1 0 0,1 1 0 0 0,-1 0-1 0 0,0 0 1 0 0,1-1-1 0 0,-1 1 1 0 0,1 0 0 0 0,-1 0-1 0 0,1 0 1 0 0,-1-1-1 0 0,1 1 1 0 0,0 0-1 0 0,-1 0 1 0 0,1 2 0 0 0,-16 30 283 0 0,16-33-392 0 0,-13 35 180 0 0,1 1-1 0 0,2 0 1 0 0,2 1 0 0 0,1-1 0 0 0,2 2 0 0 0,-1 38 0 0 0,7-63-210 0 0,0 0 1 0 0,1-1 0 0 0,0 1-1 0 0,1 0 1 0 0,0-1 0 0 0,1 0 0 0 0,1 1-1 0 0,0-2 1 0 0,11 20 0 0 0,-11-21 76 0 0,1-1 0 0 0,1 0 0 0 0,-1 0 0 0 0,1-1 0 0 0,1 1 0 0 0,0-1 0 0 0,0-1 0 0 0,0 0 0 0 0,1 0 0 0 0,0-1 0 0 0,15 9-1 0 0,-22-14-46 0 0,1 1 0 0 0,-1-1 0 0 0,1 0 0 0 0,0 0 0 0 0,-1 0 0 0 0,1 0 0 0 0,0-1 0 0 0,0 1 0 0 0,0-1-1 0 0,0 1 1 0 0,-1-1 0 0 0,1 0 0 0 0,0 0 0 0 0,0 0 0 0 0,0-1 0 0 0,0 1 0 0 0,-1-1 0 0 0,1 1-1 0 0,0-1 1 0 0,0 0 0 0 0,-1 0 0 0 0,1 0 0 0 0,0 0 0 0 0,-1-1 0 0 0,1 1 0 0 0,-1-1 0 0 0,0 0-1 0 0,0 1 1 0 0,1-1 0 0 0,-1 0 0 0 0,0 0 0 0 0,0 0 0 0 0,-1-1 0 0 0,1 1 0 0 0,0 0 0 0 0,-1-1-1 0 0,1 1 1 0 0,-1-1 0 0 0,0 1 0 0 0,0-1 0 0 0,0 0 0 0 0,1-3 0 0 0,0-1-14 0 0,0 0 0 0 0,-1 0 0 0 0,0 0 0 0 0,0 0 0 0 0,0-1-1 0 0,-1 1 1 0 0,0 0 0 0 0,0 0 0 0 0,-1 0 0 0 0,0-1 0 0 0,0 1 0 0 0,0 0 0 0 0,-1 0 0 0 0,-1 0 0 0 0,1 1 0 0 0,-5-9 0 0 0,6 12-34 0 0,-1 0 0 0 0,0 0 1 0 0,0 0-1 0 0,0 1 0 0 0,0-1 0 0 0,0 0 1 0 0,-1 1-1 0 0,1 0 0 0 0,-1 0 0 0 0,0 0 1 0 0,1 0-1 0 0,-1 0 0 0 0,0 0 0 0 0,0 1 1 0 0,0-1-1 0 0,0 1 0 0 0,-1 0 0 0 0,1 0 1 0 0,0 0-1 0 0,0 0 0 0 0,-1 0 1 0 0,-4 1-1 0 0,3 0-153 0 0,0 1 1 0 0,0 0-1 0 0,0 0 1 0 0,0 0 0 0 0,0 1-1 0 0,1-1 1 0 0,-1 1-1 0 0,0 0 1 0 0,1 1-1 0 0,0-1 1 0 0,-1 1-1 0 0,1 0 1 0 0,0 0 0 0 0,-6 6-1 0 0,-127 131-11955 0 0,103-111 11077 0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2:41.68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3225 0 0,'7'4'20349'0'0,"-6"-3"-20594"0"0,1 0 0 0 0,-1 0 0 0 0,0 1 0 0 0,0-1 0 0 0,0 1 0 0 0,-1-1 0 0 0,1 1 0 0 0,0-1 0 0 0,0 1 1 0 0,-1-1-1 0 0,1 1 0 0 0,-1 0 0 0 0,0-1 0 0 0,1 1 0 0 0,-1 3 0 0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2:42.37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105 331 4609 0 0,'1'1'403'0'0,"-1"0"0"0"0,1 0 0 0 0,-1 0-1 0 0,0 0 1 0 0,0 0 0 0 0,0 0 0 0 0,1 0 0 0 0,-1 0 0 0 0,0 0 0 0 0,-5 13 5639 0 0,4-12-5639 0 0,-1-2-293 0 0,1 1-1 0 0,0 0 1 0 0,0 0 0 0 0,-1 0-1 0 0,1-1 1 0 0,-1 1-1 0 0,1 0 1 0 0,0-1-1 0 0,-1 1 1 0 0,1-1-1 0 0,-1 0 1 0 0,-2 1 0 0 0,2-1 39 0 0,0 0 1 0 0,0 0-1 0 0,-1 0 1 0 0,1 0-1 0 0,0 0 1 0 0,0-1 0 0 0,0 1-1 0 0,0-1 1 0 0,0 1-1 0 0,0-1 1 0 0,0 0 0 0 0,0 0-1 0 0,0 1 1 0 0,0-2-1 0 0,0 1 1 0 0,0 0 0 0 0,1 0-1 0 0,-1 0 1 0 0,-2-3-1 0 0,1 0-45 0 0,0 1-1 0 0,0-1 1 0 0,0 0-1 0 0,0-1 1 0 0,1 1-1 0 0,-1 0 1 0 0,1-1-1 0 0,-2-6 1 0 0,1 2-174 0 0,1 0 0 0 0,-1 0 0 0 0,2-1 1 0 0,-1 1-1 0 0,1-1 0 0 0,1 1 0 0 0,0-1 1 0 0,1-14-1 0 0,2 12-23 0 0,1 1-1 0 0,0-1 1 0 0,1 1 0 0 0,0 0 0 0 0,0 1 0 0 0,2-1 0 0 0,-1 1-1 0 0,1 0 1 0 0,0 1 0 0 0,1 0 0 0 0,0 0 0 0 0,1 1-1 0 0,0-1 1 0 0,0 2 0 0 0,0-1 0 0 0,1 2 0 0 0,0-1-1 0 0,1 1 1 0 0,0 1 0 0 0,-1 0 0 0 0,2 0 0 0 0,-1 1-1 0 0,0 1 1 0 0,1-1 0 0 0,16-1 0 0 0,-26 5 70 0 0,0 0 0 0 0,0 0 1 0 0,1 0-1 0 0,-1 1 1 0 0,0-1-1 0 0,0 0 0 0 0,0 1 1 0 0,0 0-1 0 0,1-1 1 0 0,-1 1-1 0 0,0 0 0 0 0,0 0 1 0 0,0 0-1 0 0,-1 0 1 0 0,1 0-1 0 0,0 1 0 0 0,0-1 1 0 0,-1 1-1 0 0,1-1 0 0 0,0 1 1 0 0,-1-1-1 0 0,0 1 1 0 0,1 0-1 0 0,-1 0 0 0 0,0 0 1 0 0,0 0-1 0 0,0 0 1 0 0,0 0-1 0 0,0 0 0 0 0,-1 0 1 0 0,1 0-1 0 0,0 0 0 0 0,-1 0 1 0 0,0 1-1 0 0,1-1 1 0 0,-1 0-1 0 0,0 3 0 0 0,0 10-113 0 0,0 0-1 0 0,0 0 0 0 0,-2 0 0 0 0,-3 18 1 0 0,4-26 118 0 0,-6 28-203 0 0,-22 59 0 0 0,21-72 212 0 0,0 0 1 0 0,1 1-1 0 0,2 0 0 0 0,0 0 0 0 0,2 1 0 0 0,-2 36 0 0 0,6-53 19 0 0,0 0 0 0 0,0 0-1 0 0,0 0 1 0 0,1 0 0 0 0,0 0-1 0 0,0-1 1 0 0,7 13 0 0 0,-8-16 149 0 0,0-1 1 0 0,1 0-1 0 0,-1 1 0 0 0,1-1 1 0 0,-1 0-1 0 0,1 0 0 0 0,0 0 1 0 0,0 0-1 0 0,0 0 0 0 0,0-1 1 0 0,0 1-1 0 0,1 0 0 0 0,-1-1 1 0 0,0 0-1 0 0,1 1 1 0 0,-1-1-1 0 0,1 0 0 0 0,-1 0 1 0 0,1-1-1 0 0,-1 1 0 0 0,1 0 1 0 0,0-1-1 0 0,3 1 0 0 0,-5-1-61 0 0,1 0 0 0 0,-1 0 0 0 0,1-1-1 0 0,-1 1 1 0 0,1 0 0 0 0,-1 0 0 0 0,1-1 0 0 0,-1 1-1 0 0,1 0 1 0 0,-1-1 0 0 0,0 0 0 0 0,1 1-1 0 0,-1-1 1 0 0,0 0 0 0 0,0 0 0 0 0,1 1-1 0 0,-1-1 1 0 0,0 0 0 0 0,0 0 0 0 0,0 0-1 0 0,0-1 1 0 0,1-1 0 0 0,-1 1-21 0 0,1 0-1 0 0,-1-1 1 0 0,-1 1-1 0 0,1-1 1 0 0,0 1-1 0 0,-1-1 1 0 0,1 0-1 0 0,-1 1 1 0 0,0-1 0 0 0,0 1-1 0 0,0-6 1 0 0,-1 0-7 0 0,0 0 1 0 0,0 0-1 0 0,-1 1 1 0 0,0-1-1 0 0,-1 0 1 0 0,0 1-1 0 0,-5-10 1 0 0,0 4 7 0 0,-1 1 1 0 0,0-1-1 0 0,-1 2 1 0 0,0 0-1 0 0,-1 0 1 0 0,-1 1-1 0 0,1 0 0 0 0,-25-15 1 0 0,11 10-1272 0 0,0 2-1 0 0,0 1 1 0 0,-52-17-1 0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2:42.69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2761 0 0,'21'30'10488'0'0,"3"0"-4742"0"0,12 12-3180 0 0,-17-23-2579 0 0,0-1-1 0 0,39 28 1 0 0,-53-43-269 0 0,0 0 0 0 0,0 0 0 0 0,1-1 0 0 0,-1 1 0 0 0,1-1 1 0 0,-1-1-1 0 0,1 1 0 0 0,-1-1 0 0 0,1 0 0 0 0,0 0 0 0 0,0-1 1 0 0,0 1-1 0 0,0-1 0 0 0,10-2 0 0 0,0 0-1440 0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2:42.99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287 1 6913 0 0,'-18'24'8211'0'0,"-4"20"-4110"0"0,1-3-2579 0 0,-63 83 154 0 0,-7 13-1606 0 0,73-106-1566 0 0,-14 34-1 0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2:43.77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11 136 6913 0 0,'-1'-2'270'0'0,"-1"1"-1"0"0,1-1 0 0 0,0 0 0 0 0,0 0 0 0 0,1 0 0 0 0,-1 0 0 0 0,0 0 0 0 0,1 0 0 0 0,-1 0 0 0 0,1 0 0 0 0,-1 0 0 0 0,1 0 0 0 0,0 0 0 0 0,0-1 0 0 0,0 1 0 0 0,0 0 0 0 0,0 0 0 0 0,1 0 0 0 0,-1 0 0 0 0,1 0 0 0 0,-1 0 0 0 0,1 0 1 0 0,1-4-1 0 0,0 1 247 0 0,0 0 0 0 0,1 1 0 0 0,-1-1 0 0 0,1 0 0 0 0,0 1 0 0 0,0 0 1 0 0,0 0-1 0 0,5-5 0 0 0,-3 4-210 0 0,0 1 0 0 0,0 1 0 0 0,0-1 0 0 0,0 1-1 0 0,1-1 1 0 0,0 1 0 0 0,-1 1 0 0 0,1-1 0 0 0,0 1 0 0 0,0 0 0 0 0,9-1 0 0 0,-12 3-291 0 0,-1 0 0 0 0,1 0 0 0 0,-1 0 0 0 0,1 0 0 0 0,0 0 0 0 0,-1 1 0 0 0,1-1 0 0 0,-1 1 0 0 0,0 0 0 0 0,1 0 0 0 0,-1 0 0 0 0,1 0 0 0 0,-1 0 0 0 0,0 0 0 0 0,0 1 0 0 0,0-1 0 0 0,0 1 0 0 0,0-1 0 0 0,0 1 0 0 0,0 0 0 0 0,0 0 0 0 0,-1 0 1 0 0,1 0-1 0 0,-1 0 0 0 0,1 0 0 0 0,-1 0 0 0 0,0 1 0 0 0,0-1 0 0 0,0 0 0 0 0,1 4 0 0 0,4 11-219 0 0,0 0 0 0 0,-2 0 1 0 0,0 0-1 0 0,-1 1 1 0 0,0-1-1 0 0,-1 27 0 0 0,-3-4 234 0 0,-10 69-1 0 0,10-101 115 0 0,0 1 0 0 0,0 0 0 0 0,1 0 1 0 0,1-1-1 0 0,-1 1 0 0 0,1 0 0 0 0,4 13 1 0 0,-5-20-104 0 0,1 0 0 0 0,-1 0 0 0 0,1 0 1 0 0,0 0-1 0 0,0 0 0 0 0,0 0 1 0 0,0 0-1 0 0,0-1 0 0 0,0 1 1 0 0,1 0-1 0 0,-1 0 0 0 0,0-1 0 0 0,1 1 1 0 0,-1-1-1 0 0,1 0 0 0 0,0 1 1 0 0,0-1-1 0 0,-1 0 0 0 0,1 0 1 0 0,0 0-1 0 0,0 0 0 0 0,0 0 0 0 0,0 0 1 0 0,0-1-1 0 0,0 1 0 0 0,0-1 1 0 0,0 1-1 0 0,1-1 0 0 0,-1 0 0 0 0,0 0 1 0 0,0 0-1 0 0,0 0 0 0 0,0 0 1 0 0,0-1-1 0 0,4 0 0 0 0,6-1 44 0 0,0-1 0 0 0,-1-1-1 0 0,1 0 1 0 0,-1-1 0 0 0,0 0-1 0 0,16-10 1 0 0,17-15-1288 0 0,-3-2-4929 0 0,-40 32 6076 0 0,23-20-7098 0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3:03.32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6 8754 0 0,'14'-1'8113'0'0,"23"7"-4933"0"0,-26-4-1902 0 0,-7-1-1066 0 0,3 1-159 0 0,1-1-1 0 0,-1 0 0 0 0,0 0 0 0 0,1 0 0 0 0,-1-1 0 0 0,1 0 0 0 0,-1-1 1 0 0,1 0-1 0 0,-1 0 0 0 0,0 0 0 0 0,1-1 0 0 0,11-5 0 0 0,1 0-2551 0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3:03.53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28 9218 0 0,'4'1'408'0'0,"-1"-1"80"0"0,2 0-392 0 0,-2 0-96 0 0,-1-1 0 0 0,1 1 0 0 0,0 0 432 0 0,3-2 64 0 0,2 1 16 0 0,4-2 1 0 0,2-1-585 0 0,-1 1-120 0 0,0-1-17 0 0,-1 1-7 0 0,-2-2 216 0 0,0 3 64 0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3:03.92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 15 3681 0 0,'-28'-14'18740'0'0,"38"74"-18259"0"0,-4 1 1 0 0,0 90-1 0 0,-6-84-480 0 0,19 130 1 0 0,-11-164-744 0 0,3-14-3945 0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3:04.15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38 0 8754 0 0,'-6'11'8810'0'0,"0"-2"-5535"0"0,-15 20-8583 0 0,18-25 4884 0 0,1 1 296 0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3:04.88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49 2 8754 0 0,'-14'-1'13871'0'0,"10"13"-14747"0"0,3-11 548 0 0,-7 32 456 0 0,1 1 0 0 0,1 0 0 0 0,2 0 1 0 0,1 0-1 0 0,2 0 0 0 0,1 0 1 0 0,2 0-1 0 0,1 0 0 0 0,15 62 1 0 0,-15-82-152 0 0,1-1 1 0 0,0 0 0 0 0,1 0-1 0 0,1-1 1 0 0,0 0 0 0 0,0 1-1 0 0,15 17 1 0 0,-20-27 14 0 0,1 0 1 0 0,0 0 0 0 0,0-1-1 0 0,1 0 1 0 0,-1 1-1 0 0,0-1 1 0 0,1 0-1 0 0,0 0 1 0 0,-1 0-1 0 0,1 0 1 0 0,0-1-1 0 0,0 1 1 0 0,0-1-1 0 0,0 1 1 0 0,0-1-1 0 0,0 0 1 0 0,0 0-1 0 0,1-1 1 0 0,-1 1-1 0 0,0-1 1 0 0,0 0-1 0 0,1 1 1 0 0,-1-1-1 0 0,0-1 1 0 0,0 1 0 0 0,1 0-1 0 0,-1-1 1 0 0,0 0-1 0 0,0 1 1 0 0,1-1-1 0 0,-1-1 1 0 0,0 1-1 0 0,0 0 1 0 0,0-1-1 0 0,-1 1 1 0 0,1-1-1 0 0,3-2 1 0 0,5-4 61 0 0,-1-1 1 0 0,0 1-1 0 0,-1-2 0 0 0,0 1 1 0 0,0-1-1 0 0,8-13 1 0 0,-13 18 0 0 0,-1 1 1 0 0,-1-1 0 0 0,1 0 0 0 0,0 0 0 0 0,-1 0 0 0 0,0 0 0 0 0,-1 0 0 0 0,1 0 0 0 0,-1-1 0 0 0,0 1 0 0 0,0 0 0 0 0,0-1 0 0 0,-1 1 0 0 0,0-1 0 0 0,0 1 0 0 0,0-1 0 0 0,-2-7 0 0 0,1 12-47 0 0,1-1-1 0 0,-1 1 1 0 0,0 0-1 0 0,1-1 1 0 0,-1 1 0 0 0,0 0-1 0 0,0 0 1 0 0,0 0 0 0 0,0-1-1 0 0,0 1 1 0 0,0 0-1 0 0,-1 1 1 0 0,1-1 0 0 0,0 0-1 0 0,0 0 1 0 0,-1 0-1 0 0,1 1 1 0 0,0-1 0 0 0,-1 1-1 0 0,1-1 1 0 0,-1 1-1 0 0,1-1 1 0 0,-1 1 0 0 0,1 0-1 0 0,-1 0 1 0 0,1 0-1 0 0,-1 0 1 0 0,1 0 0 0 0,-1 0-1 0 0,1 0 1 0 0,0 0 0 0 0,-1 1-1 0 0,1-1 1 0 0,-1 0-1 0 0,-1 1 1 0 0,-7 2-556 0 0,-1 0 0 0 0,1 0 0 0 0,-14 8-1 0 0,23-11 411 0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3:16.5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18 115 1376 0 0,'-17'-15'15365'0'0,"29"8"-14353"0"0,132-46 1637 0 0,-120 45-2611 0 0,15-8-1090 0 0,-17 6-4248 0 0,-6 4-762 0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3:16.82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93 456 0 0,'16'-12'9123'0'0,"3"3"-4469"0"0,48-9-2988 0 0,-42 13 199 0 0,66-19-77 0 0,-31 6-4666 0 0,-42 12-3218 0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3:17.22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38 95 8754 0 0,'-23'5'1433'0'0,"23"-5"-1348"0"0,-1 1 0 0 0,1-1 0 0 0,0 0 0 0 0,-1 0 0 0 0,1 0 0 0 0,-1 0 1 0 0,1 0-1 0 0,-1 0 0 0 0,1 0 0 0 0,-1 0 0 0 0,1 0 0 0 0,-1 0 0 0 0,1-1 0 0 0,-1 1 0 0 0,1 0 0 0 0,0 0 0 0 0,-1 0 0 0 0,1 0 0 0 0,-1-1 1 0 0,1 1-1 0 0,-1 0 0 0 0,1 0 0 0 0,0-1 0 0 0,-1 1 0 0 0,1 0 0 0 0,0-1 0 0 0,-1 1 0 0 0,1 0 0 0 0,0-1 0 0 0,0 1 0 0 0,-1-1 0 0 0,1 1 1 0 0,0 0-1 0 0,0-1 0 0 0,0 1 0 0 0,-1-1 0 0 0,1 1 0 0 0,0-1 0 0 0,0 1 0 0 0,0-1 0 0 0,0 1 0 0 0,0-1 0 0 0,0 1 0 0 0,0-1 1 0 0,0 1-1 0 0,0-1 0 0 0,1 0 25 0 0,-1 0 0 0 0,1 0-1 0 0,0 0 1 0 0,-1 1 0 0 0,1-1 0 0 0,0 0 0 0 0,0 0 0 0 0,0 1 0 0 0,0-1 0 0 0,0 1 0 0 0,0-1 0 0 0,-1 1 0 0 0,1-1-1 0 0,0 1 1 0 0,0-1 0 0 0,1 1 0 0 0,-1 0 0 0 0,1-1 0 0 0,27-5 344 0 0,-21 5-77 0 0,108-22 2184 0 0,-56 12-3499 0 0,57-18 0 0 0,-100 23-168 0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3:17.80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71 6449 0 0,'0'-2'20'0'0,"-5"-25"2605"0"0,5 23-1806 0 0,-1 1 0 0 0,1 0 1 0 0,0 0-1 0 0,0-1 0 0 0,1 1 0 0 0,-1 0 0 0 0,1 0 1 0 0,-1-1-1 0 0,1 1 0 0 0,2-6 0 0 0,-2 9-682 0 0,0 0 1 0 0,-1 0-1 0 0,1 0 0 0 0,0 0 0 0 0,-1 1 0 0 0,1-1 0 0 0,0 0 1 0 0,-1 0-1 0 0,1 0 0 0 0,0 0 0 0 0,-1 1 0 0 0,1-1 0 0 0,-1 0 1 0 0,1 1-1 0 0,0-1 0 0 0,-1 0 0 0 0,1 1 0 0 0,-1-1 1 0 0,1 1-1 0 0,-1-1 0 0 0,1 0 0 0 0,-1 1 0 0 0,1 0 0 0 0,-1-1 1 0 0,0 1-1 0 0,1-1 0 0 0,-1 1 0 0 0,1 0 0 0 0,14 18 437 0 0,-5-3-435 0 0,-1 0 0 0 0,-1 0 0 0 0,-1 1-1 0 0,0 0 1 0 0,8 31 0 0 0,14 94 47 0 0,-21-94-124 0 0,9 87-327 0 0,-13-89-202 0 0,1 0 0 0 0,3-1 0 0 0,17 56 0 0 0,-8-64-1142 0 0,1-17-5534 0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3:18.6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24 26 4145 0 0,'0'0'132'0'0,"-1"0"1"0"0,1 0-1 0 0,-1 0 0 0 0,1 0 1 0 0,-1 0-1 0 0,1 0 0 0 0,-1 0 1 0 0,1 0-1 0 0,-1 0 0 0 0,1 0 1 0 0,-1-1-1 0 0,1 1 0 0 0,0 0 1 0 0,-1 0-1 0 0,1 0 0 0 0,-1-1 1 0 0,1 1-1 0 0,0 0 1 0 0,-1-1-1 0 0,1 1 0 0 0,0 0 1 0 0,-1-1-1 0 0,1 1 0 0 0,0 0 1 0 0,-1-1-1 0 0,1 1 0 0 0,0-1 1 0 0,0 1-1 0 0,-1 0 0 0 0,1-1 1 0 0,0 1-1 0 0,0-1 0 0 0,0 1 1 0 0,0-1-1 0 0,0 1 1 0 0,0-1-1 0 0,0 1 0 0 0,-1-1 1 0 0,1 1-1 0 0,1 0 0 0 0,-1-1 1 0 0,0 1-1 0 0,0-1 0 0 0,0 1 1 0 0,0-1-1 0 0,0 1 0 0 0,0-1 1 0 0,0 1-1 0 0,1-1 0 0 0,-1 0 1 0 0,1-8 1139 0 0,-8 68 1834 0 0,5-48-2616 0 0,0 0 1 0 0,1 0-1 0 0,0 0 1 0 0,1 0-1 0 0,0 0 0 0 0,0-1 1 0 0,4 23-1 0 0,2-22 655 0 0,-3-18-488 0 0,-3-23-344 0 0,1 18-133 0 0,-1 11-182 0 0,0 0-1 0 0,1 0 1 0 0,-1 0 0 0 0,0 0-1 0 0,0-1 1 0 0,0 1 0 0 0,0 0 0 0 0,0 0-1 0 0,0 0 1 0 0,0 0 0 0 0,-1 0-1 0 0,1 0 1 0 0,0 0 0 0 0,-1 0 0 0 0,1 0-1 0 0,0 0 1 0 0,-1 0 0 0 0,1 0-1 0 0,-1 0 1 0 0,1 1 0 0 0,-2-2 0 0 0,2 1-58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3:19.16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239 180 3225 0 0,'3'-2'539'0'0,"0"0"1"0"0,-1 0 0 0 0,1 0 0 0 0,0 0 0 0 0,-1 0 0 0 0,1-1-1 0 0,-1 1 1 0 0,0-1 0 0 0,0 1 0 0 0,0-1 0 0 0,0 0-1 0 0,1-4 1 0 0,-2 3-118 0 0,0-1 0 0 0,-1 1 0 0 0,0 0 0 0 0,0-1-1 0 0,0 1 1 0 0,0 0 0 0 0,-1-1 0 0 0,0 1 0 0 0,0 0 0 0 0,0 0-1 0 0,0 0 1 0 0,-1 0 0 0 0,1 0 0 0 0,-5-7 0 0 0,5 9-358 0 0,0 0 0 0 0,-1 0 0 0 0,1 0 0 0 0,-1 0 0 0 0,1 0 0 0 0,-1 0 0 0 0,1 1 0 0 0,-1-1 0 0 0,0 1 0 0 0,0-1 0 0 0,0 1 0 0 0,0 0 0 0 0,0-1 0 0 0,0 1 0 0 0,0 0 0 0 0,-1 1 0 0 0,1-1 0 0 0,0 0 0 0 0,0 1 0 0 0,-1-1 0 0 0,1 1 0 0 0,0 0 0 0 0,-1-1 1 0 0,1 1-1 0 0,-1 0 0 0 0,1 1 0 0 0,-4-1 0 0 0,-4 3-28 0 0,0 0 0 0 0,0 0 0 0 0,1 1 0 0 0,0 0 0 0 0,-1 1 0 0 0,1 0 0 0 0,1 0 0 0 0,-1 1 0 0 0,1 0 0 0 0,0 0 0 0 0,1 1 0 0 0,-1 0 0 0 0,1 0 0 0 0,0 1 0 0 0,1 0 0 0 0,0 0 0 0 0,-5 11 0 0 0,3-6-136 0 0,2 0 0 0 0,0 1 0 0 0,0 0 0 0 0,1 0 0 0 0,1 1 0 0 0,0 0 0 0 0,1-1 0 0 0,1 1 1 0 0,0 0-1 0 0,1 0 0 0 0,1 17 0 0 0,0-30 76 0 0,0 1 0 0 0,0-1-1 0 0,0 1 1 0 0,0-1 0 0 0,1 1 0 0 0,-1-1 0 0 0,1 1 0 0 0,-1-1 0 0 0,1 1 0 0 0,0-1-1 0 0,0 1 1 0 0,0-1 0 0 0,1 0 0 0 0,-1 0 0 0 0,0 0 0 0 0,1 0 0 0 0,-1 0 0 0 0,1 0 0 0 0,0 0-1 0 0,0 0 1 0 0,0 0 0 0 0,0-1 0 0 0,0 1 0 0 0,0-1 0 0 0,0 0 0 0 0,3 2 0 0 0,-2-2 55 0 0,0-1 1 0 0,0 1-1 0 0,0-1 1 0 0,0 0-1 0 0,0 0 1 0 0,0 0-1 0 0,0 0 1 0 0,0-1 0 0 0,0 1-1 0 0,0-1 1 0 0,0 0-1 0 0,0 0 1 0 0,-1 0-1 0 0,1 0 1 0 0,0 0 0 0 0,-1 0-1 0 0,1-1 1 0 0,0 0-1 0 0,-1 1 1 0 0,0-1-1 0 0,1 0 1 0 0,1-3-1 0 0,18-16-72 0 0,-1-1-1 0 0,-1-2 0 0 0,-1 0 0 0 0,-2 0 0 0 0,0-2 0 0 0,-2 0 0 0 0,0-1 0 0 0,-2-1 1 0 0,11-35-1 0 0,-10 12-415 0 0,-14 48 239 0 0,1 0 1 0 0,-1-1-1 0 0,0 1 0 0 0,0-1 1 0 0,0 1-1 0 0,0 0 0 0 0,0-1 0 0 0,-1 1 1 0 0,0 0-1 0 0,1-1 0 0 0,-1 1 0 0 0,0 0 1 0 0,-2-4-1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3:19.75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135 120 5985 0 0,'3'-5'507'0'0,"0"1"0"0"0,0-1 1 0 0,0 0-1 0 0,-1 0 0 0 0,1 0 0 0 0,-1 0 0 0 0,-1 0 0 0 0,1-1 0 0 0,1-6 0 0 0,-2 10-427 0 0,-1-1 0 0 0,1 0 0 0 0,0 1 0 0 0,-1-1-1 0 0,0 0 1 0 0,0 0 0 0 0,0 1 0 0 0,0-1 0 0 0,0 0 0 0 0,0 0 0 0 0,-1 1 0 0 0,1-1-1 0 0,-1 0 1 0 0,0 1 0 0 0,1-1 0 0 0,-1 1 0 0 0,-1-1 0 0 0,1 1 0 0 0,0-1 0 0 0,-2-2-1 0 0,1 5-87 0 0,1-1 0 0 0,0 0 0 0 0,-1 1 0 0 0,1-1 0 0 0,-1 1 0 0 0,1 0 0 0 0,-1-1 0 0 0,1 1 0 0 0,-1 0 0 0 0,1 0 0 0 0,-1 0 0 0 0,1 0 0 0 0,-1 0 0 0 0,1 0 0 0 0,-1 1 0 0 0,1-1 0 0 0,0 0 0 0 0,-1 1 0 0 0,1-1 0 0 0,-1 1 0 0 0,1-1 0 0 0,0 1 0 0 0,-1 0 0 0 0,1 0 0 0 0,0-1 0 0 0,0 1 0 0 0,-3 2 0 0 0,-30 29-2 0 0,24-18 61 0 0,1 1 1 0 0,0 1 0 0 0,1-1 0 0 0,1 1 0 0 0,1 0-1 0 0,0 1 1 0 0,1 0 0 0 0,0 0 0 0 0,2 0-1 0 0,-3 34 1 0 0,5-49-24 0 0,1 0-1 0 0,0 0 1 0 0,0 0 0 0 0,0-1-1 0 0,0 1 1 0 0,0 0 0 0 0,0 0-1 0 0,1 0 1 0 0,-1 0 0 0 0,1-1-1 0 0,-1 1 1 0 0,1 0 0 0 0,0 0-1 0 0,1 2 1 0 0,-2-4-6 0 0,1 1 0 0 0,-1-1 1 0 0,1 0-1 0 0,-1 0 0 0 0,1 1 0 0 0,-1-1 0 0 0,1 0 0 0 0,-1 0 1 0 0,1 0-1 0 0,-1 1 0 0 0,1-1 0 0 0,-1 0 0 0 0,1 0 0 0 0,-1 0 1 0 0,1 0-1 0 0,-1 0 0 0 0,1 0 0 0 0,0 0 0 0 0,-1 0 0 0 0,1 0 1 0 0,-1 0-1 0 0,1-1 0 0 0,-1 1 0 0 0,1 0 0 0 0,-1 0 0 0 0,1 0 1 0 0,-1-1-1 0 0,1 1 0 0 0,-1 0 0 0 0,1-1 0 0 0,4-2 53 0 0,-1-1-1 0 0,0 1 0 0 0,0-1 0 0 0,0 0 1 0 0,0 0-1 0 0,-1-1 0 0 0,6-7 0 0 0,13-25 1125 0 0,-14 22-685 0 0,0 0 0 0 0,2 0 0 0 0,0 1-1 0 0,0 0 1 0 0,20-19 0 0 0,-26 30-460 0 0,-1 0 0 0 0,1 1 0 0 0,0-1 1 0 0,0 1-1 0 0,-1 0 0 0 0,2 0 0 0 0,-1 0 0 0 0,0 0 0 0 0,0 1 1 0 0,1 0-1 0 0,-1 0 0 0 0,0 0 0 0 0,1 0 0 0 0,-1 1 0 0 0,1-1 1 0 0,-1 1-1 0 0,1 1 0 0 0,-1-1 0 0 0,1 0 0 0 0,-1 1 0 0 0,1 0 1 0 0,-1 0-1 0 0,0 0 0 0 0,1 1 0 0 0,-1 0 0 0 0,6 3 0 0 0,1 1 28 0 0,0 0 0 0 0,0 1 0 0 0,-1 1 0 0 0,0 0 0 0 0,-1 0 0 0 0,0 1 0 0 0,0 0 0 0 0,-1 1 0 0 0,13 18 0 0 0,-5-5-244 0 0,-2 1-1 0 0,-1 1 0 0 0,14 35 1 0 0,-22-47 18 0 0,-1 1 0 0 0,0-1-1 0 0,0 1 1 0 0,-2-1 0 0 0,0 1 0 0 0,0 0 0 0 0,-1 0 0 0 0,-1 0 0 0 0,-2 15 0 0 0,2-24 214 0 0,-1-1 1 0 0,1 1 0 0 0,-1-1-1 0 0,-1 0 1 0 0,1 1 0 0 0,0-1 0 0 0,-1 0-1 0 0,0 0 1 0 0,0 0 0 0 0,0 0-1 0 0,-1 0 1 0 0,1 0 0 0 0,-1-1 0 0 0,0 1-1 0 0,0-1 1 0 0,0 0 0 0 0,-1 0-1 0 0,1 0 1 0 0,-1 0 0 0 0,1-1-1 0 0,-1 1 1 0 0,0-1 0 0 0,0 0 0 0 0,0 0-1 0 0,0 0 1 0 0,-1-1 0 0 0,1 1-1 0 0,0-1 1 0 0,-1 0 0 0 0,1 0 0 0 0,-8 0-1 0 0,0 0-253 0 0,0-1-1 0 0,0 0 0 0 0,0-1 0 0 0,0 0 1 0 0,-20-5-1 0 0,23 3-769 0 0,0 0 1 0 0,0 0-1 0 0,1 0 1 0 0,-14-8-1 0 0,7 2-4871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3:20.13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5065 0 0,'11'4'11862'0'0,"-10"-3"-11452"0"0,7 14 64 0 0,-1 1-1 0 0,-1 0 1 0 0,0 1 0 0 0,4 22 0 0 0,12 78 2450 0 0,-14-69-2493 0 0,-6-31-1552 0 0,2 1 0 0 0,0-1 0 0 0,1 1 0 0 0,1-1 0 0 0,0-1 0 0 0,10 18 0 0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3:20.46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13 12443 0 0,'1'-12'3639'0'0,"1"19"-2377"0"0,1 26-1141 0 0,-3-15-63 0 0,-2 12 64 0 0,1 1 0 0 0,2-1 1 0 0,6 38-1 0 0,-7-61-61 0 0,2 0 0 0 0,-1 0 0 0 0,1 0 0 0 0,0 0 0 0 0,1 0 0 0 0,-1-1 0 0 0,1 1-1 0 0,1-1 1 0 0,-1 0 0 0 0,1 0 0 0 0,0 0 0 0 0,0 0 0 0 0,1-1 0 0 0,0 0 0 0 0,0 0 0 0 0,0 0 0 0 0,0 0 0 0 0,1-1 0 0 0,11 7 0 0 0,-15-10-27 0 0,1 0-1 0 0,0 1 1 0 0,-1-1 0 0 0,1 0 0 0 0,0-1 0 0 0,0 1 0 0 0,0 0-1 0 0,0-1 1 0 0,0 0 0 0 0,0 1 0 0 0,-1-1 0 0 0,1 0-1 0 0,0-1 1 0 0,0 1 0 0 0,0 0 0 0 0,0-1 0 0 0,0 0 0 0 0,0 1-1 0 0,5-4 1 0 0,-4 2-21 0 0,0-1 0 0 0,0 1-1 0 0,0-1 1 0 0,-1 0-1 0 0,1 0 1 0 0,-1-1 0 0 0,0 1-1 0 0,0-1 1 0 0,0 0 0 0 0,0 0-1 0 0,3-6 1 0 0,-1 0-28 0 0,0 0 1 0 0,-1 0 0 0 0,0-1-1 0 0,-1 1 1 0 0,0-1-1 0 0,0 0 1 0 0,-1 0 0 0 0,-1 0-1 0 0,0-22 1 0 0,-2 18-267 0 0,-1 0-1 0 0,-5-22 1 0 0,0 16-498 0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3:21.06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85 47 8290 0 0,'16'-46'6217'0'0,"-27"72"-1995"0"0,-7 17-3751 0 0,2 0-1 0 0,1 2 0 0 0,3-1 1 0 0,2 1-1 0 0,-7 71 0 0 0,16-98-402 0 0,0 0 0 0 0,1-1 1 0 0,1 1-1 0 0,1 0 0 0 0,1 0 0 0 0,0 0 0 0 0,1-1 0 0 0,1 0 0 0 0,1 0 0 0 0,0 0 0 0 0,1 0 0 0 0,1-1 0 0 0,0 0 1 0 0,2-1-1 0 0,-1 0 0 0 0,2 0 0 0 0,15 16 0 0 0,-12-17 70 0 0,0 1 0 0 0,1-2 1 0 0,1 0-1 0 0,1 0 0 0 0,-1-2 0 0 0,2 0 0 0 0,29 13 1 0 0,-40-21-236 0 0,1 0 0 0 0,1 0 1 0 0,-1-1-1 0 0,0-1 1 0 0,1 1-1 0 0,-1-1 0 0 0,0-1 1 0 0,18 0-1 0 0,-19-1-388 0 0,-1 0-1 0 0,1-1 0 0 0,0 1 1 0 0,0-2-1 0 0,-1 1 0 0 0,1-1 1 0 0,-1 1-1 0 0,0-2 0 0 0,0 1 1 0 0,0-1-1 0 0,0 0 0 0 0,6-6 1 0 0,8-7-6693 0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3:22.57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119 82 1376 0 0,'2'1'343'0'0,"-1"0"1"0"0,1 0-1 0 0,-1 0 0 0 0,1-1 0 0 0,0 1 0 0 0,-1-1 0 0 0,1 1 0 0 0,0-1 0 0 0,-1 0 0 0 0,1 1 0 0 0,0-1 1 0 0,-1 0-1 0 0,1 0 0 0 0,0 0 0 0 0,-1-1 0 0 0,1 1 0 0 0,0 0 0 0 0,13-3 5596 0 0,4-1-6202 0 0,-10 3 557 0 0,-10 1-279 0 0,-23 7-388 0 0,-44 14 1252 0 0,49-12-695 0 0,13-6-130 0 0,1 0 0 0 0,-1 0 0 0 0,0-1-1 0 0,0 1 1 0 0,0-2 0 0 0,0 1 0 0 0,-1 0 0 0 0,1-1 0 0 0,0 0-1 0 0,-9 0 1 0 0,14-1-57 0 0,1 0 0 0 0,0 0 0 0 0,0 0-1 0 0,0 0 1 0 0,0 0 0 0 0,0-1 0 0 0,-1 1-1 0 0,1 0 1 0 0,0 0 0 0 0,0 0 0 0 0,0 0 0 0 0,0 0-1 0 0,0 0 1 0 0,-1 0 0 0 0,1 0 0 0 0,0 0 0 0 0,0 0-1 0 0,0 0 1 0 0,0 0 0 0 0,0-1 0 0 0,0 1 0 0 0,0 0-1 0 0,-1 0 1 0 0,1 0 0 0 0,0 0 0 0 0,0 0-1 0 0,0 0 1 0 0,0-1 0 0 0,0 1 0 0 0,0 0 0 0 0,0 0-1 0 0,0 0 1 0 0,0 0 0 0 0,0-1 0 0 0,0 1 0 0 0,0 0-1 0 0,0 0 1 0 0,0 0 0 0 0,0 0 0 0 0,0 0 0 0 0,0-1-1 0 0,0 1 1 0 0,0 0 0 0 0,0 0 0 0 0,0 0 0 0 0,0 0-1 0 0,0 0 1 0 0,0-1 0 0 0,0 1 0 0 0,0 0-1 0 0,1 0 1 0 0,-1 0 0 0 0,10-9-364 0 0,13-5-93 0 0,25-6 1494 0 0,1 3 1 0 0,101-21-1 0 0,-62 18 745 0 0,-70 14-1174 0 0,-17 6-694 0 0,-1 0 0 0 0,1 0 1 0 0,-1 0-1 0 0,0-1 0 0 0,1 1 0 0 0,-1 0 0 0 0,1 0 1 0 0,-1 0-1 0 0,1 0 0 0 0,-1 0 0 0 0,1-1 0 0 0,-1 1 1 0 0,0 0-1 0 0,1 0 0 0 0,-1-1 0 0 0,0 1 0 0 0,1 0 1 0 0,-1-1-1 0 0,0 1 0 0 0,1 0 0 0 0,-1-1 0 0 0,0 1 0 0 0,1 0 1 0 0,-1-1-1 0 0,0 1 0 0 0,0-1 0 0 0,0 1 0 0 0,1-1 1 0 0,-1 1-1 0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3:28.8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39 2761 0 0,'19'-39'18900'0'0,"-20"52"-18784"0"0,0 0 0 0 0,1-1 1 0 0,1 1-1 0 0,0 0 1 0 0,0 0-1 0 0,1-1 0 0 0,7 22 1 0 0,-3-7-75 0 0,41 245 313 0 0,-36-242-3336 0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5T19:13:29.4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 27 5985 0 0,'-1'-1'328'0'0,"0"0"0"0"0,1 0 0 0 0,-1 0 0 0 0,0-1 0 0 0,1 1 0 0 0,-1 0-1 0 0,1 0 1 0 0,-1-1 0 0 0,1 1 0 0 0,0 0 0 0 0,-1-1 0 0 0,1 1 0 0 0,0-2 0 0 0,2-4 2059 0 0,9 13 1283 0 0,0 3-2895 0 0,1 0 1 0 0,0-1-1 0 0,0 0 1 0 0,1-1-1 0 0,23 10 1 0 0,25 15-201 0 0,-42-19-533 0 0,-1 1 0 0 0,-1 0 1 0 0,0 1-1 0 0,-1 1 0 0 0,0 0 1 0 0,-2 1-1 0 0,0 1 1 0 0,-1 0-1 0 0,0 1 0 0 0,-2 0 1 0 0,0 1-1 0 0,7 21 0 0 0,-12-27-7 0 0,-1-1-1 0 0,-1 1 1 0 0,0-1-1 0 0,-1 1 1 0 0,-1 0-1 0 0,0 1 1 0 0,-1-1-1 0 0,0 0 1 0 0,-1 0-1 0 0,-1 1 1 0 0,0-1-1 0 0,-1 0 1 0 0,0 0-1 0 0,-1 0 1 0 0,-1 0-1 0 0,0-1 0 0 0,-1 1 1 0 0,-1-1-1 0 0,-12 22 1 0 0,14-27-89 0 0,-1-2-1 0 0,-1 1 1 0 0,1 0-1 0 0,-1-1 1 0 0,-11 10 0 0 0,-19 9-3704 0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5:48.6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131 83 1376 0 0,'6'-45'1909'0'0,"-5"42"-1582"0"0,-1 1 1 0 0,1-1-1 0 0,0 0 0 0 0,0 0 0 0 0,1 1 0 0 0,-1-1 0 0 0,0 0 1 0 0,1 1-1 0 0,0-1 0 0 0,-1 1 0 0 0,1 0 0 0 0,0 0 1 0 0,3-3-1 0 0,-5 6-158 0 0,1-1 1 0 0,-1 0-1 0 0,1 1 1 0 0,-1-1 0 0 0,0 1-1 0 0,1-1 1 0 0,-1 0-1 0 0,0 1 1 0 0,1-1 0 0 0,-1 1-1 0 0,0-1 1 0 0,1 1-1 0 0,-1 0 1 0 0,0-1-1 0 0,0 1 1 0 0,0-1 0 0 0,1 1-1 0 0,-1-1 1 0 0,0 1-1 0 0,0 0 1 0 0,0-1 0 0 0,0 1-1 0 0,0-1 1 0 0,0 1-1 0 0,0 0 1 0 0,0-1-1 0 0,0 1 1 0 0,-1-1 0 0 0,1 1-1 0 0,0 0 1 0 0,-1 19 406 0 0,4 141 1135 0 0,1-40-1664 0 0,-41 358 198 0 0,5-132 144 0 0,0 387 1764 0 0,31-665-2021 0 0,-3 1 1 0 0,-3 0 0 0 0,-4-1-1 0 0,-22 81 1 0 0,31-143-84 0 0,-1 1 82 0 0,1 1 1 0 0,0-1-1 0 0,0 1 0 0 0,0 10 0 0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5:49.2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59 266 6913 0 0,'-6'4'253'0'0,"0"1"-1"0"0,0-1 1 0 0,0 1-1 0 0,1 1 0 0 0,-9 10 1 0 0,-2 0 929 0 0,36-37 1868 0 0,25-38-1595 0 0,-26 29-1031 0 0,2 0 0 0 0,0 1 0 0 0,28-28 0 0 0,-40 49-305 0 0,0-1 0 0 0,1 1 0 0 0,0 0 0 0 0,0 1-1 0 0,1 1 1 0 0,0-1 0 0 0,0 2 0 0 0,1-1 0 0 0,0 2-1 0 0,-1-1 1 0 0,2 2 0 0 0,17-4 0 0 0,-9 2-18 0 0,-15 3-32 0 0,1 1 0 0 0,-1-1 0 0 0,1 1 0 0 0,0 0 0 0 0,0 1-1 0 0,0-1 1 0 0,-1 1 0 0 0,9 1 0 0 0,-11 24 543 0 0,-3-13-433 0 0,6 14-580 0 0,1-1 0 0 0,1 1 0 0 0,1-1 0 0 0,1-1-1 0 0,1 0 1 0 0,2 0 0 0 0,0-2 0 0 0,31 38 0 0 0,-25-36-5135 0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5:50.2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2304 0 0,'4'11'6554'0'0,"22"12"-3850"0"0,39 46 0 0 0,54 88-1069 0 0,-110-144-1517 0 0,-5-7-24 0 0,0 0 0 0 0,0 0 0 0 0,1-1 0 0 0,0 0 1 0 0,0 0-1 0 0,0-1 0 0 0,1 1 0 0 0,0-1 0 0 0,0 0 0 0 0,0 0 0 0 0,0-1 0 0 0,8 3 0 0 0,-11-5-18 0 0,1 0 1 0 0,0 0-1 0 0,0 0 0 0 0,-1-1 1 0 0,1 0-1 0 0,0 1 1 0 0,0-2-1 0 0,0 1 1 0 0,0 0-1 0 0,-1-1 0 0 0,1 1 1 0 0,0-1-1 0 0,0 0 1 0 0,-1-1-1 0 0,1 1 1 0 0,-1-1-1 0 0,1 1 0 0 0,-1-1 1 0 0,1 0-1 0 0,-1 0 1 0 0,0 0-1 0 0,0-1 1 0 0,4-4-1 0 0,9-10 35 0 0,0-1 1 0 0,-2-1-1 0 0,0 0 0 0 0,-1-1 0 0 0,17-35 1 0 0,-17 30-525 0 0,2-2 54 0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6:26.8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91 256 920 0 0,'-14'-24'230'0'0,"2"-1"-1"0"0,0-1 1 0 0,2 0-1 0 0,-8-29 1 0 0,-1-1 2474 0 0,18 53-2275 0 0,0 0 0 0 0,0 1 0 0 0,0-1 0 0 0,1 0 0 0 0,-1 0 0 0 0,1 0 0 0 0,0 1 1 0 0,0-1-1 0 0,0 0 0 0 0,0 0 0 0 0,1-3 0 0 0,-1 6-305 0 0,0-1 1 0 0,0 1-1 0 0,0 0 0 0 0,0-1 1 0 0,1 1-1 0 0,-1 0 1 0 0,0-1-1 0 0,0 1 0 0 0,0 0 1 0 0,1-2 372 0 0,0 2-373 0 0,-1 0 1 0 0,0 0-1 0 0,1 0 1 0 0,-1-1-1 0 0,0 1 0 0 0,1 0 1 0 0,-1 0-1 0 0,0 0 0 0 0,1 0 1 0 0,-1-1-1 0 0,0 1 1 0 0,1 0-1 0 0,-1 0 0 0 0,1 0 1 0 0,0 0-1 0 0,18 10 1349 0 0,25 27 704 0 0,46 49 1 0 0,-40-30-1590 0 0,69 101 0 0 0,-109-142-705 0 0,-7-10-111 0 0,0 0 1 0 0,0 0 0 0 0,1 0 0 0 0,-1 0-1 0 0,1-1 1 0 0,0 1 0 0 0,1-1-1 0 0,-1 0 1 0 0,1 0 0 0 0,5 3 0 0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6:27.4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18 175 5529 0 0,'-1'0'95'0'0,"1"1"1"0"0,-1-1-1 0 0,1 0 0 0 0,-1 1 1 0 0,0-1-1 0 0,1 0 0 0 0,-1 0 1 0 0,1 1-1 0 0,-1-1 0 0 0,1 0 1 0 0,-1 0-1 0 0,0 0 0 0 0,1 0 0 0 0,-1 0 1 0 0,0 0-1 0 0,1 0 0 0 0,-1 0 1 0 0,1 0-1 0 0,-1 0 0 0 0,0 0 1 0 0,1 0-1 0 0,-1 0 0 0 0,1 0 0 0 0,-1-1 1 0 0,0 1-1 0 0,1 0 0 0 0,-1 0 1 0 0,0-1-1 0 0,8-15 1899 0 0,-2 8-1565 0 0,5-8 162 0 0,1 1 1 0 0,0 0 0 0 0,0 0 0 0 0,16-14-1 0 0,-20 23-489 0 0,0-1-1 0 0,0 1 0 0 0,0 1 0 0 0,0-1 0 0 0,1 1 0 0 0,0 1 1 0 0,0-1-1 0 0,1 1 0 0 0,-1 1 0 0 0,12-4 0 0 0,-10 5-41 0 0,1 1 1 0 0,-1 1-1 0 0,1 0 0 0 0,-1 0 1 0 0,1 1-1 0 0,-1 0 0 0 0,0 1 1 0 0,1 0-1 0 0,-1 1 0 0 0,0 0 1 0 0,0 0-1 0 0,-1 1 0 0 0,1 1 0 0 0,-1 0 1 0 0,0 0-1 0 0,9 6 0 0 0,-2 1 21 0 0,0-1 0 0 0,-1 2 0 0 0,-1 0 0 0 0,0 1 0 0 0,0 0 0 0 0,-2 1 0 0 0,19 28 0 0 0,-24-30 0 0 0,-1 0 0 0 0,0 1 0 0 0,-1 0 1 0 0,0 0-1 0 0,-2 0 0 0 0,1 0 1 0 0,-2 0-1 0 0,2 26 0 0 0,-2 2 473 0 0,-7 74 0 0 0,3-92-476 0 0,-1 0 1 0 0,0 0 0 0 0,-2 0-1 0 0,-1-1 1 0 0,0 0 0 0 0,-12 26-1 0 0,13-43-440 0 0,5-26-4693 0 0,1 17 4848 0 0,0-8-1376 0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6:27.9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75 167 2304 0 0,'-1'-12'59'0'0,"1"1"0"0"0,1-1-1 0 0,2-14 1 0 0,-1 19-16 0 0,-1 0 0 0 0,0 0 1 0 0,-1-1-1 0 0,1 1 0 0 0,-1 0 0 0 0,-1 0 0 0 0,1-1 0 0 0,-1 1 0 0 0,-1 0 0 0 0,1 0 1 0 0,-4-7-1 0 0,5 13 98 0 0,0 0 1 0 0,-1 0 0 0 0,1 1 0 0 0,-1-1 0 0 0,1 0-1 0 0,-1 1 1 0 0,1-1 0 0 0,-1 0 0 0 0,1 1-1 0 0,-1-1 1 0 0,0 1 0 0 0,1-1 0 0 0,-1 1-1 0 0,0-1 1 0 0,1 1 0 0 0,-1-1 0 0 0,0 1 0 0 0,0 0-1 0 0,1 0 1 0 0,-1-1 0 0 0,0 1 0 0 0,0 0-1 0 0,0 0 1 0 0,0 0 0 0 0,1 0 0 0 0,-1 0-1 0 0,0 0 1 0 0,0 0 0 0 0,0 0 0 0 0,0 0 0 0 0,1 0-1 0 0,-1 0 1 0 0,0 0 0 0 0,0 1 0 0 0,0-1-1 0 0,1 0 1 0 0,-1 1 0 0 0,0-1 0 0 0,0 1-1 0 0,1-1 1 0 0,-1 1 0 0 0,0-1 0 0 0,1 1 0 0 0,-1-1-1 0 0,0 1 1 0 0,1-1 0 0 0,-1 1 0 0 0,1 0-1 0 0,-1-1 1 0 0,0 2 0 0 0,-2 2 141 0 0,0-1 1 0 0,0 1-1 0 0,0 0 1 0 0,0 0-1 0 0,1 0 1 0 0,0 0-1 0 0,-3 8 1 0 0,0 9 68 0 0,1 0 0 0 0,2 1 0 0 0,0 0 0 0 0,1 0 0 0 0,1-1 0 0 0,1 1 0 0 0,1 0 0 0 0,1 0 0 0 0,1-1 0 0 0,1 0 1 0 0,1 0-1 0 0,15 36 0 0 0,-18-51-261 0 0,0 0-1 0 0,1 0 1 0 0,-1-1 0 0 0,2 1 0 0 0,-1-1 0 0 0,0 0 0 0 0,1 0 0 0 0,0-1 0 0 0,0 1 0 0 0,0-1-1 0 0,1 0 1 0 0,0-1 0 0 0,-1 1 0 0 0,1-1 0 0 0,0 0 0 0 0,1-1 0 0 0,-1 1 0 0 0,0-1-1 0 0,1-1 1 0 0,-1 1 0 0 0,1-1 0 0 0,0 0 0 0 0,-1 0 0 0 0,1-1 0 0 0,0 0 0 0 0,-1 0 0 0 0,1-1-1 0 0,0 1 1 0 0,-1-2 0 0 0,1 1 0 0 0,0-1 0 0 0,-1 0 0 0 0,0 0 0 0 0,1 0 0 0 0,-1-1 0 0 0,0 0-1 0 0,0-1 1 0 0,-1 1 0 0 0,11-9 0 0 0,-6 3-47 0 0,0-1 0 0 0,-1 0 0 0 0,0-1 1 0 0,0 0-1 0 0,-1 0 0 0 0,-1-1 0 0 0,0 0 0 0 0,0 0 0 0 0,-1-1 0 0 0,-1 0 0 0 0,5-16 1 0 0,-7 24-394 0 0,-1 1-3 0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6:33.4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1691 6449 0 0,'0'4'332'0'0,"0"0"-1"0"0,0 0 1 0 0,0 0-1 0 0,0 0 1 0 0,1 0-1 0 0,-1 0 0 0 0,3 6 1 0 0,-3-9-258 0 0,0 0 1 0 0,0 0-1 0 0,0 0 0 0 0,0 0 1 0 0,0 0-1 0 0,1 0 1 0 0,-1 0-1 0 0,0-1 0 0 0,1 1 1 0 0,-1 0-1 0 0,1 0 1 0 0,-1 0-1 0 0,1 0 0 0 0,-1 0 1 0 0,1-1-1 0 0,0 1 1 0 0,-1 0-1 0 0,1 0 0 0 0,0-1 1 0 0,-1 1-1 0 0,1-1 1 0 0,0 1-1 0 0,0 0 0 0 0,0-1 1 0 0,0 1-1 0 0,0-1 1 0 0,-1 0-1 0 0,1 1 0 0 0,0-1 1 0 0,0 0-1 0 0,0 0 1 0 0,0 1-1 0 0,1-1 0 0 0,0-1-26 0 0,-1 0 0 0 0,0 0-1 0 0,0 0 1 0 0,0 0-1 0 0,0 0 1 0 0,0 0 0 0 0,0 0-1 0 0,-1 0 1 0 0,1 0-1 0 0,0 0 1 0 0,0 0 0 0 0,-1 0-1 0 0,1-1 1 0 0,-1 1-1 0 0,1 0 1 0 0,-1-1 0 0 0,0 1-1 0 0,1-2 1 0 0,6-31 206 0 0,-5 24-160 0 0,41-200 1020 0 0,74-303 452 0 0,-74 362-968 0 0,6 3-1 0 0,130-269 1 0 0,-147 347-630 0 0,-25 53 16 0 0,0-1-1 0 0,1 2 1 0 0,1-1-1 0 0,0 1 0 0 0,1 0 1 0 0,1 1-1 0 0,21-24 1 0 0,-30 37 0 0 0,0 0 0 0 0,0 0 0 0 0,1 0 0 0 0,-1 0 0 0 0,0 1 0 0 0,1-1 0 0 0,-1 1 0 0 0,1 0 0 0 0,0 0 1 0 0,-1 0-1 0 0,1 0 0 0 0,0 0 0 0 0,-1 0 0 0 0,1 1 0 0 0,0-1 0 0 0,0 1 0 0 0,0 0 0 0 0,0 0 0 0 0,-1 0 0 0 0,1 0 0 0 0,0 0 1 0 0,0 1-1 0 0,0-1 0 0 0,0 1 0 0 0,-1 0 0 0 0,1 0 0 0 0,0 0 0 0 0,-1 0 0 0 0,1 0 0 0 0,-1 0 0 0 0,1 1 0 0 0,-1-1 1 0 0,1 1-1 0 0,-1 0 0 0 0,0 0 0 0 0,0 0 0 0 0,0 0 0 0 0,0 0 0 0 0,0 0 0 0 0,1 3 0 0 0,4 5-31 0 0,0 0 0 0 0,0 0-1 0 0,-1 1 1 0 0,0 0 0 0 0,-1 0 0 0 0,-1 1 0 0 0,0-1-1 0 0,3 14 1 0 0,42 273-359 0 0,-11-51 332 0 0,-27-192 59 0 0,3-1-1 0 0,31 78 0 0 0,65 118 212 0 0,-108-244-196 0 0,1 0-1 0 0,1 0 1 0 0,-1 0-1 0 0,1-1 1 0 0,0 1-1 0 0,0-1 0 0 0,0 0 1 0 0,1 0-1 0 0,0-1 1 0 0,0 1-1 0 0,0-1 1 0 0,1 0-1 0 0,7 4 0 0 0,-10-6 10 0 0,1-1 0 0 0,-1 0 0 0 0,0 0 0 0 0,0 0 0 0 0,1-1 0 0 0,-1 1 0 0 0,0-1 0 0 0,1 0 0 0 0,-1 0 0 0 0,1 0 0 0 0,-1 0 0 0 0,0 0 0 0 0,1-1 0 0 0,-1 0 0 0 0,0 1 0 0 0,1-1 0 0 0,-1-1 0 0 0,0 1 0 0 0,0 0 0 0 0,0-1 0 0 0,0 1 0 0 0,0-1 0 0 0,0 0 0 0 0,-1 0 0 0 0,1 0 0 0 0,0 0-1 0 0,-1-1 1 0 0,3-2 0 0 0,6-10 133 0 0,0 0 0 0 0,0 0 0 0 0,-2-1-1 0 0,0 0 1 0 0,-1-1 0 0 0,0 0 0 0 0,6-23-1 0 0,12-24 34 0 0,-17 45-149 0 0,7-16 73 0 0,21-33-1 0 0,-30 57-109 0 0,0 0 0 0 0,1 1 0 0 0,0 0 0 0 0,1 1 0 0 0,0 0 0 0 0,0 0 0 0 0,12-7-1 0 0,-18 13 7 0 0,0 1-1 0 0,0 0 1 0 0,0 0-1 0 0,1 0 1 0 0,-1 0-1 0 0,1 0 0 0 0,-1 1 1 0 0,1 0-1 0 0,0 0 1 0 0,-1 0-1 0 0,1 0 1 0 0,0 0-1 0 0,5 0 0 0 0,-6 2 2 0 0,0-1-1 0 0,0 1 1 0 0,-1 0-1 0 0,1 0 0 0 0,0 0 1 0 0,-1 0-1 0 0,1 0 0 0 0,-1 1 1 0 0,1-1-1 0 0,-1 1 0 0 0,0 0 1 0 0,0-1-1 0 0,0 1 1 0 0,1 0-1 0 0,-2 0 0 0 0,1 1 1 0 0,0-1-1 0 0,0 0 0 0 0,1 4 1 0 0,20 30-143 0 0,20 42 1 0 0,-26-44 187 0 0,42 61 0 0 0,-24-48 63 0 0,181 217 133 0 0,-197-246-6465 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6:33.8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12 3225 0 0,'-4'-4'136'0'0,"1"2"40"0"0,2-1-176 0 0,0 1 0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6:34.6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72 1427 3225 0 0,'-11'9'110'0'0,"1"1"0"0"0,-16 19-1 0 0,23-25 143 0 0,0-1-1 0 0,1 1 0 0 0,-1 0 1 0 0,1 0-1 0 0,0 0 0 0 0,0 0 1 0 0,0 0-1 0 0,1 1 0 0 0,0-1 1 0 0,-1 1-1 0 0,2-1 0 0 0,-2 7 0 0 0,2-10-239 0 0,0-1-1 0 0,0 0 0 0 0,0 1 0 0 0,0-1 0 0 0,0 0 0 0 0,0 1 0 0 0,0-1 0 0 0,1 0 0 0 0,-1 1 0 0 0,0-1 0 0 0,0 0 0 0 0,0 1 0 0 0,0-1 0 0 0,0 0 0 0 0,1 0 0 0 0,-1 1 0 0 0,0-1 0 0 0,0 0 1 0 0,1 0-1 0 0,-1 1 0 0 0,0-1 0 0 0,0 0 0 0 0,1 0 0 0 0,-1 0 0 0 0,0 1 0 0 0,1-1 0 0 0,-1 0 0 0 0,0 0 0 0 0,1 0 0 0 0,-1 0 0 0 0,0 0 0 0 0,1 0 0 0 0,-1 0 0 0 0,0 0 0 0 0,1 0 0 0 0,-1 0 1 0 0,0 0-1 0 0,1 0 0 0 0,-1 0 0 0 0,0 0 0 0 0,1 0 0 0 0,-1 0 0 0 0,0 0 0 0 0,1 0 0 0 0,-1 0 0 0 0,0 0 0 0 0,0-1 0 0 0,1 1 0 0 0,-1 0 0 0 0,0 0 0 0 0,1 0 0 0 0,-1-1 0 0 0,0 1 0 0 0,0 0 1 0 0,1 0-1 0 0,-1-1 0 0 0,25-16-98 0 0,-15 10 566 0 0,102-35 7787 0 0,-110 39-8250 0 0,0 1 1 0 0,1-1-1 0 0,-1 0 0 0 0,-1 0 1 0 0,1 0-1 0 0,0-1 1 0 0,-1 1-1 0 0,1 0 0 0 0,-1-1 1 0 0,1-5-1 0 0,3-4-7 0 0,13-29-99 0 0,-1-1-1 0 0,-2 0 0 0 0,-2-1 1 0 0,-2 0-1 0 0,9-78 0 0 0,-15 10 112 0 0,-6 1-1 0 0,-17-138 0 0 0,5 103 507 0 0,12 122-382 0 0,1 0-1 0 0,0-1 1 0 0,2 1-1 0 0,1 0 0 0 0,1 0 1 0 0,1 0-1 0 0,0 0 0 0 0,2 1 1 0 0,1 0-1 0 0,1 0 1 0 0,13-22-1 0 0,-22 44-144 0 0,9-17 31 0 0,0 0-1 0 0,2 0 1 0 0,0 1 0 0 0,0 0-1 0 0,16-16 1 0 0,-24 30-24 0 0,0-1 1 0 0,0 1-1 0 0,0 1 1 0 0,1-1 0 0 0,-1 0-1 0 0,1 1 1 0 0,0 0-1 0 0,-1 0 1 0 0,1 0-1 0 0,0 0 1 0 0,0 0-1 0 0,0 1 1 0 0,1 0-1 0 0,-1 0 1 0 0,0 0-1 0 0,0 0 1 0 0,1 1-1 0 0,-1 0 1 0 0,0-1-1 0 0,1 2 1 0 0,-1-1 0 0 0,0 0-1 0 0,0 1 1 0 0,1 0-1 0 0,-1 0 1 0 0,0 0-1 0 0,0 1 1 0 0,0-1-1 0 0,0 1 1 0 0,7 4-1 0 0,-2-1 16 0 0,-2 1-1 0 0,1 0 0 0 0,-1 1 0 0 0,0-1 1 0 0,0 1-1 0 0,0 1 0 0 0,-1-1 0 0 0,-1 1 1 0 0,1 0-1 0 0,-1 0 0 0 0,0 1 1 0 0,5 14-1 0 0,4 13-132 0 0,17 68 0 0 0,-26-85 84 0 0,35 175-21 0 0,5 18-21 0 0,-35-178 61 0 0,1 0 1 0 0,2-1-1 0 0,1 0 0 0 0,19 32 0 0 0,-28-57 1 0 0,0 0 1 0 0,0 0-1 0 0,1-1 1 0 0,0 0-1 0 0,1 0 1 0 0,-1 0-1 0 0,1-1 1 0 0,0 0-1 0 0,12 8 1 0 0,-17-13 1 0 0,1 1 1 0 0,-1-1-1 0 0,1 0 1 0 0,-1 0-1 0 0,1 0 1 0 0,0-1 0 0 0,-1 1-1 0 0,1 0 1 0 0,0-1-1 0 0,-1 0 1 0 0,1 0-1 0 0,0 1 1 0 0,0-2 0 0 0,-1 1-1 0 0,1 0 1 0 0,0 0-1 0 0,-1-1 1 0 0,1 0-1 0 0,0 1 1 0 0,-1-1 0 0 0,1 0-1 0 0,-1 0 1 0 0,1-1-1 0 0,-1 1 1 0 0,1 0-1 0 0,-1-1 1 0 0,0 0 0 0 0,0 1-1 0 0,0-1 1 0 0,0 0-1 0 0,0 0 1 0 0,0 0-1 0 0,0 0 1 0 0,-1 0 0 0 0,3-5-1 0 0,10-16-254 0 0,-1 1 0 0 0,17-41 0 0 0,-20 39 306 0 0,1 1 0 0 0,27-42 1 0 0,-25 46 14 0 0,27-33-48 0 0,-37 48-10 0 0,1 0 0 0 0,-1 1 0 0 0,1 0 0 0 0,0-1 0 0 0,0 2 0 0 0,0-1 0 0 0,0 0 0 0 0,1 1 0 0 0,-1 0 0 0 0,7-3 0 0 0,-9 5-4 0 0,0-1 0 0 0,0 1 0 0 0,0 0 0 0 0,0-1 0 0 0,0 1 0 0 0,-1 0 0 0 0,1 0 0 0 0,0 1 0 0 0,0-1 0 0 0,0 0 0 0 0,0 1-1 0 0,0-1 1 0 0,-1 1 0 0 0,1-1 0 0 0,0 1 0 0 0,0 0 0 0 0,-1 0 0 0 0,4 1 0 0 0,-2 1-18 0 0,1 0 0 0 0,-1 0 0 0 0,0 0 1 0 0,0 0-1 0 0,0 0 0 0 0,-1 1 0 0 0,5 7 0 0 0,0 2-77 0 0,-1 1 0 0 0,0-1 0 0 0,7 25 0 0 0,5 52-52 0 0,-14-61 328 0 0,11 34 1 0 0,-12-53-132 0 0,1 0 1 0 0,0 0 0 0 0,0-1-1 0 0,1 1 1 0 0,1-1 0 0 0,-1 0-1 0 0,8 9 1 0 0,55 80 42 0 0,-54-75-154 0 0,1 0 0 0 0,1-1 0 0 0,1-1-1 0 0,38 37 1 0 0,-44-48-673 0 0,1-3-224 0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6:35.6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1363 4145 0 0,'1'1'127'0'0,"-1"0"0"0"0,0 0 0 0 0,0 0 0 0 0,0 0 0 0 0,0-1 0 0 0,1 1 0 0 0,-1 0 0 0 0,0 0 0 0 0,1 0 0 0 0,-1 0 0 0 0,1 0 0 0 0,-1 0 0 0 0,1-1 0 0 0,-1 1 0 0 0,1 0 0 0 0,0 0 0 0 0,-1-1 0 0 0,1 1 0 0 0,0 0 0 0 0,0-1 0 0 0,-1 1 0 0 0,1-1 0 0 0,0 1 0 0 0,0-1 0 0 0,0 1 0 0 0,0-1 0 0 0,0 0 0 0 0,0 1 0 0 0,0-1 0 0 0,-1 0 0 0 0,1 0 0 0 0,0 0 0 0 0,0 0 0 0 0,0 1 0 0 0,0-1 0 0 0,0-1 0 0 0,0 1 0 0 0,0 0 0 0 0,0 0 0 0 0,0 0 0 0 0,0 0 0 0 0,1-1 0 0 0,2 0 263 0 0,0 1 1 0 0,0-1-1 0 0,0 0 0 0 0,0-1 0 0 0,-1 1 0 0 0,1-1 0 0 0,0 0 0 0 0,6-4 0 0 0,-3-1-38 0 0,-1 0 0 0 0,1 0 0 0 0,-1-1 0 0 0,-1 0 0 0 0,1-1 0 0 0,-1 1 0 0 0,-1-1 0 0 0,0 0 0 0 0,0 0 0 0 0,4-14 0 0 0,2-16-378 0 0,7-45 0 0 0,-16 79 49 0 0,17-119-45 0 0,5-208 0 0 0,-22 252 80 0 0,4 1 0 0 0,4-1 0 0 0,23-98 0 0 0,-25 157-79 0 0,2 0-1 0 0,0 1 1 0 0,1 0 0 0 0,1 0 0 0 0,0 1 0 0 0,2 1 0 0 0,0 0 0 0 0,1 0 0 0 0,1 2 0 0 0,28-25 0 0 0,-40 38 20 0 0,0 0 1 0 0,0 1-1 0 0,0-1 1 0 0,1 1-1 0 0,-1-1 1 0 0,1 1-1 0 0,-1 0 1 0 0,1 0-1 0 0,0 1 1 0 0,0-1-1 0 0,0 1 1 0 0,0 0-1 0 0,0 0 0 0 0,0 0 1 0 0,0 1-1 0 0,0-1 1 0 0,0 1-1 0 0,0 0 1 0 0,1 0-1 0 0,-1 1 1 0 0,0-1-1 0 0,0 1 1 0 0,0 0-1 0 0,0 0 1 0 0,0 0-1 0 0,0 0 1 0 0,0 1-1 0 0,0 0 1 0 0,-1 0-1 0 0,1 0 1 0 0,-1 0-1 0 0,7 5 1 0 0,1 2-28 0 0,-1 1 0 0 0,0 0 0 0 0,0 1 0 0 0,-1 0 0 0 0,0 0 0 0 0,-1 1 0 0 0,0 1 0 0 0,7 14 1 0 0,11 33-50 0 0,-2 1 0 0 0,-3 1 1 0 0,24 126-1 0 0,-21-85 264 0 0,-10-51-21 0 0,3-1 1 0 0,45 95 0 0 0,-61-144-165 0 0,0 0 1 0 0,0 0 0 0 0,0 0 0 0 0,0 0 0 0 0,1 0 0 0 0,-1 0 0 0 0,1 0-1 0 0,-1 0 1 0 0,1 0 0 0 0,0-1 0 0 0,-1 1 0 0 0,1-1 0 0 0,0 1 0 0 0,0-1-1 0 0,0 0 1 0 0,0 0 0 0 0,0 0 0 0 0,0 0 0 0 0,1 0 0 0 0,-1 0-1 0 0,5 0 1 0 0,-5-1 0 0 0,0 0 1 0 0,0 0-1 0 0,0-1 0 0 0,0 1 0 0 0,1-1 0 0 0,-1 0 0 0 0,0 0 1 0 0,0 1-1 0 0,0-1 0 0 0,0 0 0 0 0,-1-1 0 0 0,1 1 0 0 0,0 0 0 0 0,0 0 1 0 0,-1-1-1 0 0,1 1 0 0 0,-1-1 0 0 0,1 0 0 0 0,-1 1 0 0 0,1-1 0 0 0,-1 0 1 0 0,0 0-1 0 0,0 0 0 0 0,1-2 0 0 0,15-30 281 0 0,-2-1 0 0 0,-2-1 0 0 0,10-37 0 0 0,-11 33-601 0 0,1 1 0 0 0,24-48 0 0 0,-35 82 131 0 0,0 1-1 0 0,1 0 1 0 0,0-1-1 0 0,0 1 1 0 0,0 0-1 0 0,0 0 1 0 0,0 1-1 0 0,8-7 1 0 0,-10 9 163 0 0,1 1 0 0 0,-1-1 0 0 0,0 0 0 0 0,1 1 0 0 0,-1-1 0 0 0,1 1 0 0 0,-1-1 0 0 0,1 1 0 0 0,-1 0 0 0 0,1 0 0 0 0,-1 0 0 0 0,1 0 0 0 0,-1 0 0 0 0,1 0 0 0 0,-1 0 0 0 0,1 0-1 0 0,-1 0 1 0 0,1 1 0 0 0,-1-1 0 0 0,1 1 0 0 0,-1-1 0 0 0,1 1 0 0 0,-1 0 0 0 0,0-1 0 0 0,1 1 0 0 0,-1 0 0 0 0,0 0 0 0 0,0 0 0 0 0,0 0 0 0 0,0 0 0 0 0,2 2 0 0 0,13 15-161 0 0,0 0-1 0 0,-2 1 0 0 0,-1 0 1 0 0,0 1-1 0 0,15 33 0 0 0,24 35 209 0 0,-8-24 49 0 0,185 279 3819 0 0,-225-336-3911 0 0,-1-1 0 0 0,1 1 0 0 0,1-1 0 0 0,-1-1 0 0 0,1 1 1 0 0,0 0-1 0 0,1-1 0 0 0,-1 0 0 0 0,1-1 0 0 0,0 1 0 0 0,0-1 0 0 0,12 6 0 0 0,-1-5-6249 0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6:36.7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8 211 2304 0 0,'-7'5'1671'0'0,"14"-5"347"0"0,20-6 604 0 0,-24 5-2758 0 0,29-3 794 0 0,1 1 0 0 0,-1 1 1 0 0,0 1-1 0 0,51 7 0 0 0,54-2-305 0 0,60-28 501 0 0,-133 13-629 0 0,109-3 0 0 0,438 14-404 0 0,-145-34 277 0 0,-394 26 7 0 0,727-51 39 0 0,-673 55-132 0 0,193-12 80 0 0,-301 14-95 0 0,363-30 75 0 0,-278 28 345 0 0,174 16 0 0 0,52 3-6 0 0,-27-2-386 0 0,-162-3-36 0 0,-60-6 16 0 0,132 26 1 0 0,-179-24 49 0 0,-1-2-1 0 0,1 0 1 0 0,-1-3 0 0 0,1 0-1 0 0,0-2 1 0 0,-1-2 0 0 0,49-9-1 0 0,72-16 520 0 0,90-15-1040 0 0,-213 39-5123 0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6:37.5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 0 6913 0 0,'-1'5'57'0'0,"0"0"0"0"0,1 0 0 0 0,0 0 0 0 0,0 0 0 0 0,0 0 0 0 0,1 9 0 0 0,0-8 250 0 0,-2 21 515 0 0,0 0 0 0 0,-2-1-1 0 0,-13 52 1 0 0,-3 30 923 0 0,10 30-847 0 0,10 161-1 0 0,31 139-741 0 0,3 167-219 0 0,-35-529-14 0 0,-19 703 2307 0 0,13-704-2113 0 0,-7 116 535 0 0,13-152-511 0 0,1 1 0 0 0,12 70 0 0 0,-11-101-211 0 0,-2-4-84 0 0,1 0 0 0 0,0 0 0 0 0,0 0 1 0 0,0-1-1 0 0,1 1 0 0 0,0 0 1 0 0,0-1-1 0 0,3 5 0 0 0,-2-6-714 0 0,1-5-11 0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6:38.1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177 1 5985 0 0,'-2'7'6161'0'0,"7"27"-3976"0"0,-2-9-1522 0 0,11 183 340 0 0,-16 263-1 0 0,-51 208 1019 0 0,47-612-1997 0 0,-100 955-176 0 0,104-1005 91 0 0,2-7-306 0 0,-1 0 0 0 0,-1 0 0 0 0,1 0 0 0 0,-2 0 0 0 0,1-1 0 0 0,-1 1 0 0 0,-1-1 1 0 0,-7 17-1 0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6:38.5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1920 0 6913 0 0,'0'0'733'0'0,"3"5"-569"0"0,-3-5-129 0 0,0 0-1 0 0,1 0 1 0 0,-1 0-1 0 0,0 0 1 0 0,0 0 0 0 0,0 1-1 0 0,1-1 1 0 0,-1 0-1 0 0,0 0 1 0 0,0 0 0 0 0,0 0-1 0 0,0 1 1 0 0,1-1 0 0 0,-1 0-1 0 0,0 0 1 0 0,0 0-1 0 0,0 1 1 0 0,0-1 0 0 0,0 0-1 0 0,0 0 1 0 0,0 1-1 0 0,0-1 1 0 0,0 0 0 0 0,0 0-1 0 0,0 1 1 0 0,0-1-1 0 0,0 0 1 0 0,0 0 0 0 0,0 0-1 0 0,0 1 1 0 0,0-1 0 0 0,0 0-1 0 0,0 0 1 0 0,0 1-1 0 0,0-1 1 0 0,0 0 0 0 0,0 0-1 0 0,0 1 1 0 0,0-1-1 0 0,0 0 1 0 0,-1 0 0 0 0,1 0-1 0 0,0 1 1 0 0,0-1-1 0 0,0 0 1 0 0,-1 0 0 0 0,-3 8 219 0 0,-1 0 0 0 0,0 0 1 0 0,-1-1-1 0 0,1 0 0 0 0,-1 0 1 0 0,-1 0-1 0 0,1-1 0 0 0,-1 0 1 0 0,-1 0-1 0 0,1-1 0 0 0,-1 0 1 0 0,1 0-1 0 0,-2-1 0 0 0,1 0 1 0 0,0 0-1 0 0,-1-1 0 0 0,1 0 0 0 0,-1 0 1 0 0,-16 1-1 0 0,-156 51 2139 0 0,131-37-2411 0 0,0-2 0 0 0,-90 16 0 0 0,39-24 215 0 0,-102-3 0 0 0,-96 7 631 0 0,146 14-637 0 0,88-13-199 0 0,-106 7 1 0 0,145-19 246 0 0,0-2 1 0 0,-1-1-1 0 0,1-1 1 0 0,-51-12-1 0 0,65 12-197 0 0,1-1 0 0 0,-1 0 0 0 0,1 0-1 0 0,1-1 1 0 0,-1-1 0 0 0,1 0 0 0 0,0 0-1 0 0,0-1 1 0 0,0 0 0 0 0,1-1-1 0 0,0 0 1 0 0,1 0 0 0 0,-11-13 0 0 0,17 17-381 0 0,0 0 1 0 0,-1 0 0 0 0,1 0-1 0 0,0 0 1 0 0,1 0 0 0 0,-1-1-1 0 0,1 1 1 0 0,0-1 0 0 0,-1-4-1 0 0,1-10-5781 0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6:39.3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14 10138 0 0,'12'12'8'0'0,"0"-1"0"0"0,1 0 0 0 0,0 0 0 0 0,1-2 0 0 0,0 1 0 0 0,0-2 0 0 0,1 0 0 0 0,23 9 0 0 0,6-5-64 0 0,4-3 44 0 0,0-3 0 0 0,1-1 0 0 0,52-3-1 0 0,149-16-64 0 0,-178 8 63 0 0,304-31 650 0 0,214-12 1285 0 0,-122 28-1921 0 0,-221 8 0 0 0,186 9 33 0 0,-428 4-40 0 0,466 0 1397 0 0,-433 5-1298 0 0,1 1 0 0 0,-2 2 0 0 0,1 1 0 0 0,-1 2 0 0 0,49 22 0 0 0,-64-24-202 0 0,-1-1-1 0 0,1-1 1 0 0,1-1-1 0 0,-1-1 1 0 0,1-1 0 0 0,0-1-1 0 0,0-1 1 0 0,0-1-1 0 0,27-2 1 0 0,-32-1-4739 0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6:39.9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104 35 5529 0 0,'-1'-2'335'0'0,"-1"-1"1"0"0,1 1-1 0 0,0 0 0 0 0,-1 0 1 0 0,1 0-1 0 0,-1 0 0 0 0,0 0 1 0 0,1 0-1 0 0,-1 0 0 0 0,0 0 0 0 0,0 1 1 0 0,0-1-1 0 0,-1 1 0 0 0,1 0 1 0 0,0-1-1 0 0,0 1 0 0 0,-1 0 1 0 0,-4-1-1 0 0,7 2-250 0 0,-1 0 1 0 0,1 0 0 0 0,-1 0-1 0 0,1 0 1 0 0,-1 0-1 0 0,1 0 1 0 0,-1 0 0 0 0,1 0-1 0 0,-1 0 1 0 0,1 0-1 0 0,-1 0 1 0 0,1 0 0 0 0,-1 1-1 0 0,1-1 1 0 0,-1 0-1 0 0,1 0 1 0 0,0 1 0 0 0,-1-1-1 0 0,1 0 1 0 0,-1 1-1 0 0,1-1 1 0 0,0 0-1 0 0,-1 1 1 0 0,1-1 0 0 0,0 0-1 0 0,-1 1 1 0 0,1-1-1 0 0,0 1 1 0 0,-1-1 0 0 0,1 1-1 0 0,0-1 1 0 0,0 1-1 0 0,0-1 1 0 0,0 1 0 0 0,-1-1-1 0 0,1 1 1 0 0,0-1-1 0 0,0 1 1 0 0,0-1 0 0 0,0 1-1 0 0,0-1 1 0 0,0 1-1 0 0,0-1 1 0 0,1 1 0 0 0,-2 31 1083 0 0,1-27-778 0 0,13 596 901 0 0,-46 872-1023 0 0,9-1192-2843 0 0,18-237-3363 0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6:40.6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 0 5065 0 0,'-18'41'2823'0'0,"13"-34"-2273"0"0,2 1 0 0 0,-1 0 0 0 0,1 0 0 0 0,-2 9 0 0 0,-3 23 919 0 0,1 1-1 0 0,-1 83 0 0 0,14 86-1021 0 0,-1-90-78 0 0,50 728-169 0 0,-52-813-200 0 0,-1 665 1721 0 0,-10-486-1441 0 0,6-170-1480 0 0,1-26-4802 0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6:41.6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 1 5985 0 0,'-4'0'1212'0'0,"-14"4"4940"0"0,24 4-4419 0 0,212 208 2572 0 0,-179-183-4213 0 0,2-2 0 0 0,57 34-1 0 0,7 4-426 0 0,-51-32-1442 0 0,-17-14-3386 0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6:41.9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51 260 4145 0 0,'-8'-14'634'0'0,"1"0"0"0"0,0 0-1 0 0,1-1 1 0 0,1 0 0 0 0,0 0 0 0 0,1 0 0 0 0,-4-29 0 0 0,7 39-284 0 0,1-1 0 0 0,0 1 0 0 0,0-1 0 0 0,1 1 0 0 0,-1-1 0 0 0,1 1 0 0 0,0-1 0 0 0,1 1 0 0 0,-1 0 0 0 0,1 0 0 0 0,3-7 0 0 0,-3 9-173 0 0,0 0 0 0 0,0 0-1 0 0,1 0 1 0 0,-1 0-1 0 0,1 0 1 0 0,-1 1-1 0 0,1-1 1 0 0,0 1-1 0 0,0 0 1 0 0,0 0-1 0 0,0 0 1 0 0,0 0-1 0 0,1 1 1 0 0,-1-1-1 0 0,1 1 1 0 0,-1 0-1 0 0,1 0 1 0 0,5-1-1 0 0,-3 1-134 0 0,1 1 1 0 0,-1 0-1 0 0,0 0 0 0 0,0 0 0 0 0,1 1 1 0 0,-1 0-1 0 0,0 0 0 0 0,0 0 0 0 0,0 1 1 0 0,0 0-1 0 0,0 1 0 0 0,0-1 0 0 0,-1 1 1 0 0,1 0-1 0 0,-1 0 0 0 0,10 8 0 0 0,-1 0-168 0 0,-1 1-1 0 0,0 0 0 0 0,-1 0 0 0 0,20 27 0 0 0,-18-19 4 0 0,-1 2-1 0 0,-1-1 1 0 0,0 2-1 0 0,-2-1 1 0 0,13 43-1 0 0,21 123-633 0 0,-29-115 160 0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6:42.3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75 2 5985 0 0,'-1'-1'148'0'0,"-1"1"0"0"0,0 0 1 0 0,1 0-1 0 0,-1-1 0 0 0,0 1 0 0 0,0 0 0 0 0,1 0 0 0 0,-1 1 0 0 0,0-1 0 0 0,0 0 0 0 0,1 0 0 0 0,-1 1 0 0 0,0-1 0 0 0,1 1 1 0 0,-1 0-1 0 0,0-1 0 0 0,1 1 0 0 0,-1 0 0 0 0,1 0 0 0 0,-1 0 0 0 0,-1 2 0 0 0,1-1 97 0 0,-1 1 0 0 0,0 0 1 0 0,1 1-1 0 0,0-1 0 0 0,0 0 0 0 0,0 1 0 0 0,0-1 0 0 0,0 1 0 0 0,-1 4 1 0 0,0 3 160 0 0,0 1 1 0 0,0-1 0 0 0,1 1 0 0 0,1 0-1 0 0,-1 19 1 0 0,4-1-25 0 0,0 0 0 0 0,2 0 0 0 0,13 46 0 0 0,-13-60-333 0 0,1 0-1 0 0,1-1 1 0 0,0 0 0 0 0,1 1 0 0 0,1-2 0 0 0,0 1-1 0 0,1-1 1 0 0,12 13 0 0 0,-19-24-48 0 0,0 0-1 0 0,0 0 1 0 0,1-1 0 0 0,-1 0-1 0 0,1 1 1 0 0,0-1-1 0 0,0 0 1 0 0,0 0 0 0 0,0 0-1 0 0,0-1 1 0 0,0 1 0 0 0,0-1-1 0 0,1 0 1 0 0,-1 0-1 0 0,0 0 1 0 0,1 0 0 0 0,-1 0-1 0 0,1-1 1 0 0,-1 1 0 0 0,1-1-1 0 0,-1 0 1 0 0,1 0-1 0 0,-1 0 1 0 0,1-1 0 0 0,-1 1-1 0 0,1-1 1 0 0,-1 0 0 0 0,0 0-1 0 0,1 0 1 0 0,-1-1-1 0 0,0 1 1 0 0,0-1 0 0 0,0 1-1 0 0,0-1 1 0 0,6-4 0 0 0,1-3 76 0 0,0 0 0 0 0,0 0 0 0 0,-1-1 0 0 0,0 0 1 0 0,-1-1-1 0 0,0 0 0 0 0,-1 0 0 0 0,7-14 1 0 0,42-81-1107 0 0,-46 88-4656 0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6:42.7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27 628 5065 0 0,'-10'25'-187'0'0,"-6"11"5510"0"0,16-36-5263 0 0,5-23 1025 0 0,97-487 3388 0 0,-75 400-5073 0 0,-12 64-3197 0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6:43.0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184 0 2304 0 0,'-4'2'384'0'0,"1"-1"-1"0"0,-1 1 0 0 0,1 0 1 0 0,0 0-1 0 0,0 1 0 0 0,0-1 1 0 0,0 1-1 0 0,0-1 0 0 0,0 1 1 0 0,-3 4-1 0 0,-2 2 216 0 0,-13 12 146 0 0,1 1-1 0 0,0 1 0 0 0,2 1 0 0 0,1 1 1 0 0,-16 31-1 0 0,25-43 103 0 0,18-29-645 0 0,48-77 1243 0 0,-48 78-1254 0 0,0 1 0 0 0,1 1 0 0 0,0 0 0 0 0,26-21 0 0 0,-36 33-184 0 0,1 0 1 0 0,-1 0-1 0 0,1 0 0 0 0,-1 0 1 0 0,1 0-1 0 0,0 0 0 0 0,-1 0 0 0 0,1 1 1 0 0,0-1-1 0 0,-1 1 0 0 0,1-1 0 0 0,0 1 1 0 0,0 0-1 0 0,0-1 0 0 0,0 1 0 0 0,-1 0 1 0 0,1 0-1 0 0,0 1 0 0 0,0-1 1 0 0,0 0-1 0 0,0 1 0 0 0,-1-1 0 0 0,1 1 1 0 0,0-1-1 0 0,0 1 0 0 0,-1 0 0 0 0,1 0 1 0 0,-1-1-1 0 0,1 1 0 0 0,-1 1 1 0 0,1-1-1 0 0,-1 0 0 0 0,1 0 0 0 0,1 3 1 0 0,5 4 73 0 0,-1 1 1 0 0,-1 1 0 0 0,1-1-1 0 0,7 18 1 0 0,-2-6 2 0 0,20 29-1170 0 0,41 52 1 0 0,-55-81-3900 0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6:43.5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0 6913 0 0,'-3'9'1039'0'0,"1"-1"0"0"0,0 0 0 0 0,1 1-1 0 0,-1-1 1 0 0,2 1 0 0 0,-1 16 0 0 0,5 70-565 0 0,-3-78-83 0 0,43 524 586 0 0,-43-524-1010 0 0,2 38-130 0 0,3 0 1 0 0,13 59-1 0 0,-16-105-2864 0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6:43.8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0 2761 0 0,'-2'9'245'0'0,"0"1"0"0"0,0-1 0 0 0,1 0 0 0 0,0 0 0 0 0,1 1 0 0 0,0-1 0 0 0,0 0 1 0 0,4 18-1 0 0,-2-14-83 0 0,0 7 189 0 0,0 0 0 0 0,2 0-1 0 0,11 34 1 0 0,-13-49-170 0 0,0 0-1 0 0,0 1 1 0 0,1-1-1 0 0,0 0 0 0 0,0-1 1 0 0,0 1-1 0 0,1 0 1 0 0,4 4-1 0 0,-6-7-12 0 0,0-1-1 0 0,0 1 0 0 0,0 0 0 0 0,0-1 0 0 0,1 0 0 0 0,-1 1 0 0 0,0-1 0 0 0,1 0 1 0 0,-1 0-1 0 0,1 0 0 0 0,0 0 0 0 0,-1-1 0 0 0,1 1 0 0 0,-1-1 0 0 0,1 0 0 0 0,0 1 1 0 0,0-1-1 0 0,2-1 0 0 0,-1 1-139 0 0,0-1 1 0 0,0 0-1 0 0,0 0 0 0 0,0-1 1 0 0,0 1-1 0 0,0-1 1 0 0,-1 0-1 0 0,1 0 1 0 0,0 0-1 0 0,-1 0 0 0 0,0-1 1 0 0,4-3-1 0 0,12-12-4143 0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6:44.6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1 6913 0 0,'-7'0'8589'0'0,"17"18"-7343"0"0,117 128 373 0 0,7 10-4324 0 0,-123-140 662 0 0,-2-2-3078 0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6:45.0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75 5529 0 0,'-1'-1'292'0'0,"0"-1"-1"0"0,1 1 1 0 0,-1 0-1 0 0,0-1 1 0 0,0 1 0 0 0,1 0-1 0 0,-1-1 1 0 0,0 1-1 0 0,1-1 1 0 0,0 1-1 0 0,-1-1 1 0 0,1 0 0 0 0,0 1-1 0 0,0-1 1 0 0,0-2-1 0 0,-1-28 2977 0 0,1 30-2983 0 0,0 1-157 0 0,0 0 1 0 0,0 1-1 0 0,1-1 0 0 0,-1 0 1 0 0,1 0-1 0 0,-1 1 0 0 0,0-1 1 0 0,1 0-1 0 0,-1 1 0 0 0,1-1 0 0 0,0 0 1 0 0,-1 1-1 0 0,1-1 0 0 0,0 1 1 0 0,-1-1-1 0 0,1 1 0 0 0,0-1 1 0 0,-1 1-1 0 0,1 0 0 0 0,0-1 1 0 0,0 1-1 0 0,-1 0 0 0 0,1-1 1 0 0,0 1-1 0 0,0 0 0 0 0,0 0 1 0 0,0 0-1 0 0,-1 0 0 0 0,1 0 1 0 0,0 0-1 0 0,0 0 0 0 0,0 0 1 0 0,0 0-1 0 0,-1 0 0 0 0,1 0 1 0 0,0 1-1 0 0,0-1 0 0 0,1 1 1 0 0,46 9-25 0 0,-33-6 244 0 0,306 70-524 0 0,-312-72-1151 0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6:45.4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1 153 5985 0 0,'1'-4'536'0'0,"0"1"-432"0"0,1 0-104 0 0,-1-1 0 0 0,2 0 417 0 0,-2 1 63 0 0,1 0 16 0 0,4-6 0 0 0,4-7-496 0 0,1-6 0 0 0,2-1-96 0 0,0 0 16 0 0,0 4 80 0 0,-3 3 0 0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6:45.7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66 461 3225 0 0,'-2'0'221'0'0,"-1"0"1"0"0,0 1 0 0 0,1 0-1 0 0,-1-1 1 0 0,0 1-1 0 0,1 0 1 0 0,-1 0 0 0 0,1 1-1 0 0,0-1 1 0 0,-1 0 0 0 0,1 1-1 0 0,0-1 1 0 0,0 1-1 0 0,0 0 1 0 0,0 0 0 0 0,0 0-1 0 0,0 0 1 0 0,0 0 0 0 0,1 0-1 0 0,-1 0 1 0 0,1 1-1 0 0,0-1 1 0 0,-1 0 0 0 0,1 1-1 0 0,0-1 1 0 0,-1 6 0 0 0,0-1 155 0 0,-1 2 0 0 0,1-1 0 0 0,1 0 1 0 0,-1 0-1 0 0,2 0 0 0 0,-1 1 0 0 0,1 11 1 0 0,2-10-32 0 0,0-1 1 0 0,0 0-1 0 0,0 0 1 0 0,1 0-1 0 0,1 0 1 0 0,0 0-1 0 0,0-1 0 0 0,0 1 1 0 0,1-1-1 0 0,0 0 1 0 0,1-1-1 0 0,0 1 1 0 0,0-1-1 0 0,0 0 1 0 0,1-1-1 0 0,0 1 1 0 0,11 6-1 0 0,-10-7-222 0 0,0-1-1 0 0,1 0 0 0 0,-1-1 1 0 0,1 0-1 0 0,0 0 0 0 0,0-1 1 0 0,0 0-1 0 0,0 0 0 0 0,15 1 1 0 0,-17-3-696 0 0,1-1 1 0 0,-1 0 0 0 0,1 0 0 0 0,-1 0 0 0 0,1-1 0 0 0,-1-1-1 0 0,13-2 1 0 0,-2-2-5922 0 0</inkml:trace>
  <inkml:trace contextRef="#ctx0" brushRef="#br0" timeOffset="1">394 192 5529 0 0,'-15'40'1882'0'0,"13"-33"-1188"0"0,-1 1 0 0 0,1-1 0 0 0,-1 1 0 0 0,-1-1 0 0 0,-7 12-1 0 0,10-51 3786 0 0,17-93-1622 0 0,-12 106-3914 0 0,1 0 0 0 0,0 1 1 0 0,1 0-1 0 0,14-27 1 0 0,-15 33-4041 0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6:46.1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150 1 3225 0 0,'-12'10'1088'0'0,"0"1"0"0"0,1 1 0 0 0,0 0 0 0 0,1 0 0 0 0,0 1 1 0 0,-15 27-1 0 0,-3 3 2394 0 0,-3 0 661 0 0,37-49-3875 0 0,0-2 1 0 0,-1 1 0 0 0,0 0 0 0 0,7-16 0 0 0,-9 16-186 0 0,1 0 1 0 0,-1 0-1 0 0,2 0 0 0 0,-1 1 1 0 0,0 0-1 0 0,1 0 0 0 0,0 0 1 0 0,1 0-1 0 0,7-6 0 0 0,-11 11-76 0 0,0-1-1 0 0,0 1 1 0 0,0 0-1 0 0,0-1 1 0 0,0 1-1 0 0,0 0 1 0 0,0 0-1 0 0,1 0 1 0 0,-1 1-1 0 0,0-1 0 0 0,1 0 1 0 0,-1 1-1 0 0,0 0 1 0 0,1-1-1 0 0,-1 1 1 0 0,0 0-1 0 0,1 0 1 0 0,-1 0-1 0 0,1 1 1 0 0,-1-1-1 0 0,0 1 0 0 0,1-1 1 0 0,-1 1-1 0 0,0 0 1 0 0,0-1-1 0 0,1 1 1 0 0,-1 1-1 0 0,0-1 1 0 0,3 2-1 0 0,0 2-67 0 0,1 1 1 0 0,-1-1-1 0 0,0 1 1 0 0,-1 0-1 0 0,0 0 0 0 0,1 1 1 0 0,-2-1-1 0 0,4 9 0 0 0,36 79-2459 0 0,-36-78 1608 0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6:47.0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16 152 3225 0 0,'3'-24'237'0'0,"6"-103"6941"0"0,-14 133-5347 0 0,-3 10 177 0 0,3 1-1614 0 0,2 0 0 0 0,0-1 0 0 0,1 1 0 0 0,1 1 0 0 0,1-1 0 0 0,3 32 0 0 0,1-14 366 0 0,2-1-1 0 0,14 47 1 0 0,-13-61-2012 0 0,0 0-1 0 0,2-1 1 0 0,0 0-1 0 0,20 30 1 0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6:47.3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6449 0 0,'27'36'3808'0'0,"-23"-29"-3175"0"0,0 0 0 0 0,0-1 0 0 0,1 0 0 0 0,9 10 0 0 0,-11-14-493 0 0,-1 0 1 0 0,1 0 0 0 0,0 0 0 0 0,0-1 0 0 0,-1 1 0 0 0,1-1 0 0 0,0 0-1 0 0,0 1 1 0 0,1-1 0 0 0,-1-1 0 0 0,0 1 0 0 0,0 0 0 0 0,0-1 0 0 0,1 1-1 0 0,4-1 1 0 0,-1-1-134 0 0,1 1 1 0 0,-1-1-1 0 0,1-1 0 0 0,-1 1 0 0 0,0-1 0 0 0,0 0 0 0 0,9-5 0 0 0,46-25-5660 0 0,-60 30 5245 0 0,24-13-3086 0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6:48.3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4145 0 0,'16'1'850'0'0,"-1"1"-1"0"0,30 7 1 0 0,1 0 66 0 0,41-2 562 0 0,0-3 1 0 0,121-11-1 0 0,-41 1-152 0 0,306 15-491 0 0,36 47-889 0 0,230-8-61 0 0,-326-32 49 0 0,-224-5 117 0 0,242 17 207 0 0,312 1 727 0 0,-7-55-543 0 0,-144 7 526 0 0,0 38 677 0 0,-234 6-1228 0 0,384-23-1 0 0,-341-16 144 0 0,-270 15-374 0 0,139 21 1 0 0,429 23 70 0 0,-648-44-1667 0 0,-3 2-5368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7:35.4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 68 4145 0 0,'-27'-67'2941'0'0,"31"73"-191"0"0,18 35-1172 0 0,177 490 4260 0 0,-138-359-5373 0 0,-12-11-4091 0 0,-44-138-1599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7:35.7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 4609 0 0,'3'-2'78'0'0,"0"1"0"0"0,0 0-1 0 0,-1 1 1 0 0,1-1 0 0 0,0 0 0 0 0,0 1 0 0 0,0 0-1 0 0,0 0 1 0 0,0-1 0 0 0,0 2 0 0 0,1-1 0 0 0,-1 0-1 0 0,0 1 1 0 0,-1-1 0 0 0,1 1 0 0 0,0 0 0 0 0,0 0-1 0 0,0 0 1 0 0,0 0 0 0 0,-1 1 0 0 0,1-1 0 0 0,3 3-1 0 0,4 2 289 0 0,0 0-1 0 0,-1 1 1 0 0,0 0-1 0 0,13 14 1 0 0,-16-14-190 0 0,0 1 0 0 0,-1 0 0 0 0,0 0 1 0 0,-1 0-1 0 0,1 1 0 0 0,-2-1 0 0 0,1 1 0 0 0,-1 0 1 0 0,-1 0-1 0 0,0 0 0 0 0,0 1 0 0 0,0-1 0 0 0,-1 0 1 0 0,-1 14-1 0 0,0 16 133 0 0,-3 0 0 0 0,-7 44 0 0 0,6-54-118 0 0,-14 73 303 0 0,8-48 215 0 0,-4 65 0 0 0,13-117-618 0 0,1 0 1 0 0,0 0-1 0 0,0 0 1 0 0,0 0-1 0 0,0 0 0 0 0,0 0 1 0 0,0 0-1 0 0,0 0 0 0 0,1-1 1 0 0,-1 1-1 0 0,1 0 1 0 0,-1 0-1 0 0,1 0 0 0 0,0 0 1 0 0,0-1-1 0 0,0 1 1 0 0,0 0-1 0 0,0-1 0 0 0,0 1 1 0 0,0 0-1 0 0,1-1 1 0 0,2 3-1 0 0,-2-3-13 0 0,0 0-1 0 0,0-1 1 0 0,0 1-1 0 0,0-1 1 0 0,0 1-1 0 0,0-1 1 0 0,0 0-1 0 0,1 0 1 0 0,-1 0 0 0 0,0 0-1 0 0,0 0 1 0 0,0 0-1 0 0,0-1 1 0 0,0 1-1 0 0,1-1 1 0 0,-1 1-1 0 0,2-2 1 0 0,8-3 88 0 0,0-1 1 0 0,0 0-1 0 0,0 0 0 0 0,-1-1 0 0 0,14-12 1 0 0,54-48-2411 0 0,-64 54-3625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7:36.1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58 472 7370 0 0,'7'-3'429'0'0,"-1"0"0"0"0,0 0 1 0 0,1-1-1 0 0,-2 0 1 0 0,1 0-1 0 0,0 0 1 0 0,-1-1-1 0 0,0 0 0 0 0,7-8 1 0 0,-5 5-52 0 0,-1-1 0 0 0,0-1-1 0 0,0 1 1 0 0,-1-1 0 0 0,0 0 0 0 0,-1 0 0 0 0,0 0 0 0 0,-1-1 0 0 0,0 1-1 0 0,3-22 1 0 0,-3 8-320 0 0,-1 1-1 0 0,-1-1 1 0 0,-1 0-1 0 0,-3-24 0 0 0,1 35-90 0 0,0-1-1 0 0,0 1 0 0 0,-2 0 0 0 0,0 0 0 0 0,0 0 0 0 0,-9-17 1 0 0,12 27 34 0 0,0 1 1 0 0,0-1 0 0 0,-1 1 0 0 0,1-1 0 0 0,-1 1 0 0 0,0-1 0 0 0,1 1 0 0 0,-1 0 0 0 0,0 0 0 0 0,-1 0-1 0 0,1 0 1 0 0,0 0 0 0 0,0 1 0 0 0,-1-1 0 0 0,1 1 0 0 0,-1-1 0 0 0,1 1 0 0 0,-1 0 0 0 0,0 0 0 0 0,0 0-1 0 0,1 0 1 0 0,-1 1 0 0 0,0-1 0 0 0,0 1 0 0 0,0-1 0 0 0,0 1 0 0 0,0 0 0 0 0,1 0 0 0 0,-1 1-1 0 0,0-1 1 0 0,0 0 0 0 0,0 1 0 0 0,0 0 0 0 0,1 0 0 0 0,-1 0 0 0 0,-4 2 0 0 0,3-1 22 0 0,0 1 1 0 0,0-1 0 0 0,0 1 0 0 0,1 0 0 0 0,-1 1-1 0 0,1-1 1 0 0,0 0 0 0 0,0 1 0 0 0,0 0-1 0 0,0 0 1 0 0,1 0 0 0 0,-1 0 0 0 0,1 0-1 0 0,0 1 1 0 0,0-1 0 0 0,1 0 0 0 0,-1 1-1 0 0,1 0 1 0 0,0-1 0 0 0,0 1 0 0 0,0 0-1 0 0,1 8 1 0 0,-1-2-44 0 0,1 1 1 0 0,0 0-1 0 0,1 0 0 0 0,0 0 1 0 0,1 0-1 0 0,0 0 0 0 0,9 22 1 0 0,-7-24-82 0 0,0-1 1 0 0,1 0-1 0 0,0 0 1 0 0,1-1-1 0 0,0 1 1 0 0,0-1-1 0 0,1-1 1 0 0,0 1-1 0 0,0-1 1 0 0,1 0-1 0 0,11 8 1 0 0,-12-11-232 0 0,0 1 1 0 0,0-1-1 0 0,0 0 1 0 0,1-1-1 0 0,0 0 1 0 0,0 0-1 0 0,-1-1 0 0 0,2 1 1 0 0,-1-2-1 0 0,0 1 1 0 0,0-1-1 0 0,0-1 1 0 0,1 1-1 0 0,10-2 1 0 0,30-7-2279 0 0,-24-1 1290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7:36.4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137 633 2072 0 0,'3'-10'230'0'0,"0"0"-1"0"0,-1-1 0 0 0,0 1 0 0 0,-1-1 0 0 0,-1 1 0 0 0,1-1 0 0 0,-2 0 0 0 0,1 1 0 0 0,-2-1 0 0 0,1 0 0 0 0,-1 1 0 0 0,-6-19 0 0 0,8 29-185 0 0,-1 0-1 0 0,1-1 1 0 0,0 1-1 0 0,0 0 1 0 0,0-1-1 0 0,0 1 1 0 0,0 0-1 0 0,-1-1 0 0 0,1 1 1 0 0,0 0-1 0 0,0-1 1 0 0,-1 1-1 0 0,1 0 1 0 0,0-1-1 0 0,0 1 1 0 0,-1 0-1 0 0,1 0 0 0 0,0 0 1 0 0,-1-1-1 0 0,1 1 1 0 0,0 0-1 0 0,-1 0 1 0 0,1 0-1 0 0,0 0 1 0 0,-1-1-1 0 0,1 1 0 0 0,0 0 1 0 0,-1 0-1 0 0,1 0 1 0 0,-1 0-1 0 0,1 0 1 0 0,0 0-1 0 0,-1 0 1 0 0,0 0-1 0 0,-10 11 988 0 0,-4 20 145 0 0,5-5-502 0 0,2 0 1 0 0,-6 36-1 0 0,11-50-350 0 0,2 0 0 0 0,0 0-1 0 0,0 1 1 0 0,1-1 0 0 0,0 1-1 0 0,1-1 1 0 0,4 19 0 0 0,-5-29-277 0 0,1 0 0 0 0,-1 1 0 0 0,1-1 0 0 0,-1 0 0 0 0,1 0 0 0 0,0 0 0 0 0,-1 0 0 0 0,1 0 1 0 0,0 0-1 0 0,0 0 0 0 0,1 0 0 0 0,-1-1 0 0 0,0 1 0 0 0,1 0 0 0 0,-1-1 0 0 0,1 1 0 0 0,-1-1 0 0 0,1 1 0 0 0,0-1 0 0 0,-1 0 0 0 0,1 0 0 0 0,0 0 0 0 0,0 0 1 0 0,0 0-1 0 0,0 0 0 0 0,0 0 0 0 0,0 0 0 0 0,0-1 0 0 0,1 1 0 0 0,-1-1 0 0 0,0 0 0 0 0,0 0 0 0 0,0 0 0 0 0,0 0 0 0 0,1 0 0 0 0,-1 0 0 0 0,4-1 1 0 0,-3 0-101 0 0,1-1 0 0 0,0 1 0 0 0,0-1 0 0 0,0 0 1 0 0,-1 0-1 0 0,1 0 0 0 0,-1-1 0 0 0,0 1 0 0 0,1-1 1 0 0,-1 0-1 0 0,0 0 0 0 0,-1 0 0 0 0,1 0 0 0 0,0 0 1 0 0,-1-1-1 0 0,0 1 0 0 0,0-1 0 0 0,3-7 0 0 0,1-6-360 0 0,-2 0-1 0 0,0 0 1 0 0,-1-1-1 0 0,-1 1 1 0 0,0-1-1 0 0,-1 1 1 0 0,-1-1-1 0 0,-1 0 1 0 0,-3-19 0 0 0,-5-19-667 0 0,-25-81 1 0 0,19 84 766 0 0,-26-86-78 0 0,33 116 493 0 0,-1 1 0 0 0,-1 1 1 0 0,-26-41-1 0 0,35 60 72 0 0,-1 0-1 0 0,1 0 0 0 0,-1 0 0 0 0,0 0 1 0 0,0 0-1 0 0,0 0 0 0 0,0 0 0 0 0,0 1 1 0 0,0-1-1 0 0,-1 1 0 0 0,-4-3 1 0 0,7 4-76 0 0,-1 0 1 0 0,1 0-1 0 0,-1-1 1 0 0,1 1-1 0 0,0 0 1 0 0,-1 0-1 0 0,1 0 1 0 0,-1 0 0 0 0,1 0-1 0 0,-1 0 1 0 0,1 0-1 0 0,0 1 1 0 0,-1-1-1 0 0,1 0 1 0 0,-1 0 0 0 0,1 0-1 0 0,-1 0 1 0 0,1 0-1 0 0,0 1 1 0 0,-1-1-1 0 0,1 0 1 0 0,0 0-1 0 0,-1 1 1 0 0,1-1 0 0 0,0 0-1 0 0,-1 0 1 0 0,1 1-1 0 0,0 0 1 0 0,-1 0 93 0 0,0 0 0 0 0,1 1 1 0 0,-1 0-1 0 0,1-1 0 0 0,-1 1 1 0 0,1-1-1 0 0,0 1 0 0 0,-1-1 1 0 0,1 1-1 0 0,0 0 0 0 0,0-1 1 0 0,1 3-1 0 0,1 25 779 0 0,2 1 0 0 0,1-1 0 0 0,15 47 0 0 0,37 85 13 0 0,-49-142-706 0 0,22 50 260 0 0,3-3-1 0 0,61 91 0 0 0,-11-20-1877 0 0,-50-77-5957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7:37.9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 1298 4145 0 0,'-3'5'237'0'0,"-8"28"-8"0"0,11-32-183 0 0,-1-1 1 0 0,1 1 0 0 0,0 0-1 0 0,-1-1 1 0 0,1 1-1 0 0,0 0 1 0 0,0 0 0 0 0,0-1-1 0 0,0 1 1 0 0,0 0 0 0 0,0 0-1 0 0,0-1 1 0 0,0 1-1 0 0,0 0 1 0 0,0-1 0 0 0,0 1-1 0 0,0 0 1 0 0,0 0 0 0 0,1-1-1 0 0,-1 1 1 0 0,0 0 0 0 0,1-1-1 0 0,-1 1 1 0 0,0 0-1 0 0,1-1 1 0 0,-1 1 0 0 0,1-1-1 0 0,-1 1 1 0 0,1 0 0 0 0,-1-1-1 0 0,1 1 1 0 0,-1-1-1 0 0,1 0 1 0 0,-1 1 0 0 0,2 0-1 0 0,-1-1 40 0 0,0 0 0 0 0,-1-1 0 0 0,1 1 0 0 0,0 0-1 0 0,-1 0 1 0 0,1-1 0 0 0,-1 1 0 0 0,1 0 0 0 0,0-1 0 0 0,-1 1-1 0 0,1 0 1 0 0,-1-1 0 0 0,1 1 0 0 0,-1-1 0 0 0,1 1 0 0 0,-1-1-1 0 0,1 0 1 0 0,-1 1 0 0 0,1-1 0 0 0,-1 1 0 0 0,0-1 0 0 0,1 0-1 0 0,-1 1 1 0 0,0-2 0 0 0,9-19 1132 0 0,-7 17-917 0 0,16-50 996 0 0,14-71-1 0 0,-19 70-1056 0 0,1-8-4 0 0,9-123-1 0 0,-14-66-239 0 0,3-39-67 0 0,-10 265 69 0 0,1-1 1 0 0,1 1-1 0 0,1 1 1 0 0,2-1-1 0 0,0 1 1 0 0,2 0-1 0 0,17-36 1 0 0,-23 56 23 0 0,0 0-1 0 0,0 0 1 0 0,1 1 0 0 0,-1-1-1 0 0,1 1 1 0 0,0 0 0 0 0,1 0 0 0 0,-1 0-1 0 0,1 1 1 0 0,5-4 0 0 0,-8 6 0 0 0,-1 0 1 0 0,1 0-1 0 0,0 1 1 0 0,-1-1-1 0 0,1 1 1 0 0,0-1-1 0 0,0 1 1 0 0,0 0-1 0 0,0 0 1 0 0,-1-1-1 0 0,1 1 0 0 0,0 0 1 0 0,0 1-1 0 0,0-1 1 0 0,0 0-1 0 0,-1 1 1 0 0,1-1-1 0 0,0 1 1 0 0,0-1-1 0 0,-1 1 1 0 0,1 0-1 0 0,0 0 1 0 0,-1-1-1 0 0,1 1 1 0 0,0 0-1 0 0,-1 1 1 0 0,0-1-1 0 0,1 0 1 0 0,-1 0-1 0 0,0 1 0 0 0,1-1 1 0 0,-1 1-1 0 0,0-1 1 0 0,1 3-1 0 0,8 11 45 0 0,-1 1-1 0 0,0 0 1 0 0,-2 1-1 0 0,0-1 0 0 0,0 2 1 0 0,3 17-1 0 0,21 113-85 0 0,-23-99 36 0 0,26 284 807 0 0,-15-95 641 0 0,-19-236-1462 0 0,3 21 103 0 0,1 1 1 0 0,9 30 0 0 0,-12-49-94 0 0,0 0 0 0 0,1 0 0 0 0,0-1 0 0 0,0 1 0 0 0,0-1 0 0 0,0 1-1 0 0,1-1 1 0 0,-1 0 0 0 0,1 0 0 0 0,0 0 0 0 0,1 0 0 0 0,-1-1 0 0 0,1 1-1 0 0,0-1 1 0 0,-1 0 0 0 0,1 0 0 0 0,1 0 0 0 0,4 2 0 0 0,-6-4 3 0 0,0 0 0 0 0,-1-1 0 0 0,1 0 0 0 0,0 1 0 0 0,0-1 0 0 0,0 0 0 0 0,0-1 1 0 0,0 1-1 0 0,0 0 0 0 0,-1-1 0 0 0,1 0 0 0 0,0 1 0 0 0,0-1 0 0 0,-1 0 0 0 0,1 0 0 0 0,0-1 1 0 0,-1 1-1 0 0,1-1 0 0 0,-1 1 0 0 0,0-1 0 0 0,1 0 0 0 0,-1 0 0 0 0,0 0 0 0 0,0 0 0 0 0,0 0 1 0 0,0 0-1 0 0,-1 0 0 0 0,4-5 0 0 0,3-6 108 0 0,0 0 0 0 0,0 0 1 0 0,11-28-1 0 0,-11 17-244 0 0,-1 0 1 0 0,7-47-1 0 0,-9 43-35 0 0,14-44 1 0 0,-18 66 153 0 0,1 1 1 0 0,0-1 0 0 0,1 1-1 0 0,0 0 1 0 0,-1 0 0 0 0,2 0-1 0 0,5-7 1 0 0,-8 11 0 0 0,-1 0 1 0 0,1 1-1 0 0,0-1 0 0 0,0 0 1 0 0,0 1-1 0 0,0-1 0 0 0,0 0 1 0 0,0 1-1 0 0,0-1 0 0 0,1 1 1 0 0,-1 0-1 0 0,0-1 0 0 0,0 1 1 0 0,0 0-1 0 0,0 0 1 0 0,1-1-1 0 0,-1 1 0 0 0,0 0 1 0 0,0 0-1 0 0,0 0 0 0 0,1 1 1 0 0,-1-1-1 0 0,0 0 0 0 0,0 0 1 0 0,0 1-1 0 0,0-1 0 0 0,0 1 1 0 0,1-1-1 0 0,-1 1 1 0 0,0-1-1 0 0,0 1 0 0 0,0-1 1 0 0,0 1-1 0 0,0 0 0 0 0,-1 0 1 0 0,1 0-1 0 0,0-1 0 0 0,0 1 1 0 0,0 0-1 0 0,-1 0 0 0 0,2 2 1 0 0,77 93 853 0 0,-47-54-679 0 0,42 41 0 0 0,47 54 533 0 0,-97-108-676 0 0,-22-25-46 0 0,1 0 0 0 0,0-1 0 0 0,0 1 0 0 0,1-1 0 0 0,-1 0 0 0 0,1 1 0 0 0,-1-1 0 0 0,1-1 0 0 0,0 1 1 0 0,0-1-1 0 0,0 1 0 0 0,0-1 0 0 0,1 0 0 0 0,-1-1 0 0 0,1 1 0 0 0,-1-1 0 0 0,1 0 0 0 0,-1 0 0 0 0,1 0 0 0 0,6 0 0 0 0,6-3-497 0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7:38.5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1 103 6913 0 0,'3'-3'31'0'0,"-1"0"0"0"0,2 1 0 0 0,-1 0 0 0 0,0 0 0 0 0,0 0 0 0 0,1 0-1 0 0,-1 0 1 0 0,1 1 0 0 0,5-2 0 0 0,-3 0 183 0 0,22-10 595 0 0,2 0 1 0 0,0 2-1 0 0,0 1 0 0 0,1 2 0 0 0,0 1 1 0 0,0 1-1 0 0,1 2 0 0 0,59-1 0 0 0,-2 12-154 0 0,1 5 1 0 0,150 38-1 0 0,21 4-419 0 0,-197-45-618 0 0,-1-2 0 0 0,1-4-1 0 0,0-2 1 0 0,109-13 0 0 0,-150 8-5034 0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7:39.0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145 1 1840 0 0,'-2'4'76'0'0,"0"1"-1"0"0,0-1 0 0 0,0 1 0 0 0,1 0 0 0 0,0 0 0 0 0,0 0 0 0 0,0 0 0 0 0,1 0 0 0 0,-1 0 1 0 0,1 0-1 0 0,1 10 0 0 0,-1-6 104 0 0,0 20 429 0 0,-16 576 6431 0 0,-38-101-4276 0 0,2 12 1146 0 0,50-439-3571 0 0,7 80 0 0 0,-1-94-145 0 0,-2 1-1 0 0,-9 84 0 0 0,-6-90-1616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7:39.4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18 138 8754 0 0,'-1'1'82'0'0,"-1"0"1"0"0,1 0-1 0 0,0 0 1 0 0,0 0 0 0 0,0 0-1 0 0,-1 0 1 0 0,1 0-1 0 0,0 0 1 0 0,0 0-1 0 0,1 0 1 0 0,-1 0-1 0 0,0 1 1 0 0,0-1-1 0 0,0 0 1 0 0,1 1-1 0 0,-2 2 1 0 0,3-3-19 0 0,-1 0 0 0 0,0 0-1 0 0,1 0 1 0 0,-1 0 0 0 0,1 0 0 0 0,-1 0-1 0 0,1 0 1 0 0,-1 0 0 0 0,1-1 0 0 0,0 1-1 0 0,-1 0 1 0 0,1 0 0 0 0,0 0 0 0 0,0-1-1 0 0,-1 1 1 0 0,1 0 0 0 0,0-1 0 0 0,0 1-1 0 0,0-1 1 0 0,0 1 0 0 0,0-1 0 0 0,0 1 0 0 0,0-1-1 0 0,0 0 1 0 0,0 0 0 0 0,1 1 0 0 0,6 1 265 0 0,0 0 1 0 0,0 0 0 0 0,0 0 0 0 0,0-1 0 0 0,0-1-1 0 0,1 1 1 0 0,-1-1 0 0 0,0-1 0 0 0,0 0-1 0 0,13-2 1 0 0,10-4 618 0 0,40-14 0 0 0,-56 16-681 0 0,70-21 910 0 0,166-30 0 0 0,-186 47-1103 0 0,302-34 25 0 0,-276 38-156 0 0,131-6-2674 0 0,-196 10-3595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7:39.8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157 24 6449 0 0,'-6'-7'274'0'0,"-14"-10"1471"0"0,19 17-1663 0 0,0 0 0 0 0,1 0 0 0 0,-1 0 0 0 0,0 0 0 0 0,1 0 0 0 0,-1 0 0 0 0,0 1 0 0 0,0-1 0 0 0,1 0 0 0 0,-1 0 0 0 0,0 0 0 0 0,1 1 0 0 0,-1-1-1 0 0,0 0 1 0 0,1 1 0 0 0,-1-1 0 0 0,0 0 0 0 0,1 1 0 0 0,-1-1 0 0 0,1 1 0 0 0,-1-1 0 0 0,1 1 0 0 0,-1 0 0 0 0,1-1 0 0 0,-1 1 0 0 0,1-1 0 0 0,-1 1-1 0 0,1 0 1 0 0,0-1 0 0 0,0 1 0 0 0,-1 0 0 0 0,1-1 0 0 0,0 1 0 0 0,0 0 0 0 0,0 0 0 0 0,-1 0 0 0 0,-6 24 574 0 0,1-1 1 0 0,1 1 0 0 0,2 0 0 0 0,0 0-1 0 0,1 30 1 0 0,-2 8-184 0 0,-5 32-33 0 0,-63 951 3274 0 0,77-716-2428 0 0,8-189-7185 0 0,-10-123-745 0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7:41.5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10138 0 0,'-1'4'237'0'0,"1"1"1"0"0,0-1-1 0 0,1 1 0 0 0,-1 0 0 0 0,1-1 0 0 0,1 6 1 0 0,12 42 1222 0 0,2-1 1 0 0,2 0 0 0 0,41 79 0 0 0,-27-62-870 0 0,67 136 369 0 0,-19-76-4226 0 0,-65-109-2563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7:41.9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0 171 3681 0 0,'1'-6'247'0'0,"-1"1"0"0"0,1 0 0 0 0,0-1 0 0 0,0 1 0 0 0,1 0 1 0 0,0-1-1 0 0,0 1 0 0 0,0 0 0 0 0,0 0 0 0 0,1 0 0 0 0,5-7 0 0 0,-5 7-156 0 0,32-50 1430 0 0,-31 51-1316 0 0,-1 0 0 0 0,0 0-1 0 0,1 0 1 0 0,-1 1 0 0 0,1 0 0 0 0,0-1-1 0 0,1 1 1 0 0,-1 1 0 0 0,0-1 0 0 0,9-3-1 0 0,-11 6-186 0 0,-1 0 0 0 0,0-1 0 0 0,1 1 0 0 0,-1 0 0 0 0,0 0 0 0 0,1 1 0 0 0,-1-1 0 0 0,1 0 0 0 0,-1 0 0 0 0,0 1-1 0 0,1-1 1 0 0,-1 0 0 0 0,0 1 0 0 0,1 0 0 0 0,-1-1 0 0 0,0 1 0 0 0,0 0 0 0 0,0-1 0 0 0,0 1 0 0 0,1 0 0 0 0,-1 0 0 0 0,0 0 0 0 0,0 0 0 0 0,-1 0-1 0 0,1 0 1 0 0,0 0 0 0 0,0 1 0 0 0,0-1 0 0 0,-1 0 0 0 0,1 2 0 0 0,3 3 64 0 0,-1 0-1 0 0,0 1 1 0 0,0 0 0 0 0,2 9-1 0 0,-1 1 43 0 0,-1-1-1 0 0,-1 1 0 0 0,0 0 1 0 0,-1 0-1 0 0,-1 1 1 0 0,-4 29-1 0 0,-26 101 701 0 0,0-2 2067 0 0,29-145-2793 0 0,1 0 0 0 0,0 1 0 0 0,0-1 0 0 0,-1 1 0 0 0,1-1 0 0 0,0 1 0 0 0,0-1 0 0 0,1 1 0 0 0,-1-1 0 0 0,0 1 0 0 0,0-1 0 0 0,1 1 0 0 0,-1-1 0 0 0,1 1 0 0 0,-1-1 0 0 0,1 0 0 0 0,-1 1 0 0 0,1-1 0 0 0,0 0 0 0 0,0 1 1 0 0,0-1-1 0 0,0 0 0 0 0,1 1 0 0 0,-1-1-47 0 0,1-1 1 0 0,-1 1 0 0 0,1-1 0 0 0,-1 0-1 0 0,1 0 1 0 0,-1 1 0 0 0,1-1 0 0 0,0 0 0 0 0,-1-1-1 0 0,1 1 1 0 0,-1 0 0 0 0,1 0 0 0 0,-1-1-1 0 0,1 1 1 0 0,-1 0 0 0 0,0-1 0 0 0,1 0-1 0 0,-1 1 1 0 0,1-1 0 0 0,-1 0 0 0 0,0 0-1 0 0,3-1 1 0 0,46-32 260 0 0,-26 17-1844 0 0,46-24 0 0 0,-43 28-4630 0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7:42.3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78 442 6913 0 0,'7'-3'621'0'0,"1"-1"-1"0"0,-1 1 1 0 0,0-2-1 0 0,0 1 0 0 0,0-1 1 0 0,-1 0-1 0 0,1 0 0 0 0,-1-1 1 0 0,-1 1-1 0 0,1-2 0 0 0,-1 1 1 0 0,0 0-1 0 0,0-1 0 0 0,-1 0 1 0 0,6-10-1 0 0,-6 7-528 0 0,1 1 0 0 0,-2-1-1 0 0,1 0 1 0 0,-1 0 0 0 0,-1 0 0 0 0,0 0-1 0 0,0 0 1 0 0,-1-1 0 0 0,0 1 0 0 0,-1-1-1 0 0,0 1 1 0 0,-3-20 0 0 0,-2 5-454 0 0,-1 0 0 0 0,-10-30 1 0 0,13 49 229 0 0,1-1 0 0 0,-1 1 0 0 0,0 0 0 0 0,0-1 0 0 0,-1 2 0 0 0,0-1 0 0 0,0 0 0 0 0,0 1 0 0 0,0 0 0 0 0,-1 0 0 0 0,0 0 0 0 0,0 0 0 0 0,-10-5 0 0 0,14 9 127 0 0,-1 0 0 0 0,1 0-1 0 0,-1 0 1 0 0,0 1 0 0 0,0-1 0 0 0,1 1-1 0 0,-1-1 1 0 0,0 1 0 0 0,0 0-1 0 0,1 0 1 0 0,-1-1 0 0 0,0 1 0 0 0,0 0-1 0 0,0 1 1 0 0,0-1 0 0 0,1 0 0 0 0,-1 1-1 0 0,0-1 1 0 0,0 1 0 0 0,-2 0 0 0 0,1 1 3 0 0,0 0 0 0 0,0 0 0 0 0,0 0 0 0 0,0 1 0 0 0,0-1 0 0 0,0 1 0 0 0,1-1 0 0 0,-1 1 0 0 0,-3 5 0 0 0,0 1-17 0 0,1 1-1 0 0,-1 0 0 0 0,2 0 0 0 0,-1 0 0 0 0,-4 20 0 0 0,7-24 10 0 0,0 1 0 0 0,1-1 0 0 0,0 1 0 0 0,1 0 0 0 0,-1 0 0 0 0,1-1 0 0 0,0 1 0 0 0,1 0 0 0 0,0-1 0 0 0,0 1 0 0 0,0 0 0 0 0,1-1 0 0 0,4 11 0 0 0,-4-13 1 0 0,1 1 0 0 0,0-1 0 0 0,0 0 0 0 0,0 0 0 0 0,0 0 0 0 0,0 0 0 0 0,1-1 0 0 0,0 1 1 0 0,0-1-1 0 0,0 0 0 0 0,0 0 0 0 0,0 0 0 0 0,0-1 0 0 0,1 0 0 0 0,0 1 0 0 0,-1-2 0 0 0,1 1 0 0 0,8 2 0 0 0,6 0-163 0 0,0-1-1 0 0,-1-1 0 0 0,1 0 0 0 0,37-3 0 0 0,-26 0-580 0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7:42.7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217 470 4145 0 0,'-6'2'210'0'0,"0"0"1"0"0,-1 1 0 0 0,1-1-1 0 0,0 1 1 0 0,1 0-1 0 0,-1 1 1 0 0,0 0-1 0 0,1-1 1 0 0,0 2 0 0 0,0-1-1 0 0,-8 10 1 0 0,5-5 68 0 0,1 0 0 0 0,0 0 0 0 0,0 0 1 0 0,1 1-1 0 0,-9 21 0 0 0,11-21 189 0 0,0 0 0 0 0,1 1 0 0 0,1 0 0 0 0,0 0 0 0 0,-2 20 0 0 0,4-27-339 0 0,0 0 0 0 0,0 0 1 0 0,0 0-1 0 0,0 0 0 0 0,1 0 0 0 0,-1 0 0 0 0,1 0 0 0 0,0-1 0 0 0,0 1 0 0 0,1 0 1 0 0,-1-1-1 0 0,1 1 0 0 0,0 0 0 0 0,0-1 0 0 0,0 0 0 0 0,0 0 0 0 0,0 1 0 0 0,1-1 0 0 0,5 5 1 0 0,-7-7-139 0 0,0 0 0 0 0,0 0 1 0 0,0 0-1 0 0,0-1 0 0 0,0 1 1 0 0,0 0-1 0 0,1 0 1 0 0,-1-1-1 0 0,0 1 0 0 0,0-1 1 0 0,0 1-1 0 0,1-1 0 0 0,-1 1 1 0 0,0-1-1 0 0,1 0 1 0 0,-1 0-1 0 0,0 1 0 0 0,1-1 1 0 0,-1 0-1 0 0,1 0 0 0 0,-1 0 1 0 0,0-1-1 0 0,1 1 0 0 0,-1 0 1 0 0,0 0-1 0 0,1-1 1 0 0,-1 1-1 0 0,0-1 0 0 0,0 1 1 0 0,1-1-1 0 0,-1 0 0 0 0,0 1 1 0 0,0-1-1 0 0,0 0 1 0 0,0 0-1 0 0,0 0 0 0 0,0 0 1 0 0,0 0-1 0 0,0 0 0 0 0,0 0 1 0 0,0 0-1 0 0,-1 0 0 0 0,1 0 1 0 0,0 0-1 0 0,-1-1 1 0 0,1 1-1 0 0,-1 0 0 0 0,1-2 1 0 0,2-5-306 0 0,0-1 1 0 0,0 1 0 0 0,-1-1-1 0 0,-1 1 1 0 0,2-18-1 0 0,-3-3-422 0 0,0 1 0 0 0,-2-1-1 0 0,-2 1 1 0 0,-10-44-1 0 0,-40-112-1925 0 0,23 89 1980 0 0,-15-54 291 0 0,26 86 2609 0 0,31 104 4610 0 0,1 25-3459 0 0,8 30-1630 0 0,-2-42-656 0 0,1 0 1 0 0,29 53 0 0 0,63 98-504 0 0,-86-164-1461 0 0,41 52-1 0 0,-33-53-6378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7:43.7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139 1 1376 0 0,'-4'1'258'0'0,"1"1"-1"0"0,-1 0 0 0 0,0 0 1 0 0,1 1-1 0 0,0-1 0 0 0,0 1 1 0 0,0-1-1 0 0,0 1 0 0 0,0 0 1 0 0,-4 5-1 0 0,3-4 89 0 0,-8 10 826 0 0,-1 1 0 0 0,2 0 1 0 0,-16 26-1 0 0,22-33-862 0 0,1 1 0 0 0,0-1 0 0 0,0 1 0 0 0,1 0-1 0 0,0 0 1 0 0,1 0 0 0 0,0 0 0 0 0,0 0 0 0 0,0 13 0 0 0,2-20-298 0 0,-1-1-1 0 0,1 1 0 0 0,1 0 0 0 0,-1-1 1 0 0,0 1-1 0 0,0 0 0 0 0,0 0 1 0 0,1-1-1 0 0,-1 1 0 0 0,1-1 0 0 0,0 1 1 0 0,-1 0-1 0 0,1-1 0 0 0,0 1 0 0 0,0-1 1 0 0,0 1-1 0 0,0-1 0 0 0,0 0 1 0 0,0 0-1 0 0,0 1 0 0 0,0-1 0 0 0,1 0 1 0 0,-1 0-1 0 0,1 0 0 0 0,-1 0 1 0 0,0 0-1 0 0,1 0 0 0 0,-1-1 0 0 0,1 1 1 0 0,0 0-1 0 0,-1-1 0 0 0,4 1 0 0 0,-3 0-45 0 0,1-1 1 0 0,-1 0-1 0 0,0 0 0 0 0,1-1 0 0 0,-1 1 0 0 0,0 0 0 0 0,1-1 0 0 0,-1 0 0 0 0,0 1 0 0 0,0-1 0 0 0,0 0 0 0 0,1 0 0 0 0,-1 0 0 0 0,0 0 0 0 0,0 0 0 0 0,0-1 0 0 0,-1 1 0 0 0,1-1 0 0 0,0 1 0 0 0,0-1 0 0 0,-1 0 0 0 0,1 1 0 0 0,1-4 1 0 0,3-5-177 0 0,-1-1 0 0 0,0 1 0 0 0,0-1 1 0 0,-1 0-1 0 0,-1 0 0 0 0,0 0 1 0 0,0-1-1 0 0,1-21 0 0 0,11-27 3602 0 0,-8 68-2405 0 0,3 7-296 0 0,0 4-302 0 0,1 0 0 0 0,1-1 1 0 0,16 20-1 0 0,24 16-2857 0 0,-33-40-2716 0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7:44.0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 1 5985 0 0,'-2'3'115'0'0,"-1"-1"0"0"0,2 1 0 0 0,-1 0 0 0 0,0 0 0 0 0,0 0 0 0 0,1 0 0 0 0,0 0 0 0 0,-1 0 0 0 0,1 1 0 0 0,1-1 0 0 0,-1 0 0 0 0,0 0 0 0 0,1 1 0 0 0,-1 5 0 0 0,-1 5 229 0 0,-2 1 357 0 0,-2 13 1270 0 0,-5 36-1 0 0,10-57-1634 0 0,1 1 0 0 0,-1-1 0 0 0,2 1 0 0 0,-1-1-1 0 0,1 1 1 0 0,0-1 0 0 0,0 0 0 0 0,1 1 0 0 0,0-1-1 0 0,3 8 1 0 0,-3-13-260 0 0,-1 1 0 0 0,0-1 0 0 0,1 0-1 0 0,-1 0 1 0 0,1 0 0 0 0,-1 0 0 0 0,1 0-1 0 0,0 0 1 0 0,0-1 0 0 0,0 1 0 0 0,0-1 0 0 0,0 1-1 0 0,0-1 1 0 0,1 1 0 0 0,-1-1 0 0 0,0 0-1 0 0,1 0 1 0 0,-1-1 0 0 0,0 1 0 0 0,5 1 0 0 0,-2-2-205 0 0,0 1 0 0 0,0-1 1 0 0,0 0-1 0 0,0-1 0 0 0,0 1 1 0 0,-1-1-1 0 0,1 0 0 0 0,0 0 1 0 0,0 0-1 0 0,5-3 0 0 0,14-6-5819 0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7:44.5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21 10594 0 0,'-2'-10'615'0'0,"1"4"-221"0"0,5 7 388 0 0,27-6 3086 0 0,-24 8-3564 0 0,0-1 1 0 0,0 2-1 0 0,0-1 0 0 0,0 1 1 0 0,0 0-1 0 0,-1 1 1 0 0,0 0-1 0 0,0 0 0 0 0,0 0 1 0 0,-1 0-1 0 0,0 1 1 0 0,6 7-1 0 0,8 13 314 0 0,24 42 0 0 0,-39-60-539 0 0,39 66 215 0 0,99 154-1679 0 0,-109-188-2237 0 0,-26-33 1621 0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7:44.9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87 4145 0 0,'-1'-1'53'0'0,"1"1"-1"0"0,-1-1 1 0 0,1 1 0 0 0,-1-1-1 0 0,1 0 1 0 0,0 1 0 0 0,0-1 0 0 0,-1 0-1 0 0,1 1 1 0 0,0-1 0 0 0,0 0-1 0 0,0 1 1 0 0,0-1 0 0 0,0 0 0 0 0,0 0-1 0 0,0 1 1 0 0,0-1 0 0 0,0 0-1 0 0,0 1 1 0 0,0-1 0 0 0,0 0 0 0 0,0 0-1 0 0,0 1 1 0 0,1-1 0 0 0,-1-1-1 0 0,15-21 1290 0 0,-9 16-458 0 0,1 1 0 0 0,-1 0 0 0 0,15-11 0 0 0,-20 16-786 0 0,1 0 0 0 0,-1 0-1 0 0,1 0 1 0 0,0 1 0 0 0,-1-1 0 0 0,1 0 0 0 0,0 1 0 0 0,-1-1-1 0 0,1 1 1 0 0,0-1 0 0 0,0 1 0 0 0,-1 0 0 0 0,1 0 0 0 0,0 0-1 0 0,0 0 1 0 0,0 0 0 0 0,-1 0 0 0 0,1 0 0 0 0,0 1 0 0 0,0-1-1 0 0,-1 1 1 0 0,3 0 0 0 0,-2 0-18 0 0,1 1-1 0 0,-1 0 1 0 0,0-1 0 0 0,0 1-1 0 0,0 0 1 0 0,0 0-1 0 0,0 0 1 0 0,0 0 0 0 0,0 1-1 0 0,-1-1 1 0 0,1 1 0 0 0,1 3-1 0 0,2 6 2 0 0,0 0-1 0 0,-1 1 1 0 0,0-1-1 0 0,3 25 0 0 0,-2 14-63 0 0,-2 1-1 0 0,-6 80 1 0 0,1 27 884 0 0,2-158-835 0 0,0 1-1 0 0,0-1 1 0 0,0 1 0 0 0,0 0-1 0 0,0-1 1 0 0,0 1-1 0 0,1-1 1 0 0,-1 1 0 0 0,0-1-1 0 0,1 1 1 0 0,-1-1-1 0 0,1 0 1 0 0,0 1 0 0 0,-1-1-1 0 0,1 0 1 0 0,0 1-1 0 0,0-1 1 0 0,0 0 0 0 0,0 0-1 0 0,0 0 1 0 0,0 1-1 0 0,0-1 1 0 0,2 1 0 0 0,-1-2-16 0 0,0 1 0 0 0,0-1 0 0 0,-1 0 0 0 0,1 0 0 0 0,0 1 0 0 0,0-1 0 0 0,-1-1 0 0 0,1 1 0 0 0,0 0 0 0 0,0 0 0 0 0,-1-1 0 0 0,1 1 0 0 0,0-1 0 0 0,-1 1 0 0 0,1-1 0 0 0,0 0 0 0 0,1 0 0 0 0,9-6 138 0 0,0-1 0 0 0,0 0 0 0 0,19-19 0 0 0,-27 24-131 0 0,61-53-1252 0 0,-42 38-4947 0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7:45.2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37 311 7834 0 0,'3'-4'560'0'0,"0"-1"0"0"0,0 0 0 0 0,0 0 0 0 0,-1 0 0 0 0,0 0 0 0 0,0 0 0 0 0,0-1 0 0 0,1-9 0 0 0,9-49 1477 0 0,-9 40-1672 0 0,1-40-1 0 0,-4 57-309 0 0,0-1 0 0 0,-1 1-1 0 0,0-1 1 0 0,-1 1 0 0 0,1-1 0 0 0,-1 1-1 0 0,-1 0 1 0 0,1-1 0 0 0,-6-9-1 0 0,7 16-50 0 0,0-1 0 0 0,0 0 0 0 0,0 1 0 0 0,0-1 0 0 0,0 1 0 0 0,-1-1 0 0 0,1 1-1 0 0,0 0 1 0 0,-1-1 0 0 0,1 1 0 0 0,-3-1 0 0 0,4 2 1 0 0,-1-1-1 0 0,1 1 1 0 0,-1 0 0 0 0,1 0 0 0 0,-1 0-1 0 0,0 0 1 0 0,1-1 0 0 0,-1 1 0 0 0,1 0-1 0 0,-1 0 1 0 0,0 0 0 0 0,1 0-1 0 0,-1 0 1 0 0,1 1 0 0 0,-1-1 0 0 0,0 0-1 0 0,1 0 1 0 0,-1 0 0 0 0,1 0 0 0 0,-1 1-1 0 0,1-1 1 0 0,-1 0 0 0 0,0 1-1 0 0,-1 1 16 0 0,0-1-1 0 0,1 1 1 0 0,-1 0-1 0 0,0 0 1 0 0,1 1-1 0 0,0-1 1 0 0,-1 0-1 0 0,1 0 0 0 0,0 1 1 0 0,0-1-1 0 0,0 1 1 0 0,1-1-1 0 0,-2 5 1 0 0,-1 5 36 0 0,1 0 0 0 0,1 0 0 0 0,0 0 0 0 0,0 0 0 0 0,1 0 0 0 0,0 0 0 0 0,1 0 0 0 0,1 0 0 0 0,0 0 0 0 0,0 0 0 0 0,2-1 1 0 0,4 15-1 0 0,-4-19-63 0 0,-1 1 1 0 0,2-1-1 0 0,-1 0 1 0 0,1 0-1 0 0,0 0 1 0 0,0-1-1 0 0,1 0 1 0 0,0 0-1 0 0,0 0 1 0 0,0 0-1 0 0,1-1 1 0 0,0 0-1 0 0,0-1 1 0 0,0 0-1 0 0,0 0 1 0 0,1 0-1 0 0,0-1 1 0 0,12 4-1 0 0,-7-4-277 0 0,0 0 1 0 0,0-1-1 0 0,0 0 0 0 0,1-1 1 0 0,-1-1-1 0 0,0 0 0 0 0,0-1 1 0 0,1 0-1 0 0,18-5 0 0 0,-6 0-981 0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7:45.9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222 450 6913 0 0,'-1'0'119'0'0,"1"-1"0"0"0,-1 1 0 0 0,0-1 0 0 0,0 1 0 0 0,0 0 0 0 0,0 0 0 0 0,0-1 0 0 0,1 1 0 0 0,-1 0 0 0 0,0 0 0 0 0,0 0 0 0 0,0 0-1 0 0,0 0 1 0 0,0 0 0 0 0,0 0 0 0 0,0 0 0 0 0,1 0 0 0 0,-1 0 0 0 0,0 1 0 0 0,0-1 0 0 0,0 0 0 0 0,0 1 0 0 0,0-1 0 0 0,-1 1-1 0 0,-20 20 1715 0 0,-8 32 128 0 0,21-34-1588 0 0,1 1-1 0 0,0 1 1 0 0,2 0-1 0 0,0 0 1 0 0,1 0-1 0 0,-2 27 0 0 0,7-47-378 0 0,0 0 0 0 0,-1 0 0 0 0,1 0 0 0 0,0 0 0 0 0,0 0 0 0 0,0 0 0 0 0,0 0-1 0 0,0 0 1 0 0,0 0 0 0 0,0 0 0 0 0,1 0 0 0 0,-1-1 0 0 0,0 1 0 0 0,0 0-1 0 0,1 0 1 0 0,-1 0 0 0 0,0 0 0 0 0,1 0 0 0 0,-1-1 0 0 0,1 1 0 0 0,-1 0 0 0 0,1 0-1 0 0,0-1 1 0 0,-1 1 0 0 0,1 0 0 0 0,0-1 0 0 0,-1 1 0 0 0,1 0 0 0 0,0-1 0 0 0,0 1-1 0 0,-1-1 1 0 0,1 0 0 0 0,1 1 0 0 0,-1-1-9 0 0,1 0 0 0 0,-1 0 0 0 0,0-1 0 0 0,0 1 0 0 0,1 0 0 0 0,-1-1 0 0 0,0 1 0 0 0,0-1 0 0 0,0 1 0 0 0,0-1 0 0 0,0 0 0 0 0,0 1 0 0 0,0-1 0 0 0,0 0 0 0 0,0 0 0 0 0,0 0 0 0 0,0 0 0 0 0,0 0-1 0 0,0 0 1 0 0,-1 0 0 0 0,1 0 0 0 0,0 0 0 0 0,-1 0 0 0 0,1-2 0 0 0,6-11-383 0 0,-1-1 0 0 0,0 0 0 0 0,-2 0 0 0 0,0-1-1 0 0,0 0 1 0 0,-2 1 0 0 0,0-1 0 0 0,0 0 0 0 0,-2 0-1 0 0,0 0 1 0 0,0 0 0 0 0,-7-30 0 0 0,-4-10 41 0 0,-3 0 0 0 0,-25-64 0 0 0,32 102 327 0 0,-8-26 136 0 0,5 11 267 0 0,-2 0-1 0 0,-1 0 1 0 0,-30-44 3241 0 0,43 76-3566 0 0,-1 15 1350 0 0,2 15-298 0 0,6 7-276 0 0,1-1 0 0 0,2 0 0 0 0,20 49-1 0 0,57 95 426 0 0,-78-166-1200 0 0,0 0 1 0 0,18 21-1 0 0,-16-21-18 0 0,21 32 1 0 0,-21-27-150 0 0,-1 0 199 0 0,0-1 0 0 0,20 24 0 0 0,-25-35-249 0 0,0-1 0 0 0,1 1 0 0 0,-1-2 0 0 0,1 1 0 0 0,0-1 0 0 0,0 1 0 0 0,0-2 0 0 0,1 1 0 0 0,-1-1 0 0 0,15 5 0 0 0,2-2-1886 0 0,-1 0-4484 0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7:46.8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131 404 1376 0 0,'2'-2'262'0'0,"-1"-1"0"0"0,1 1 0 0 0,-1-1 0 0 0,0 0 0 0 0,0 1 0 0 0,0-1 0 0 0,0 0 0 0 0,-1 0 0 0 0,1 0 1 0 0,-1 0-1 0 0,1 0 0 0 0,-1 0 0 0 0,0 1 0 0 0,0-1 0 0 0,0 0 0 0 0,-1 0 0 0 0,1 0 0 0 0,-1 0 0 0 0,1 0 0 0 0,-1 0 0 0 0,0 1 0 0 0,-1-4 0 0 0,1 4-19 0 0,1 0 1 0 0,-1 0 0 0 0,0 0-1 0 0,0 0 1 0 0,0 0 0 0 0,1 1 0 0 0,-2-1-1 0 0,1 0 1 0 0,0 0 0 0 0,0 1-1 0 0,0-1 1 0 0,-1 1 0 0 0,1-1-1 0 0,-1 1 1 0 0,0-1 0 0 0,1 1-1 0 0,-1 0 1 0 0,0 0 0 0 0,1 0-1 0 0,-1 0 1 0 0,0 0 0 0 0,0 0-1 0 0,0 1 1 0 0,0-1 0 0 0,0 0-1 0 0,0 1 1 0 0,0 0 0 0 0,0-1 0 0 0,0 1-1 0 0,0 0 1 0 0,-4 0 0 0 0,2 2-125 0 0,0 0 1 0 0,-1 0 0 0 0,1 0-1 0 0,0 1 1 0 0,0-1 0 0 0,0 1-1 0 0,1 0 1 0 0,-1 0 0 0 0,1 0-1 0 0,0 1 1 0 0,-1-1 0 0 0,1 1 0 0 0,1 0-1 0 0,-1 0 1 0 0,1 0 0 0 0,-1 0-1 0 0,1 0 1 0 0,0 0 0 0 0,-2 10-1 0 0,0-4 130 0 0,1 1-1 0 0,0 0 0 0 0,0 0 0 0 0,2 0 1 0 0,-1 0-1 0 0,1 1 0 0 0,1 14 0 0 0,0-21-305 0 0,1 1 1 0 0,0-1-1 0 0,0 1 0 0 0,0-1 0 0 0,1 1 0 0 0,0-1 0 0 0,0 0 1 0 0,0 1-1 0 0,0-1 0 0 0,1 0 0 0 0,0-1 0 0 0,0 1 0 0 0,0 0 1 0 0,1-1-1 0 0,6 7 0 0 0,-8-9 17 0 0,1 0-1 0 0,0 0 1 0 0,0-1 0 0 0,0 1 0 0 0,0-1-1 0 0,0 1 1 0 0,0-1 0 0 0,0 0 0 0 0,0 0-1 0 0,1 0 1 0 0,-1-1 0 0 0,0 1 0 0 0,1-1-1 0 0,-1 1 1 0 0,0-1 0 0 0,1-1 0 0 0,-1 1-1 0 0,0 0 1 0 0,1-1 0 0 0,-1 1 0 0 0,0-1-1 0 0,1 0 1 0 0,-1 0 0 0 0,0 0 0 0 0,0-1-1 0 0,0 1 1 0 0,4-4 0 0 0,-1 1-191 0 0,-1 0 0 0 0,0 0 0 0 0,0-1 0 0 0,0 1 0 0 0,-1-1 0 0 0,0 0 0 0 0,0-1 0 0 0,0 1 0 0 0,0-1 0 0 0,-1 0 0 0 0,0 0 1 0 0,0 0-1 0 0,-1 0 0 0 0,4-12 0 0 0,-1 0-567 0 0,-1 1 0 0 0,0-1 1 0 0,-1 0-1 0 0,0-23 0 0 0,-4 15 152 0 0,0 0-1 0 0,-2 0 0 0 0,-1 0 0 0 0,-1 1 0 0 0,-1 0 0 0 0,-17-44 1 0 0,13 44 1425 0 0,-1 1-1 0 0,-1 0 1 0 0,-25-36 0 0 0,21 51 4103 0 0,16 9-4784 0 0,0 0 0 0 0,0 0 1 0 0,-1 0-1 0 0,1 1 0 0 0,0-1 0 0 0,0 0 0 0 0,0 0 0 0 0,0 1 0 0 0,0-1 0 0 0,0 0 0 0 0,0 0 0 0 0,0 1 1 0 0,0-1-1 0 0,0 0 0 0 0,0 0 0 0 0,1 1 0 0 0,-1-1 0 0 0,6 37 3922 0 0,-5-31-4416 0 0,4 12 735 0 0,1 1-1 0 0,0-1 1 0 0,1 0 0 0 0,1-1 0 0 0,15 25 0 0 0,60 79 69 0 0,-10-17-1368 0 0,-69-98 460 0 0,0 1 0 0 0,0-1-1 0 0,0 0 1 0 0,1 0-1 0 0,0-1 1 0 0,0 1 0 0 0,1-1-1 0 0,11 8 1 0 0,2-1-1186 0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7:47.2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 2 6913 0 0,'0'0'26'0'0,"0"0"-1"0"0,0 0 0 0 0,-1 0 0 0 0,1 0 0 0 0,0-1 0 0 0,0 1 1 0 0,0 0-1 0 0,-1 0 0 0 0,1 0 0 0 0,0 0 0 0 0,0 0 0 0 0,-1-1 1 0 0,1 1-1 0 0,0 0 0 0 0,0 0 0 0 0,-1 0 0 0 0,1 0 0 0 0,0 0 0 0 0,0 0 1 0 0,-1 0-1 0 0,1 0 0 0 0,0 0 0 0 0,0 0 0 0 0,-1 0 0 0 0,1 0 1 0 0,0 0-1 0 0,-1 0 0 0 0,1 0 0 0 0,0 1 0 0 0,0-1 0 0 0,0 0 0 0 0,-1 0 1 0 0,1 0-1 0 0,0 0 0 0 0,0 0 0 0 0,-1 1 0 0 0,1-1 0 0 0,0 0 1 0 0,-8 14 779 0 0,-2 19 583 0 0,9-31-1216 0 0,-2 14 360 0 0,0 1 0 0 0,0-1 1 0 0,2 1-1 0 0,0 26 0 0 0,1-38-416 0 0,0 0-1 0 0,1 1 1 0 0,-1-1-1 0 0,1 0 1 0 0,0 0-1 0 0,1 0 1 0 0,-1 0-1 0 0,1 0 0 0 0,0 0 1 0 0,0 0-1 0 0,1-1 1 0 0,-1 1-1 0 0,1-1 1 0 0,0 1-1 0 0,0-1 1 0 0,1 0-1 0 0,-1 0 1 0 0,7 5-1 0 0,-7-8-75 0 0,0 0-1 0 0,0 0 0 0 0,-1 0 1 0 0,1-1-1 0 0,0 1 1 0 0,0-1-1 0 0,0 1 0 0 0,0-1 1 0 0,0 0-1 0 0,0 0 1 0 0,0 0-1 0 0,-1-1 1 0 0,1 1-1 0 0,0-1 0 0 0,0 0 1 0 0,0 1-1 0 0,0-1 1 0 0,-1-1-1 0 0,1 1 0 0 0,0 0 1 0 0,3-3-1 0 0,8-4-20 0 0,-1 0 0 0 0,20-16 0 0 0,4-9-1604 0 0,-20 17-3643 0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7:51.59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1451 6913 0 0,'3'-5'89'0'0,"-1"1"0"0"0,1-1 0 0 0,-1 1 0 0 0,0-1-1 0 0,0 0 1 0 0,0 0 0 0 0,0 1 0 0 0,-1-2-1 0 0,0 1 1 0 0,0 0 0 0 0,0-9 0 0 0,0 6-10 0 0,8-56 97 0 0,-3 0 0 0 0,-3-70-1 0 0,-17-132 283 0 0,5 114-131 0 0,6 90-105 0 0,8-102 0 0 0,-2 139 79 0 0,1 0 0 0 0,1 0 0 0 0,1 1 1 0 0,1-1-1 0 0,2 2 0 0 0,21-46 1 0 0,-25 60-145 0 0,19-35 730 0 0,32-45-1 0 0,-48 77-825 0 0,0 1-1 0 0,1 1 1 0 0,0 0 0 0 0,1 0-1 0 0,0 1 1 0 0,1 0-1 0 0,0 1 1 0 0,0 0 0 0 0,15-8-1 0 0,-23 15-51 0 0,0-1 0 0 0,1 1 0 0 0,-1 0 0 0 0,0 0 0 0 0,0 0 1 0 0,1 0-1 0 0,-1 1 0 0 0,1 0 0 0 0,-1-1 0 0 0,0 1 0 0 0,1 0 0 0 0,-1 1 0 0 0,1-1 0 0 0,-1 0 0 0 0,0 1 0 0 0,1 0 0 0 0,-1 0 1 0 0,5 2-1 0 0,-3 0 29 0 0,1 0 0 0 0,-1 0 0 0 0,0 0-1 0 0,0 1 1 0 0,0 0 0 0 0,-1 0 0 0 0,1 1 0 0 0,-1-1 0 0 0,6 8 0 0 0,2 7 73 0 0,0 0-1 0 0,-2 0 0 0 0,0 1 1 0 0,12 34-1 0 0,-8-9-70 0 0,-1 1-1 0 0,-3 0 1 0 0,8 72-1 0 0,-4 144 228 0 0,-7-78-180 0 0,-6-166-87 0 0,2-1 0 0 0,6 30 0 0 0,-8-43 0 0 0,0 0 0 0 0,0 0 0 0 0,1 0 0 0 0,0 1 0 0 0,-1-1 0 0 0,1 0 0 0 0,1-1 0 0 0,-1 1 0 0 0,0 0 0 0 0,1-1 0 0 0,0 1 0 0 0,0-1 0 0 0,0 0 0 0 0,0 0 0 0 0,1 0 0 0 0,3 3 0 0 0,-5-6 4 0 0,0 1 1 0 0,0-1-1 0 0,0 1 0 0 0,0-1 0 0 0,0 0 0 0 0,0 0 0 0 0,0 0 0 0 0,0 0 0 0 0,1 0 0 0 0,-1 0 0 0 0,0 0 0 0 0,0-1 0 0 0,0 1 0 0 0,0-1 0 0 0,0 1 0 0 0,0-1 0 0 0,-1 0 0 0 0,1 0 0 0 0,0 0 0 0 0,0 0 0 0 0,0 0 0 0 0,-1 0 0 0 0,1 0 0 0 0,2-3 0 0 0,5-4 42 0 0,0-1-1 0 0,15-18 1 0 0,-16 17-36 0 0,2-2-4 0 0,8-6 59 0 0,-1-1-1 0 0,-2-1 0 0 0,0-1 1 0 0,-1 0-1 0 0,20-41 1 0 0,-33 61-66 0 0,0 0 0 0 0,-1 0-1 0 0,1 0 1 0 0,0 0 0 0 0,0 0 0 0 0,0 0 0 0 0,0 1 0 0 0,0-1 0 0 0,0 0 0 0 0,0 1 0 0 0,1-1 0 0 0,-1 0 0 0 0,0 1 0 0 0,0 0 0 0 0,0-1 0 0 0,1 1 0 0 0,-1 0 0 0 0,0-1 0 0 0,0 1 0 0 0,1 0 0 0 0,-1 0 0 0 0,0 0 0 0 0,1 0 0 0 0,-1 0 0 0 0,0 0 0 0 0,0 1 0 0 0,1-1 0 0 0,-1 0 0 0 0,0 1 0 0 0,0-1 0 0 0,1 1 0 0 0,-1-1 0 0 0,0 1 0 0 0,2 1 0 0 0,3 0-5 0 0,0 1 0 0 0,0 0 0 0 0,-1 0 0 0 0,1 1 0 0 0,8 6 0 0 0,0 5 46 0 0,0 0 1 0 0,-1 1 0 0 0,-1 0 0 0 0,0 1 0 0 0,15 31 0 0 0,38 101 387 0 0,-27-58-269 0 0,-28-68-110 0 0,38 75-516 0 0,-40-86-147 0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7:52.08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92 5065 0 0,'40'-8'2045'0'0,"34"-3"474"0"0,125-1 0 0 0,75 19 313 0 0,-143-1-2068 0 0,215-18 1 0 0,-184-21-1725 0 0,-52 8-3285 0 0,-106 24 4196 0 0,0 0 1 0 0,0 0-1 0 0,0 1 1 0 0,0 0-1 0 0,1-1 1 0 0,-1 1-1 0 0,0 1 1 0 0,0-1-1 0 0,0 1 1 0 0,5 1-1 0 0,-5 1 49 0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7:52.50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90 0 4609 0 0,'0'0'353'0'0,"-8"22"1621"0"0,-4 16-394 0 0,2 2 1 0 0,-9 62-1 0 0,2 85 137 0 0,10-101-956 0 0,-10 192 2320 0 0,35 496-1 0 0,33-389-2850 0 0,-46-342-248 0 0,2 11-172 0 0,2-22-5389 0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7:52.94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27 920 0 0,'4'-26'5444'0'0,"-4"26"-5322"0"0,16 11 4528 0 0,-7 5-5050 0 0,-2 8 883 0 0,-2 0 0 0 0,-1 1 0 0 0,-1 0 0 0 0,0-1 0 0 0,-2 1 1 0 0,-3 32-1 0 0,2-17-137 0 0,38 567 2864 0 0,46-3-2759 0 0,-72-516-2446 0 0,-8-51-2729 0 0,-3-17-209 0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7:53.31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1 123 6833 0 0,'-1'1'19'0'0,"28"-7"2188"0"0,-2-2 694 0 0,45-8 0 0 0,79-1 689 0 0,-46 6-2183 0 0,56-16-234 0 0,82-9-86 0 0,-214 34-1647 0 0,-1 1 0 0 0,1 2 1 0 0,0 0-1 0 0,-1 2 0 0 0,0 1 1 0 0,51 14-1 0 0,-46-7-6094 0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7:54.02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 49 6449 0 0,'-2'-3'427'0'0,"1"0"-1"0"0,-1 0 1 0 0,1 0-1 0 0,-1 0 0 0 0,1 0 1 0 0,0 0-1 0 0,0 0 0 0 0,1-1 1 0 0,-1 1-1 0 0,1 0 1 0 0,-1 0-1 0 0,1-1 0 0 0,0-4 1 0 0,1 8-352 0 0,-1 0 1 0 0,1 0 0 0 0,-1 0 0 0 0,1 0-1 0 0,-1 0 1 0 0,1 0 0 0 0,-1 0 0 0 0,1 0-1 0 0,-1 0 1 0 0,1 0 0 0 0,-1 1 0 0 0,0-1-1 0 0,1 0 1 0 0,-1 0 0 0 0,1 0 0 0 0,-1 1-1 0 0,1-1 1 0 0,-1 0 0 0 0,0 0 0 0 0,1 1-1 0 0,-1-1 1 0 0,0 0 0 0 0,1 1 0 0 0,-1-1-1 0 0,0 0 1 0 0,1 1 0 0 0,-1-1 0 0 0,0 1-1 0 0,0-1 1 0 0,0 0 0 0 0,1 2 0 0 0,9 12 724 0 0,9 21 318 0 0,-2 1 0 0 0,19 56 0 0 0,20 43-441 0 0,-39-101-906 0 0,1-2 0 0 0,2 0 0 0 0,1-1 0 0 0,32 36 0 0 0,-42-55-968 0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7:54.37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1 269 1376 0 0,'46'27'7757'0'0,"-19"-10"-5796"0"0,51 23-1 0 0,-71-37-1731 0 0,1 0 0 0 0,0 0 0 0 0,0 0 0 0 0,0-1 1 0 0,0-1-1 0 0,0 1 0 0 0,0-1 0 0 0,0-1 0 0 0,1 0 0 0 0,-1 0 0 0 0,0 0 1 0 0,10-2-1 0 0,-16 1-181 0 0,0 1 1 0 0,0-1-1 0 0,0 1 1 0 0,0-1-1 0 0,-1 0 1 0 0,1 1-1 0 0,0-1 1 0 0,0 0-1 0 0,-1 0 0 0 0,1 0 1 0 0,-1 0-1 0 0,1-1 1 0 0,-1 1-1 0 0,1 0 1 0 0,-1-1-1 0 0,0 1 1 0 0,1-1-1 0 0,-1 1 1 0 0,0-1-1 0 0,0 0 1 0 0,0 1-1 0 0,0-1 1 0 0,-1 0-1 0 0,1 0 0 0 0,0 0 1 0 0,-1 1-1 0 0,1-1 1 0 0,-1 0-1 0 0,0 0 1 0 0,1 0-1 0 0,-1 0 1 0 0,0 0-1 0 0,0 0 1 0 0,-1 0-1 0 0,1 0 1 0 0,0 0-1 0 0,0 0 1 0 0,-1 1-1 0 0,0-3 0 0 0,-3-9 243 0 0,-1 0-1 0 0,0 0 1 0 0,0 0-1 0 0,-12-17 0 0 0,8 13-98 0 0,-54-115 156 0 0,39 74-6177 0 0,16 38-247 0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7:54.72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 38 6449 0 0,'-1'-1'499'0'0,"0"-1"-1"0"0,0 0 0 0 0,0 0 0 0 0,0 0 1 0 0,1 0-1 0 0,-1 0 0 0 0,1 0 0 0 0,-1 0 1 0 0,1 0-1 0 0,0-1 0 0 0,0 1 1 0 0,0 0-1 0 0,0 0 0 0 0,0 0 0 0 0,3-5 1252 0 0,-3 7-1666 0 0,0 0-1 0 0,1 0 1 0 0,-1 0-1 0 0,0 0 1 0 0,0-1-1 0 0,0 1 1 0 0,1 0-1 0 0,-1 0 0 0 0,0 0 1 0 0,0 0-1 0 0,0 0 1 0 0,1 0-1 0 0,-1 0 1 0 0,0 0-1 0 0,0 0 1 0 0,1 0-1 0 0,-1 0 1 0 0,0 1-1 0 0,0-1 0 0 0,0 0 1 0 0,1 0-1 0 0,-1 0 251 0 0,1 1-250 0 0,14 16 1137 0 0,46 93-94 0 0,10 14-77 0 0,-54-98-1110 0 0,-5-6-251 0 0,1 0-1 0 0,1-1 1 0 0,1-1-1 0 0,0 0 1 0 0,31 26-1 0 0,-26-29-1232 0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7:55.15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 1 5529 0 0,'-5'3'3921'0'0,"5"-4"-3851"0"0,12 19 2177 0 0,24 24 124 0 0,-35-41-2274 0 0,11 13 286 0 0,117 137 2605 0 0,-106-121-3777 0 0,-2 1-1 0 0,-1 0 1 0 0,20 45-1 0 0,-28-49-4528 0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7:55.51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 88 2761 0 0,'-1'-2'105'0'0,"0"0"0"0"0,1-1 0 0 0,-1 1 1 0 0,0 0-1 0 0,1-1 0 0 0,-1 1 1 0 0,1 0-1 0 0,0-1 0 0 0,-1 1 0 0 0,1-1 1 0 0,0 1-1 0 0,1 0 0 0 0,-1-1 1 0 0,0 1-1 0 0,1-1 0 0 0,-1 1 0 0 0,1 0 1 0 0,0-1-1 0 0,0 1 0 0 0,0 0 1 0 0,0 0-1 0 0,0 0 0 0 0,0 0 0 0 0,1 0 1 0 0,-1 0-1 0 0,1 0 0 0 0,-1 0 1 0 0,1 0-1 0 0,0 0 0 0 0,0 1 0 0 0,-1-1 1 0 0,1 1-1 0 0,3-2 0 0 0,-3 2 13 0 0,0-1 0 0 0,0 1 0 0 0,0-1 0 0 0,0 1 0 0 0,0 0 0 0 0,0 0 0 0 0,0 0 0 0 0,0 0 0 0 0,0 1 0 0 0,1-1-1 0 0,-1 0 1 0 0,0 1 0 0 0,1 0 0 0 0,-1-1 0 0 0,0 1 0 0 0,1 0 0 0 0,-1 0 0 0 0,0 1 0 0 0,1-1 0 0 0,-1 0 0 0 0,0 1 0 0 0,1-1 0 0 0,-1 1 0 0 0,0 0-1 0 0,0 0 1 0 0,0 0 0 0 0,0 0 0 0 0,1 0 0 0 0,-1 0 0 0 0,-1 0 0 0 0,1 1 0 0 0,0-1 0 0 0,0 1 0 0 0,0-1 0 0 0,-1 1 0 0 0,3 2 0 0 0,0 3-29 0 0,0 0 1 0 0,0 1 0 0 0,0-1 0 0 0,-1 1 0 0 0,0 0 0 0 0,0 0 0 0 0,-1 0-1 0 0,2 10 1 0 0,0 8-117 0 0,-1 34 1 0 0,-3-43 206 0 0,1-1 0 0 0,0 1 0 0 0,1-1 0 0 0,1 0 0 0 0,9 31 0 0 0,-11-45-23 0 0,0 0 1 0 0,0 0 0 0 0,0 0-1 0 0,0-1 1 0 0,0 1 0 0 0,0 0-1 0 0,0 0 1 0 0,0 0 0 0 0,1-1-1 0 0,-1 1 1 0 0,4 2-1 0 0,-4-4-78 0 0,-1 1 0 0 0,1-1 0 0 0,0 0 0 0 0,-1 1-1 0 0,1-1 1 0 0,0 0 0 0 0,-1 0 0 0 0,1 0-1 0 0,0 0 1 0 0,-1 0 0 0 0,1 0 0 0 0,0 0-1 0 0,0 0 1 0 0,-1 0 0 0 0,1 0 0 0 0,0 0 0 0 0,-1 0-1 0 0,1 0 1 0 0,0 0 0 0 0,0-1 0 0 0,-1 1-1 0 0,1 0 1 0 0,1-1 0 0 0,2-3 132 0 0,0 1-1 0 0,1-1 1 0 0,-1 0 0 0 0,-1-1 0 0 0,1 1-1 0 0,-1-1 1 0 0,4-4 0 0 0,8-11-1454 0 0,-7 10 290 0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7:56.03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241 1 5985 0 0,'-10'1'196'0'0,"1"0"-1"0"0,-1 0 1 0 0,1 1-1 0 0,-1 1 1 0 0,1 0 0 0 0,0 0-1 0 0,0 0 1 0 0,0 1-1 0 0,1 1 1 0 0,-1-1-1 0 0,1 2 1 0 0,0-1-1 0 0,1 1 1 0 0,-14 12-1 0 0,10-7-84 0 0,1-1 0 0 0,0 1 0 0 0,1 1 0 0 0,0 0-1 0 0,1 0 1 0 0,0 1 0 0 0,1 0 0 0 0,1 0-1 0 0,-6 16 1 0 0,11-25-47 0 0,0-1 0 0 0,0 1 1 0 0,0 1-1 0 0,0-1 0 0 0,1 0 0 0 0,0 0 0 0 0,0 0 1 0 0,0 0-1 0 0,0 0 0 0 0,1 0 0 0 0,-1 0 0 0 0,1 0 0 0 0,0 0 1 0 0,0 0-1 0 0,1 0 0 0 0,-1 0 0 0 0,1 0 0 0 0,0-1 1 0 0,0 1-1 0 0,0-1 0 0 0,0 1 0 0 0,5 4 0 0 0,-5-6-90 0 0,0 0 0 0 0,0 0 0 0 0,0-1 0 0 0,1 1 0 0 0,-1-1 0 0 0,0 0-1 0 0,1 0 1 0 0,-1 1 0 0 0,1-2 0 0 0,-1 1 0 0 0,1 0 0 0 0,-1 0 0 0 0,1-1 0 0 0,0 1 0 0 0,-1-1-1 0 0,1 0 1 0 0,0 0 0 0 0,-1 0 0 0 0,1 0 0 0 0,0-1 0 0 0,-1 1 0 0 0,1-1 0 0 0,0 1 0 0 0,-1-1-1 0 0,1 0 1 0 0,-1 0 0 0 0,1 0 0 0 0,-1 0 0 0 0,0-1 0 0 0,1 1 0 0 0,-1 0 0 0 0,0-1 0 0 0,0 0-1 0 0,0 0 1 0 0,2-1 0 0 0,0-1-189 0 0,1 0-1 0 0,-1-1 0 0 0,-1 1 1 0 0,1-1-1 0 0,0 0 1 0 0,-1 1-1 0 0,0-1 0 0 0,0-1 1 0 0,-1 1-1 0 0,1 0 1 0 0,-1-1-1 0 0,2-8 0 0 0,-1-3-186 0 0,0-1 0 0 0,1-31 0 0 0,-4 33 1159 0 0,2-1-1 0 0,0 1 0 0 0,5-23 0 0 0,-7 38-639 0 0,1 0 1 0 0,-1 1-1 0 0,0-1 0 0 0,0 0 0 0 0,1 0 1 0 0,-1 0-1 0 0,0 1 0 0 0,1-1 0 0 0,-1 0 1 0 0,1 1-1 0 0,-1-1 0 0 0,1 0 1 0 0,-1 1-1 0 0,1-1 0 0 0,0 0 0 0 0,-1 1 1 0 0,1-1-1 0 0,0 1 0 0 0,-1-1 0 0 0,1 1 1 0 0,0 0-1 0 0,0-1 0 0 0,-1 1 0 0 0,1 0 1 0 0,0-1-1 0 0,0 1 0 0 0,1 0 0 0 0,0 0 0 0 0,0 0-1 0 0,0 0 1 0 0,0 1-1 0 0,0-1 1 0 0,-1 0-1 0 0,1 1 0 0 0,0 0 1 0 0,0-1-1 0 0,0 1 1 0 0,0 0-1 0 0,2 1 1 0 0,3 3 2 0 0,0 0 1 0 0,-1 0 0 0 0,1 1 0 0 0,8 9 0 0 0,25 41-1150 0 0,-24-31-498 0 0,-2-4-3002 0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7:56.39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109 1 2593 0 0,'-2'0'83'0'0,"0"0"1"0"0,0 0-1 0 0,-1 0 0 0 0,1 0 1 0 0,0 1-1 0 0,-1-1 1 0 0,1 0-1 0 0,0 1 1 0 0,0 0-1 0 0,0-1 1 0 0,0 1-1 0 0,0 0 1 0 0,0 0-1 0 0,0 0 1 0 0,0 1-1 0 0,0-1 1 0 0,0 0-1 0 0,0 1 1 0 0,1-1-1 0 0,-1 1 1 0 0,0 0-1 0 0,-1 1 1 0 0,-3 4 399 0 0,1-1 1 0 0,-1 1 0 0 0,1 0-1 0 0,-6 12 1 0 0,6-9-11 0 0,1-1 0 0 0,0 1 1 0 0,1 0-1 0 0,0 0 0 0 0,0 0 1 0 0,1 0-1 0 0,1 1 0 0 0,-1-1 1 0 0,2 0-1 0 0,0 1 0 0 0,0-1 0 0 0,3 19 1 0 0,-2-24-279 0 0,0 1 1 0 0,1-1-1 0 0,-1 0 1 0 0,1 0 0 0 0,1 0-1 0 0,-1 0 1 0 0,1 0-1 0 0,0 0 1 0 0,0-1 0 0 0,0 1-1 0 0,0-1 1 0 0,1 0-1 0 0,0 0 1 0 0,0 0 0 0 0,0-1-1 0 0,0 1 1 0 0,0-1-1 0 0,1 0 1 0 0,0 0 0 0 0,0-1-1 0 0,-1 1 1 0 0,1-1-1 0 0,1 0 1 0 0,-1 0 0 0 0,10 2-1 0 0,-4-2-35 0 0,0 0 0 0 0,0-1 0 0 0,1 0-1 0 0,-1-1 1 0 0,0 0 0 0 0,0-1 0 0 0,1 0 0 0 0,-1-1-1 0 0,0 0 1 0 0,0-1 0 0 0,0 0 0 0 0,11-5 0 0 0,-7 1-455 0 0,0 0 1 0 0,-1-1-1 0 0,-1 0 1 0 0,23-17 0 0 0,-21 12-893 0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7:57.90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77 31 6913 0 0,'-5'-4'336'0'0,"-27"-16"352"0"0,31 19-516 0 0,-1 0 0 0 0,1 0 0 0 0,-1 1 0 0 0,1-1-1 0 0,-1 0 1 0 0,1 1 0 0 0,-1 0 0 0 0,1-1 0 0 0,-1 1 0 0 0,0 0 0 0 0,1 0-1 0 0,-1 0 1 0 0,1 0 0 0 0,-1 0 0 0 0,0 0 0 0 0,1 0 0 0 0,-1 0 0 0 0,1 1 0 0 0,-3 0-1 0 0,3 0-66 0 0,1-1-1 0 0,-1 1 0 0 0,1 0 0 0 0,-1-1 0 0 0,1 1 0 0 0,-1 0 0 0 0,1 0 1 0 0,0 0-1 0 0,-1-1 0 0 0,1 1 0 0 0,0 0 0 0 0,-1 0 0 0 0,1 0 0 0 0,0 0 1 0 0,0 0-1 0 0,0-1 0 0 0,0 1 0 0 0,0 0 0 0 0,0 0 0 0 0,0 0 1 0 0,0 0-1 0 0,0 0 0 0 0,1 0 0 0 0,-1-1 0 0 0,1 2 0 0 0,7 26 846 0 0,-7-25-829 0 0,70 158 1977 0 0,9 22-980 0 0,-38-56-1323 0 0,-28-91-291 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7:58.26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1 237 2761 0 0,'12'1'909'0'0,"0"1"0"0"0,1 0 1 0 0,-1 0-1 0 0,21 9 0 0 0,18 3 1845 0 0,0-4-899 0 0,-23-3-1127 0 0,-1-1 0 0 0,1-2 0 0 0,0-1-1 0 0,50-1 1 0 0,-76-2-714 0 0,0 0 1 0 0,-1 0-1 0 0,1 0 0 0 0,0-1 0 0 0,0 1 0 0 0,0-1 0 0 0,0 1 0 0 0,0-1 0 0 0,0 0 1 0 0,-1 0-1 0 0,1 1 0 0 0,0-1 0 0 0,-1 0 0 0 0,1-1 0 0 0,-1 1 0 0 0,1 0 0 0 0,-1 0 1 0 0,1-1-1 0 0,-1 1 0 0 0,0 0 0 0 0,1-1 0 0 0,0-2 0 0 0,-1 2 51 0 0,0-1 0 0 0,-1 0 1 0 0,1 1-1 0 0,0-1 0 0 0,-1 0 0 0 0,0 1 0 0 0,0-1 0 0 0,0 0 1 0 0,0 0-1 0 0,0 1 0 0 0,0-1 0 0 0,-1 0 0 0 0,-1-4 0 0 0,-3-8 275 0 0,0 0-1 0 0,-2 1 1 0 0,1 0-1 0 0,-12-17 1 0 0,18 31-331 0 0,-52-77 622 0 0,27 42-2065 0 0,1 0-4266 0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7:58.68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7370 0 0,'0'0'666'0'0,"12"18"2022"0"0,57 138 3987 0 0,-7-14-4478 0 0,-50-117-2439 0 0,2-1-1 0 0,0-1 0 0 0,30 35 0 0 0,-30-47-3380 0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7:59.02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7370 0 0,'41'44'6955'0'0,"6"9"-3324"0"0,95 132-1063 0 0,-88-98-3549 0 0,-21-28-2840 0 0,-28-51 2941 0 0,-1 0-1295 0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7:59.36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1 198 3681 0 0,'-1'-5'152'0'0,"1"0"0"0"0,0 0 1 0 0,1-1-1 0 0,-1 1 1 0 0,1 0-1 0 0,0 0 0 0 0,0 0 1 0 0,1 0-1 0 0,-1 0 0 0 0,1 0 1 0 0,1 0-1 0 0,-1 0 0 0 0,0 1 1 0 0,1-1-1 0 0,0 1 0 0 0,0 0 1 0 0,5-6-1 0 0,3-3 313 0 0,1 1 0 0 0,0-1 0 0 0,1 2 0 0 0,14-11 1 0 0,-20 18-224 0 0,-1 0 0 0 0,1 0 0 0 0,-1 0 0 0 0,1 1 0 0 0,0 0 0 0 0,1 1 1 0 0,-1-1-1 0 0,0 1 0 0 0,1 1 0 0 0,-1-1 0 0 0,15 0 0 0 0,-19 2-173 0 0,0 0 1 0 0,1 1-1 0 0,-1-1 0 0 0,0 0 0 0 0,0 1 0 0 0,0 0 0 0 0,0 0 0 0 0,0 0 0 0 0,0 0 0 0 0,0 0 0 0 0,0 0 0 0 0,0 1 0 0 0,0-1 0 0 0,0 1 0 0 0,-1 0 0 0 0,1 0 0 0 0,-1 0 0 0 0,1 0 0 0 0,-1 1 0 0 0,0-1 0 0 0,0 1 1 0 0,0-1-1 0 0,0 1 0 0 0,0 0 0 0 0,-1-1 0 0 0,1 1 0 0 0,-1 0 0 0 0,0 0 0 0 0,0 0 0 0 0,1 4 0 0 0,0 2-73 0 0,0 1 0 0 0,-1 0 0 0 0,0-1 0 0 0,-1 1 0 0 0,0 0 1 0 0,0-1-1 0 0,-1 1 0 0 0,0 0 0 0 0,-1-1 0 0 0,0 1 0 0 0,0-1 0 0 0,-5 10 0 0 0,0-1 416 0 0,-1 1 0 0 0,-1-2 0 0 0,-1 1 0 0 0,-22 29-1 0 0,77-70 2318 0 0,25-29-2241 0 0,3-2-3806 0 0,-53 41-2462 0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7:59.94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160 281 5985 0 0,'-2'-2'134'0'0,"0"0"0"0"0,0 1-1 0 0,0-1 1 0 0,-1 0-1 0 0,1 1 1 0 0,0 0 0 0 0,0 0-1 0 0,-1-1 1 0 0,1 1 0 0 0,-1 1-1 0 0,1-1 1 0 0,-1 0-1 0 0,0 1 1 0 0,1-1 0 0 0,-1 1-1 0 0,0 0 1 0 0,1 0 0 0 0,-1 0-1 0 0,0 0 1 0 0,1 0-1 0 0,-1 0 1 0 0,1 1 0 0 0,-1-1-1 0 0,0 1 1 0 0,1 0 0 0 0,-1 0-1 0 0,1 0 1 0 0,0 0 0 0 0,-4 2-1 0 0,0 1 36 0 0,0 1-1 0 0,0-1 1 0 0,0 1 0 0 0,1 0-1 0 0,-1 0 1 0 0,1 1 0 0 0,1-1-1 0 0,-1 1 1 0 0,1 0 0 0 0,0 1-1 0 0,0-1 1 0 0,1 1 0 0 0,0-1-1 0 0,0 1 1 0 0,1 0 0 0 0,-3 10-1 0 0,3-11-142 0 0,1 0 0 0 0,0 0 0 0 0,0 0 0 0 0,1 1 0 0 0,0-1-1 0 0,0 0 1 0 0,0 0 0 0 0,1 0 0 0 0,1 7 0 0 0,-1-9-27 0 0,0-1-1 0 0,0 1 1 0 0,0-1 0 0 0,1 0 0 0 0,-1 1-1 0 0,1-1 1 0 0,0 0 0 0 0,0 0 0 0 0,0 0-1 0 0,0 0 1 0 0,1-1 0 0 0,-1 1 0 0 0,1-1 0 0 0,-1 1-1 0 0,1-1 1 0 0,4 3 0 0 0,-5-4 7 0 0,1 1-1 0 0,0-1 1 0 0,-1 1 0 0 0,1-1-1 0 0,0 0 1 0 0,0 0 0 0 0,0 0-1 0 0,0 0 1 0 0,0-1 0 0 0,0 1 0 0 0,0-1-1 0 0,0 0 1 0 0,0 0 0 0 0,0 0-1 0 0,0 0 1 0 0,0 0 0 0 0,0-1-1 0 0,0 1 1 0 0,3-2 0 0 0,-2 0-41 0 0,0 0-1 0 0,0 0 1 0 0,0 0-1 0 0,-1 0 1 0 0,1-1 0 0 0,-1 1-1 0 0,0-1 1 0 0,1 0 0 0 0,-1 0-1 0 0,-1 0 1 0 0,1-1 0 0 0,3-4-1 0 0,-2 2-81 0 0,0 0 0 0 0,-1 0 0 0 0,0 0 0 0 0,0-1 0 0 0,0 1 0 0 0,-1-1 1 0 0,0 1-1 0 0,-1-1 0 0 0,1 0 0 0 0,-1 0 0 0 0,0 0 0 0 0,-1 0 0 0 0,0 0 0 0 0,0 0 0 0 0,0 1 0 0 0,-3-13 0 0 0,-5-3 213 0 0,-2-1-1 0 0,-1 1 1 0 0,-13-21-1 0 0,-19-41 1111 0 0,26 38-257 0 0,9 24 53 0 0,0 1-1 0 0,-2-1 0 0 0,-15-19 3654 0 0,39 82-3921 0 0,4-12-554 0 0,2-1-1 0 0,25 29 1 0 0,3 5-129 0 0,-17-17-220 0 0,-13-17-154 0 0,25 28-1 0 0,-35-47-832 0 0,1-1 0 0 0,-1 0 0 0 0,18 13 0 0 0,-8-10-5143 0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08:00.27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160 23 2304 0 0,'-1'-2'112'0'0,"1"1"-1"0"0,0 0 0 0 0,0 0 0 0 0,-1 0 0 0 0,1 0 0 0 0,-1 0 0 0 0,1 0 0 0 0,-1 0 0 0 0,0 0 0 0 0,1 0 0 0 0,-1 0 0 0 0,0 0 0 0 0,0 0 0 0 0,1 0 0 0 0,-1 1 1 0 0,0-1-1 0 0,0 0 0 0 0,0 0 0 0 0,0 1 0 0 0,0-1 0 0 0,0 1 0 0 0,0-1 0 0 0,0 1 0 0 0,0-1 0 0 0,0 1 0 0 0,0 0 0 0 0,-1 0 0 0 0,-1-1 0 0 0,1 1 178 0 0,-1 1 0 0 0,0-1 0 0 0,1 1 0 0 0,-1 0 0 0 0,1 0 0 0 0,-1 0-1 0 0,1 0 1 0 0,-1 0 0 0 0,1 0 0 0 0,0 1 0 0 0,-1-1 0 0 0,-1 3 0 0 0,-5 4 157 0 0,2-1 0 0 0,-1 1 0 0 0,1 1 0 0 0,0-1 0 0 0,1 1 0 0 0,0 1 0 0 0,0-1 0 0 0,1 1 1 0 0,-8 19-1 0 0,8-14-138 0 0,0 0 0 0 0,0 0 0 0 0,2 1 0 0 0,0-1 0 0 0,0 1 0 0 0,1 20 0 0 0,1-31-219 0 0,1-1 1 0 0,0 1-1 0 0,1 0 0 0 0,-1-1 1 0 0,1 1-1 0 0,0 0 0 0 0,0-1 1 0 0,1 1-1 0 0,-1-1 0 0 0,1 0 1 0 0,0 1-1 0 0,0-1 0 0 0,1 0 1 0 0,-1 0-1 0 0,1 0 0 0 0,0 0 1 0 0,0-1-1 0 0,0 1 1 0 0,0-1-1 0 0,0 0 0 0 0,1 0 1 0 0,0 0-1 0 0,0 0 0 0 0,0 0 1 0 0,0-1-1 0 0,0 0 0 0 0,0 0 1 0 0,0 0-1 0 0,1 0 0 0 0,-1-1 1 0 0,1 0-1 0 0,-1 0 0 0 0,1 0 1 0 0,0 0-1 0 0,7 0 0 0 0,-2-1-11 0 0,1 0-1 0 0,-1 0 1 0 0,0-1-1 0 0,0 0 1 0 0,0-1 0 0 0,0 0-1 0 0,-1-1 1 0 0,1 0-1 0 0,0 0 1 0 0,-1-1-1 0 0,0 0 1 0 0,0-1-1 0 0,0 0 1 0 0,0 0-1 0 0,14-13 1 0 0,-3-1-1209 0 0,0-1-1 0 0,24-34 1 0 0,-26 27-683 0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2:02.3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1 1 8002 0 0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1:54.2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178 405 5065 0 0,'-32'-5'1122'0'0,"-41"-2"0"0"0,2 1 842 0 0,71 6-1939 0 0,0 0 0 0 0,0 0 0 0 0,0 0 0 0 0,0 0 0 0 0,0 0 0 0 0,0 0 0 0 0,0 0 0 0 0,-1 0 1 0 0,1 0-1 0 0,0 0 0 0 0,0 0 0 0 0,0 0 0 0 0,0 0 0 0 0,0-1 0 0 0,0 1 0 0 0,0 0 0 0 0,0 0 0 0 0,0 0 1 0 0,0 0-1 0 0,0 0 0 0 0,0 0 0 0 0,0 0 0 0 0,0 0 0 0 0,0-1 0 0 0,-1 1 0 0 0,1 0 0 0 0,0 0 0 0 0,0 0 1 0 0,0 0-1 0 0,0 0 0 0 0,0 0 0 0 0,0 0 0 0 0,0-1 0 0 0,0 1 0 0 0,0 0 0 0 0,1 0 0 0 0,-1 0 1 0 0,0 0-1 0 0,0 0 0 0 0,0 0 0 0 0,0 0 0 0 0,0 0 0 0 0,0-1 0 0 0,0 1 0 0 0,0 0 0 0 0,0 0 0 0 0,0 0 1 0 0,0 0-1 0 0,0 0 0 0 0,0 0 0 0 0,0 0 0 0 0,1 0 0 0 0,-1 0 0 0 0,0 0 0 0 0,0 0 0 0 0,0 0 0 0 0,0 0 1 0 0,0 0-1 0 0,0-1 0 0 0,11-8 787 0 0,13-9 173 0 0,8 0-245 0 0,1 0 0 0 0,1 2 0 0 0,0 2-1 0 0,52-15 1 0 0,152-26 1525 0 0,-151 37-1422 0 0,102-14 276 0 0,-125 24-879 0 0,0-3-1 0 0,-1-3 1 0 0,111-39 0 0 0,-123 30-218 0 0,-29 12-630 0 0,0 1 1 0 0,45-13-1 0 0,-67 23 668 0 0,10-2-1727 0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1:54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250 120 2304 0 0,'-5'-1'-64'0'0,"-7"-1"483"0"0,0-1-1 0 0,1 0 1 0 0,-1-1-1 0 0,-18-9 1 0 0,27 11-217 0 0,0 1-1 0 0,0-1 1 0 0,1 0 0 0 0,-1 0 0 0 0,0-1-1 0 0,1 1 1 0 0,0 0 0 0 0,-1-1 0 0 0,1 0-1 0 0,0 1 1 0 0,0-1 0 0 0,1 0 0 0 0,-1 0-1 0 0,1 0 1 0 0,-1 0 0 0 0,1 0-1 0 0,0-1 1 0 0,0 1 0 0 0,0 0 0 0 0,1 0-1 0 0,-2-6 1 0 0,3 7 105 0 0,-2 1-1 0 0,1-1 1 0 0,0 0 0 0 0,0 0-1 0 0,0 1 1 0 0,-1-1-1 0 0,1 1 1 0 0,-1-1 0 0 0,1 0-1 0 0,-1 1 1 0 0,0-1 0 0 0,0 1-1 0 0,1-1 1 0 0,-1 1-1 0 0,0 0 1 0 0,-2-2 0 0 0,3 2-194 0 0,-1 1 0 0 0,1 0 0 0 0,0 0 0 0 0,-1 0 0 0 0,1 0 0 0 0,0 0 1 0 0,0 0-1 0 0,-1 0 0 0 0,1 0 0 0 0,0 0 0 0 0,-1 0 0 0 0,1 0 0 0 0,-4 2 1811 0 0,3-1-1811 0 0,-8 17 1064 0 0,-14 59-384 0 0,-22 129 1 0 0,38-168-613 0 0,3-13-59 0 0,-13 84 192 0 0,16-97-234 0 0,0-1 1 0 0,1 0 0 0 0,1 0-1 0 0,0 0 1 0 0,0 0-1 0 0,1 0 1 0 0,5 17 0 0 0,-6-25-59 0 0,1 1 0 0 0,-1-1 0 0 0,1 1 0 0 0,-1-1 1 0 0,1 0-1 0 0,0 0 0 0 0,1 0 0 0 0,-1 0 0 0 0,0 0 1 0 0,1-1-1 0 0,0 1 0 0 0,-1-1 0 0 0,1 0 0 0 0,0 1 0 0 0,0-1 1 0 0,1 0-1 0 0,3 1 0 0 0,-1-1 17 0 0,0 0-1 0 0,-1 0 0 0 0,1-1 1 0 0,0 0-1 0 0,0 0 1 0 0,0-1-1 0 0,0 1 1 0 0,0-1-1 0 0,11-2 1 0 0,2-1 16 0 0,0-2 0 0 0,0 0 0 0 0,-1-1 0 0 0,1-1 0 0 0,25-13 1 0 0,190-108-2074 0 0,-200 111-5393 0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1:55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11058 0 0,'-1'-1'7712'0'0,"5"10"-4501"0"0,18 53-3102 0 0,16 167 289 0 0,-4-15-1153 0 0,-22-171-314 0 0,-2-15-2379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1:55.6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1 143 7370 0 0,'3'-8'300'0'0,"1"1"1"0"0,0 0-1 0 0,0-1 1 0 0,1 1 0 0 0,-1 1-1 0 0,2-1 1 0 0,-1 1-1 0 0,1 0 1 0 0,0 0 0 0 0,0 0-1 0 0,0 1 1 0 0,1 0-1 0 0,0 0 1 0 0,8-4-1 0 0,-3 3 199 0 0,0-1 0 0 0,0 1 0 0 0,0 1 0 0 0,1 0 0 0 0,0 1 0 0 0,-1 1 0 0 0,1 0 0 0 0,16-2 0 0 0,-23 5-432 0 0,0-1 0 0 0,0 2-1 0 0,0-1 1 0 0,-1 0 0 0 0,1 1 0 0 0,0 0 0 0 0,0 1 0 0 0,-1-1 0 0 0,1 1 0 0 0,-1 0-1 0 0,1 1 1 0 0,-1-1 0 0 0,0 1 0 0 0,0 0 0 0 0,0 0 0 0 0,0 1 0 0 0,-1-1-1 0 0,1 1 1 0 0,-1 0 0 0 0,0 0 0 0 0,0 1 0 0 0,0-1 0 0 0,-1 1 0 0 0,0 0 0 0 0,1 0-1 0 0,-2 0 1 0 0,1 0 0 0 0,-1 0 0 0 0,1 1 0 0 0,-1-1 0 0 0,1 10 0 0 0,0-3 65 0 0,0 0 0 0 0,-1 1 0 0 0,0-1 0 0 0,-1 1 0 0 0,-1-1 0 0 0,0 1-1 0 0,0 0 1 0 0,-2-1 0 0 0,1 1 0 0 0,-2-1 0 0 0,1 1 0 0 0,-2-1 0 0 0,-8 20 0 0 0,9-25-323 0 0,-1 0 0 0 0,0-1 0 0 0,0 1 0 0 0,0-1-1 0 0,-1 0 1 0 0,0-1 0 0 0,-10 10 0 0 0,9-10-1080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1:56.4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49 5065 0 0,'-40'-24'16129'0'0,"12"48"-14398"0"0,26-22-1731 0 0,0 0 0 0 0,0 0 0 0 0,1 0 0 0 0,-1 0 0 0 0,1 0 0 0 0,0 1 0 0 0,0-1 0 0 0,0 0 0 0 0,0 1 1 0 0,0-1-1 0 0,0 1 0 0 0,0-1 0 0 0,1 1 0 0 0,0 0 0 0 0,-1-1 0 0 0,1 1 0 0 0,0-1 0 0 0,0 1 0 0 0,0 0 0 0 0,0-1 0 0 0,1 1 0 0 0,-1-1 0 0 0,2 4 0 0 0,2 5 3 0 0,0 0-1 0 0,1 0 0 0 0,0-1 0 0 0,7 11 0 0 0,1 2 7 0 0,-10-18-7 0 0,8 17 2 0 0,1 0 0 0 0,20 26 0 0 0,-29-44-5 0 0,0 1 1 0 0,1-1 0 0 0,-1 0 0 0 0,1 0 0 0 0,0-1 0 0 0,0 1 0 0 0,0-1-1 0 0,1 0 1 0 0,-1 0 0 0 0,1 0 0 0 0,-1-1 0 0 0,1 0 0 0 0,0 1 0 0 0,0-2-1 0 0,0 1 1 0 0,0-1 0 0 0,8 2 0 0 0,-9-3-17 0 0,0-1 0 0 0,0 1-1 0 0,0-1 1 0 0,0 0 0 0 0,0 0 0 0 0,0-1 0 0 0,0 1 0 0 0,-1-1 0 0 0,1 0-1 0 0,-1 0 1 0 0,1 0 0 0 0,-1 0 0 0 0,0 0 0 0 0,1-1 0 0 0,-1 0-1 0 0,-1 1 1 0 0,1-1 0 0 0,0 0 0 0 0,-1-1 0 0 0,1 1 0 0 0,-1 0 0 0 0,0-1-1 0 0,0 1 1 0 0,2-8 0 0 0,4-5-73 0 0,-1 0 1 0 0,-1-1-1 0 0,-1 0 0 0 0,4-22 0 0 0,1-22 182 0 0,-5 30 57 0 0,16-57 0 0 0,-21 88-145 0 0,0 0 0 0 0,0 0 1 0 0,0 0-1 0 0,1-1 0 0 0,-1 1 1 0 0,0 0-1 0 0,0 0 0 0 0,1 0 0 0 0,-1 0 1 0 0,0 0-1 0 0,0 0 0 0 0,1 0 1 0 0,-1 0-1 0 0,0 0 0 0 0,0 0 0 0 0,1 0 1 0 0,-1 0-1 0 0,0 0 0 0 0,0 0 1 0 0,1 0-1 0 0,-1 0 0 0 0,0 0 0 0 0,0 0 1 0 0,0 1-1 0 0,1-1 0 0 0,-1 0 1 0 0,0 0-1 0 0,0 0 0 0 0,1 0 0 0 0,-1 0 1 0 0,0 1-1 0 0,0-1 0 0 0,0 0 1 0 0,0 0-1 0 0,1 0 0 0 0,-1 1 0 0 0,0-1 1 0 0,0 0-1 0 0,0 0 0 0 0,0 0 1 0 0,0 1-1 0 0,0-1 0 0 0,1 1 0 0 0,8 10 238 0 0,-9-10-232 0 0,96 142 400 0 0,-36-50-284 0 0,-48-76-541 0 0,1 3 499 0 0,1-1 1 0 0,17 19 0 0 0,-26-32-1352 0 0,1-1 0 0 0,0 0 0 0 0,1 0 0 0 0,-1 0 0 0 0,14 7 0 0 0,-5-5-5493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1:57.0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34 456 0 0,'-33'-26'26347'0'0,"26"19"-28213"0"0,8 11 1875 0 0,0 1 0 0 0,1-1 0 0 0,0 1-1 0 0,-1-1 1 0 0,2 0 0 0 0,3 7 0 0 0,4 7-3 0 0,76 174-889 0 0,149 242-1 0 0,-230-426 180 0 0,0 0 0 0 0,1 0 0 0 0,-1 0 0 0 0,2-1 0 0 0,11 11-1 0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1:57.5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250 106 4609 0 0,'4'-16'2258'0'0,"8"-31"3156"0"0,-12 45-5180 0 0,0 0 0 0 0,1 0 0 0 0,-1 0 0 0 0,0 1 0 0 0,0-1 0 0 0,0 0 0 0 0,0 0 0 0 0,0 0 0 0 0,-1 0 0 0 0,1 0 0 0 0,-1 0 0 0 0,1 0 0 0 0,-1 1 0 0 0,0-1 0 0 0,1 0 0 0 0,-1 0 0 0 0,0 1 0 0 0,0-1 0 0 0,-2-2 0 0 0,2 3-145 0 0,-1 1-1 0 0,1-1 1 0 0,-1 1 0 0 0,0-1-1 0 0,1 1 1 0 0,-1 0 0 0 0,1-1-1 0 0,-1 1 1 0 0,0 0 0 0 0,1 0-1 0 0,-1 0 1 0 0,1 0 0 0 0,-1 0 0 0 0,0 1-1 0 0,1-1 1 0 0,-1 0 0 0 0,1 1-1 0 0,-1-1 1 0 0,1 1 0 0 0,-1 0-1 0 0,1-1 1 0 0,-1 1 0 0 0,1 0-1 0 0,0 0 1 0 0,-1 0 0 0 0,1 0-1 0 0,-2 2 1 0 0,-37 33 479 0 0,39-35-536 0 0,-22 23 137 0 0,1 1 0 0 0,1 1 0 0 0,1 1 0 0 0,1 1 0 0 0,2 1 1 0 0,1 0-1 0 0,-13 32 0 0 0,28-59-167 0 0,1-1 0 0 0,-1 0 1 0 0,1 0-1 0 0,-1 1 1 0 0,1-1-1 0 0,-1 1 1 0 0,1-1-1 0 0,0 0 1 0 0,-1 1-1 0 0,1-1 1 0 0,0 1-1 0 0,0-1 0 0 0,0 1 1 0 0,0-1-1 0 0,1 1 1 0 0,-1-1-1 0 0,0 1 1 0 0,1-1-1 0 0,-1 0 1 0 0,0 1-1 0 0,1-1 1 0 0,0 0-1 0 0,-1 1 0 0 0,1-1 1 0 0,0 0-1 0 0,0 0 1 0 0,0 1-1 0 0,-1-1 1 0 0,1 0-1 0 0,0 0 1 0 0,1 0-1 0 0,0 1 1 0 0,2 0-9 0 0,0-1 0 0 0,0 1 0 0 0,0-1 0 0 0,0 0 0 0 0,0 0 0 0 0,0 0 0 0 0,0-1 0 0 0,0 0 0 0 0,0 1 0 0 0,8-2 1 0 0,8-1-9 0 0,1-1 1 0 0,0-1 0 0 0,26-8 0 0 0,-28 6-90 0 0,0 1-1 0 0,0 1 1 0 0,0 1-1 0 0,23-1 1 0 0,-41 4 80 0 0,1 0-1 0 0,-1 0 0 0 0,1 0 1 0 0,-1 0-1 0 0,0 0 1 0 0,1 0-1 0 0,-1 0 1 0 0,0 1-1 0 0,1-1 1 0 0,-1 0-1 0 0,0 1 1 0 0,1-1-1 0 0,-1 1 0 0 0,0-1 1 0 0,0 1-1 0 0,0 0 1 0 0,1 0-1 0 0,-1-1 1 0 0,0 1-1 0 0,0 0 1 0 0,0 0-1 0 0,0 0 0 0 0,0 0 1 0 0,-1 0-1 0 0,1 0 1 0 0,1 2-1 0 0,-1 0 11 0 0,-1-1-1 0 0,1 0 1 0 0,-1 1-1 0 0,0-1 1 0 0,0 1-1 0 0,0-1 1 0 0,0 0-1 0 0,0 1 1 0 0,0-1-1 0 0,-1 1 1 0 0,1-1-1 0 0,-1 0 0 0 0,-1 5 1 0 0,-4 7 78 0 0,-1 1 0 0 0,0-1 0 0 0,-14 19 0 0 0,20-32-57 0 0,-122 159-1145 0 0,112-147-56 0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1:57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0 1376 0 0,'-9'14'13411'0'0,"-7"13"-8875"0"0,7-10-4374 0 0,0 0 0 0 0,-10 28-1 0 0,13-24 24 0 0,0 0-1 0 0,2 1 1 0 0,-4 35 0 0 0,7-51-181 0 0,1 0 1 0 0,0 1 0 0 0,0-1 0 0 0,1 0 0 0 0,-1 0-1 0 0,1 0 1 0 0,1 0 0 0 0,-1 0 0 0 0,1-1 0 0 0,0 1-1 0 0,0 0 1 0 0,0-1 0 0 0,1 1 0 0 0,0-1 0 0 0,0 0-1 0 0,1 0 1 0 0,-1 0 0 0 0,6 5 0 0 0,-8-9-20 0 0,0 0 1 0 0,0 0 0 0 0,0 0-1 0 0,0-1 1 0 0,0 1 0 0 0,0 0-1 0 0,0 0 1 0 0,0-1 0 0 0,0 1-1 0 0,1-1 1 0 0,-1 1-1 0 0,0-1 1 0 0,0 1 0 0 0,1-1-1 0 0,-1 0 1 0 0,0 0 0 0 0,1 0-1 0 0,-1 0 1 0 0,0 0 0 0 0,1 0-1 0 0,-1 0 1 0 0,0 0 0 0 0,1 0-1 0 0,-1 0 1 0 0,2-1 0 0 0,-1 0-83 0 0,1-1 1 0 0,-1 1 0 0 0,0-1 0 0 0,0 1 0 0 0,0-1-1 0 0,0 0 1 0 0,0 0 0 0 0,0 0 0 0 0,0 0 0 0 0,0 0-1 0 0,2-4 1 0 0,2-5-377 0 0,-1 0-1 0 0,1 0 0 0 0,-2 0 1 0 0,5-16-1 0 0,-2-1 226 0 0,-2 1 0 0 0,2-33 0 0 0,0-4 1655 0 0,-7 63-1303 0 0,0 0-1 0 0,0 0 0 0 0,0-1 1 0 0,0 1-1 0 0,1 0 1 0 0,-1 0-1 0 0,0-1 1 0 0,1 1-1 0 0,-1 0 0 0 0,0 0 1 0 0,1 0-1 0 0,-1 0 1 0 0,1-1-1 0 0,0 1 1 0 0,-1 0-1 0 0,1 0 1 0 0,0 0-1 0 0,0 0 0 0 0,0 1 1 0 0,1-2-1 0 0,-1 2-36 0 0,-1 0 0 0 0,1 0-1 0 0,0 0 1 0 0,0 1 0 0 0,-1-1-1 0 0,1 0 1 0 0,0 1-1 0 0,-1-1 1 0 0,1 0 0 0 0,0 1-1 0 0,-1-1 1 0 0,1 1 0 0 0,-1-1-1 0 0,1 1 1 0 0,0 0-1 0 0,-1-1 1 0 0,0 1 0 0 0,1-1-1 0 0,-1 1 1 0 0,1 0 0 0 0,-1-1-1 0 0,0 1 1 0 0,1 1 0 0 0,22 53 1037 0 0,-22-52-1156 0 0,10 30 19 0 0,-3-7 295 0 0,1-1 0 0 0,22 45 0 0 0,-28-64-456 0 0,0-1-1 0 0,1 1 0 0 0,0-1 1 0 0,0 1-1 0 0,0-1 1 0 0,1-1-1 0 0,-1 1 0 0 0,1 0 1 0 0,0-1-1 0 0,0 0 0 0 0,1 0 1 0 0,0-1-1 0 0,-1 0 0 0 0,1 0 1 0 0,0 0-1 0 0,12 4 1 0 0,-1-4-6949 0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1:58.1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 4609 0 0,'4'-6'9876'0'0,"5"21"-6307"0"0,7 23-1847 0 0,13 27-106 0 0,70 114 0 0 0,-59-113-2965 0 0,38 89 1 0 0,-69-135-1023 0 0,-2-3-4295 0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1:58.3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0 155 5065 0 0,'9'-7'6394'0'0,"10"-11"-3630"0"0,88-57 1716 0 0,-50 37-6278 0 0,-33 21-4313 0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1:58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5529 0 0,'4'2'400'0'0,"0"0"-1"0"0,0 0 1 0 0,0 0-1 0 0,0 1 0 0 0,-1 0 1 0 0,1-1-1 0 0,-1 1 1 0 0,0 0-1 0 0,1 1 1 0 0,-2-1-1 0 0,1 0 1 0 0,0 1-1 0 0,-1 0 1 0 0,4 7-1 0 0,14 20 4828 0 0,23 55 1 0 0,-28-44-5764 0 0,-4 0-4747 0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1:58.6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7 13419 0 0,'-1'-1'158'0'0,"0"0"0"0"0,0 1 1 0 0,0-1-1 0 0,0 0 0 0 0,0 1 1 0 0,0-1-1 0 0,-1 1 0 0 0,1 0 1 0 0,0-1-1 0 0,0 1 0 0 0,-1 0 0 0 0,1 0 1 0 0,0 0-1 0 0,-1 0 0 0 0,1 0 1 0 0,0 0-1 0 0,-1 0 0 0 0,1 0 1 0 0,0 0-1 0 0,0 0 0 0 0,-1 1 1 0 0,1-1-1 0 0,0 1 0 0 0,0-1 0 0 0,0 1 1 0 0,-1-1-1 0 0,1 1 0 0 0,-1 1 1 0 0,1-1 11 0 0,0 0 0 0 0,0 1 1 0 0,0-1-1 0 0,0 0 0 0 0,1 1 0 0 0,-1-1 1 0 0,1 1-1 0 0,-1-1 0 0 0,1 1 1 0 0,0-1-1 0 0,-1 1 0 0 0,1-1 1 0 0,0 1-1 0 0,0-1 0 0 0,0 1 1 0 0,0-1-1 0 0,0 1 0 0 0,0-1 1 0 0,1 1-1 0 0,-1-1 0 0 0,0 1 0 0 0,1-1 1 0 0,-1 1-1 0 0,2 2 0 0 0,27 45-473 0 0,-16-28-1498 0 0,0-1-5471 0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1:59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0 102 6625 0 0,'3'-8'182'0'0,"0"1"1"0"0,0 0-1 0 0,1 1 0 0 0,0-1 0 0 0,0 0 0 0 0,10-10 0 0 0,-13 15 119 0 0,1 0 0 0 0,0 0-1 0 0,-1 0 1 0 0,1 0 0 0 0,0 0 0 0 0,0 1 0 0 0,0-1 0 0 0,1 1-1 0 0,-1-1 1 0 0,0 1 0 0 0,1 0 0 0 0,-1 0 0 0 0,0 0 0 0 0,1 0-1 0 0,-1 1 1 0 0,1-1 0 0 0,-1 1 0 0 0,1-1 0 0 0,0 1-1 0 0,-1 0 1 0 0,1 0 0 0 0,-1 0 0 0 0,1 0 0 0 0,2 1 0 0 0,0 1-4 0 0,-1 0 0 0 0,1 1 0 0 0,-1-1 0 0 0,0 1 1 0 0,0 0-1 0 0,0 0 0 0 0,0 0 0 0 0,-1 1 0 0 0,1-1 0 0 0,-1 1 1 0 0,0 0-1 0 0,0 0 0 0 0,4 6 0 0 0,28 59 688 0 0,-25-49-1101 0 0,-1 1 1 0 0,-1 0-1 0 0,-1 1 1 0 0,-1-1-1 0 0,-1 1 1 0 0,0 1-1 0 0,0 23 1 0 0,-6-87-2276 0 0,0 20 2443 0 0,3-42 1 0 0,1 47 119 0 0,0-14 341 0 0,11-39-1 0 0,-13 62-308 0 0,1 1 0 0 0,0-1 0 0 0,1 0 0 0 0,0 1-1 0 0,0-1 1 0 0,0 1 0 0 0,1 0 0 0 0,0 0 0 0 0,0 0 0 0 0,0 1-1 0 0,8-8 1 0 0,-10 12-167 0 0,-1-1 1 0 0,1 1-1 0 0,0 0 0 0 0,0 0 1 0 0,0 0-1 0 0,0 0 0 0 0,0 0 1 0 0,0 1-1 0 0,0-1 0 0 0,0 1 1 0 0,0-1-1 0 0,0 1 0 0 0,1 0 0 0 0,-1 0 1 0 0,0-1-1 0 0,0 2 0 0 0,0-1 1 0 0,0 0-1 0 0,0 0 0 0 0,1 1 1 0 0,-1-1-1 0 0,0 1 0 0 0,0 0 0 0 0,0-1 1 0 0,0 1-1 0 0,0 0 0 0 0,0 0 1 0 0,-1 0-1 0 0,1 1 0 0 0,0-1 1 0 0,0 0-1 0 0,-1 1 0 0 0,1-1 1 0 0,2 4-1 0 0,6 6 309 0 0,0 0 0 0 0,-1 1-1 0 0,16 24 1 0 0,-18-24-285 0 0,32 43-1839 0 0,8-6-3407 0 0,-30-34-2031 0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1:59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242 110 11522 0 0,'-7'-11'714'0'0,"0"1"0"0"0,0 0-1 0 0,-1 0 1 0 0,-1 1-1 0 0,0 0 1 0 0,-18-14 0 0 0,23 20-578 0 0,1 0 1 0 0,0 0-1 0 0,-1 1 1 0 0,0 0 0 0 0,0 0-1 0 0,1 0 1 0 0,-1 0-1 0 0,0 0 1 0 0,-1 1 0 0 0,1 0-1 0 0,0-1 1 0 0,0 2 0 0 0,0-1-1 0 0,-1 0 1 0 0,1 1-1 0 0,0 0 1 0 0,-1 0 0 0 0,1 0-1 0 0,-1 1 1 0 0,1-1-1 0 0,0 1 1 0 0,0 0 0 0 0,-5 2-1 0 0,5 0-84 0 0,0 0 0 0 0,0 0 0 0 0,0 0 0 0 0,1 1 0 0 0,-1-1 0 0 0,1 1 0 0 0,0 0 0 0 0,0 0 0 0 0,0 0 0 0 0,1 0-1 0 0,0 1 1 0 0,-1-1 0 0 0,2 1 0 0 0,-1-1 0 0 0,-2 10 0 0 0,-1 5 28 0 0,1 0-1 0 0,-3 32 1 0 0,7-42-59 0 0,-1-1 1 0 0,1 0 0 0 0,1 1-1 0 0,-1-1 1 0 0,1 0-1 0 0,1 1 1 0 0,0-1-1 0 0,0 0 1 0 0,0 0 0 0 0,7 13-1 0 0,-7-18-21 0 0,-1-1-1 0 0,1 1 0 0 0,0-1 1 0 0,-1 0-1 0 0,1 1 1 0 0,0-1-1 0 0,0 0 1 0 0,0 0-1 0 0,1 0 0 0 0,-1-1 1 0 0,0 1-1 0 0,1 0 1 0 0,-1-1-1 0 0,1 0 1 0 0,-1 0-1 0 0,1 1 0 0 0,0-2 1 0 0,0 1-1 0 0,-1 0 1 0 0,1 0-1 0 0,0-1 1 0 0,0 0-1 0 0,0 1 0 0 0,0-1 1 0 0,0 0-1 0 0,-1 0 1 0 0,1-1-1 0 0,0 1 1 0 0,0-1-1 0 0,0 1 0 0 0,0-1 1 0 0,-1 0-1 0 0,1 0 1 0 0,4-2-1 0 0,-2 0-34 0 0,1 0-1 0 0,0-1 1 0 0,-1 1 0 0 0,0-1-1 0 0,0 0 1 0 0,0-1-1 0 0,0 1 1 0 0,0-1 0 0 0,-1 0-1 0 0,0 0 1 0 0,0-1-1 0 0,-1 1 1 0 0,4-8 0 0 0,-3 6 166 0 0,1 1-1 0 0,-1-1 1 0 0,1 1 0 0 0,0 0 0 0 0,0 0 0 0 0,1 0 0 0 0,11-9 0 0 0,-15 15-98 0 0,-1-1 0 0 0,1 0 0 0 0,-1 1 0 0 0,1 0-1 0 0,0-1 1 0 0,-1 1 0 0 0,1 0 0 0 0,-1 0 0 0 0,1 0 0 0 0,0 0-1 0 0,-1 0 1 0 0,1 0 0 0 0,-1 1 0 0 0,1-1 0 0 0,-1 1 0 0 0,1-1-1 0 0,-1 1 1 0 0,1-1 0 0 0,-1 1 0 0 0,1 0 0 0 0,-1-1 0 0 0,1 1-1 0 0,-1 0 1 0 0,0 0 0 0 0,0 0 0 0 0,1 0 0 0 0,-1 0 0 0 0,0 1-1 0 0,0-1 1 0 0,0 0 0 0 0,0 0 0 0 0,1 3 0 0 0,4 4 58 0 0,0 0-1 0 0,-1 1 1 0 0,8 15 0 0 0,-2 3-22 0 0,-1 0 0 0 0,-1 1 0 0 0,-1 0-1 0 0,-2 0 1 0 0,-1 1 0 0 0,-1-1 0 0 0,-1 1 0 0 0,-2 0-1 0 0,-1 0 1 0 0,-1 0 0 0 0,-1 0 0 0 0,-10 46 0 0 0,7-52-53 0 0,-1 0 1 0 0,-1 0 0 0 0,-1-1 0 0 0,-1 0 0 0 0,0 0-1 0 0,-2-1 1 0 0,-1 0 0 0 0,0-1 0 0 0,-2-1-1 0 0,0 0 1 0 0,-1 0 0 0 0,-1-2 0 0 0,0 0 0 0 0,-2 0-1 0 0,-36 25 1 0 0,27-26-978 0 0,-3-3-4653 0 0,4-5-1974 0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2:00.2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18 10594 0 0,'-21'-17'8686'0'0,"34"26"-7515"0"0,37 44-569 0 0,-2 3 1 0 0,-2 1-1 0 0,52 86 0 0 0,23 30-3670 0 0,-109-156-1889 0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2:00.4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1 127 2304 0 0,'0'-3'130'0'0,"-1"0"-1"0"0,1 1 0 0 0,0-1 1 0 0,1 0-1 0 0,-1 1 0 0 0,0-1 0 0 0,1 1 1 0 0,-1-1-1 0 0,1 0 0 0 0,0 1 1 0 0,0-1-1 0 0,0 1 0 0 0,0 0 0 0 0,1-1 1 0 0,-1 1-1 0 0,2-3 0 0 0,33-29 3915 0 0,-31 29-3840 0 0,2 0 350 0 0,-1 1 0 0 0,1-1 0 0 0,0 1 0 0 0,0 1 0 0 0,0-1 0 0 0,0 1 0 0 0,1 0 0 0 0,-1 1 0 0 0,1 0 0 0 0,0 0 0 0 0,-1 0 0 0 0,1 1 1 0 0,14 0-1 0 0,-17 1-426 0 0,-1 0 0 0 0,1 1 0 0 0,0-1 0 0 0,-1 1 0 0 0,1 0 0 0 0,-1 0 0 0 0,0 1 0 0 0,1-1 0 0 0,-1 1 0 0 0,0 0 0 0 0,0 0 0 0 0,0 1 0 0 0,0-1 0 0 0,0 1 0 0 0,-1 0 0 0 0,1 0 0 0 0,-1 0 0 0 0,0 0 0 0 0,0 1 0 0 0,0-1 0 0 0,0 1 0 0 0,0 0 0 0 0,-1 0 0 0 0,0 0 0 0 0,3 6 0 0 0,-3-5-124 0 0,-1 1 0 0 0,0-1 0 0 0,0 1 0 0 0,0-1 0 0 0,-1 1 1 0 0,0-1-1 0 0,0 1 0 0 0,0 0 0 0 0,0-1 0 0 0,-1 1 0 0 0,0-1 0 0 0,0 1 0 0 0,-1-1 0 0 0,-4 11 1 0 0,-3 5 1 0 0,0 0 1 0 0,-16 23-1 0 0,23-40-7 0 0,-64 99-806 0 0,58-92 471 0 0,0 0-1 0 0,-1-1 1 0 0,0 0 0 0 0,-1-1-1 0 0,0 0 1 0 0,-1 0-1 0 0,-11 6 1 0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2:00.9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 28 2761 0 0,'37'-27'1819'0'0,"-50"34"1408"0"0,-5 4-1392 0 0,1 0 0 0 0,0 2 0 0 0,-20 19 0 0 0,21-17-1067 0 0,2 0-1 0 0,0 1 1 0 0,-16 25 0 0 0,21-27-602 0 0,1 0 0 0 0,1 0 0 0 0,0 1 0 0 0,0 0 0 0 0,1 0 0 0 0,1 1 0 0 0,1-1 0 0 0,0 1 0 0 0,1 0 0 0 0,1 0 0 0 0,0 31 0 0 0,2-36-121 0 0,1 0 0 0 0,0 1 1 0 0,4 14-1 0 0,-5-25-47 0 0,0 0 0 0 0,1 1 1 0 0,-1-1-1 0 0,1 0 0 0 0,-1 0 0 0 0,1 1 0 0 0,-1-1 0 0 0,1 0 1 0 0,0 0-1 0 0,0 0 0 0 0,-1 0 0 0 0,1 0 0 0 0,0 0 0 0 0,0 0 1 0 0,0 0-1 0 0,0 0 0 0 0,1 0 0 0 0,0 0-5 0 0,-1-1 0 0 0,0 0 0 0 0,0 0 0 0 0,0 0 0 0 0,0 0 0 0 0,0 0 0 0 0,0-1 0 0 0,0 1 0 0 0,0 0 0 0 0,0 0 0 0 0,0-1 0 0 0,0 1 0 0 0,0-1 0 0 0,0 1 0 0 0,0-1 0 0 0,0 1 0 0 0,-1-1 0 0 0,1 1 1 0 0,0-1-1 0 0,0 0 0 0 0,0 1 0 0 0,-1-1 0 0 0,1 0 0 0 0,0 0 0 0 0,-1 0 0 0 0,2 0 0 0 0,7-11-58 0 0,0 0 1 0 0,0 0 0 0 0,-1 0 0 0 0,-1-1-1 0 0,0 0 1 0 0,8-24 0 0 0,23-90-62 0 0,-14 40 200 0 0,-24 84 12 0 0,1-1 0 0 0,0 1-1 0 0,1 0 1 0 0,-1 0 0 0 0,1 0-1 0 0,-1 0 1 0 0,1 0 0 0 0,0 0-1 0 0,0 0 1 0 0,0 1 0 0 0,1-1-1 0 0,3-3 1 0 0,-5 6-38 0 0,0-1 1 0 0,1 1-1 0 0,-1-1 1 0 0,0 1-1 0 0,1 0 1 0 0,-1-1-1 0 0,0 1 0 0 0,0 0 1 0 0,1 0-1 0 0,-1 0 1 0 0,0 0-1 0 0,1 0 1 0 0,-1 0-1 0 0,0 1 0 0 0,1-1 1 0 0,-1 0-1 0 0,0 1 1 0 0,0-1-1 0 0,1 1 1 0 0,-1-1-1 0 0,0 1 1 0 0,0 0-1 0 0,0-1 0 0 0,0 1 1 0 0,0 0-1 0 0,0 0 1 0 0,0 0-1 0 0,0 0 1 0 0,0 0-1 0 0,0 0 0 0 0,0 0 1 0 0,0 0-1 0 0,1 2 1 0 0,36 45 418 0 0,28 30-186 0 0,-58-70-232 0 0,1 0-1 0 0,-1-1 1 0 0,2 0 0 0 0,-1 0-1 0 0,1-1 1 0 0,19 9-1 0 0,-23-13-517 0 0,0 0 0 0 0,1 0 1 0 0,0-1-1 0 0,-1 0 0 0 0,1 0 0 0 0,0 0 1 0 0,11-1-1 0 0,3-2-6783 0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2:01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10 247 5985 0 0,'-1'1'148'0'0,"0"0"-1"0"0,0 0 0 0 0,0 0 0 0 0,1 0 1 0 0,-1 0-1 0 0,0 0 0 0 0,1 0 0 0 0,-1 0 1 0 0,1 0-1 0 0,-1 0 0 0 0,1 0 1 0 0,0 1-1 0 0,-1-1 0 0 0,1 0 0 0 0,0 0 1 0 0,0 0-1 0 0,0 1 0 0 0,0-1 1 0 0,0 0-1 0 0,0 0 0 0 0,0 0 0 0 0,0 1 1 0 0,0-1-1 0 0,1 0 0 0 0,-1 0 0 0 0,0 0 1 0 0,1 0-1 0 0,-1 0 0 0 0,1 0 1 0 0,-1 0-1 0 0,1 0 0 0 0,0 0 0 0 0,-1 0 1 0 0,1 0-1 0 0,0 0 0 0 0,0 0 1 0 0,0 0-1 0 0,0 0 0 0 0,0-1 0 0 0,1 2 1 0 0,3 2 367 0 0,0 0 0 0 0,1 0 0 0 0,-1-1 0 0 0,1 1 0 0 0,12 4 0 0 0,75 20 3488 0 0,-60-19-2586 0 0,51 20 0 0 0,-79-26-838 0 0,-15-5-312 0 0,-17-7-236 0 0,18 5-18 0 0,0-1 0 0 0,1 0 0 0 0,-1-1 0 0 0,1 0 0 0 0,0 0 0 0 0,0-1 0 0 0,1 0 0 0 0,0 0 0 0 0,0-1 0 0 0,1 0 0 0 0,0 0 0 0 0,1-1 0 0 0,-1 1 0 0 0,1-1 0 0 0,1 0 0 0 0,0 0 0 0 0,-6-19 0 0 0,7 15-236 0 0,0 0 0 0 0,0-1-1 0 0,2 1 1 0 0,-1-1 0 0 0,2-19 0 0 0,1 19-866 0 0,0 0 0 0 0,1 0 0 0 0,1 0 0 0 0,0 0 0 0 0,6-15 0 0 0,2 2-5458 0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2:01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0 10594 0 0,'-1'1'188'0'0,"-1"0"0"0"0,1-1 1 0 0,0 1-1 0 0,-1 0 0 0 0,1-1 0 0 0,0 1 0 0 0,-1 0 0 0 0,1 0 0 0 0,0 0 0 0 0,0 0 0 0 0,0 0 0 0 0,0 1 0 0 0,0-1 0 0 0,0 0 1 0 0,0 0-1 0 0,1 1 0 0 0,-1-1 0 0 0,0 1 0 0 0,1-1 0 0 0,-2 3 0 0 0,2-1 136 0 0,0 0 1 0 0,1-1-1 0 0,-1 1 1 0 0,0 0-1 0 0,1 0 1 0 0,0-1-1 0 0,0 1 1 0 0,-1 0-1 0 0,2-1 0 0 0,-1 1 1 0 0,1 2-1 0 0,26 50 1804 0 0,49 71-1 0 0,-22-48-1858 0 0,85 90 0 0 0,-49-80-962 0 0,-70-69 153 0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2:01.7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66 270 14283 0 0,'-14'4'644'0'0,"5"-2"225"0"0,0 1 1 0 0,0-1 0 0 0,-16 1-1 0 0,68-36 3636 0 0,193-108-2736 0 0,-129 80-1935 0 0,-38 21-1993 0 0,-50 31-5872 0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2:06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6236 111 5065 0 0,'-14'-9'2487'0'0,"13"9"-2186"0"0,0-1 0 0 0,0 0 0 0 0,0 1 1 0 0,1-1-1 0 0,-1 1 0 0 0,0-1 0 0 0,0 1 0 0 0,0-1 0 0 0,0 1 0 0 0,0 0 0 0 0,0-1 0 0 0,0 1 0 0 0,0 0 1 0 0,0 0-1 0 0,-2 0 0 0 0,2 1-174 0 0,0-1 0 0 0,1 1 0 0 0,-1 0 1 0 0,0 0-1 0 0,0 0 0 0 0,1 0 0 0 0,-1 0 1 0 0,0 0-1 0 0,1 0 0 0 0,-1 0 0 0 0,1 0 1 0 0,0 0-1 0 0,-1 0 0 0 0,1 0 0 0 0,0 1 0 0 0,-1-1 1 0 0,1 0-1 0 0,0 2 0 0 0,-6 34 513 0 0,1 0 0 0 0,2 1 1 0 0,2-1-1 0 0,1 1 0 0 0,9 61 0 0 0,2-38-638 0 0,23 77 1 0 0,-2-12-61 0 0,41 249-343 0 0,-34 5 274 0 0,-23-39-811 0 0,-4-252 499 0 0,-8-73 920 0 0,-1 1 0 0 0,-1 0 0 0 0,-1 0 0 0 0,0 0 0 0 0,-1 0-1 0 0,-3 22 1 0 0,1-34-381 0 0,-1 0-1 0 0,1 0 0 0 0,-1 0 0 0 0,0 0 1 0 0,-1-1-1 0 0,1 1 0 0 0,-1-1 1 0 0,0 0-1 0 0,0 0 0 0 0,0-1 1 0 0,0 1-1 0 0,-1-1 0 0 0,0 0 0 0 0,1 0 1 0 0,-1 0-1 0 0,0-1 0 0 0,-1 1 1 0 0,1-1-1 0 0,0-1 0 0 0,0 1 0 0 0,-7 1 1 0 0,-27 1-103 0 0,0 2 1 0 0,0 1 0 0 0,1 3-1 0 0,-41 15 1 0 0,35-13-14 0 0,0-2 1 0 0,-1-2-1 0 0,0-1 1 0 0,-1-3 0 0 0,1-1-1 0 0,-48-5 1 0 0,-58-8-366 0 0,80 4 19 0 0,-90 2 0 0 0,85 6 136 0 0,-1-4 0 0 0,1-3 0 0 0,-131-27 0 0 0,140 21 196 0 0,0 3 0 0 0,0 3 0 0 0,-71 3 0 0 0,-200 32-26 0 0,-104 15 292 0 0,270-36-208 0 0,71-5-12 0 0,-109 19 0 0 0,135-12-16 0 0,1-2 0 0 0,-1-4 0 0 0,-92-4 0 0 0,28-7 0 0 0,-235-17 0 0 0,176 15 0 0 0,-33-4 0 0 0,155 1-14 0 0,6 0-29 0 0,-1 3-1 0 0,-97 2 1 0 0,-208 19-165 0 0,8 20-2075 0 0,226-17 1750 0 0,-41-5 586 0 0,157-10-31 0 0,1 1 0 0 0,-1 1 0 0 0,0 1 0 0 0,1 1 0 0 0,0 1 1 0 0,-32 13-1 0 0,56-18-24 0 0,-1-1 1 0 0,0 1 0 0 0,0-1-1 0 0,0 0 1 0 0,0 1-1 0 0,0-1 1 0 0,0 0 0 0 0,0 0-1 0 0,0 0 1 0 0,0-1-1 0 0,1 1 1 0 0,-1 0 0 0 0,0-1-1 0 0,0 0 1 0 0,0 1-1 0 0,0-1 1 0 0,1 0 0 0 0,-1 0-1 0 0,0 0 1 0 0,1 0-1 0 0,-1 0 1 0 0,0 0 0 0 0,1 0-1 0 0,0 0 1 0 0,-1-1 0 0 0,1 1-1 0 0,0-1 1 0 0,-1 1-1 0 0,1-1 1 0 0,0 1 0 0 0,-1-4-1 0 0,-5-7 22 0 0,1 0 0 0 0,1 0 0 0 0,-7-23 0 0 0,5 14 3 0 0,-28-90 318 0 0,-38-215 0 0 0,58 245-342 0 0,-28-253 129 0 0,26-5 83 0 0,-1-4-97 0 0,16 320-114 0 0,-7-167 13 0 0,10 163-11 0 0,1 1 0 0 0,1 0-1 0 0,1 0 1 0 0,1 0 0 0 0,11-29 0 0 0,-2 11-31 0 0,2 2 0 0 0,2 0 1 0 0,2 1-1 0 0,25-38 0 0 0,-45 78 23 0 0,0 1 1 0 0,0-1-1 0 0,0 1 1 0 0,1 0 0 0 0,-1-1-1 0 0,0 1 1 0 0,0-1-1 0 0,0 1 1 0 0,1-1-1 0 0,-1 1 1 0 0,0-1-1 0 0,1 1 1 0 0,-1 0-1 0 0,0-1 1 0 0,1 1-1 0 0,-1 0 1 0 0,0-1-1 0 0,1 1 1 0 0,-1 0-1 0 0,1 0 1 0 0,-1-1-1 0 0,0 1 1 0 0,1 0-1 0 0,-1 0 1 0 0,1 0-1 0 0,-1-1 1 0 0,1 1 0 0 0,-1 0-1 0 0,1 0 1 0 0,-1 0-1 0 0,1 0 1 0 0,-1 0-1 0 0,1 0 1 0 0,-1 0-1 0 0,1 0 1 0 0,-1 0-1 0 0,1 0 1 0 0,-1 0-1 0 0,1 0 1 0 0,0 1-1 0 0,7 20-465 0 0,-8-19 445 0 0,1 0-1 0 0,-1 0 1 0 0,1 0-1 0 0,-1 0 1 0 0,1 0-1 0 0,-1 0 0 0 0,1 0 1 0 0,0 0-1 0 0,0 0 1 0 0,0 0-1 0 0,0-1 1 0 0,1 1-1 0 0,-1 0 1 0 0,0-1-1 0 0,1 1 0 0 0,-1-1 1 0 0,1 1-1 0 0,2 1 1 0 0,16 2 33 0 0,0-1 1 0 0,0-2-1 0 0,0 1 1 0 0,0-2-1 0 0,1-1 1 0 0,27-3-1 0 0,125-25 81 0 0,-58 7-60 0 0,-71 17-19 0 0,-1 3 1 0 0,1 1-1 0 0,68 9 1 0 0,-56-3 3 0 0,79-2 0 0 0,-44-6-13 0 0,-1 5 0 0 0,101 15 0 0 0,177 46 0 0 0,-208-34 0 0 0,-114-23 0 0 0,0-2 0 0 0,0-2 0 0 0,66-5 0 0 0,138-29 0 0 0,-141 18 73 0 0,0 5 0 0 0,146 8 0 0 0,-107 2-36 0 0,258-10 152 0 0,-220-13 265 0 0,-137 13-297 0 0,0 2 0 0 0,0 2 1 0 0,90 4-1 0 0,0 16-117 0 0,64 7 32 0 0,72-10-72 0 0,142 14 0 0 0,-332-15 16 0 0,63 6 53 0 0,-122-17-58 0 0,0-1 0 0 0,0-1-1 0 0,48-8 1 0 0,-65 7-10 0 0,179-30 258 0 0,-146 27-165 0 0,0 2 0 0 0,67 4 0 0 0,4 5 551 0 0,214-17 0 0 0,-290 6-925 0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8:32.6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38 3681 0 0,'-1'-2'633'0'0,"0"0"1"0"0,0-1-1 0 0,0 0 1 0 0,1 1-1 0 0,-1-1 1 0 0,5-19 9061 0 0,-4 21-9609 0 0,4 25 1462 0 0,15 481 257 0 0,-13-306-1779 0 0,-4-156-165 0 0,-2 16-332 0 0,3-1 0 0 0,3 1 0 0 0,19 86 0 0 0,-18-123-4101 0 0,0-2-1473 0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8:33.0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7 176 4145 0 0,'-1'-5'303'0'0,"-1"-1"0"0"0,1 0 0 0 0,0 1 0 0 0,0-1 1 0 0,1 0-1 0 0,0 0 0 0 0,0 0 0 0 0,0 0 0 0 0,1 1 0 0 0,0-1 0 0 0,0 0 1 0 0,0 0-1 0 0,1 1 0 0 0,-1-1 0 0 0,2 1 0 0 0,3-9 0 0 0,-4 9-55 0 0,0 1-1 0 0,1-1 1 0 0,-1 0-1 0 0,1 1 1 0 0,0 0-1 0 0,1 0 1 0 0,-1 0-1 0 0,1 0 1 0 0,-1 0-1 0 0,1 1 1 0 0,0 0-1 0 0,1-1 0 0 0,-1 1 1 0 0,0 1-1 0 0,1-1 1 0 0,0 1-1 0 0,-1 0 1 0 0,11-3-1 0 0,-12 4-212 0 0,0 1 0 0 0,0 0 0 0 0,1 0 0 0 0,-1 1 0 0 0,0-1 0 0 0,0 1 0 0 0,0-1 1 0 0,0 1-1 0 0,0 0 0 0 0,0 0 0 0 0,0 1 0 0 0,-1-1 0 0 0,1 0 0 0 0,0 1 0 0 0,-1 0 0 0 0,1-1 0 0 0,-1 1 0 0 0,1 0 0 0 0,-1 0 0 0 0,0 1 0 0 0,0-1 0 0 0,0 0 0 0 0,0 1 0 0 0,0-1 0 0 0,2 6 0 0 0,2 2-22 0 0,0 1-1 0 0,-1-1 1 0 0,0 1 0 0 0,-1 0-1 0 0,4 17 1 0 0,-4-7-30 0 0,-1-1-1 0 0,-1 1 1 0 0,-1 0 0 0 0,-1 0-1 0 0,-1 0 1 0 0,0-1-1 0 0,-2 1 1 0 0,0-1 0 0 0,-2 1-1 0 0,-13 38 1 0 0,0-12 160 0 0,-2-1 0 0 0,-2-1-1 0 0,-40 60 1 0 0,57-97-108 0 0,-8 13 266 0 0,13-20-293 0 0,0-1 0 0 0,0 0 0 0 0,-1 1 0 0 0,1-1 0 0 0,0 0 0 0 0,0 1 0 0 0,0-1 0 0 0,0 0 0 0 0,0 0 0 0 0,0 1 0 0 0,0-1 0 0 0,1 0 0 0 0,-1 1 0 0 0,0-1-1 0 0,0 0 1 0 0,0 1 0 0 0,0-1 0 0 0,0 0 0 0 0,0 0 0 0 0,0 1 0 0 0,1-1 0 0 0,-1 0 0 0 0,0 1 0 0 0,0-1 0 0 0,0 0 0 0 0,1 0 0 0 0,-1 0 0 0 0,0 1 0 0 0,0-1 0 0 0,1 0 0 0 0,-1 0 0 0 0,0 0 0 0 0,0 0 0 0 0,1 1 0 0 0,-1-1 0 0 0,0 0 0 0 0,1 0 0 0 0,-1 0 0 0 0,0 0 0 0 0,1 0-1 0 0,-1 0 1 0 0,0 0 0 0 0,0 0 0 0 0,1 0 0 0 0,-1 0 0 0 0,0 0 0 0 0,1 0 0 0 0,-1 0 0 0 0,0 0 0 0 0,1 0 0 0 0,-1 0 0 0 0,0 0 0 0 0,1 0 0 0 0,-1-1 0 0 0,0 1 0 0 0,0 0 0 0 0,1 0 0 0 0,-1 0 0 0 0,52-10 396 0 0,-41 6-524 0 0,1 2 0 0 0,-1 0 0 0 0,1 0 1 0 0,0 1-1 0 0,-1 0 0 0 0,1 1 0 0 0,0 0 1 0 0,0 1-1 0 0,18 4 0 0 0,-14 0-5393 0 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8:33.4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127 12 920 0 0,'-3'-2'424'0'0,"0"0"0"0"0,0 1 0 0 0,0 0 1 0 0,0 0-1 0 0,0 0 0 0 0,-1 0 0 0 0,1 0 0 0 0,0 1 0 0 0,0-1 0 0 0,-1 1 0 0 0,1 0 0 0 0,0 0 0 0 0,0 0 0 0 0,-1 0 0 0 0,1 0 0 0 0,0 1 1 0 0,0 0-1 0 0,-1 0 0 0 0,1 0 0 0 0,0 0 0 0 0,0 0 0 0 0,0 0 0 0 0,0 1 0 0 0,-3 2 0 0 0,2-1-246 0 0,0 1 0 0 0,1-1 0 0 0,-1 1-1 0 0,1 0 1 0 0,0 0 0 0 0,0 0 0 0 0,0 1 0 0 0,1-1-1 0 0,0 1 1 0 0,0-1 0 0 0,0 1 0 0 0,0 0 0 0 0,0 0-1 0 0,1 0 1 0 0,-1 6 0 0 0,1-1-170 0 0,0-1 0 0 0,0 0 1 0 0,1 1-1 0 0,1-1 0 0 0,-1 1 0 0 0,2-1 0 0 0,-1 1 1 0 0,1-1-1 0 0,1 0 0 0 0,-1 0 0 0 0,2 0 0 0 0,-1 0 1 0 0,1 0-1 0 0,0-1 0 0 0,7 10 0 0 0,-1-4 13 0 0,0-1 0 0 0,0 0 1 0 0,1 0-1 0 0,1-1 0 0 0,0-1 0 0 0,1 0 0 0 0,27 18 0 0 0,-39-28-7 0 0,1 0 0 0 0,-1 0 0 0 0,1 0 0 0 0,0 0 0 0 0,-1 0 0 0 0,1 0 0 0 0,0-1 0 0 0,0 1 0 0 0,0 0 0 0 0,-1-1 0 0 0,1 0 0 0 0,0 1 0 0 0,0-1 0 0 0,0 0 0 0 0,0 0 0 0 0,0 0 0 0 0,0 0 0 0 0,0 0 0 0 0,0 0 0 0 0,0-1 0 0 0,-1 1 0 0 0,1-1 0 0 0,0 1 0 0 0,0-1-1 0 0,0 0 1 0 0,-1 0 0 0 0,1 0 0 0 0,0 0 0 0 0,-1 0 0 0 0,4-2 0 0 0,-4 1 111 0 0,1 0 0 0 0,-1 0 0 0 0,1 0 0 0 0,-1 0 1 0 0,0-1-1 0 0,0 1 0 0 0,0 0 0 0 0,0-1 0 0 0,0 1 0 0 0,-1 0 0 0 0,1-1 0 0 0,-1 1 0 0 0,0-1 0 0 0,1 1 0 0 0,-1-1 0 0 0,0 1 0 0 0,0-1 0 0 0,-1 1 0 0 0,1-1 0 0 0,0 1 0 0 0,-1-1 0 0 0,0 1 0 0 0,-1-4 0 0 0,-4-10 336 0 0,0 1 0 0 0,-1 1 0 0 0,-1-1-1 0 0,-13-17 1 0 0,16 24-459 0 0,-1 1-1 0 0,1 0 1 0 0,-1 1-1 0 0,-1 0 1 0 0,1 0-1 0 0,-1 0 1 0 0,0 0-1 0 0,-1 1 1 0 0,-12-7-1 0 0,4 9-937 0 0,11 3 8 0 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8:33.7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143 25 2761 0 0,'1'-1'269'0'0,"-1"0"0"0"0,0 0 0 0 0,0 0 1 0 0,0 0-1 0 0,0 0 0 0 0,0 0 0 0 0,0 0 1 0 0,0 0-1 0 0,0 0 0 0 0,0 0 0 0 0,0 0 0 0 0,-1 0 1 0 0,1 1-1 0 0,0-1 0 0 0,-1 0 0 0 0,1 0 1 0 0,0 0-1 0 0,-1 0 0 0 0,1 1 0 0 0,-1-1 1 0 0,0 0-1 0 0,1 0 0 0 0,-1 1 0 0 0,1-1 1 0 0,-1 0-1 0 0,0 1 0 0 0,-1-1 0 0 0,1 1-35 0 0,0 0-1 0 0,0 0 1 0 0,0 0-1 0 0,0 0 1 0 0,-1 0-1 0 0,1 1 1 0 0,0-1-1 0 0,0 1 1 0 0,0-1-1 0 0,0 1 1 0 0,0-1-1 0 0,0 1 1 0 0,0 0-1 0 0,0-1 0 0 0,0 1 1 0 0,0 0-1 0 0,-1 1 1 0 0,-36 42 2236 0 0,37-43-2462 0 0,-6 9 99 0 0,-1 0 1 0 0,1 1 0 0 0,1 0 0 0 0,0 0-1 0 0,1 0 1 0 0,0 1 0 0 0,-6 24 0 0 0,10-31-103 0 0,0 1 0 0 0,0 0 0 0 0,1 0 0 0 0,0 0 1 0 0,0-1-1 0 0,1 1 0 0 0,-1 0 0 0 0,1 0 0 0 0,1 0 0 0 0,-1-1 1 0 0,1 1-1 0 0,0-1 0 0 0,0 1 0 0 0,0-1 0 0 0,1 0 0 0 0,0 0 1 0 0,0 0-1 0 0,0 0 0 0 0,6 6 0 0 0,41 39 5 0 0,-38-40-9 0 0,0 2-1 0 0,-1-1 1 0 0,0 1-1 0 0,-1 1 1 0 0,12 19-1 0 0,-20-28 0 0 0,0 0 0 0 0,0 0 0 0 0,0 1 0 0 0,-1-1 0 0 0,0 0 0 0 0,0 1-1 0 0,0-1 1 0 0,0 1 0 0 0,-1 0 0 0 0,0-1 0 0 0,0 1 0 0 0,0-1 0 0 0,0 1 0 0 0,-1-1 0 0 0,0 1 0 0 0,0-1-1 0 0,0 1 1 0 0,0-1 0 0 0,-1 1 0 0 0,1-1 0 0 0,-1 0 0 0 0,0 0 0 0 0,-5 7 0 0 0,-1 0 9 0 0,0 0 1 0 0,-1-1 0 0 0,-1 0-1 0 0,1 0 1 0 0,-1-1 0 0 0,-1-1-1 0 0,0 1 1 0 0,0-2 0 0 0,0 1-1 0 0,-1-2 1 0 0,0 1 0 0 0,-18 5-1 0 0,9-5-142 0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0:39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671 23 5985 0 0,'0'-1'72'0'0,"1"1"-1"0"0,-1-1 1 0 0,1 1-1 0 0,-1-1 1 0 0,0 1-1 0 0,1-1 1 0 0,-1 0-1 0 0,0 1 1 0 0,1-1-1 0 0,-1 1 1 0 0,0-1-1 0 0,0 0 1 0 0,0 1-1 0 0,0-1 1 0 0,0 0-1 0 0,0 0 1 0 0,0 1-1 0 0,0-1 1 0 0,0 0-1 0 0,0 1 1 0 0,0-1-1 0 0,0 0 0 0 0,0 1 1 0 0,0-1-1 0 0,0 0 1 0 0,-1 1-1 0 0,1-1 1 0 0,0 1-1 0 0,-1-1 1 0 0,0 0-1 0 0,0 0 32 0 0,0 1-1 0 0,0 0 0 0 0,0-1 0 0 0,0 1 0 0 0,0 0 0 0 0,-1 0 0 0 0,1 0 1 0 0,0 0-1 0 0,0 0 0 0 0,0 0 0 0 0,0 0 0 0 0,-1 1 0 0 0,1-1 0 0 0,0 0 1 0 0,-2 1-1 0 0,-43 19 1263 0 0,9 3-971 0 0,0 1-1 0 0,2 1 1 0 0,0 2-1 0 0,2 2 1 0 0,-45 49-1 0 0,-131 181 2204 0 0,150-182-1522 0 0,46-61-880 0 0,1 1 0 0 0,1 0 0 0 0,0 0 0 0 0,1 1-1 0 0,-9 24 1 0 0,18-38-185 0 0,-1 0 0 0 0,1 0 0 0 0,0 0 0 0 0,1 0 0 0 0,-1 0 0 0 0,1 0-1 0 0,0 0 1 0 0,0 0 0 0 0,0 0 0 0 0,0 0 0 0 0,1 1 0 0 0,-1-1 0 0 0,1 0 0 0 0,2 4 0 0 0,-2-5-40 0 0,1 1 0 0 0,0-1 0 0 0,0 0 1 0 0,1 0-1 0 0,-1-1 0 0 0,0 1 0 0 0,1 0 1 0 0,0-1-1 0 0,0 0 0 0 0,-1 1 0 0 0,1-1 1 0 0,1 0-1 0 0,-1-1 0 0 0,0 1 0 0 0,0 0 1 0 0,1-1-1 0 0,-1 0 0 0 0,7 2 1 0 0,2 0-120 0 0,0-1 0 0 0,0 0 0 0 0,0-1 1 0 0,0 0-1 0 0,0-1 0 0 0,0 0 0 0 0,0-1 1 0 0,15-2-1 0 0,14-6-462 0 0,43-14 1 0 0,-47 12 103 0 0,45-8 1 0 0,-65 16 403 0 0,-1 2 0 0 0,0 0 0 0 0,0 0 0 0 0,1 2 0 0 0,-1 0 0 0 0,0 1-1 0 0,0 0 1 0 0,30 9 0 0 0,-41-9 132 0 0,-1-1-1 0 0,1 1 0 0 0,0 0 0 0 0,-1 1 1 0 0,1-1-1 0 0,-1 1 0 0 0,0 0 1 0 0,0 0-1 0 0,0 0 0 0 0,0 1 0 0 0,0-1 1 0 0,-1 1-1 0 0,1 0 0 0 0,-1 0 0 0 0,0 0 1 0 0,0 0-1 0 0,-1 1 0 0 0,1-1 1 0 0,-1 1-1 0 0,0 0 0 0 0,-1-1 0 0 0,1 1 1 0 0,-1 0-1 0 0,1 0 0 0 0,-2 0 0 0 0,1 0 1 0 0,0 0-1 0 0,-1 0 0 0 0,0 1 1 0 0,0-1-1 0 0,-2 10 0 0 0,-1 1 188 0 0,0 0 0 0 0,-2 0 1 0 0,1 0-1 0 0,-2 0 0 0 0,0-1 0 0 0,-1 0 0 0 0,-16 26 0 0 0,-77 95 1099 0 0,42-61-755 0 0,-36 53 90 0 0,53-74-6402 0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0:40.1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8754 0 0,'17'37'1980'0'0,"-2"0"0"0"0,20 79 0 0 0,6 85 891 0 0,-34-159-2736 0 0,0-7-255 0 0,11 79 284 0 0,-16-38-4085 0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0:40.5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80 10594 0 0,'1'-3'20'0'0,"0"1"0"0"0,-1-1-1 0 0,1 0 1 0 0,1 1 0 0 0,-1-1 0 0 0,0 1-1 0 0,0-1 1 0 0,1 1 0 0 0,0 0-1 0 0,-1 0 1 0 0,1 0 0 0 0,0 0 0 0 0,0 0-1 0 0,0 0 1 0 0,0 0 0 0 0,0 0-1 0 0,1 1 1 0 0,-1-1 0 0 0,4-1 0 0 0,50-24 53 0 0,-51 26 148 0 0,-1-1-1 0 0,0 1 0 0 0,1 0 1 0 0,-1 0-1 0 0,0 0 0 0 0,1 1 1 0 0,-1-1-1 0 0,1 1 0 0 0,-1 0 1 0 0,1 0-1 0 0,-1 1 0 0 0,1-1 1 0 0,-1 1-1 0 0,1 0 0 0 0,-1 0 1 0 0,0 1-1 0 0,0-1 0 0 0,1 1 1 0 0,-1 0-1 0 0,0 0 0 0 0,5 4 1 0 0,-5-2-111 0 0,0 0 1 0 0,0-1-1 0 0,-1 1 1 0 0,1 1 0 0 0,-1-1-1 0 0,0 0 1 0 0,0 1-1 0 0,-1 0 1 0 0,1-1-1 0 0,-1 1 1 0 0,0 0 0 0 0,0 0-1 0 0,-1 1 1 0 0,0-1-1 0 0,0 0 1 0 0,0 0-1 0 0,0 1 1 0 0,-1 5 0 0 0,0 2-127 0 0,-1 1 0 0 0,-1 0 1 0 0,0-1-1 0 0,-1 1 0 0 0,0-1 1 0 0,-1 1-1 0 0,0-1 0 0 0,-1-1 1 0 0,-8 15-1 0 0,-10 16-745 0 0,-33 47-1 0 0,21-41-2573 0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0:40.9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85 120 2761 0 0,'-2'-3'377'0'0,"1"0"1"0"0,0 0-1 0 0,-1 0 1 0 0,0 1-1 0 0,0-1 1 0 0,0 0-1 0 0,0 1 1 0 0,0 0-1 0 0,0-1 1 0 0,-1 1-1 0 0,1 0 1 0 0,-1 0-1 0 0,0 0 1 0 0,1 1-1 0 0,-1-1 1 0 0,0 1-1 0 0,0-1 1 0 0,0 1-1 0 0,0 0 1 0 0,0 0-1 0 0,0 0 1 0 0,0 0-1 0 0,-1 1 1 0 0,1-1 0 0 0,-4 1-1 0 0,6 0-302 0 0,0 1-1 0 0,0-1 1 0 0,0 1-1 0 0,1-1 1 0 0,-1 0-1 0 0,0 1 1 0 0,0 0-1 0 0,0-1 1 0 0,1 1-1 0 0,-1-1 1 0 0,0 1-1 0 0,1 0 1 0 0,-1 0-1 0 0,1-1 1 0 0,-1 1 0 0 0,1 0-1 0 0,-1 0 1 0 0,1 0-1 0 0,-1-1 1 0 0,1 1-1 0 0,0 0 1 0 0,-1 0-1 0 0,1 0 1 0 0,0 0-1 0 0,0 0 1 0 0,0 0-1 0 0,0 0 1 0 0,0 0-1 0 0,0 0 1 0 0,0 1 0 0 0,0 38 248 0 0,0-33-159 0 0,2 62 356 0 0,3 0-1 0 0,2 0 1 0 0,4-1-1 0 0,29 100 1 0 0,-35-153-485 0 0,0 0 0 0 0,1-1 0 0 0,1 0 0 0 0,1 0 0 0 0,0-1 0 0 0,0 0-1 0 0,1 0 1 0 0,1-1 0 0 0,0 0 0 0 0,16 14 0 0 0,-17-19-56 0 0,-1 0-1 0 0,1-1 0 0 0,1 0 1 0 0,-1-1-1 0 0,1 0 1 0 0,0-1-1 0 0,0 1 0 0 0,0-2 1 0 0,1 0-1 0 0,-1 0 1 0 0,1-1-1 0 0,0 0 0 0 0,0-1 1 0 0,0 0-1 0 0,16-1 1 0 0,-20 0-26 0 0,0 0 1 0 0,0-1 0 0 0,0-1 0 0 0,0 1 0 0 0,0-1 0 0 0,0 0 0 0 0,-1 0 0 0 0,1-1 0 0 0,-1 0 0 0 0,1 0 0 0 0,-1-1 0 0 0,0 1 0 0 0,0-1 0 0 0,6-6 0 0 0,-4 2 58 0 0,-1 1-1 0 0,-1-1 1 0 0,1 0 0 0 0,-1-1 0 0 0,-1 1 0 0 0,0-1 0 0 0,0-1 0 0 0,7-17 0 0 0,-2-6 290 0 0,-2 0 1 0 0,0-1 0 0 0,-3 0-1 0 0,3-60 1 0 0,-4-75 523 0 0,-5 147-788 0 0,-1 1 1 0 0,-1 0 0 0 0,-1 0-1 0 0,0 0 1 0 0,-15-38 0 0 0,16 51-92 0 0,-1 1 0 0 0,0 0 1 0 0,0 0-1 0 0,0 0 0 0 0,-1 0 1 0 0,0 1-1 0 0,-1-1 0 0 0,1 1 0 0 0,-1 1 1 0 0,0-1-1 0 0,-1 1 0 0 0,1 0 1 0 0,-1 0-1 0 0,0 1 0 0 0,-13-6 1 0 0,15 8-137 0 0,1 0 1 0 0,-1 1 0 0 0,0 0-1 0 0,0 0 1 0 0,-1 0 0 0 0,1 0-1 0 0,0 1 1 0 0,0 0 0 0 0,0 0-1 0 0,0 0 1 0 0,0 1 0 0 0,-1-1-1 0 0,1 1 1 0 0,0 0 0 0 0,0 1-1 0 0,1-1 1 0 0,-1 1 0 0 0,0 0-1 0 0,0 1 1 0 0,1-1-1 0 0,-1 1 1 0 0,1-1 0 0 0,0 1-1 0 0,0 1 1 0 0,-7 6 0 0 0,-8 11-5100 0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0:41.4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99 6449 0 0,'1'-3'95'0'0,"-1"0"0"0"0,1 0 0 0 0,0 0 0 0 0,1 0 0 0 0,-1 0-1 0 0,0 1 1 0 0,1-1 0 0 0,-1 0 0 0 0,1 1 0 0 0,0-1 0 0 0,0 1-1 0 0,0-1 1 0 0,0 1 0 0 0,1 0 0 0 0,-1 0 0 0 0,0 0 0 0 0,1 0 0 0 0,3-2-1 0 0,51-28 2669 0 0,-52 29-2563 0 0,1 0-1 0 0,-1 1 0 0 0,0 0 1 0 0,1 0-1 0 0,-1 1 1 0 0,1 0-1 0 0,0 0 0 0 0,-1 0 1 0 0,1 0-1 0 0,0 1 0 0 0,6 0 1 0 0,-9 1-179 0 0,-1 0 1 0 0,1-1-1 0 0,-1 1 1 0 0,1 0-1 0 0,-1 0 1 0 0,0 0-1 0 0,1 1 1 0 0,-1-1-1 0 0,0 1 1 0 0,0-1-1 0 0,0 1 1 0 0,0-1-1 0 0,0 1 1 0 0,0 0-1 0 0,0 0 1 0 0,-1 0-1 0 0,1 0 1 0 0,-1 1-1 0 0,1-1 1 0 0,-1 0-1 0 0,0 0 1 0 0,0 1-1 0 0,0-1 1 0 0,0 1-1 0 0,0-1 0 0 0,0 4 1 0 0,1 6 14 0 0,1-1 0 0 0,-2 0 0 0 0,1 1-1 0 0,-2 0 1 0 0,0-1 0 0 0,0 1 0 0 0,-3 16 0 0 0,-21 81 222 0 0,15-77 122 0 0,-8 52-1 0 0,17-81-202 0 0,0 1 0 0 0,-1-1-1 0 0,1 1 1 0 0,0-1 0 0 0,1 1 0 0 0,-1-1-1 0 0,1 1 1 0 0,-1-1 0 0 0,1 0-1 0 0,0 1 1 0 0,0-1 0 0 0,1 0 0 0 0,1 4-1 0 0,-2-5-105 0 0,0-1 0 0 0,0 0-1 0 0,0 0 1 0 0,0 0 0 0 0,0 0 0 0 0,1 0-1 0 0,-1 0 1 0 0,0 0 0 0 0,1-1 0 0 0,-1 1-1 0 0,0 0 1 0 0,1-1 0 0 0,-1 1-1 0 0,1-1 1 0 0,-1 0 0 0 0,1 1 0 0 0,-1-1-1 0 0,1 0 1 0 0,-1 0 0 0 0,1 0-1 0 0,-1 0 1 0 0,1 0 0 0 0,0 0 0 0 0,-1 0-1 0 0,1 0 1 0 0,-1-1 0 0 0,1 1-1 0 0,-1-1 1 0 0,0 1 0 0 0,1-1 0 0 0,1-1-1 0 0,15-6-152 0 0,-1 0-1 0 0,0-1 1 0 0,17-14-1 0 0,4-1-5239 0 0,-8 7-860 0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0:41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72 7370 0 0,'99'-30'9977'0'0,"-13"8"-9675"0"0,-1 5-3951 0 0,-69 15-1557 0 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0:42.2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43 7834 0 0,'0'0'28'0'0,"0"0"1"0"0,0 0 0 0 0,0 0-1 0 0,0 0 1 0 0,0 0-1 0 0,0 0 1 0 0,1 0 0 0 0,-1 0-1 0 0,0 0 1 0 0,0 0-1 0 0,0 0 1 0 0,0 0 0 0 0,0 0-1 0 0,0 0 1 0 0,0 0 0 0 0,0 0-1 0 0,1 0 1 0 0,-1 0-1 0 0,0 0 1 0 0,0 0 0 0 0,0 0-1 0 0,0 0 1 0 0,0 0-1 0 0,0 1 1 0 0,0-1 0 0 0,0 0-1 0 0,0 0 1 0 0,0 0-1 0 0,0 0 1 0 0,0 0 0 0 0,0 0-1 0 0,1 0 1 0 0,-1 0 0 0 0,0 1-1 0 0,0-1 1 0 0,0 0-1 0 0,0 0 1 0 0,0 0 0 0 0,0 0-1 0 0,0 0 1 0 0,0 0-1 0 0,0 0 1 0 0,0 0 0 0 0,0 1-1 0 0,0-1 1 0 0,0 0 0 0 0,0 0-1 0 0,0 0 1 0 0,-1 0-1 0 0,1 0 1 0 0,0 0 0 0 0,0 0-1 0 0,0 0 1 0 0,0 1-1 0 0,0-1 1 0 0,0 0 0 0 0,0 0-1 0 0,0 0 1 0 0,0 0 0 0 0,0 0-1 0 0,0 0 1 0 0,0 0-1 0 0,0 0 1 0 0,-1 0 0 0 0,1 0-1 0 0,0 0 1 0 0,0 0-1 0 0,16 2 1504 0 0,18-2 234 0 0,3-3 375 0 0,56-12 0 0 0,-8-8-2880 0 0,-63 16 194 0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0:48.1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352 80 7370 0 0,'-6'-6'328'0'0,"0"0"1"0"0,-1 1-1 0 0,0-1 1 0 0,0 1-1 0 0,0 1 1 0 0,-1-1-1 0 0,-12-4 1 0 0,-1 0 208 0 0,-37-9 1 0 0,55 16-401 0 0,-1 1-1 0 0,0 0 1 0 0,0 0-1 0 0,0 1 1 0 0,0-1-1 0 0,0 1 1 0 0,0 0 0 0 0,0 0-1 0 0,0 0 1 0 0,0 0-1 0 0,0 1 1 0 0,0 0-1 0 0,0 0 1 0 0,1 0-1 0 0,-1 0 1 0 0,0 0 0 0 0,0 1-1 0 0,1 0 1 0 0,-1 0-1 0 0,-3 3 1 0 0,2-1-2 0 0,1 1 1 0 0,-1 0 0 0 0,1 0-1 0 0,1 0 1 0 0,-1 0 0 0 0,1 1-1 0 0,0 0 1 0 0,0 0 0 0 0,0-1-1 0 0,1 2 1 0 0,-3 10 0 0 0,-18 75 517 0 0,4 1 1 0 0,4 1 0 0 0,-4 153 0 0 0,19-177-473 0 0,3-1 1 0 0,3 1 0 0 0,3-1-1 0 0,3-1 1 0 0,3 0-1 0 0,3-1 1 0 0,46 115-1 0 0,-50-147-149 0 0,23 55 674 0 0,49 185 0 0 0,-80-244-600 0 0,0 0 1 0 0,-3 0 0 0 0,0 1-1 0 0,-2-1 1 0 0,-1 1 0 0 0,-2-1-1 0 0,-1 1 1 0 0,-1-1-1 0 0,-2 0 1 0 0,-12 37 0 0 0,9-42-1668 0 0,-1-1 0 0 0,-1-1 0 0 0,-20 33 0 0 0,13-29-5318 0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0:48.5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5 203 6449 0 0,'0'0'88'0'0,"0"0"0"0"0,0 0 0 0 0,-1 0 0 0 0,1 0 0 0 0,-2-2 968 0 0,2 2-968 0 0,0-1 0 0 0,-1 1 0 0 0,1 0 0 0 0,0 0 0 0 0,0 0 0 0 0,0-1 0 0 0,0 1 0 0 0,0 0 0 0 0,0 0 0 0 0,0-1 0 0 0,0 1 0 0 0,0 0 0 0 0,0 0 0 0 0,0-1 0 0 0,0 1 0 0 0,0 0 0 0 0,0 0 0 0 0,0-1 0 0 0,0 1 0 0 0,0 0 0 0 0,0 0 0 0 0,0-1 0 0 0,0 1 0 0 0,0 0 0 0 0,0 0 0 0 0,1-2 615 0 0,0 2-615 0 0,17-15 2639 0 0,36-13 185 0 0,-48 25-2411 0 0,143-71 2283 0 0,-53 19-4419 0 0,-66 38-4939 0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0:48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63 6913 0 0,'-4'-13'839'0'0,"2"8"-178"0"0,0-1 1 0 0,0 1 0 0 0,-1 0 0 0 0,1-1 0 0 0,-1 1 0 0 0,-5-7-1 0 0,7 11-563 0 0,1 1-1 0 0,-1-1 0 0 0,1 1 1 0 0,-1-1-1 0 0,1 1 0 0 0,-1 0 1 0 0,0-1-1 0 0,1 1 0 0 0,-1 0 1 0 0,1-1-1 0 0,-1 1 0 0 0,0 0 1 0 0,1 0-1 0 0,-1-1 0 0 0,0 1 1 0 0,0 0-1 0 0,1 0 0 0 0,-1 0 0 0 0,0 0 1 0 0,1 0-1 0 0,-1 0 0 0 0,0 0 1 0 0,-1 1-1 0 0,1-1 16 0 0,-1 1 0 0 0,0 0-1 0 0,1 0 1 0 0,-1 0 0 0 0,1 0 0 0 0,-1 0 0 0 0,1 1 0 0 0,-1-1-1 0 0,1 0 1 0 0,0 1 0 0 0,-1-1 0 0 0,1 1 0 0 0,-1 1-1 0 0,-12 20 145 0 0,0 0 0 0 0,2 0 0 0 0,1 1-1 0 0,1 1 1 0 0,1 0 0 0 0,1 0-1 0 0,1 1 1 0 0,1 0 0 0 0,1 0-1 0 0,2 0 1 0 0,-1 28 0 0 0,3-29-113 0 0,1 0 1 0 0,2 0 0 0 0,0 0 0 0 0,2-1-1 0 0,0 1 1 0 0,2-1 0 0 0,0 0 0 0 0,2 0-1 0 0,1-1 1 0 0,1 0 0 0 0,23 41 0 0 0,-19-44-54 0 0,1-1 1 0 0,1 0 0 0 0,1 0 0 0 0,0-2 0 0 0,33 26-1 0 0,-36-32-259 0 0,1-1 0 0 0,1 0 0 0 0,0-1 0 0 0,0-1 0 0 0,0 0 0 0 0,1-1 0 0 0,1-1 0 0 0,22 5 0 0 0,-12-7-1087 0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0:49.3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7370 0 0,'6'6'1007'0'0,"-1"1"1"0"0,0 0 0 0 0,0 1 0 0 0,0-1-1 0 0,-1 1 1 0 0,0 0 0 0 0,-1 0 0 0 0,5 15 0 0 0,15 79 889 0 0,-16-64-1015 0 0,25 118 649 0 0,16 80-570 0 0,-9-80-5994 0 0,-33-127 1051 0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0:49.7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1 413 1376 0 0,'4'-37'991'0'0,"2"0"0"0"0,1 1 1 0 0,2 0-1 0 0,2 0 0 0 0,1 1 0 0 0,30-59 0 0 0,-37 85-603 0 0,1 1 1 0 0,-1 0-1 0 0,2 0 0 0 0,-1 1 1 0 0,1 0-1 0 0,1 0 0 0 0,-1 0 1 0 0,1 1-1 0 0,11-6 1 0 0,-15 9-230 0 0,0 0 1 0 0,0 1 0 0 0,0 0 0 0 0,1 0 0 0 0,-1 0 0 0 0,1 0 0 0 0,-1 0 0 0 0,1 1 0 0 0,0 0-1 0 0,0 0 1 0 0,0 1 0 0 0,-1-1 0 0 0,1 1 0 0 0,0 0 0 0 0,0 0 0 0 0,0 1 0 0 0,0-1 0 0 0,0 1 0 0 0,-1 0-1 0 0,8 3 1 0 0,-7-1-49 0 0,0 0-1 0 0,0 1 1 0 0,-1-1-1 0 0,1 1 0 0 0,-1 0 1 0 0,0 1-1 0 0,0-1 1 0 0,-1 1-1 0 0,1 0 0 0 0,-1-1 1 0 0,0 2-1 0 0,0-1 1 0 0,3 9-1 0 0,3 10-31 0 0,11 41-1 0 0,-19-63-78 0 0,3 13-106 0 0,0 1-1 0 0,-1 0 1 0 0,0 0 0 0 0,-2 0-1 0 0,0 1 1 0 0,0-1-1 0 0,-2 0 1 0 0,0 1-1 0 0,-1-1 1 0 0,0 0 0 0 0,-1 0-1 0 0,-1 0 1 0 0,-1-1-1 0 0,0 1 1 0 0,-10 18-1 0 0,-38 62 1079 0 0,23-45 1549 0 0,30-50-2478 0 0,0-1 0 0 0,-1 0 0 0 0,1 1 0 0 0,0-1 0 0 0,0 0 0 0 0,0 1 0 0 0,0-1 1 0 0,-1 0-1 0 0,1 1 0 0 0,0-1 0 0 0,0 1 0 0 0,0-1 0 0 0,0 0 0 0 0,0 1 0 0 0,0-1 0 0 0,0 1 0 0 0,0-1 0 0 0,0 0 0 0 0,0 1 0 0 0,0-1 0 0 0,0 0 0 0 0,0 1 0 0 0,0-1 1 0 0,1 1-1 0 0,-1-1 0 0 0,0 0 0 0 0,0 1 0 0 0,0-1 0 0 0,0 0 0 0 0,1 1 0 0 0,-1-1 0 0 0,0 0 0 0 0,0 0 0 0 0,1 1 0 0 0,-1-1 0 0 0,0 0 0 0 0,1 0 0 0 0,-1 1 0 0 0,21 3 583 0 0,21-7-285 0 0,87-30-356 0 0,-45 11-7954 0 0,-60 17 2045 0 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0:50.2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0 6449 0 0,'-2'1'144'0'0,"-1"0"0"0"0,1-1-1 0 0,0 1 1 0 0,0 0-1 0 0,0 1 1 0 0,-1-1-1 0 0,1 0 1 0 0,0 1 0 0 0,1-1-1 0 0,-1 1 1 0 0,0-1-1 0 0,0 1 1 0 0,1 0 0 0 0,-1 0-1 0 0,1 0 1 0 0,-1 0-1 0 0,1 0 1 0 0,-2 4-1 0 0,-21 42 2233 0 0,19-35-2224 0 0,0 0 1 0 0,1 0-1 0 0,1 1 0 0 0,0 0 1 0 0,1-1-1 0 0,0 1 0 0 0,1 0 1 0 0,1 0-1 0 0,0 0 0 0 0,1 0 1 0 0,0 0-1 0 0,1 0 0 0 0,1 0 1 0 0,5 16-1 0 0,-5-21-86 0 0,0-1-1 0 0,1 0 1 0 0,-1 0 0 0 0,2 0 0 0 0,-1 0-1 0 0,1-1 1 0 0,0 0 0 0 0,1 0 0 0 0,-1 0-1 0 0,1 0 1 0 0,1-1 0 0 0,-1 0-1 0 0,1-1 1 0 0,0 1 0 0 0,1-1 0 0 0,-1-1-1 0 0,1 1 1 0 0,0-1 0 0 0,0-1-1 0 0,0 1 1 0 0,0-1 0 0 0,1-1 0 0 0,12 3-1 0 0,-16-4 8 0 0,0 0 1 0 0,0-1-1 0 0,0 0 0 0 0,0 0 0 0 0,0 0 0 0 0,0 0 1 0 0,0-1-1 0 0,0 0 0 0 0,0 0 0 0 0,0 0 0 0 0,0 0 1 0 0,-1-1-1 0 0,1 0 0 0 0,0 0 0 0 0,6-5 0 0 0,-5 3 88 0 0,0-1 1 0 0,0 0-1 0 0,0 0 0 0 0,-1 0 0 0 0,0-1 0 0 0,0 0 0 0 0,-1 0 0 0 0,1 0 0 0 0,4-11 0 0 0,0-1 118 0 0,-2-1 0 0 0,0 0 0 0 0,-1 0 0 0 0,-1 0 0 0 0,0-1-1 0 0,-2 1 1 0 0,2-22 0 0 0,-5 35-248 0 0,1 1 0 0 0,-1-1 0 0 0,0 0 0 0 0,-1 1-1 0 0,0-1 1 0 0,0 0 0 0 0,0 1 0 0 0,0-1 0 0 0,-1 1 0 0 0,0-1-1 0 0,0 1 1 0 0,0 0 0 0 0,-4-6 0 0 0,3 7-59 0 0,1 1 0 0 0,-1-1 0 0 0,0 1 1 0 0,-1 0-1 0 0,1 0 0 0 0,0 0 0 0 0,-1 1 0 0 0,0-1 1 0 0,0 1-1 0 0,0 0 0 0 0,0 0 0 0 0,0 0 0 0 0,0 0 0 0 0,0 1 1 0 0,0-1-1 0 0,-10 0 0 0 0,1-1-736 0 0,-1 1-1 0 0,-26 0 0 0 0,35 2 247 0 0,1 0-1 0 0,0 1 1 0 0,-1-1-1 0 0,1 1 1 0 0,0 0-1 0 0,0 0 1 0 0,0 1-1 0 0,-5 2 1 0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0:50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14 920 0 0,'0'-1'79'0'0,"0"0"1"0"0,-1 0-1 0 0,1 1 0 0 0,-1-1 1 0 0,1 0-1 0 0,0 0 0 0 0,-1 1 0 0 0,0-1 1 0 0,1 1-1 0 0,-1-1 0 0 0,1 0 0 0 0,-1 1 1 0 0,0-1-1 0 0,1 1 0 0 0,-1 0 1 0 0,0-1-1 0 0,1 1 0 0 0,-1-1 0 0 0,0 1 1 0 0,0 0-1 0 0,1 0 0 0 0,-1-1 1 0 0,0 1-1 0 0,0 0 0 0 0,0 0 0 0 0,0 0 1 0 0,1 0-1 0 0,-1 0 0 0 0,-1 0 0 0 0,-1 1 401 0 0,1-1-1 0 0,0 1 1 0 0,-1 0-1 0 0,1 0 0 0 0,0 0 1 0 0,0 1-1 0 0,0-1 1 0 0,0 0-1 0 0,0 1 0 0 0,-2 2 1 0 0,-3 2 1133 0 0,1 1-1 0 0,0-1 1 0 0,0 2 0 0 0,-8 12 0 0 0,12-17-1535 0 0,1-1 0 0 0,0 0 0 0 0,-1 0 0 0 0,1 0 0 0 0,0 1 0 0 0,1-1 0 0 0,-1 1 0 0 0,0-1 0 0 0,1 1 1 0 0,-1-1-1 0 0,1 1 0 0 0,0-1 0 0 0,0 1 0 0 0,0-1 0 0 0,0 1 0 0 0,0-1 0 0 0,0 1 0 0 0,1 0 0 0 0,-1-1 0 0 0,1 0 1 0 0,0 1-1 0 0,0-1 0 0 0,1 3 0 0 0,1-1-76 0 0,0 0 0 0 0,1 0 0 0 0,-1 0 0 0 0,1-1 0 0 0,0 1 0 0 0,0-1 0 0 0,0 0 0 0 0,1 0 0 0 0,-1-1 0 0 0,9 4 0 0 0,37 14-9 0 0,20 8 26 0 0,-66-26-32 0 0,0 1 0 0 0,0-1 0 0 0,-1 1 0 0 0,1-1 0 0 0,0 1 0 0 0,-1 0 0 0 0,0 0 0 0 0,0 0 0 0 0,0 1 0 0 0,0-1 0 0 0,0 1 1 0 0,-1 0-1 0 0,3 4 0 0 0,-4-5 11 0 0,0 0 1 0 0,-1 0-1 0 0,1-1 1 0 0,-1 1-1 0 0,1 0 1 0 0,-1 0-1 0 0,0 0 1 0 0,0 0-1 0 0,-1 0 1 0 0,1 0-1 0 0,0 0 1 0 0,-1-1-1 0 0,0 1 1 0 0,1 0 0 0 0,-1 0-1 0 0,0 0 1 0 0,-1-1-1 0 0,1 1 1 0 0,0-1-1 0 0,-1 1 1 0 0,1-1-1 0 0,-1 1 1 0 0,0-1-1 0 0,0 0 1 0 0,0 0-1 0 0,0 0 1 0 0,0 0-1 0 0,-5 3 1 0 0,0 0-218 0 0,0 1 0 0 0,0-1 0 0 0,-1-1 0 0 0,0 1 0 0 0,0-1 0 0 0,-1-1 0 0 0,1 1 0 0 0,-10 1 0 0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0:50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52 5985 0 0,'-1'-1'82'0'0,"0"0"0"0"0,0 1 0 0 0,0-1 0 0 0,0 0 0 0 0,0 0 0 0 0,0 0 0 0 0,0 1 0 0 0,1-1-1 0 0,-1 0 1 0 0,0 0 0 0 0,1 0 0 0 0,-1 0 0 0 0,0-1 0 0 0,1 1 0 0 0,-1 0 0 0 0,1 0 0 0 0,0 0 0 0 0,-1 0 0 0 0,1 0 0 0 0,0-1-1 0 0,0 1 1 0 0,0 0 0 0 0,0 0 0 0 0,0 0 0 0 0,0-1 0 0 0,0 1 0 0 0,0 0 0 0 0,0 0 0 0 0,1-2 0 0 0,0 1 54 0 0,0 1 0 0 0,0 0 0 0 0,0-1 0 0 0,0 1 0 0 0,0 0 0 0 0,1 0 0 0 0,-1 0 0 0 0,0 0 0 0 0,1 0 0 0 0,-1 0 0 0 0,1 0 0 0 0,-1 0 0 0 0,1 0 0 0 0,-1 1 0 0 0,1-1 0 0 0,-1 1-1 0 0,1-1 1 0 0,0 1 0 0 0,-1 0 0 0 0,1-1 0 0 0,3 1 0 0 0,0 0 13 0 0,0 1 0 0 0,0-1-1 0 0,0 1 1 0 0,0 0-1 0 0,0 0 1 0 0,0 1-1 0 0,0 0 1 0 0,0 0-1 0 0,-1 0 1 0 0,1 0-1 0 0,-1 0 1 0 0,1 1-1 0 0,-1 0 1 0 0,0 0 0 0 0,0 0-1 0 0,4 5 1 0 0,10 10 430 0 0,-1 0 0 0 0,15 20 0 0 0,-25-29-337 0 0,13 16 99 0 0,-1 2-1 0 0,-1 0 0 0 0,-2 1 1 0 0,0 1-1 0 0,-2 0 0 0 0,-1 1 0 0 0,-2 1 1 0 0,-1-1-1 0 0,9 47 0 0 0,-15-51-244 0 0,0 1-1 0 0,-3 0 0 0 0,0 1 1 0 0,-1-1-1 0 0,-2 0 1 0 0,0 0-1 0 0,-2 0 0 0 0,-2-1 1 0 0,0 1-1 0 0,-1-1 1 0 0,-19 42-1 0 0,-39 58-393 0 0,42-84-1450 0 0,12-20-4906 0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1:55.6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39 172 6449 0 0,'-11'-46'1077'0'0,"-15"-80"11716"0"0,25 201-10703 0 0,1-64-2071 0 0,62 798 529 0 0,-7-580-534 0 0,-9-50-969 0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1:56.1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42 1376 0 0,'-7'-40'13310'0'0,"7"41"-13287"0"0,1-1 1 0 0,-1 1-1 0 0,1 0 0 0 0,-1 0 1 0 0,1-1-1 0 0,0 1 1 0 0,-1 0-1 0 0,1-1 0 0 0,0 1 1 0 0,0-1-1 0 0,-1 1 0 0 0,1-1 1 0 0,0 1-1 0 0,0-1 1 0 0,0 0-1 0 0,-1 1 0 0 0,1-1 1 0 0,0 0-1 0 0,0 0 1 0 0,0 1-1 0 0,0-1 0 0 0,0 0 1 0 0,1 0-1 0 0,25-5 910 0 0,-8 1-469 0 0,-6 2-301 0 0,0 1-1 0 0,0 0 1 0 0,1 1 0 0 0,-1 1 0 0 0,0 0 0 0 0,0 0 0 0 0,0 1 0 0 0,0 1 0 0 0,0 0 0 0 0,0 1 0 0 0,0 1 0 0 0,17 8 0 0 0,-24-10-252 0 0,0 0 0 0 0,0 0 0 0 0,-1 1 1 0 0,1 0-1 0 0,-1 0 0 0 0,0 0 0 0 0,0 1 0 0 0,0 0 0 0 0,-1-1 1 0 0,1 2-1 0 0,-1-1 0 0 0,0 0 0 0 0,-1 1 0 0 0,1 0 0 0 0,-1 0 1 0 0,0 0-1 0 0,-1 0 0 0 0,0 0 0 0 0,0 1 0 0 0,0-1 0 0 0,0 1 1 0 0,-1-1-1 0 0,0 1 0 0 0,-1 0 0 0 0,1-1 0 0 0,-2 9 1 0 0,-2 12-219 0 0,-1 0 0 0 0,-2 0 1 0 0,0-1-1 0 0,-2 0 0 0 0,-1 0 1 0 0,-1-1-1 0 0,-16 30 0 0 0,7-21 488 0 0,-2-1 0 0 0,-1-1-1 0 0,-2-1 1 0 0,-39 41 0 0 0,46-55 485 0 0,8-9-205 0 0,0 1 1 0 0,0 0-1 0 0,1 0 0 0 0,0 1 1 0 0,1 0-1 0 0,0 0 0 0 0,1 1 1 0 0,-7 13-1 0 0,13-23-418 0 0,0-1-1 0 0,0 1 0 0 0,0 0 1 0 0,0-1-1 0 0,0 1 0 0 0,0 0 1 0 0,0-1-1 0 0,0 1 0 0 0,0 0 1 0 0,0 0-1 0 0,0-1 0 0 0,0 1 1 0 0,0 0-1 0 0,0-1 0 0 0,1 1 1 0 0,-1 0-1 0 0,0-1 0 0 0,1 1 1 0 0,-1-1-1 0 0,0 1 0 0 0,1-1 1 0 0,-1 1-1 0 0,1 0 0 0 0,-1-1 1 0 0,1 1-1 0 0,-1-1 0 0 0,1 0 1 0 0,-1 1-1 0 0,1-1 0 0 0,-1 1 1 0 0,1-1-1 0 0,0 0 0 0 0,-1 0 1 0 0,1 1-1 0 0,-1-1 0 0 0,1 0 1 0 0,0 0-1 0 0,-1 0 0 0 0,1 1 1 0 0,0-1-1 0 0,0 0 0 0 0,-1 0 1 0 0,1 0-1 0 0,0 0 0 0 0,0-1 1 0 0,41-1 276 0 0,-33 1-168 0 0,-4 0-155 0 0,205-11 1019 0 0,-176 12-1505 0 0,0 2 0 0 0,0 1 0 0 0,0 1 0 0 0,39 11 0 0 0,-40-4-6942 0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1:56.6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0 412 13251 0 0,'41'-22'4130'0'0,"-24"7"-3566"0"0,-1-1-1 0 0,0-1 1 0 0,-2 0-1 0 0,0-1 1 0 0,15-25 0 0 0,-10 11-247 0 0,-2-1 0 0 0,20-51 0 0 0,-35 79-295 0 0,0-1 0 0 0,0 0 0 0 0,-1 0 0 0 0,0 0 1 0 0,0 0-1 0 0,0 0 0 0 0,-1 0 0 0 0,0-1 0 0 0,0 1 0 0 0,-2-10 0 0 0,2 13-17 0 0,-1 1-1 0 0,0 0 1 0 0,1 1 0 0 0,-1-1-1 0 0,0 0 1 0 0,0 0-1 0 0,0 0 1 0 0,0 0-1 0 0,0 1 1 0 0,-1-1-1 0 0,1 0 1 0 0,0 1 0 0 0,-1-1-1 0 0,1 1 1 0 0,-1 0-1 0 0,0-1 1 0 0,1 1-1 0 0,-1 0 1 0 0,0 0-1 0 0,0 0 1 0 0,0 0 0 0 0,1 0-1 0 0,-1 1 1 0 0,0-1-1 0 0,0 1 1 0 0,0-1-1 0 0,0 1 1 0 0,-1 0-1 0 0,1-1 1 0 0,0 1-1 0 0,0 0 1 0 0,0 0 0 0 0,0 1-1 0 0,-4 0 1 0 0,1 0-14 0 0,0 0 0 0 0,0 0 0 0 0,-1 1 0 0 0,2 0 0 0 0,-1 0 0 0 0,0 1-1 0 0,0-1 1 0 0,1 1 0 0 0,-1 0 0 0 0,1 0 0 0 0,0 1 0 0 0,0-1 0 0 0,0 1 0 0 0,0 0 0 0 0,1 0 0 0 0,-1 0 0 0 0,1 0 0 0 0,0 1 0 0 0,-3 6 0 0 0,0 0-13 0 0,0 0 0 0 0,1 0 0 0 0,1 0 0 0 0,0 1 0 0 0,0-1-1 0 0,1 1 1 0 0,-2 18 0 0 0,5-21 51 0 0,0-1-1 0 0,0 1 1 0 0,1-1-1 0 0,0 1 0 0 0,1-1 1 0 0,-1 0-1 0 0,2 0 1 0 0,-1 0-1 0 0,1 0 0 0 0,0 0 1 0 0,1 0-1 0 0,0-1 1 0 0,0 1-1 0 0,1-1 1 0 0,0 0-1 0 0,0-1 0 0 0,0 1 1 0 0,1-1-1 0 0,0 0 1 0 0,10 7-1 0 0,-6-4-287 0 0,2-1-1 0 0,-1 0 1 0 0,1 0-1 0 0,25 10 1 0 0,-24-13-904 0 0,0 0 1 0 0,0-1-1 0 0,0-1 0 0 0,26 4 1 0 0,-7-4-5394 0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1:57.0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222 364 2304 0 0,'0'-2'84'0'0,"0"0"0"0"0,0 0 0 0 0,0 0 0 0 0,-1-1 0 0 0,1 1 0 0 0,0 0 0 0 0,-1 0 0 0 0,0 0 0 0 0,1 0 0 0 0,-1 0-1 0 0,0 0 1 0 0,0 0 0 0 0,0 0 0 0 0,-2-2 0 0 0,2 3 203 0 0,0 0 0 0 0,-1 0 0 0 0,1-1 0 0 0,-1 1-1 0 0,0 0 1 0 0,1 1 0 0 0,-1-1 0 0 0,0 0 0 0 0,1 0 0 0 0,-1 1 0 0 0,0-1-1 0 0,0 1 1 0 0,0-1 0 0 0,1 1 0 0 0,-1 0 0 0 0,0 0 0 0 0,0 0 0 0 0,0 0 0 0 0,0 0-1 0 0,-3 0 1 0 0,-1 1 577 0 0,0 1-1 0 0,0-1 1 0 0,1 1 0 0 0,-1 0-1 0 0,0 0 1 0 0,-7 5-1 0 0,-12 10 433 0 0,15-8-816 0 0,1 1 0 0 0,0 1 1 0 0,0 0-1 0 0,1 0 0 0 0,0 1 1 0 0,1 0-1 0 0,0 0 0 0 0,1 1 1 0 0,-6 16-1 0 0,9-19-428 0 0,0-1 1 0 0,1 1-1 0 0,0 0 1 0 0,0 0-1 0 0,1 0 0 0 0,0 0 1 0 0,1 0-1 0 0,0 1 1 0 0,0-1-1 0 0,1 0 1 0 0,1 0-1 0 0,0 0 0 0 0,4 15 1 0 0,-5-23-69 0 0,0 1 0 0 0,0-1 0 0 0,0 1 0 0 0,0-1 0 0 0,0 1 0 0 0,1-1 0 0 0,-1 1 0 0 0,1-1-1 0 0,-1 0 1 0 0,1 0 0 0 0,0 0 0 0 0,0 0 0 0 0,0 0 0 0 0,0 0 0 0 0,0-1 0 0 0,0 1 0 0 0,0-1 0 0 0,1 1 0 0 0,-1-1 0 0 0,1 0 0 0 0,-1 0 0 0 0,1 0 0 0 0,-1 0 0 0 0,1 0 0 0 0,-1 0 0 0 0,1-1 0 0 0,0 0 0 0 0,0 1 0 0 0,-1-1 0 0 0,1 0 0 0 0,0 0 0 0 0,0 0 0 0 0,-1-1 0 0 0,1 1 0 0 0,0-1 0 0 0,-1 1 0 0 0,1-1-1 0 0,-1 0 1 0 0,1 0 0 0 0,2-2 0 0 0,2 0-283 0 0,0 0 0 0 0,0-1 0 0 0,0-1 0 0 0,0 1 0 0 0,-1-1 0 0 0,0 0-1 0 0,0 0 1 0 0,0-1 0 0 0,-1 0 0 0 0,0 0 0 0 0,0 0 0 0 0,8-13-1 0 0,-6 3-254 0 0,-1 1-1 0 0,-1-1 0 0 0,0 0 0 0 0,-1 0 0 0 0,0-1 1 0 0,-2 1-1 0 0,0-1 0 0 0,0 0 0 0 0,-2 0 0 0 0,0 1 0 0 0,-3-19 1 0 0,-5-23-3304 0 0,-28-102 0 0 0,27 124 3594 0 0,6 26 352 0 0,-1-8 1006 0 0,-1 0 0 0 0,-1 0 0 0 0,0 1 0 0 0,-11-22 0 0 0,17 39-909 0 0,-1-1 0 0 0,1 0 0 0 0,0 0 0 0 0,-1 1 0 0 0,1-1 0 0 0,0 0 0 0 0,-1 1-1 0 0,1-1 1 0 0,-1 0 0 0 0,1 1 0 0 0,-1-1 0 0 0,0 1 0 0 0,1-1 0 0 0,-1 1 0 0 0,1-1 0 0 0,-1 1 0 0 0,0-1 0 0 0,1 1-1 0 0,-1 0 1 0 0,0-1 0 0 0,0 1 0 0 0,1 0 0 0 0,-3-1 0 0 0,3 2-10 0 0,-1-1 1 0 0,1 1-1 0 0,-1-1 1 0 0,1 0-1 0 0,-1 1 1 0 0,1-1-1 0 0,-1 1 0 0 0,1 0 1 0 0,-1-1-1 0 0,1 1 1 0 0,0-1-1 0 0,-1 1 1 0 0,1 0-1 0 0,0-1 0 0 0,0 1 1 0 0,-1 0-1 0 0,1-1 1 0 0,0 1-1 0 0,0 0 1 0 0,0 0-1 0 0,-4 40 3178 0 0,7-1-2781 0 0,2-1 0 0 0,1 0 0 0 0,2 0 0 0 0,2 0 0 0 0,14 37 0 0 0,5-3-403 0 0,58 108 1 0 0,-43-107-2165 0 0,-22-38-5940 0 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1:57.7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214 54 5985 0 0,'0'-2'327'0'0,"0"1"0"0"0,0 0 0 0 0,0-1-1 0 0,0 1 1 0 0,0 0 0 0 0,-1-1 0 0 0,1 1 0 0 0,0 0-1 0 0,-1 0 1 0 0,1-1 0 0 0,0 1 0 0 0,-1 0 0 0 0,0 0-1 0 0,1 0 1 0 0,-1 0 0 0 0,0 0 0 0 0,1 0 0 0 0,-1 0-1 0 0,0 0 1 0 0,0 0 0 0 0,0 0 0 0 0,0 0 0 0 0,-2-1-1 0 0,1 1-37 0 0,0 0 0 0 0,0 1 0 0 0,0-1-1 0 0,1 1 1 0 0,-1-1 0 0 0,0 1 0 0 0,0 0 0 0 0,0 0-1 0 0,0 0 1 0 0,0 0 0 0 0,0 0 0 0 0,0 1 0 0 0,-4 0-1 0 0,-1 1 69 0 0,0 0 0 0 0,1 0 0 0 0,-1 1 0 0 0,1 0 0 0 0,-1 1 0 0 0,1-1 0 0 0,-8 7 0 0 0,5-1-184 0 0,0 0 0 0 0,1 0 0 0 0,1 0 0 0 0,-1 1 1 0 0,2 0-1 0 0,-1 0 0 0 0,-6 16 0 0 0,2-1-97 0 0,2 0 0 0 0,-9 32-1 0 0,17-52-113 0 0,0 0 0 0 0,1-1 0 0 0,-1 1 0 0 0,1 0 0 0 0,0-1 0 0 0,0 1 0 0 0,0 0 0 0 0,1-1 0 0 0,0 1-1 0 0,0 0 1 0 0,0-1 0 0 0,2 7 0 0 0,-2-10-15 0 0,-1 0-1 0 0,1 0 0 0 0,-1 0 1 0 0,1 0-1 0 0,-1 0 1 0 0,1 0-1 0 0,0 0 1 0 0,-1-1-1 0 0,1 1 0 0 0,0 0 1 0 0,0 0-1 0 0,0-1 1 0 0,0 1-1 0 0,0 0 0 0 0,0-1 1 0 0,0 1-1 0 0,0-1 1 0 0,0 1-1 0 0,0-1 1 0 0,0 0-1 0 0,1 1 0 0 0,0-1-69 0 0,0 0 0 0 0,0 0 0 0 0,0-1 0 0 0,0 1 0 0 0,0-1 0 0 0,0 1 0 0 0,-1-1 0 0 0,1 1 0 0 0,0-1 0 0 0,0 0 0 0 0,-1 0 0 0 0,1 0 0 0 0,0 0 0 0 0,-1 0 0 0 0,1-1 0 0 0,-1 1 0 0 0,2-2 0 0 0,4-3-279 0 0,0-2 1 0 0,-1 1-1 0 0,1 0 1 0 0,-1-1 0 0 0,-1-1-1 0 0,0 1 1 0 0,0 0-1 0 0,-1-1 1 0 0,0 0 0 0 0,0 0-1 0 0,3-13 1 0 0,-1-7 199 0 0,0 0 1 0 0,1-41-1 0 0,0 2 2352 0 0,-7 68-2042 0 0,0-1-1 0 0,0 1 0 0 0,0-1 0 0 0,0 1 1 0 0,0-1-1 0 0,0 1 0 0 0,0 0 0 0 0,0-1 1 0 0,0 1-1 0 0,0-1 0 0 0,0 1 1 0 0,0-1-1 0 0,1 1 0 0 0,-1-1 0 0 0,0 1 1 0 0,0 0-1 0 0,0-1 0 0 0,0 1 0 0 0,1-1 1 0 0,-1 1-1 0 0,0 0 0 0 0,0-1 1 0 0,1 1-1 0 0,-1 0 0 0 0,0-1 0 0 0,1 1 1 0 0,-1 0-1 0 0,1 0 0 0 0,-1-1 1 0 0,0 1-1 0 0,1 0 0 0 0,-1 0 0 0 0,0 0 1 0 0,1-1-1 0 0,-1 1 0 0 0,1 0 0 0 0,11 13 1565 0 0,8 29-920 0 0,-20-42-695 0 0,12 30 161 0 0,-4-9-331 0 0,0 0 0 0 0,2-1 1 0 0,0 0-1 0 0,18 25 0 0 0,-12-24-678 0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1:58.0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160 0 3681 0 0,'-9'3'1133'0'0,"0"1"1"0"0,0 0-1 0 0,1 1 1 0 0,-1-1 0 0 0,1 1-1 0 0,-12 10 1 0 0,12-7-835 0 0,0-1 1 0 0,1 2 0 0 0,-1-1-1 0 0,2 1 1 0 0,-1 0 0 0 0,1 0-1 0 0,1 1 1 0 0,0 0 0 0 0,0 0-1 0 0,1 0 1 0 0,0 0 0 0 0,0 1-1 0 0,2 0 1 0 0,-1 0 0 0 0,-1 13-1 0 0,4-19-130 0 0,-1 0 0 0 0,1 1 0 0 0,0-1 0 0 0,0 0 0 0 0,0 0 0 0 0,1 0 0 0 0,-1 0 0 0 0,1 0 0 0 0,1 0 0 0 0,-1 0 0 0 0,1 0 0 0 0,0 0 1 0 0,0 0-1 0 0,0-1 0 0 0,0 1 0 0 0,1-1 0 0 0,0 1 0 0 0,0-1 0 0 0,0 0 0 0 0,1 0 0 0 0,6 6 0 0 0,-6-7-57 0 0,1 0 0 0 0,0 0 0 0 0,-1 0 0 0 0,1-1 0 0 0,0 0 1 0 0,1 0-1 0 0,-1 0 0 0 0,0 0 0 0 0,1-1 0 0 0,-1 0 0 0 0,1 0 0 0 0,-1 0 0 0 0,1-1 1 0 0,-1 0-1 0 0,1 0 0 0 0,-1 0 0 0 0,1-1 0 0 0,-1 0 0 0 0,1 0 0 0 0,5-2 0 0 0,3-1-370 0 0,0-2 0 0 0,0 0-1 0 0,-1 0 1 0 0,0-1 0 0 0,0-1-1 0 0,-1 0 1 0 0,15-13-1 0 0,-8 6-7090 0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1:58.5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36 742 10594 0 0,'-30'4'900'0'0,"25"-5"-1366"0"0,19-6-52 0 0,56-13 1071 0 0,2 3-1 0 0,112-12 1 0 0,-97 16 455 0 0,1212-150 8132 0 0,-852 112-8675 0 0,26-1-279 0 0,718-105 188 0 0,-552 33-84 0 0,-118 22-3622 0 0,-469 93 2349 0 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1:59.1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 1 4609 0 0,'-3'-1'834'0'0,"-1"1"-1"0"0,0 0 1 0 0,0 0-1 0 0,1 1 1 0 0,-1-1-1 0 0,1 1 1 0 0,-1 0-1 0 0,-6 2 1 0 0,9-2-559 0 0,0 0-1 0 0,0-1 1 0 0,0 1 0 0 0,0 0-1 0 0,1 0 1 0 0,-1 1 0 0 0,0-1-1 0 0,1 0 1 0 0,-1 0 0 0 0,1 0-1 0 0,-1 0 1 0 0,1 1 0 0 0,-1-1-1 0 0,1 0 1 0 0,0 0 0 0 0,-1 1-1 0 0,1-1 1 0 0,0 0 0 0 0,0 0-1 0 0,0 1 1 0 0,0-1 0 0 0,0 0-1 0 0,1 1 1 0 0,-1-1 0 0 0,0 0-1 0 0,1 0 1 0 0,0 3 0 0 0,19 137 1713 0 0,3 148 1 0 0,-5-33-2706 0 0,-15-237-119 0 0,1 27-1096 0 0,-8-19-3061 0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1:59.4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1 226 4969 0 0,'2'-16'692'0'0,"1"0"0"0"0,1 1 0 0 0,0 0 0 0 0,1 0 1 0 0,13-27-1 0 0,-14 33-310 0 0,0 1 0 0 0,1 0 0 0 0,0 0 1 0 0,1 0-1 0 0,-1 1 0 0 0,2-1 0 0 0,-1 1 0 0 0,1 1 1 0 0,0-1-1 0 0,0 1 0 0 0,13-8 0 0 0,-18 12-239 0 0,1 1 0 0 0,0 0 0 0 0,0-1 0 0 0,-1 1 0 0 0,1 0 0 0 0,0 1 0 0 0,0-1 0 0 0,0 0 0 0 0,0 1 0 0 0,0 0 0 0 0,0-1 0 0 0,0 1 0 0 0,0 0 0 0 0,0 1 0 0 0,0-1 0 0 0,0 0 0 0 0,0 1 0 0 0,0 0 0 0 0,0-1 0 0 0,0 1 0 0 0,-1 1 0 0 0,1-1 0 0 0,0 0 0 0 0,-1 1 0 0 0,1-1 0 0 0,0 1 0 0 0,3 3 0 0 0,-3-2-135 0 0,1 1 1 0 0,-2-1 0 0 0,1 1-1 0 0,0 0 1 0 0,-1 0 0 0 0,1 0-1 0 0,-1 0 1 0 0,0 0 0 0 0,0 1-1 0 0,-1-1 1 0 0,1 1 0 0 0,-1-1-1 0 0,0 1 1 0 0,0-1 0 0 0,-1 1-1 0 0,1-1 1 0 0,-1 8 0 0 0,-2 11-299 0 0,-1 1 0 0 0,-1-1 0 0 0,-1 0 0 0 0,-1 0 0 0 0,-1 0 0 0 0,-12 27 0 0 0,-70 128-228 0 0,80-160 544 0 0,-6 7 691 0 0,10-18-176 0 0,0 0 0 0 0,1 0 0 0 0,0 0 0 0 0,0 1 0 0 0,1-1 0 0 0,0 1 0 0 0,0 0 0 0 0,-2 16 0 0 0,5-24-499 0 0,0 1-1 0 0,0 0 0 0 0,1 0 0 0 0,-1 0 0 0 0,1 0 0 0 0,-1-1 1 0 0,1 1-1 0 0,-1 0 0 0 0,1 0 0 0 0,-1-1 0 0 0,1 1 0 0 0,0 0 0 0 0,0-1 1 0 0,-1 1-1 0 0,1-1 0 0 0,0 1 0 0 0,0-1 0 0 0,-1 1 0 0 0,1-1 1 0 0,0 1-1 0 0,0-1 0 0 0,0 0 0 0 0,0 0 0 0 0,0 1 0 0 0,0-1 0 0 0,-1 0 1 0 0,1 0-1 0 0,0 0 0 0 0,0 0 0 0 0,0 0 0 0 0,0 0 0 0 0,0 0 1 0 0,1-1-1 0 0,36-1 63 0 0,-35 1-46 0 0,59-7-200 0 0,211-19-2147 0 0,-245 26-2684 0 0,1 0-1523 0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1:59.8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138 312 2304 0 0,'-7'-5'8663'0'0,"7"4"-8514"0"0,9-18 4602 0 0,17-18-884 0 0,-20 30-3673 0 0,-1-1 0 0 0,0 0 0 0 0,0-1 0 0 0,-1 1 0 0 0,0-1 0 0 0,-1 0 0 0 0,0 0 0 0 0,0 0 1 0 0,-1 0-1 0 0,0 0 0 0 0,0-1 0 0 0,0-10 0 0 0,-2 15-243 0 0,0-1-1 0 0,0 1 1 0 0,0 0-1 0 0,-1 0 1 0 0,1 0 0 0 0,-1 0-1 0 0,0 0 1 0 0,-1 0-1 0 0,1 0 1 0 0,-1 0-1 0 0,0 0 1 0 0,0 0 0 0 0,-1 1-1 0 0,1-1 1 0 0,-1 1-1 0 0,0 0 1 0 0,0 0 0 0 0,-1 0-1 0 0,1 0 1 0 0,-1 0-1 0 0,0 1 1 0 0,0 0 0 0 0,0-1-1 0 0,-4-1 1 0 0,5 3 13 0 0,0 0 0 0 0,0 1 0 0 0,0 0-1 0 0,0 0 1 0 0,0 0 0 0 0,0 0 0 0 0,0 0 0 0 0,0 0 0 0 0,-1 1 0 0 0,1-1 0 0 0,0 1 0 0 0,0 0 0 0 0,0 0 0 0 0,-1 0-1 0 0,1 1 1 0 0,0-1 0 0 0,0 1 0 0 0,-5 1 0 0 0,4 0 44 0 0,1 0 0 0 0,-1 0 0 0 0,0 0 0 0 0,0 0 0 0 0,1 1 0 0 0,-1 0 0 0 0,1 0 0 0 0,0 0 0 0 0,0 0 0 0 0,0 0 0 0 0,0 1 0 0 0,-2 3 0 0 0,-1 3 134 0 0,0 1 0 0 0,0 0 0 0 0,1 0-1 0 0,1 0 1 0 0,0 1 0 0 0,1-1 0 0 0,0 1 0 0 0,-3 21 0 0 0,5-23-122 0 0,1 0 0 0 0,0-1 1 0 0,0 1-1 0 0,1 0 1 0 0,0 0-1 0 0,1-1 0 0 0,0 1 1 0 0,1-1-1 0 0,0 1 0 0 0,0-1 1 0 0,9 16-1 0 0,-10-20-25 0 0,1-1-1 0 0,0 0 1 0 0,0 0 0 0 0,1 0-1 0 0,-1 0 1 0 0,1 0-1 0 0,0-1 1 0 0,0 1 0 0 0,0-1-1 0 0,0 0 1 0 0,0 0-1 0 0,1-1 1 0 0,-1 0-1 0 0,1 1 1 0 0,0-1 0 0 0,0-1-1 0 0,0 1 1 0 0,0-1-1 0 0,0 0 1 0 0,0 0 0 0 0,0 0-1 0 0,0-1 1 0 0,10 0-1 0 0,-3-1-351 0 0,0-1-1 0 0,0-1 1 0 0,-1 0-1 0 0,1 0 1 0 0,-1-1-1 0 0,0 0 1 0 0,0-1-1 0 0,0-1 1 0 0,-1 0-1 0 0,14-10 0 0 0,-2 2-752 0 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2:00.5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222 499 14283 0 0,'-4'-1'233'0'0,"1"-1"-1"0"0,-1 1 1 0 0,0-1-1 0 0,0 1 1 0 0,0 1-1 0 0,-1-1 1 0 0,1 0-1 0 0,0 1 1 0 0,0 0 0 0 0,0 0-1 0 0,0 0 1 0 0,-1 1-1 0 0,1-1 1 0 0,-8 3-1 0 0,0 0 211 0 0,0 0-1 0 0,1 1 0 0 0,-22 10 0 0 0,26-10-352 0 0,1 0 1 0 0,0 0-1 0 0,1 1 0 0 0,-1 0 0 0 0,1 0 0 0 0,0 0 1 0 0,0 1-1 0 0,0-1 0 0 0,1 1 0 0 0,0 0 1 0 0,0 1-1 0 0,1-1 0 0 0,-1 1 0 0 0,1-1 0 0 0,1 1 1 0 0,-1 0-1 0 0,-1 9 0 0 0,3-13-106 0 0,1 1-1 0 0,-1-1 1 0 0,0 1-1 0 0,1 0 1 0 0,0-1-1 0 0,0 1 1 0 0,0 0 0 0 0,0-1-1 0 0,1 1 1 0 0,-1-1-1 0 0,1 1 1 0 0,0-1-1 0 0,0 1 1 0 0,1-1 0 0 0,-1 1-1 0 0,0-1 1 0 0,1 0-1 0 0,0 1 1 0 0,0-1-1 0 0,0 0 1 0 0,0 0 0 0 0,1-1-1 0 0,-1 1 1 0 0,1 0-1 0 0,-1-1 1 0 0,1 1-1 0 0,0-1 1 0 0,0 0-1 0 0,0 0 1 0 0,0 0 0 0 0,1-1-1 0 0,-1 1 1 0 0,0-1-1 0 0,1 1 1 0 0,6 0-1 0 0,-7-1-122 0 0,0 0 0 0 0,1 0 0 0 0,-1-1 0 0 0,1 1 0 0 0,-1-1-1 0 0,1 0 1 0 0,-1 0 0 0 0,1-1 0 0 0,-1 1 0 0 0,0-1-1 0 0,1 1 1 0 0,-1-1 0 0 0,0 0 0 0 0,1 0 0 0 0,-1-1 0 0 0,0 1-1 0 0,3-2 1 0 0,0-1-175 0 0,-1 0-1 0 0,0 0 0 0 0,0 0 0 0 0,0-1 0 0 0,0 1 1 0 0,-1-1-1 0 0,0 0 0 0 0,5-9 0 0 0,1-2-484 0 0,-1-1-1 0 0,-1-1 0 0 0,0 0 0 0 0,-1 0 0 0 0,4-21 1 0 0,-5 14 179 0 0,-2-1 0 0 0,-1 1 1 0 0,-2-1-1 0 0,0 0 0 0 0,-1 1 1 0 0,-2-1-1 0 0,-9-50 0 0 0,-58-172 5253 0 0,68 244-4426 0 0,-1-4 462 0 0,1 6-293 0 0,1-1 0 0 0,-1 0 0 0 0,0 0 0 0 0,0 1 0 0 0,0-1-1 0 0,0 1 1 0 0,0-1 0 0 0,0 1 0 0 0,-1-1 0 0 0,1 1 0 0 0,-1-1 0 0 0,-3-2 0 0 0,4 16 3332 0 0,5 14-2688 0 0,13 42 222 0 0,52 186 194 0 0,-59-221-1413 0 0,2-2 1 0 0,1 0 0 0 0,27 47-1 0 0,3-12-6776 0 0,-25-40-394 0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2:01.2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125 136 6449 0 0,'-3'-1'335'0'0,"0"1"-1"0"0,0 0 1 0 0,1 0-1 0 0,-1 0 0 0 0,0 0 1 0 0,0 0-1 0 0,0 1 1 0 0,0-1-1 0 0,0 1 0 0 0,0 0 1 0 0,0 0-1 0 0,1 0 1 0 0,-1 0-1 0 0,0 0 0 0 0,1 1 1 0 0,-1-1-1 0 0,1 1 1 0 0,-1-1-1 0 0,1 1 0 0 0,0 0 1 0 0,-1 0-1 0 0,1 0 1 0 0,-2 4-1 0 0,-2 0-26 0 0,1 0 0 0 0,0 0 0 0 0,0 1 0 0 0,1-1 0 0 0,0 1 0 0 0,0 0 1 0 0,-4 13-1 0 0,3-4 176 0 0,2 0 0 0 0,-1 0 1 0 0,-1 31-1 0 0,5-38-401 0 0,0 0-1 0 0,0-1 1 0 0,1 1-1 0 0,0 0 1 0 0,0-1 0 0 0,1 1-1 0 0,0 0 1 0 0,0-1-1 0 0,5 9 1 0 0,-7-16-146 0 0,1 1 0 0 0,-1-1 0 0 0,1 0 1 0 0,-1 1-1 0 0,1-1 0 0 0,0 0 0 0 0,0 0 0 0 0,0 0 1 0 0,0 0-1 0 0,0 1 0 0 0,0-1 0 0 0,0 0 0 0 0,0-1 1 0 0,0 1-1 0 0,0 0 0 0 0,0 0 0 0 0,0 0 0 0 0,1-1 0 0 0,-1 1 1 0 0,0 0-1 0 0,1-1 0 0 0,-1 1 0 0 0,3 0 0 0 0,-2-2-88 0 0,-1 1 0 0 0,1-1 0 0 0,-1 1-1 0 0,1-1 1 0 0,-1 1 0 0 0,1-1-1 0 0,-1 0 1 0 0,1 1 0 0 0,-1-1-1 0 0,0 0 1 0 0,1 0 0 0 0,-1 0 0 0 0,0 0-1 0 0,0-1 1 0 0,0 1 0 0 0,0 0-1 0 0,2-2 1 0 0,2-5-464 0 0,0 0-1 0 0,0-1 0 0 0,-1 1 1 0 0,0-1-1 0 0,5-16 1 0 0,-5 4 198 0 0,0 1 0 0 0,-2-1 0 0 0,0 0 0 0 0,-1 0 1 0 0,-4-36-1 0 0,-20-104 2702 0 0,21 150-1896 0 0,2 10-264 0 0,0-1-1 0 0,-1 1 1 0 0,1 0 0 0 0,0-1-1 0 0,0 1 1 0 0,-1 0 0 0 0,1 0-1 0 0,-1-1 1 0 0,1 1 0 0 0,-1 0-1 0 0,1 0 1 0 0,-1 0-1 0 0,0-1 1 0 0,1 1 0 0 0,-1 0-1 0 0,0 0 1 0 0,0 0 0 0 0,-1-1-1 0 0,1 2 14 0 0,0 0-1 0 0,1 0 1 0 0,-1 0-1 0 0,1 0 0 0 0,-1 0 1 0 0,1 0-1 0 0,-1 1 1 0 0,1-1-1 0 0,-1 0 1 0 0,1 0-1 0 0,-1 0 0 0 0,1 1 1 0 0,-1-1-1 0 0,1 0 1 0 0,-1 0-1 0 0,1 1 0 0 0,-1-1 1 0 0,1 1-1 0 0,-1-1 1 0 0,1 0-1 0 0,0 1 0 0 0,-1-1 1 0 0,1 1-1 0 0,0-1 1 0 0,-1 1-1 0 0,1-1 0 0 0,0 1 1 0 0,-1 0-1 0 0,0 2 193 0 0,-1 0-1 0 0,1 0 0 0 0,-1 0 1 0 0,1 0-1 0 0,0 1 0 0 0,1-1 0 0 0,-1 0 1 0 0,0 1-1 0 0,1-1 0 0 0,0 1 1 0 0,-1-1-1 0 0,1 0 0 0 0,1 6 1 0 0,8 17 74 0 0,22 47-1 0 0,-9-27-618 0 0,-10-18-457 0 0,2-1 0 0 0,23 36 1 0 0,-24-44-1722 0 0,29 32-1 0 0,-26-36 803 0 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2:01.6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79 9 6449 0 0,'0'-1'93'0'0,"0"1"0"0"0,-1-1 0 0 0,1 0 0 0 0,0 1 0 0 0,-1-1 0 0 0,1 1 0 0 0,-1-1 0 0 0,1 1-1 0 0,-1 0 1 0 0,1-1 0 0 0,-1 1 0 0 0,1-1 0 0 0,-1 1 0 0 0,1 0 0 0 0,-1 0 0 0 0,0-1 0 0 0,1 1 0 0 0,-1 0 0 0 0,0 0-1 0 0,1 0 1 0 0,-1-1 0 0 0,1 1 0 0 0,-1 0 0 0 0,0 0 0 0 0,1 0 0 0 0,-1 0 0 0 0,0 0 0 0 0,1 0 0 0 0,-1 0-1 0 0,0 1 1 0 0,1-1 0 0 0,-2 0 0 0 0,0 1 147 0 0,0 1 1 0 0,0-1-1 0 0,0 0 0 0 0,0 1 1 0 0,0-1-1 0 0,1 1 0 0 0,-1-1 1 0 0,0 1-1 0 0,-2 3 0 0 0,-1 2 401 0 0,0 1-1 0 0,0-1 1 0 0,1 1-1 0 0,-6 13 1 0 0,8-15-390 0 0,0-1 0 0 0,1 1 0 0 0,-1 0 0 0 0,1 0 0 0 0,1-1 0 0 0,-1 1 0 0 0,1 0 1 0 0,0 0-1 0 0,0 0 0 0 0,0 0 0 0 0,1 0 0 0 0,0 0 0 0 0,0-1 0 0 0,1 1 0 0 0,-1 0 1 0 0,1-1-1 0 0,0 1 0 0 0,1-1 0 0 0,4 8 0 0 0,-4-9-154 0 0,1 0 0 0 0,-1 0 0 0 0,1 0 0 0 0,0-1-1 0 0,0 1 1 0 0,0-1 0 0 0,1 0 0 0 0,-1 0 0 0 0,1-1 0 0 0,-1 1 0 0 0,1-1 0 0 0,0 0 0 0 0,0 0-1 0 0,0-1 1 0 0,0 1 0 0 0,0-1 0 0 0,0 0 0 0 0,0-1 0 0 0,1 1 0 0 0,-1-1 0 0 0,0 0 0 0 0,7-1-1 0 0,-1-1-437 0 0,0 0 1 0 0,0 0-1 0 0,-1-1 0 0 0,0 0 0 0 0,1-1 0 0 0,-1 0 0 0 0,0-1 0 0 0,16-10 0 0 0,-2-1-6663 0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2:02.2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150 882 5529 0 0,'-36'14'763'0'0,"-77"34"8600"0"0,159-48-10510 0 0,372-72 2094 0 0,383-33-63 0 0,1534-160 4902 0 0,-1755 186-5032 0 0,463-68-233 0 0,-486 46-331 0 0,213-30-639 0 0,-663 119 121 0 0,49-6-48 0 0,-52 9-5718 0 0,-36 5-935 0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2:02.9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 0 9674 0 0,'-1'1'258'0'0,"0"-1"1"0"0,0 1-1 0 0,-1-1 0 0 0,1 1 0 0 0,0-1 0 0 0,0 1 1 0 0,0 0-1 0 0,0-1 0 0 0,0 1 0 0 0,1 0 1 0 0,-1 0-1 0 0,0 0 0 0 0,0 0 0 0 0,0 0 0 0 0,1 0 1 0 0,-1 0-1 0 0,1 0 0 0 0,-1 0 0 0 0,0 0 1 0 0,1 0-1 0 0,0 0 0 0 0,-1 2 0 0 0,-8 26 1605 0 0,5-5-1276 0 0,2 1-1 0 0,1 0 1 0 0,1 0 0 0 0,1 0 0 0 0,1 0-1 0 0,6 28 1 0 0,-1 0-137 0 0,-1-4-1351 0 0,0-17-4660 0 0,-2-7-1136 0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2:03.2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0 106 7834 0 0,'14'-11'8024'0'0,"-12"16"-6894"0"0,8 17-158 0 0,8 21 211 0 0,2-1-1 0 0,26 40 1 0 0,-38-70-1083 0 0,0-1 0 0 0,0 1 0 0 0,1-2 0 0 0,0 1 0 0 0,1-2 0 0 0,1 1 1 0 0,-1-1-1 0 0,1-1 0 0 0,1 0 0 0 0,-1 0 0 0 0,22 9 0 0 0,-31-16-101 0 0,1 1 0 0 0,0-1 0 0 0,0 0-1 0 0,-1 0 1 0 0,1 0 0 0 0,0-1 0 0 0,0 1 0 0 0,0-1 0 0 0,0 0 0 0 0,0 1 0 0 0,0-1 0 0 0,0-1 0 0 0,0 1-1 0 0,0 0 1 0 0,0-1 0 0 0,0 1 0 0 0,0-1 0 0 0,0 0 0 0 0,0 0 0 0 0,4-2 0 0 0,-4 0-12 0 0,0 1 1 0 0,0-1 0 0 0,0 0 0 0 0,-1 0-1 0 0,1 0 1 0 0,-1 0 0 0 0,1 0-1 0 0,-1 0 1 0 0,0-1 0 0 0,0 1 0 0 0,-1-1-1 0 0,1 1 1 0 0,1-7 0 0 0,2-8-7 0 0,-1-1 0 0 0,-1 1 0 0 0,-1-1 0 0 0,-1 1 0 0 0,0-26-1 0 0,-5-37-96 0 0,0-47-3966 0 0,5 108-2597 0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2:03.5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 13307 0 0,'4'-3'6885'0'0,"-4"3"-6763"0"0,10 16 1575 0 0,7 29-944 0 0,17 106 396 0 0,-8-30-4302 0 0,-21-100-4356 0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2:03.9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7370 0 0,'9'5'1275'0'0,"0"0"0"0"0,0 1 0 0 0,-1 0 0 0 0,0 0 0 0 0,0 1 0 0 0,0 0 0 0 0,10 13 0 0 0,-8-8-422 0 0,-2 1-1 0 0,1 0 1 0 0,-2 0-1 0 0,10 22 1 0 0,-1 8-1343 0 0,-2 1 1 0 0,12 68 0 0 0,-9-38-1044 0 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2:04.3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1 112 7514 0 0,'5'-9'419'0'0,"0"1"1"0"0,0 0 0 0 0,1 0-1 0 0,1 0 1 0 0,-1 1 0 0 0,1 0 0 0 0,0 0-1 0 0,1 1 1 0 0,-1 0 0 0 0,14-8-1 0 0,-16 11-93 0 0,0 0 0 0 0,0 0 0 0 0,0 1 0 0 0,1 0 0 0 0,0-1 0 0 0,-1 2 0 0 0,1-1 0 0 0,0 1 0 0 0,0 0 0 0 0,0 0 0 0 0,0 0 0 0 0,0 1 0 0 0,0 0 0 0 0,-1 0 0 0 0,1 1 0 0 0,0-1 0 0 0,0 1 0 0 0,10 3 0 0 0,-14-3-349 0 0,0 0 1 0 0,1 0-1 0 0,-1 0 0 0 0,0 1 1 0 0,0-1-1 0 0,0 1 1 0 0,0-1-1 0 0,0 1 0 0 0,0 0 1 0 0,0-1-1 0 0,0 1 0 0 0,-1 0 1 0 0,1 0-1 0 0,-1 0 1 0 0,0 0-1 0 0,1 1 0 0 0,-1-1 1 0 0,0 0-1 0 0,1 4 1 0 0,-1-1-50 0 0,0 1 0 0 0,0-1 1 0 0,0 0-1 0 0,-1 1 1 0 0,0-1-1 0 0,0 1 1 0 0,0-1-1 0 0,-2 10 0 0 0,-3 5 77 0 0,0 1-1 0 0,-1-1 1 0 0,-15 30-1 0 0,1-9 521 0 0,12-27 482 0 0,1 0 1 0 0,-7 20-1 0 0,13-33-933 0 0,1 0-1 0 0,0 0 1 0 0,0 0-1 0 0,-1 0 1 0 0,1 0-1 0 0,0 0 0 0 0,0 0 1 0 0,0 0-1 0 0,0 0 1 0 0,0 1-1 0 0,0-1 0 0 0,1 0 1 0 0,-1 0-1 0 0,0 0 1 0 0,0 0-1 0 0,1 0 1 0 0,-1 0-1 0 0,1 0 0 0 0,-1 0 1 0 0,1 0-1 0 0,-1-1 1 0 0,1 1-1 0 0,-1 0 0 0 0,3 1 1 0 0,-1 0-4 0 0,0 0 0 0 0,0-1 0 0 0,1 1 0 0 0,-1-1 0 0 0,1 0 0 0 0,-1 1 0 0 0,1-1 0 0 0,-1 0-1 0 0,5 0 1 0 0,7 2-55 0 0,1-1-1 0 0,27 1 0 0 0,-35-3 32 0 0,83-3-1229 0 0,-51-1-3117 0 0,-27 3 1878 0 0,17-1-4255 0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2:04.6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164 20 11979 0 0,'-2'-1'218'0'0,"0"-1"0"0"0,0 0 1 0 0,0 0-1 0 0,0 1 0 0 0,0-1 1 0 0,0 1-1 0 0,0 0 0 0 0,0 0 1 0 0,-1 0-1 0 0,1 0 0 0 0,0 0 1 0 0,-1 0-1 0 0,1 0 0 0 0,-1 1 1 0 0,1-1-1 0 0,-1 1 0 0 0,1 0 1 0 0,-1 0-1 0 0,1 0 0 0 0,-1 0 1 0 0,1 0-1 0 0,-1 0 1 0 0,1 1-1 0 0,-1-1 0 0 0,1 1 1 0 0,-1 0-1 0 0,1-1 0 0 0,0 1 1 0 0,-1 0-1 0 0,1 1 0 0 0,0-1 1 0 0,0 0-1 0 0,0 1 0 0 0,-3 1 1 0 0,-1 1-13 0 0,1 0-1 0 0,-1 1 1 0 0,1-1 0 0 0,0 1 0 0 0,0 1 0 0 0,0-1 0 0 0,0 0 0 0 0,1 1 0 0 0,0 0 0 0 0,0 0-1 0 0,-4 10 1 0 0,4-3-106 0 0,0 0-1 0 0,1 0 1 0 0,1 0-1 0 0,0 0 0 0 0,-1 20 1 0 0,3-28-124 0 0,0 0 1 0 0,0 1-1 0 0,0-1 0 0 0,1 1 1 0 0,0-1-1 0 0,0 1 1 0 0,0-1-1 0 0,0 0 0 0 0,1 1 1 0 0,0-1-1 0 0,0 0 1 0 0,1 0-1 0 0,-1-1 0 0 0,1 1 1 0 0,6 8-1 0 0,-8-12-19 0 0,0 0 0 0 0,0 0 0 0 0,0 0 0 0 0,0 0 0 0 0,1-1 0 0 0,-1 1 0 0 0,0 0 0 0 0,0 0 0 0 0,0-1-1 0 0,1 1 1 0 0,-1-1 0 0 0,0 1 0 0 0,1-1 0 0 0,-1 1 0 0 0,0-1 0 0 0,1 0 0 0 0,-1 0 0 0 0,1 0 0 0 0,-1 0 0 0 0,0 0 0 0 0,1 0 0 0 0,-1 0 0 0 0,3 0 0 0 0,-2-1-57 0 0,1 0 1 0 0,-1 0-1 0 0,0-1 1 0 0,1 1-1 0 0,-1-1 1 0 0,0 1 0 0 0,0-1-1 0 0,0 1 1 0 0,0-1-1 0 0,0 0 1 0 0,2-4-1 0 0,2-2-322 0 0,0 0 0 0 0,-1 0-1 0 0,0-1 1 0 0,-1 0-1 0 0,6-15 1 0 0,-6 11-8 0 0,-1-1 0 0 0,-1 0 0 0 0,0 0-1 0 0,0-27 1 0 0,0 1 1198 0 0,-2 40-625 0 0,0-1-1 0 0,0 0 1 0 0,-1 0 0 0 0,2 1-1 0 0,-1-1 1 0 0,0 0-1 0 0,0 1 1 0 0,0-1 0 0 0,0 0-1 0 0,0 1 1 0 0,1-1-1 0 0,-1 0 1 0 0,0 1 0 0 0,0-1-1 0 0,1 0 1 0 0,-1 1 0 0 0,1-1-1 0 0,-1 1 1 0 0,0-1-1 0 0,1 1 1 0 0,0-2 0 0 0,9 9 1482 0 0,13 30-877 0 0,-18-27-642 0 0,34 40-1029 0 0,-6-23-2661 0 0,-15-18-2818 0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2:05.0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87 20 2761 0 0,'0'-1'168'0'0,"0"0"0"0"0,0 0 0 0 0,0 0 0 0 0,-1 1 0 0 0,1-1 0 0 0,0 0 0 0 0,0 0 0 0 0,-1 0 0 0 0,1 1 0 0 0,0-1 0 0 0,-1 0 0 0 0,1 0 0 0 0,-1 1 0 0 0,1-1 0 0 0,-1 0 0 0 0,1 1 0 0 0,-1-1 0 0 0,1 1 0 0 0,-1-1 0 0 0,1 1 0 0 0,-1-1 0 0 0,0 1 0 0 0,1-1 0 0 0,-1 1 0 0 0,0 0 0 0 0,0-1 0 0 0,1 1 0 0 0,-1 0 0 0 0,0-1 0 0 0,0 1 0 0 0,0 0 0 0 0,1 0 0 0 0,-1 0 0 0 0,-1 0 0 0 0,0 0 293 0 0,0 1 0 0 0,0 0 0 0 0,0-1 0 0 0,0 1 0 0 0,1 0 0 0 0,-1 0 1 0 0,0 1-1 0 0,1-1 0 0 0,-1 0 0 0 0,0 0 0 0 0,1 1 0 0 0,0-1 0 0 0,-3 4 1 0 0,-1 2-82 0 0,0 0 1 0 0,0 0 0 0 0,1 1 0 0 0,0 0 0 0 0,1-1 0 0 0,0 2 0 0 0,0-1 0 0 0,0 0-1 0 0,1 0 1 0 0,0 1 0 0 0,1-1 0 0 0,0 1 0 0 0,0 0 0 0 0,1-1 0 0 0,0 1 0 0 0,1 0-1 0 0,0-1 1 0 0,2 12 0 0 0,-1-14-316 0 0,-1 0 0 0 0,1 0 0 0 0,0 0 0 0 0,0 0 0 0 0,0 0 0 0 0,1-1 0 0 0,0 1 0 0 0,0-1 0 0 0,0 0 0 0 0,1 0-1 0 0,0 0 1 0 0,0-1 0 0 0,0 1 0 0 0,0-1 0 0 0,1 0 0 0 0,0 0 0 0 0,0 0 0 0 0,0-1 0 0 0,0 1 0 0 0,0-1 0 0 0,1-1 0 0 0,0 1 0 0 0,-1-1 0 0 0,1 0 0 0 0,0 0 0 0 0,7 1-1 0 0,-5-3-172 0 0,-1 1-1 0 0,1-1 0 0 0,-1-1 0 0 0,1 0 0 0 0,-1 0 0 0 0,1 0 0 0 0,-1-1 1 0 0,0 0-1 0 0,1 0 0 0 0,-1-1 0 0 0,0 0 0 0 0,-1 0 0 0 0,1-1 0 0 0,0 0 0 0 0,-1 0 1 0 0,0 0-1 0 0,0-1 0 0 0,9-9 0 0 0,6-5-7802 0 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2:05.4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62 3681 0 0,'-3'3'328'0'0,"2"-3"-264"0"0,1 1-64 0 0,3-1 216 0 0,-1-1 24 0 0,1 0 8 0 0,2-1 0 0 0,4-2-808 0 0,5-1-160 0 0,4-1-32 0 0,1-1-9 0 0,2 0 761 0 0,-1-2 0 0 0,-2 0 137 0 0,-1 1-1 0 0,-3 2-40 0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2:05.8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45 641 6913 0 0,'-2'2'1066'0'0,"-28"32"2567"0"0,29-33-3619 0 0,-1 1 0 0 0,1-1 0 0 0,0 1 0 0 0,0-1 1 0 0,0 1-1 0 0,0-1 0 0 0,0 1 0 0 0,1 0 0 0 0,-1 0 0 0 0,0-1 0 0 0,1 1 0 0 0,-1 0 0 0 0,1 0 0 0 0,0 0 0 0 0,0 0 0 0 0,0 0 0 0 0,-1-1 0 0 0,2 1 0 0 0,-1 3 0 0 0,1-4 116 0 0,0 0 0 0 0,-1 0 0 0 0,1 0 0 0 0,0 0 0 0 0,0 0 0 0 0,0 0 0 0 0,1 0 0 0 0,-1 0 0 0 0,0 0 0 0 0,0 0 0 0 0,0-1 0 0 0,1 1 0 0 0,-1 0 0 0 0,0-1-1 0 0,1 1 1 0 0,-1-1 0 0 0,0 0 0 0 0,1 1 0 0 0,-1-1 0 0 0,1 0 0 0 0,-1 0 0 0 0,0 0 0 0 0,1 0 0 0 0,-1 0 0 0 0,1 0 0 0 0,-1 0 0 0 0,1 0 0 0 0,1-1 0 0 0,43-11 1524 0 0,-43 11-1530 0 0,117-33 1123 0 0,147-22 1 0 0,-73 18-483 0 0,628-111 460 0 0,168-41-1017 0 0,-819 144-574 0 0,312-128 1 0 0,-450 159-1423 0 0,-3 2-5311 0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2:06.3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 30 11979 0 0,'-6'-13'3202'0'0,"-5"-3"3512"0"0,11 31-6018 0 0,25 209 855 0 0,-2-29-1504 0 0,-18-133-158 0 0,-3-18-723 0 0,2 1 0 0 0,15 67 1 0 0,-10-82-6941 0 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2:06.7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1 242 10138 0 0,'0'2'312'0'0,"0"0"0"0"0,-1 0 0 0 0,1 0-1 0 0,1 0 1 0 0,-1-1 0 0 0,0 1 0 0 0,0 0 0 0 0,1 0-1 0 0,-1 0 1 0 0,1 0 0 0 0,-1-1 0 0 0,1 1 0 0 0,0 0-1 0 0,0 0 1 0 0,0-1 0 0 0,0 1 0 0 0,0-1-1 0 0,2 3 1 0 0,29 31 712 0 0,-24-27-486 0 0,3 4-271 0 0,16 16 805 0 0,39 33 1 0 0,-58-55-972 0 0,0 0 1 0 0,1 0-1 0 0,-1-1 1 0 0,1 0-1 0 0,0 0 1 0 0,0-1-1 0 0,1 0 1 0 0,-1-1-1 0 0,1 0 1 0 0,13 2 0 0 0,-21-4-126 0 0,1-1 1 0 0,-1 0 0 0 0,1 0 0 0 0,-1 0 0 0 0,1 0 0 0 0,-1 0-1 0 0,1 0 1 0 0,-1-1 0 0 0,0 1 0 0 0,1-1 0 0 0,-1 0 0 0 0,0 0-1 0 0,1 0 1 0 0,-1 0 0 0 0,0 0 0 0 0,0 0 0 0 0,0 0 0 0 0,0-1-1 0 0,4-2 1 0 0,-4 0 15 0 0,1 1 1 0 0,-1 0-1 0 0,0-1 0 0 0,1 1 0 0 0,-2-1 1 0 0,1 0-1 0 0,0 1 0 0 0,-1-1 0 0 0,1 0 0 0 0,0-8 1 0 0,1-4 96 0 0,-2 0 0 0 0,0 0 0 0 0,-1 0 0 0 0,-3-31 0 0 0,-4 1-253 0 0,-24-81 1 0 0,3 20-2558 0 0,24 86 1091 0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2:07.1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14283 0 0,'0'0'655'0'0,"10"21"2524"0"0,18 51-190 0 0,23 95 0 0 0,18 50-5582 0 0,-65-207 1838 0 0,0 0 0 0 0,1 0 0 0 0,1-1 0 0 0,0 1 0 0 0,0-1 0 0 0,13 15 0 0 0,-7-16 637 0 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2:07.5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14283 0 0,'1'4'171'0'0,"1"-1"-1"0"0,0 1 0 0 0,-1 0 1 0 0,2 0-1 0 0,-1-1 1 0 0,0 1-1 0 0,1-1 1 0 0,-1 0-1 0 0,1 0 1 0 0,5 5-1 0 0,7 9 793 0 0,23 44 947 0 0,-3 1 0 0 0,38 91 1 0 0,-54-115-1669 0 0,-11-22-1792 0 0,0 0-4011 0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2:07.9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3 221 3681 0 0,'-1'-10'660'0'0,"0"0"0"0"0,0 0 0 0 0,1 0 0 0 0,1 0 0 0 0,0 0 1 0 0,0 0-1 0 0,1 1 0 0 0,0-1 0 0 0,5-12 0 0 0,-5 15-220 0 0,1 0 0 0 0,0 0 0 0 0,0 1 0 0 0,1-1 0 0 0,0 1-1 0 0,0 0 1 0 0,0 0 0 0 0,1 0 0 0 0,0 1 0 0 0,0 0 0 0 0,1-1 0 0 0,5-3-1 0 0,-7 6-197 0 0,0 0 0 0 0,0 0 0 0 0,0 1 0 0 0,1-1 0 0 0,-1 1 0 0 0,1 0 0 0 0,-1 1 0 0 0,1-1 0 0 0,0 1 0 0 0,-1 0 0 0 0,1 0 0 0 0,0 0 0 0 0,0 0 0 0 0,0 1 0 0 0,0 0 0 0 0,0 0 0 0 0,0 0 0 0 0,-1 1 0 0 0,6 1 0 0 0,-8-2-243 0 0,1 1 0 0 0,-1 0 0 0 0,0-1-1 0 0,0 1 1 0 0,0 0 0 0 0,0 0-1 0 0,0 1 1 0 0,0-1 0 0 0,0 0 0 0 0,-1 1-1 0 0,1-1 1 0 0,0 1 0 0 0,-1-1 0 0 0,1 1-1 0 0,-1 0 1 0 0,0 0 0 0 0,1-1-1 0 0,-1 1 1 0 0,0 0 0 0 0,1 3 0 0 0,-1-1-97 0 0,0 0 0 0 0,0 0 0 0 0,0 1 0 0 0,0-1 0 0 0,-1 0 0 0 0,0 0 0 0 0,0 1 0 0 0,0-1 0 0 0,-1 0 0 0 0,0 5 0 0 0,-3 7-469 0 0,-1 0 0 0 0,0-1 1 0 0,-1 0-1 0 0,-11 22 0 0 0,-2-4-304 0 0,-14 28 488 0 0,31-56 796 0 0,0 1 1 0 0,0-1-1 0 0,0 0 1 0 0,1 1-1 0 0,0-1 1 0 0,0 1-1 0 0,0-1 1 0 0,0 1-1 0 0,1 7 1 0 0,1-12-330 0 0,-1 1 1 0 0,1-1-1 0 0,-1 0 0 0 0,1 1 1 0 0,0-1-1 0 0,0 0 0 0 0,0 0 1 0 0,0 1-1 0 0,0-1 0 0 0,0 0 1 0 0,0 0-1 0 0,0 0 0 0 0,0 0 1 0 0,0 0-1 0 0,1 0 0 0 0,-1 0 1 0 0,0-1-1 0 0,1 1 0 0 0,-1 0 1 0 0,0-1-1 0 0,1 1 0 0 0,-1-1 1 0 0,1 0-1 0 0,-1 1 0 0 0,1-1 1 0 0,-1 0-1 0 0,1 0 0 0 0,2 0 1 0 0,45 1 379 0 0,-23-5-640 0 0,1 0 1 0 0,-1-2-1 0 0,30-11 1 0 0,-2 1-3652 0 0,-38 12 2355 0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2:08.6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316 288 6913 0 0,'-3'1'575'0'0,"0"-1"0"0"0,1 1 0 0 0,-1-1 0 0 0,0 0 0 0 0,1 1-1 0 0,-1-2 1 0 0,0 1 0 0 0,1 0 0 0 0,-1 0 0 0 0,0-1 0 0 0,-3 0 0 0 0,3 0-453 0 0,-1 0 1 0 0,0 1 0 0 0,1-1 0 0 0,-1 1-1 0 0,0 0 1 0 0,0 0 0 0 0,-3 1 0 0 0,-7 5 231 0 0,0 0 0 0 0,0 1 0 0 0,1 1 0 0 0,0 0 0 0 0,1 1 0 0 0,0 0-1 0 0,0 1 1 0 0,-10 11 0 0 0,-1-1 79 0 0,11-10-141 0 0,0 1 0 0 0,1 0 0 0 0,0 0 1 0 0,0 1-1 0 0,-14 23 0 0 0,22-31-284 0 0,1 0-1 0 0,0 0 1 0 0,1 0-1 0 0,-1 0 1 0 0,1 1-1 0 0,0-1 1 0 0,0 0-1 0 0,0 1 1 0 0,0-1-1 0 0,1 1 1 0 0,-1-1 0 0 0,1 1-1 0 0,1 0 1 0 0,-1-1-1 0 0,1 1 1 0 0,-1-1-1 0 0,1 1 1 0 0,0-1-1 0 0,1 0 1 0 0,-1 1-1 0 0,1-1 1 0 0,0 0 0 0 0,0 0-1 0 0,4 6 1 0 0,-4-7-51 0 0,0 0 1 0 0,0 0-1 0 0,0 0 1 0 0,0 0-1 0 0,0-1 1 0 0,1 1-1 0 0,-1-1 1 0 0,1 1-1 0 0,0-1 0 0 0,0 0 1 0 0,-1 0-1 0 0,2 0 1 0 0,-1 0-1 0 0,0-1 1 0 0,0 1-1 0 0,0-1 1 0 0,1 0-1 0 0,-1 0 1 0 0,1 0-1 0 0,-1 0 1 0 0,1 0-1 0 0,-1-1 1 0 0,1 0-1 0 0,-1 0 1 0 0,1 0-1 0 0,0 0 1 0 0,-1 0-1 0 0,1-1 1 0 0,-1 0-1 0 0,1 1 0 0 0,-1-1 1 0 0,0 0-1 0 0,1-1 1 0 0,-1 1-1 0 0,0-1 1 0 0,4-2-1 0 0,2-1-246 0 0,0 0 0 0 0,-1-1 0 0 0,1-1 0 0 0,-1 1 0 0 0,-1-1 0 0 0,1-1 0 0 0,-1 1 0 0 0,-1-1 0 0 0,1 0-1 0 0,-1-1 1 0 0,7-13 0 0 0,-5 3-337 0 0,-1 0-1 0 0,0-1 1 0 0,-1 0-1 0 0,-2 0 0 0 0,0-1 1 0 0,-1 1-1 0 0,1-42 1 0 0,-5 9-1495 0 0,-14-100 0 0 0,14 144 2242 0 0,-9-49 65 0 0,8 53 567 0 0,1 0 0 0 0,0 1 0 0 0,-1-1 0 0 0,0 1 0 0 0,0-1 0 0 0,0 1 0 0 0,0 0 0 0 0,-1 0 0 0 0,-4-6 0 0 0,6 10-529 0 0,1-1-113 0 0,0 1 1 0 0,0 0 0 0 0,-1 0 0 0 0,1 0 0 0 0,0-1 0 0 0,-1 1 0 0 0,1 0 0 0 0,0 0 0 0 0,-1 0 0 0 0,1 0 0 0 0,0 0 0 0 0,-1 0 0 0 0,1 0 0 0 0,0-1 0 0 0,-1 1 0 0 0,1 0-1 0 0,0 0 1 0 0,-1 0 0 0 0,1 0 0 0 0,0 0 0 0 0,-1 1 0 0 0,1-1 0 0 0,0 0 0 0 0,-1 0 0 0 0,1 0 0 0 0,0 0 0 0 0,-1 0 0 0 0,1 0 0 0 0,0 1 0 0 0,-1-1 0 0 0,1 0 0 0 0,0 0 0 0 0,-1 1 335 0 0,0-1-335 0 0,1 1 0 0 0,0-1 0 0 0,0 0 0 0 0,0 1 0 0 0,0-1 0 0 0,-1 0 0 0 0,1 0 0 0 0,0 1 0 0 0,0-1 0 0 0,0 0 0 0 0,0 1 0 0 0,0-1 0 0 0,0 1-1 0 0,0-1 1 0 0,0 0 0 0 0,0 1 0 0 0,0-1 0 0 0,0 0 0 0 0,0 1 0 0 0,0-1 0 0 0,0 0 0 0 0,0 1 0 0 0,0 24 1588 0 0,49 128-153 0 0,-37-107-2109 0 0,3 0 0 0 0,1-1 0 0 0,33 63 0 0 0,-38-90-7292 0 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2:09.0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83 1 2761 0 0,'-5'2'463'0'0,"0"0"1"0"0,0 0 0 0 0,0 0-1 0 0,0 1 1 0 0,1 0-1 0 0,0 0 1 0 0,-1 0 0 0 0,1 1-1 0 0,0-1 1 0 0,1 1 0 0 0,-1 0-1 0 0,1 0 1 0 0,-1 0 0 0 0,1 0-1 0 0,0 1 1 0 0,1-1 0 0 0,-1 1-1 0 0,1 0 1 0 0,0 0 0 0 0,0 0-1 0 0,-1 7 1 0 0,2-8-203 0 0,0 0 1 0 0,1 1-1 0 0,-1-1 1 0 0,1 0-1 0 0,0 0 1 0 0,0 1-1 0 0,1-1 1 0 0,-1 0-1 0 0,1 0 0 0 0,0 0 1 0 0,0 0-1 0 0,0 0 1 0 0,1 0-1 0 0,0 0 1 0 0,-1 0-1 0 0,1 0 1 0 0,0 0-1 0 0,1-1 1 0 0,-1 1-1 0 0,1-1 0 0 0,0 0 1 0 0,-1 0-1 0 0,2 0 1 0 0,-1 0-1 0 0,0 0 1 0 0,0-1-1 0 0,5 3 1 0 0,-3-2-115 0 0,0 0 1 0 0,-1 0-1 0 0,1-1 1 0 0,0 1 0 0 0,1-2-1 0 0,-1 1 1 0 0,0 0-1 0 0,1-1 1 0 0,-1 0-1 0 0,0 0 1 0 0,1-1-1 0 0,0 1 1 0 0,-1-1 0 0 0,1 0-1 0 0,6-2 1 0 0,-7 1-303 0 0,0 0 1 0 0,0-1-1 0 0,-1 1 1 0 0,1-1-1 0 0,-1 0 1 0 0,1-1-1 0 0,-1 1 1 0 0,0-1-1 0 0,0 1 1 0 0,0-1-1 0 0,4-5 0 0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2:09.9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 23 10594 0 0,'-12'-7'664'0'0,"-14"-9"3099"0"0,17 19-1605 0 0,7 13-440 0 0,34 187 1490 0 0,33 98-3159 0 0,-56-262-248 0 0,21 52 1 0 0,-24-77-336 0 0,0-1 1 0 0,1 0 0 0 0,0 0-1 0 0,1 0 1 0 0,1-1 0 0 0,0-1 0 0 0,12 14-1 0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2:10.4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52 169 6913 0 0,'-2'0'110'0'0,"0"0"0"0"0,0 0 0 0 0,0 0-1 0 0,1 0 1 0 0,-1 0 0 0 0,0 0 0 0 0,0 0-1 0 0,0 0 1 0 0,0-1 0 0 0,1 1-1 0 0,-1-1 1 0 0,0 0 0 0 0,1 1 0 0 0,-1-1-1 0 0,0 0 1 0 0,1 0 0 0 0,-1 0-1 0 0,1 0 1 0 0,-1 0 0 0 0,1 0 0 0 0,-1-1-1 0 0,1 1 1 0 0,0 0 0 0 0,0-1-1 0 0,0 1 1 0 0,0-1 0 0 0,0 1 0 0 0,0-1-1 0 0,0 1 1 0 0,0-1 0 0 0,-1-3-1 0 0,2 2 131 0 0,-1 1 0 0 0,0-1-1 0 0,1 1 1 0 0,0-1 0 0 0,0 0-1 0 0,0 1 1 0 0,0-1 0 0 0,0 0-1 0 0,0 1 1 0 0,0-1 0 0 0,1 1-1 0 0,0-1 1 0 0,-1 1 0 0 0,1-1-1 0 0,0 1 1 0 0,0-1-1 0 0,0 1 1 0 0,1-1 0 0 0,-1 1-1 0 0,1 0 1 0 0,2-4 0 0 0,4-1 90 0 0,0 0 0 0 0,1 0 1 0 0,-1 1-1 0 0,1 0 1 0 0,1 1-1 0 0,-1 0 0 0 0,1 0 1 0 0,0 1-1 0 0,15-4 1 0 0,-7 2-170 0 0,0 2 1 0 0,0 0 0 0 0,0 2 0 0 0,33-2 0 0 0,-48 4-255 0 0,1 0 0 0 0,0 0 0 0 0,-1 0 1 0 0,1 1-1 0 0,-1 0 0 0 0,1-1 0 0 0,-1 1 1 0 0,1 0-1 0 0,-1 0 0 0 0,1 1 0 0 0,-1-1 1 0 0,0 1-1 0 0,0 0 0 0 0,0 0 1 0 0,0 0-1 0 0,0 0 0 0 0,0 0 0 0 0,0 1 1 0 0,-1-1-1 0 0,3 4 0 0 0,-2-2-103 0 0,-1 0 0 0 0,0 0 0 0 0,0 0 0 0 0,0 1 0 0 0,-1-1 1 0 0,1 1-1 0 0,-1 0 0 0 0,0-1 0 0 0,0 1 0 0 0,-1 0 0 0 0,1-1 0 0 0,-1 1 0 0 0,0 0 0 0 0,-1 9 0 0 0,-5 19 20 0 0,0-1 1 0 0,-3 0-1 0 0,-18 49 0 0 0,15-48 1053 0 0,1 2 0 0 0,-11 59 1 0 0,21-92-791 0 0,1 0 0 0 0,0 0 1 0 0,-1 0-1 0 0,1 0 0 0 0,0 0 1 0 0,0 0-1 0 0,0 0 1 0 0,1 0-1 0 0,-1 0 0 0 0,0 0 1 0 0,1 0-1 0 0,-1 0 1 0 0,1-1-1 0 0,0 1 0 0 0,0 0 1 0 0,1 3-1 0 0,-1-4-11 0 0,0 0 0 0 0,0-1-1 0 0,0 1 1 0 0,0 0 0 0 0,0 0 0 0 0,0-1-1 0 0,1 1 1 0 0,-1-1 0 0 0,0 1 0 0 0,0-1-1 0 0,0 1 1 0 0,1-1 0 0 0,-1 0 0 0 0,0 0-1 0 0,0 1 1 0 0,1-1 0 0 0,-1 0 0 0 0,0 0-1 0 0,3-1 1 0 0,6 0 278 0 0,0-2-1 0 0,0 1 1 0 0,0-2 0 0 0,0 1-1 0 0,11-7 1 0 0,3 0-203 0 0,-13 7-266 0 0,1 0 0 0 0,-1 0 1 0 0,1 1-1 0 0,19 0 0 0 0,-14 1-1350 0 0,0 2-1 0 0,28 4 0 0 0,-20-1-101 0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2:10.9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 16 10138 0 0,'-6'7'204'0'0,"0"0"-1"0"0,1 0 0 0 0,0 1 1 0 0,0 0-1 0 0,1 0 1 0 0,0 0-1 0 0,1 0 0 0 0,-1 1 1 0 0,2-1-1 0 0,-1 1 1 0 0,1 0-1 0 0,0 0 0 0 0,1 0 1 0 0,0 0-1 0 0,1 0 1 0 0,-1 0-1 0 0,2 0 0 0 0,-1 0 1 0 0,1 0-1 0 0,1 0 1 0 0,0 0-1 0 0,0 0 0 0 0,1 0 1 0 0,0-1-1 0 0,4 10 0 0 0,-3-9-258 0 0,-1-1 0 0 0,1 0 0 0 0,0 0 0 0 0,1-1-1 0 0,0 1 1 0 0,0-1 0 0 0,1 0 0 0 0,0 0 0 0 0,0-1-1 0 0,0 0 1 0 0,1 0 0 0 0,0 0 0 0 0,0-1 0 0 0,0 0-1 0 0,1 0 1 0 0,0-1 0 0 0,0 0 0 0 0,0-1-1 0 0,0 1 1 0 0,1-2 0 0 0,-1 1 0 0 0,1-1 0 0 0,0 0-1 0 0,0-1 1 0 0,15 1 0 0 0,-20-2 86 0 0,0 0 0 0 0,-1-1-1 0 0,1 1 1 0 0,0-1 0 0 0,-1 1 0 0 0,1-1-1 0 0,0-1 1 0 0,-1 1 0 0 0,1 0 0 0 0,-1-1 0 0 0,0 0-1 0 0,1 0 1 0 0,-1 0 0 0 0,0 0 0 0 0,0 0 0 0 0,0 0-1 0 0,0-1 1 0 0,-1 0 0 0 0,1 1 0 0 0,-1-1 0 0 0,0 0-1 0 0,1 0 1 0 0,-1-1 0 0 0,0 1 0 0 0,-1 0-1 0 0,1-1 1 0 0,-1 1 0 0 0,1-1 0 0 0,-1 1 0 0 0,0-1-1 0 0,-1 1 1 0 0,2-8 0 0 0,-1-1 383 0 0,0 0 0 0 0,-1-1 1 0 0,0 1-1 0 0,-1 0 0 0 0,-1 0 0 0 0,0-1 0 0 0,0 1 0 0 0,-8-20 1 0 0,3 14-15 0 0,0 0 0 0 0,-1 1 1 0 0,-1 0-1 0 0,-15-21 0 0 0,21 33-397 0 0,0 1 0 0 0,0-1 0 0 0,-1 1 0 0 0,1 0 0 0 0,-1 0 0 0 0,0 0 0 0 0,0 0 0 0 0,-1 1 0 0 0,1 0 0 0 0,-1 0 0 0 0,1 0 0 0 0,-1 0 0 0 0,0 1 0 0 0,0-1 0 0 0,0 1 0 0 0,-1 1 0 0 0,1-1 0 0 0,0 1 0 0 0,-9-1 0 0 0,13 2-174 0 0,-1 0 0 0 0,0 0 0 0 0,0 0-1 0 0,0 0 1 0 0,0 1 0 0 0,0-1 0 0 0,0 1-1 0 0,1-1 1 0 0,-1 1 0 0 0,0 0 0 0 0,0 0-1 0 0,1-1 1 0 0,-1 1 0 0 0,1 0 0 0 0,-1 1-1 0 0,1-1 1 0 0,-1 0 0 0 0,1 0 0 0 0,-1 1-1 0 0,1-1 1 0 0,-2 3 0 0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2:11.3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102 5 456 0 0,'-22'-5'16156'0'0,"13"18"-16638"0"0,-2 6 1195 0 0,1 0-1 0 0,0 1 1 0 0,2 0-1 0 0,0 1 1 0 0,1 0-1 0 0,-3 23 1 0 0,8-35-699 0 0,0-1-1 0 0,1 1 1 0 0,0 0 0 0 0,1 1-1 0 0,0-1 1 0 0,0 0 0 0 0,1 0-1 0 0,0 0 1 0 0,1 0 0 0 0,0-1 0 0 0,0 1-1 0 0,1 0 1 0 0,0-1 0 0 0,1 1-1 0 0,-1-1 1 0 0,2 0 0 0 0,7 11 0 0 0,-9-15-87 0 0,0 0 0 0 0,1 0 0 0 0,0-1 0 0 0,0 1 0 0 0,0-1 1 0 0,0 0-1 0 0,0 0 0 0 0,1-1 0 0 0,0 1 0 0 0,-1-1 0 0 0,1 0 0 0 0,0 0 1 0 0,5 1-1 0 0,6 0-381 0 0,1 0 1 0 0,29 1-1 0 0,-34-3 130 0 0,0-1 1 0 0,0 2-1 0 0,0 0 0 0 0,0 0 1 0 0,0 1-1 0 0,15 5 0 0 0,-26-7 332 0 0,0-1 0 0 0,0 0 0 0 0,0 1-1 0 0,-1-1 1 0 0,1 1 0 0 0,0 0 0 0 0,0-1 0 0 0,0 1-1 0 0,0 0 1 0 0,0-1 0 0 0,-1 1 0 0 0,1 0 0 0 0,0 0-1 0 0,-1 0 1 0 0,1 0 0 0 0,0-1 0 0 0,-1 1 0 0 0,1 0-1 0 0,-1 0 1 0 0,0 0 0 0 0,1 0 0 0 0,-1 0 0 0 0,0 0-1 0 0,1 0 1 0 0,-1 0 0 0 0,0 2 0 0 0,0-1 54 0 0,-1 0 1 0 0,1 0 0 0 0,-1 0-1 0 0,1 0 1 0 0,-1 0-1 0 0,0 0 1 0 0,0 0 0 0 0,0 0-1 0 0,0 0 1 0 0,0 0 0 0 0,0 0-1 0 0,-2 2 1 0 0,-3 2 128 0 0,0 0 0 0 0,0 0 0 0 0,0 0 0 0 0,-1-1 0 0 0,-11 7 0 0 0,12-8-143 0 0,-2-1 0 0 0,1 0 0 0 0,0 0 0 0 0,-1-1 0 0 0,-7 2 0 0 0,14-4-186 0 0,-1 1 0 0 0,0-1-1 0 0,1 1 1 0 0,-1-1 0 0 0,0 0 0 0 0,1 0-1 0 0,-1 0 1 0 0,0 0 0 0 0,1 0 0 0 0,-1 0-1 0 0,0 0 1 0 0,0 0 0 0 0,1-1 0 0 0,-1 1 0 0 0,1-1-1 0 0,-1 1 1 0 0,0-1 0 0 0,1 0 0 0 0,-1 1-1 0 0,1-1 1 0 0,-1 0 0 0 0,1 0 0 0 0,0 0-1 0 0,-1 0 1 0 0,1 0 0 0 0,0-1 0 0 0,0 1-1 0 0,0 0 1 0 0,-1-2 0 0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2:11.7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 0 8754 0 0,'-24'22'2197'0'0,"21"-20"-1400"0"0,1 1 0 0 0,-1 0 0 0 0,1 0 0 0 0,0 0-1 0 0,-1 0 1 0 0,1 0 0 0 0,0 1 0 0 0,1-1 0 0 0,-1 0-1 0 0,-1 7 1 0 0,3-9-741 0 0,0-1 0 0 0,1 0 0 0 0,-1 0 1 0 0,1 1-1 0 0,-1-1 0 0 0,1 0 0 0 0,-1 0 0 0 0,1 0 0 0 0,-1 0 0 0 0,1 0 0 0 0,-1 0 0 0 0,1 1 0 0 0,-1-1 0 0 0,1 0 0 0 0,-1-1 0 0 0,1 1 1 0 0,-1 0-1 0 0,1 0 0 0 0,-1 0 0 0 0,1 0 0 0 0,-1 0 0 0 0,1 0 0 0 0,-1-1 0 0 0,1 1 0 0 0,-1 0 0 0 0,1 0 0 0 0,-1-1 0 0 0,1 1 0 0 0,-1 0 1 0 0,1-1-1 0 0,18-7 1006 0 0,-15 6-1100 0 0,9-5-2503 0 0,0 1 0 0 0,23-7 1 0 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2:12.1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65 11058 0 0,'25'-6'5436'0'0,"34"-4"-2781"0"0,-23 2-3669 0 0,67-21 0 0 0,-75 18 961 0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2:53.8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76 8754 0 0,'-1'-8'1024'0'0,"-1"1"1"0"0,-1-1-1 0 0,1 1 1 0 0,-1 0-1 0 0,0 0 1 0 0,-1 0-1 0 0,0 1 1 0 0,-8-12 0 0 0,12 18-971 0 0,-1 0 1 0 0,1 0 0 0 0,0 0-1 0 0,-1 0 1 0 0,1 0 0 0 0,0 1 0 0 0,0-1-1 0 0,-1 0 1 0 0,1 0 0 0 0,0 0 0 0 0,0 1-1 0 0,-1-1 1 0 0,1 0 0 0 0,0 0 0 0 0,0 0-1 0 0,0 1 1 0 0,-1-1 0 0 0,1 0 0 0 0,0 1-1 0 0,0-1 1 0 0,0 0 0 0 0,0 0-1 0 0,0 1 1 0 0,0-1 0 0 0,0 0 0 0 0,-1 1-1 0 0,1-1 1 0 0,0 0 0 0 0,0 1 0 0 0,0-1-1 0 0,0 0 1 0 0,0 1 0 0 0,0-1 0 0 0,1 0-1 0 0,-1 1 1 0 0,0-1 0 0 0,-3 17 493 0 0,4 41 680 0 0,15 104 1 0 0,-6-72-1209 0 0,10 110-45 0 0,62 480-18 0 0,-71-628 45 0 0,-6-28-5 0 0,0 0 0 0 0,-1 0 0 0 0,-2 0 1 0 0,1 30-1 0 0,-7-42-187 0 0,4-12 137 0 0,0 0 0 0 0,0 1 0 0 0,0-1 0 0 0,0 0 0 0 0,0 0 0 0 0,0 0 0 0 0,-1 0 0 0 0,1 1 0 0 0,0-1 0 0 0,0 0 0 0 0,0 0 0 0 0,0 0 0 0 0,0 0 0 0 0,-1 0 0 0 0,1 0 0 0 0,0 0 0 0 0,0 0 0 0 0,0 1 0 0 0,0-1 0 0 0,-1 0 0 0 0,1 0 0 0 0,0 0 0 0 0,0 0 0 0 0,0 0 0 0 0,0 0 0 0 0,-1 0 0 0 0,1 0 0 0 0,0 0 0 0 0,0 0 0 0 0,0 0 0 0 0,-1 0 0 0 0,1 0 0 0 0,0 0 0 0 0,0 0 0 0 0,0 0 0 0 0,0-1 0 0 0,-1 1 0 0 0,1 0 0 0 0,0 0 0 0 0,0 0-1 0 0,0 0 1 0 0,0 0 0 0 0,-1 0 0 0 0,1 0 0 0 0,0 0 0 0 0,0-1 0 0 0,0 1 0 0 0,0 0 0 0 0,0 0 0 0 0,0 0 0 0 0,0 0 0 0 0,-1 0 0 0 0,1-1 0 0 0,0 1 0 0 0,0 0 0 0 0,0 0 0 0 0,0 0 0 0 0,0-1 0 0 0,0 1 0 0 0,0 0 0 0 0,0 0 0 0 0,0 0 0 0 0,0 0 0 0 0,0-1 0 0 0,0 1 0 0 0,0 0 0 0 0,0 0 0 0 0,0-1 0 0 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2:54.3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1 141 1840 0 0,'0'-2'113'0'0,"0"1"0"0"0,0-1 0 0 0,0 1 0 0 0,0-1 0 0 0,0 1-1 0 0,0 0 1 0 0,0-1 0 0 0,1 1 0 0 0,-1-1 0 0 0,0 1 0 0 0,1-1-1 0 0,-1 1 1 0 0,1 0 0 0 0,0-1 0 0 0,1-1 0 0 0,14-24 1339 0 0,-14 24-1444 0 0,3-4 215 0 0,1 0 0 0 0,0 1-1 0 0,0 0 1 0 0,0 0-1 0 0,1 1 1 0 0,0-1 0 0 0,0 1-1 0 0,0 1 1 0 0,1 0-1 0 0,-1 0 1 0 0,1 0 0 0 0,0 1-1 0 0,0 0 1 0 0,1 0-1 0 0,-1 1 1 0 0,15-2-1 0 0,-2 1 550 0 0,1 1 0 0 0,-1 1-1 0 0,1 0 1 0 0,-1 2 0 0 0,36 5-1 0 0,-49-5-637 0 0,-1 1 0 0 0,0 0-1 0 0,1 0 1 0 0,-1 0 0 0 0,0 1-1 0 0,0 0 1 0 0,0 1 0 0 0,-1-1-1 0 0,1 1 1 0 0,-1 1-1 0 0,0-1 1 0 0,0 1 0 0 0,0 0-1 0 0,8 11 1 0 0,-7-8-61 0 0,-1 1 0 0 0,-1 0-1 0 0,1 1 1 0 0,-2-1 0 0 0,1 1-1 0 0,-1 0 1 0 0,-1 0 0 0 0,0 0-1 0 0,3 17 1 0 0,-2 0-132 0 0,-2 0 0 0 0,-1 0 0 0 0,-1 1 0 0 0,-2-1 0 0 0,0 0 0 0 0,-2 0-1 0 0,-10 39 1 0 0,8-42-20 0 0,-1-1 0 0 0,-2-1-1 0 0,0 0 1 0 0,-1 0-1 0 0,-1-1 1 0 0,-1 0 0 0 0,-1-1-1 0 0,-1 0 1 0 0,-1-1-1 0 0,0 0 1 0 0,-1-2 0 0 0,-1 0-1 0 0,-1-1 1 0 0,-36 26-1 0 0,26-24 350 0 0,18-12 365 0 0,0 0 0 0 0,1 1-1 0 0,-11 9 1 0 0,54-21 2027 0 0,11-9-2401 0 0,1 3 1 0 0,0 1 0 0 0,0 3-1 0 0,59-2 1 0 0,-67 8-198 0 0,-1 2 0 0 0,0 2 0 0 0,0 1 0 0 0,0 2 0 0 0,67 19 0 0 0,-97-23-79 0 0,-1 0-1 0 0,-1 0 1 0 0,1 0 0 0 0,0 1-1 0 0,0 0 1 0 0,-1 1-1 0 0,0-1 1 0 0,0 1 0 0 0,0 0-1 0 0,5 4 1 0 0,9 20-2515 0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2:54.8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235 69 4609 0 0,'-3'-2'367'0'0,"1"0"0"0"0,-1 0 0 0 0,0 0 0 0 0,1 0 0 0 0,0 0 0 0 0,-1-1 0 0 0,1 1 0 0 0,0-1 0 0 0,1 0 0 0 0,-1 1 0 0 0,-2-5 0 0 0,-18-21 3224 0 0,21 27-3405 0 0,-1 0-1 0 0,0 0 1 0 0,1 0 0 0 0,-1 0 0 0 0,1 1-1 0 0,-1-1 1 0 0,0 0 0 0 0,1 1-1 0 0,-1-1 1 0 0,0 1 0 0 0,0 0-1 0 0,0 0 1 0 0,1 0 0 0 0,-1 0-1 0 0,0 0 1 0 0,0 0 0 0 0,0 0 0 0 0,1 0-1 0 0,-4 1 1 0 0,2 1 52 0 0,-1-1 1 0 0,0 1 0 0 0,0 0-1 0 0,1 0 1 0 0,-1 0-1 0 0,1 0 1 0 0,-1 1-1 0 0,-3 3 1 0 0,-4 4 210 0 0,1 1 0 0 0,0 1-1 0 0,-13 19 1 0 0,16-19-409 0 0,-1 1 0 0 0,2-1 0 0 0,0 1 0 0 0,0 1 0 0 0,1-1 0 0 0,1 1 0 0 0,0 0 0 0 0,1 0 0 0 0,0 0 0 0 0,1 0 0 0 0,0 18 0 0 0,2-25-27 0 0,0 0 0 0 0,0 0-1 0 0,1 0 1 0 0,0 1 0 0 0,1-1-1 0 0,-1 0 1 0 0,1 0 0 0 0,0 0-1 0 0,1-1 1 0 0,0 1 0 0 0,0-1-1 0 0,0 1 1 0 0,1-1 0 0 0,0 0-1 0 0,0 0 1 0 0,1 0 0 0 0,0-1-1 0 0,0 0 1 0 0,0 0 0 0 0,0 0-1 0 0,1 0 1 0 0,0-1 0 0 0,11 7 0 0 0,-10-8-20 0 0,0 1 1 0 0,0-1 0 0 0,0 0-1 0 0,1-1 1 0 0,-1 0 0 0 0,1 0-1 0 0,0-1 1 0 0,0 1 0 0 0,-1-2-1 0 0,1 1 1 0 0,0-1 0 0 0,0 0 0 0 0,0-1-1 0 0,0 0 1 0 0,-1 0 0 0 0,1-1-1 0 0,0 0 1 0 0,9-4 0 0 0,-11 3 3 0 0,0 0-1 0 0,0 0 1 0 0,0-1 0 0 0,-1 1 0 0 0,0-1 0 0 0,0-1-1 0 0,0 1 1 0 0,0-1 0 0 0,0 0 0 0 0,-1 0 0 0 0,0 0-1 0 0,0 0 1 0 0,0-1 0 0 0,-1 0 0 0 0,0 0 0 0 0,0 0-1 0 0,-1 0 1 0 0,1 0 0 0 0,-1 0 0 0 0,0-1 0 0 0,-1 1-1 0 0,1-8 1 0 0,0-1 83 0 0,-1-1 0 0 0,-1 1-1 0 0,0-1 1 0 0,-1 1 0 0 0,-1 0 0 0 0,0 0-1 0 0,-1 0 1 0 0,-9-27 0 0 0,8 31-227 0 0,0 0 1 0 0,-1 0-1 0 0,0 0 0 0 0,-1 1 0 0 0,0 0 1 0 0,-1 0-1 0 0,0 1 0 0 0,0 0 0 0 0,-1 0 1 0 0,0 0-1 0 0,-1 1 0 0 0,-10-7 1 0 0,6 6-1104 0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2:55.3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239 63 4433 0 0,'1'-1'42'0'0,"0"0"-1"0"0,0-1 1 0 0,0 1 0 0 0,-1-1-1 0 0,1 1 1 0 0,0-1 0 0 0,-1 1-1 0 0,0-1 1 0 0,1 0 0 0 0,-1 1-1 0 0,0-1 1 0 0,0 0 0 0 0,1 1-1 0 0,-1-1 1 0 0,-1 1 0 0 0,1-4-1 0 0,0 3 143 0 0,-1 1 0 0 0,1-1 0 0 0,0 1 0 0 0,-1-1 0 0 0,1 1 0 0 0,-1-1 0 0 0,1 1 0 0 0,-1-1 0 0 0,0 1 0 0 0,0-1 0 0 0,0 1 0 0 0,0 0 0 0 0,0 0 0 0 0,0-1-1 0 0,0 1 1 0 0,0 0 0 0 0,0 0 0 0 0,0 0 0 0 0,-1 0 0 0 0,1 0 0 0 0,0 0 0 0 0,-1 0 0 0 0,1 1 0 0 0,-1-1 0 0 0,1 1 0 0 0,-1-1 0 0 0,1 1 0 0 0,-1-1 0 0 0,1 1 0 0 0,-1 0 0 0 0,0-1 0 0 0,1 1 0 0 0,-1 0-1 0 0,1 0 1 0 0,-1 0 0 0 0,0 1 0 0 0,1-1 0 0 0,-1 0 0 0 0,1 0 0 0 0,-1 1 0 0 0,1-1 0 0 0,-1 1 0 0 0,1 0 0 0 0,-2 0 0 0 0,-15 12 605 0 0,1 0-1 0 0,0 2 1 0 0,2-1 0 0 0,-1 2 0 0 0,2 0-1 0 0,-25 36 1 0 0,31-41-679 0 0,0 0-1 0 0,1 0 1 0 0,1 1-1 0 0,-1 0 1 0 0,-8 25 0 0 0,14-34-110 0 0,0 0 0 0 0,1 0 0 0 0,-1 0 0 0 0,1 0 0 0 0,-1 1 0 0 0,1-1 0 0 0,0 0 0 0 0,0 0 0 0 0,0 0 0 0 0,1 0 0 0 0,-1 0 0 0 0,1 0 0 0 0,0 0 0 0 0,-1 0 0 0 0,1 0 0 0 0,1 0 0 0 0,-1 0 0 0 0,0 0 0 0 0,1 0 0 0 0,-1-1 0 0 0,1 1 1 0 0,0-1-1 0 0,0 1 0 0 0,0-1 0 0 0,0 0 0 0 0,0 1 0 0 0,1-1 0 0 0,-1 0 0 0 0,1-1 0 0 0,-1 1 0 0 0,5 2 0 0 0,3 1-32 0 0,1-1 0 0 0,0-1 1 0 0,0 1-1 0 0,0-2 0 0 0,1 1 1 0 0,-1-2-1 0 0,17 2 0 0 0,-19-3 9 0 0,0 0-1 0 0,1 1 0 0 0,-1 0 0 0 0,0 1 0 0 0,-1 0 1 0 0,1 0-1 0 0,0 1 0 0 0,0 0 0 0 0,-1 1 0 0 0,0 0 1 0 0,0 0-1 0 0,9 7 0 0 0,-15-9 45 0 0,0 0 1 0 0,0 0-1 0 0,0 0 0 0 0,0 0 1 0 0,0 0-1 0 0,-1 1 0 0 0,1-1 1 0 0,-1 1-1 0 0,1-1 0 0 0,-1 1 1 0 0,0-1-1 0 0,0 1 0 0 0,0 0 0 0 0,-1 0 1 0 0,1-1-1 0 0,0 1 0 0 0,-1 0 1 0 0,0 4-1 0 0,0-2 69 0 0,-1 0-1 0 0,1 0 1 0 0,-1 0 0 0 0,-1 0-1 0 0,1 0 1 0 0,-1 0 0 0 0,0 0-1 0 0,0 0 1 0 0,-4 7 0 0 0,-2 0 104 0 0,0 1 0 0 0,-1-2 0 0 0,-1 1-1 0 0,0-1 1 0 0,0-1 0 0 0,-16 13 0 0 0,13-13-216 0 0,-1-1 0 0 0,0 0 0 0 0,-1-2 0 0 0,0 1 0 0 0,-18 5 0 0 0,-15 3-6450 0 0,31-12-17 0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2:56.6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199 2 11058 0 0,'-2'0'210'0'0,"1"0"-1"0"0,0-1 0 0 0,-1 1 0 0 0,1 0 0 0 0,0 0 1 0 0,-1 0-1 0 0,1 0 0 0 0,0 0 0 0 0,0 0 1 0 0,-1 0-1 0 0,1 1 0 0 0,0-1 0 0 0,-1 0 0 0 0,1 1 1 0 0,0-1-1 0 0,0 1 0 0 0,-1-1 0 0 0,1 1 1 0 0,0-1-1 0 0,-2 3 0 0 0,-27 14 1055 0 0,30-16-1152 0 0,-12 7 59 0 0,2 1 1 0 0,-1 1-1 0 0,2 0 1 0 0,-1 0-1 0 0,1 1 1 0 0,1 0-1 0 0,-1 0 1 0 0,2 1-1 0 0,0 0 1 0 0,0 0-1 0 0,1 1 1 0 0,1 0-1 0 0,0 0 1 0 0,-4 19-1 0 0,4-13 27 0 0,2 0 1 0 0,0 0-1 0 0,1 0 0 0 0,0 0 0 0 0,2 0 0 0 0,0 0 1 0 0,1 0-1 0 0,1 0 0 0 0,1 0 0 0 0,6 20 1 0 0,-6-30-302 0 0,-1-1 1 0 0,1 0-1 0 0,1 0 1 0 0,0 0-1 0 0,0 0 1 0 0,0-1-1 0 0,1 1 1 0 0,0-1-1 0 0,1 0 1 0 0,0-1-1 0 0,8 9 1 0 0,-9-12-74 0 0,-1 1 0 0 0,1-1 0 0 0,0 0 0 0 0,0 0 1 0 0,0-1-1 0 0,0 1 0 0 0,1-1 0 0 0,-1 0 0 0 0,0-1 0 0 0,1 1 0 0 0,0-1 0 0 0,-1 0 0 0 0,1-1 0 0 0,0 1 1 0 0,-1-1-1 0 0,1 0 0 0 0,0-1 0 0 0,7-1 0 0 0,15-4-6119 0 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2:57.0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 1 8290 0 0,'-2'0'328'0'0,"0"0"1"0"0,1 0 0 0 0,-1 0-1 0 0,0 1 1 0 0,1-1 0 0 0,-1 1-1 0 0,0-1 1 0 0,1 1 0 0 0,-1-1-1 0 0,1 1 1 0 0,-1 0 0 0 0,0 0-1 0 0,1 0 1 0 0,0 0 0 0 0,-1 0-1 0 0,1 0 1 0 0,0 0 0 0 0,-2 3-1 0 0,0-1 37 0 0,1 1-1 0 0,-1 0 0 0 0,1-1 0 0 0,0 1 1 0 0,1 0-1 0 0,-1 0 0 0 0,-1 7 0 0 0,0 0-8 0 0,1 1 0 0 0,0 0-1 0 0,1 0 1 0 0,1 22 0 0 0,1-21-259 0 0,1 0 1 0 0,1 1 0 0 0,0-2-1 0 0,0 1 1 0 0,2 0-1 0 0,-1-1 1 0 0,2 1-1 0 0,-1-1 1 0 0,16 22 0 0 0,-18-29-77 0 0,1 1 0 0 0,0-1-1 0 0,0 0 1 0 0,0 0 0 0 0,0 0 0 0 0,1-1 0 0 0,0 0 0 0 0,0 0 0 0 0,0 0 0 0 0,1 0 0 0 0,-1-1 0 0 0,1 0 0 0 0,0 0 0 0 0,0 0 0 0 0,0-1 0 0 0,0 0 0 0 0,0 0 0 0 0,0 0 0 0 0,1-1 0 0 0,-1 0 0 0 0,1 0-1 0 0,9-1 1 0 0,-13 0-16 0 0,0 0 0 0 0,0-1 0 0 0,0 1 0 0 0,0-1 0 0 0,0 0 0 0 0,0 0 0 0 0,0 0 0 0 0,0 0 0 0 0,0 0 0 0 0,-1-1 0 0 0,1 1 0 0 0,0-1 0 0 0,-1 0 0 0 0,1 0 0 0 0,-1 0 0 0 0,0 0 0 0 0,0 0 0 0 0,1 0 0 0 0,-1-1 0 0 0,2-2 0 0 0,-2 0 12 0 0,0 0-1 0 0,0 1 1 0 0,0-1 0 0 0,0 0-1 0 0,-1 0 1 0 0,0 0-1 0 0,0 0 1 0 0,0 0 0 0 0,-1-1-1 0 0,0 1 1 0 0,0-7-1 0 0,-1-2 19 0 0,-1-1 1 0 0,-1 1-1 0 0,0-1 0 0 0,0 1 0 0 0,-2 0 0 0 0,0 0 0 0 0,-11-23 0 0 0,10 28-227 0 0,0-1 0 0 0,0 1 0 0 0,-1 0 0 0 0,0 1 0 0 0,0 0 0 0 0,-1 0 0 0 0,0 0 0 0 0,-1 1 0 0 0,1 0 0 0 0,-1 1 0 0 0,-1 0 0 0 0,1 0 0 0 0,-1 1 0 0 0,-16-6 0 0 0,7 9-2374 0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2:57.6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95 13683 0 0,'1'0'72'0'0,"0"-1"1"0"0,0 0-1 0 0,0 1 0 0 0,0-1 1 0 0,1 1-1 0 0,-1 0 0 0 0,0-1 1 0 0,0 1-1 0 0,1 0 0 0 0,-1 0 1 0 0,0-1-1 0 0,0 1 0 0 0,1 0 1 0 0,-1 0-1 0 0,0 1 0 0 0,0-1 1 0 0,1 0-1 0 0,-1 0 0 0 0,0 0 1 0 0,0 1-1 0 0,0-1 0 0 0,1 1 1 0 0,1 0-1 0 0,29 16 538 0 0,-28-14-272 0 0,5 3-166 0 0,0 0-1 0 0,-1 1 0 0 0,0 0 0 0 0,0 1 1 0 0,0 0-1 0 0,-1 0 0 0 0,0 1 0 0 0,-1-1 1 0 0,0 1-1 0 0,0 1 0 0 0,4 11 0 0 0,-3-7-94 0 0,-1 2-1 0 0,-1-1 0 0 0,0 1 0 0 0,-1-1 1 0 0,0 1-1 0 0,1 31 0 0 0,-4-47-72 0 0,-1 1-1 0 0,0 0 1 0 0,0 0-1 0 0,0 0 1 0 0,1 0 0 0 0,-1 0-1 0 0,0-1 1 0 0,0 1-1 0 0,0 0 1 0 0,-1 0 0 0 0,1 0-1 0 0,0 0 1 0 0,0 0-1 0 0,0-1 1 0 0,-1 1 0 0 0,1 0-1 0 0,0 0 1 0 0,-1 0-1 0 0,1-1 1 0 0,0 1 0 0 0,-1 0-1 0 0,1-1 1 0 0,-1 1-1 0 0,0 0 1 0 0,1-1 0 0 0,-1 1-1 0 0,1 0 1 0 0,-1-1-1 0 0,0 1 1 0 0,0-1 0 0 0,0 1-1 0 0,0-1-3 0 0,0-1 0 0 0,0 1 0 0 0,0 0 0 0 0,0-1 0 0 0,1 1 0 0 0,-1-1 0 0 0,0 1 1 0 0,0-1-1 0 0,1 0 0 0 0,-1 1 0 0 0,0-1 0 0 0,0 0 0 0 0,1 1 0 0 0,-1-1 0 0 0,1 0 0 0 0,-1 0 0 0 0,1 0 0 0 0,-1 0 0 0 0,1 1 0 0 0,-1-1 0 0 0,1 0 0 0 0,0 0 0 0 0,0 0 0 0 0,-1 0 0 0 0,1 0 0 0 0,0 0 0 0 0,0-2 0 0 0,-3-13-41 0 0,1 0 0 0 0,0-1 0 0 0,1 1 0 0 0,1-1 0 0 0,1 1 0 0 0,0 0 0 0 0,1-1 0 0 0,0 1 0 0 0,2 0 0 0 0,0 0-1 0 0,1 0 1 0 0,0 1 0 0 0,11-22 0 0 0,-14 34 99 0 0,0-1 0 0 0,0 1 0 0 0,0 0-1 0 0,1 0 1 0 0,-1 0 0 0 0,1 1 0 0 0,0-1-1 0 0,0 1 1 0 0,-1-1 0 0 0,2 1 0 0 0,-1 0-1 0 0,0 0 1 0 0,0 0 0 0 0,1 0 0 0 0,-1 1-1 0 0,1 0 1 0 0,-1-1 0 0 0,1 1 0 0 0,0 0 0 0 0,-1 1-1 0 0,1-1 1 0 0,0 1 0 0 0,0 0 0 0 0,-1-1-1 0 0,1 2 1 0 0,0-1 0 0 0,0 0 0 0 0,-1 1-1 0 0,1 0 1 0 0,0-1 0 0 0,-1 2 0 0 0,1-1-1 0 0,0 0 1 0 0,-1 1 0 0 0,0-1 0 0 0,1 1-1 0 0,-1 0 1 0 0,0 0 0 0 0,0 1 0 0 0,0-1 0 0 0,0 0-1 0 0,0 1 1 0 0,-1 0 0 0 0,1 0 0 0 0,-1 0-1 0 0,0 0 1 0 0,3 5 0 0 0,1 3 5 0 0,-1 0 0 0 0,0 1 0 0 0,-1 0-1 0 0,0 0 1 0 0,-1 0 0 0 0,-1 1 0 0 0,0-1 0 0 0,0 1 0 0 0,-1 19 0 0 0,0-15 15 0 0,0 1 1 0 0,1-1-1 0 0,9 33 1 0 0,-11-50-81 0 0,0 1 0 0 0,0-1 0 0 0,0 0 0 0 0,1 0 1 0 0,-1 1-1 0 0,0-1 0 0 0,0 0 0 0 0,0 0 0 0 0,0 0 0 0 0,0 1 0 0 0,0-1 1 0 0,0 0-1 0 0,0 0 0 0 0,0 0 0 0 0,1 0 0 0 0,-1 1 0 0 0,0-1 1 0 0,0 0-1 0 0,0 0 0 0 0,0 0 0 0 0,1 0 0 0 0,-1 0 0 0 0,0 1 1 0 0,0-1-1 0 0,0 0 0 0 0,0 0 0 0 0,1 0 0 0 0,-1 0 0 0 0,0 0 1 0 0,0 0-1 0 0,1 0 0 0 0,-1 0 0 0 0,0 0 0 0 0,0 0 0 0 0,0 0 1 0 0,1 0-1 0 0,-1 0 0 0 0,0 0 0 0 0,0 0 0 0 0,1 0 0 0 0,-1 0 0 0 0,0 0 1 0 0,0 0-1 0 0,0 0 0 0 0,1 0 0 0 0,-1 0 0 0 0,0 0 0 0 0,1-1 1 0 0,10-11-205 0 0,5-19-157 0 0,-8 8 210 0 0,0-1 1 0 0,6-38-1 0 0,-8 36 303 0 0,0 0 0 0 0,14-35 0 0 0,-17 54-106 0 0,0 0 1 0 0,1 0-1 0 0,-1 0 0 0 0,1 1 1 0 0,1-1-1 0 0,-1 1 0 0 0,1 0 1 0 0,1 1-1 0 0,-1-1 0 0 0,1 1 0 0 0,-1 0 1 0 0,13-7-1 0 0,-17 11-29 0 0,1 0-1 0 0,0 0 0 0 0,-1 0 1 0 0,1 0-1 0 0,0 0 1 0 0,0 1-1 0 0,0-1 1 0 0,-1 1-1 0 0,1-1 1 0 0,0 1-1 0 0,0 0 1 0 0,0 0-1 0 0,0 0 0 0 0,0 0 1 0 0,0 0-1 0 0,0 0 1 0 0,0 0-1 0 0,-1 1 1 0 0,1-1-1 0 0,0 1 1 0 0,0-1-1 0 0,0 1 1 0 0,0 0-1 0 0,-1-1 0 0 0,1 1 1 0 0,0 0-1 0 0,-1 0 1 0 0,1 1-1 0 0,-1-1 1 0 0,1 0-1 0 0,-1 0 1 0 0,0 1-1 0 0,1-1 1 0 0,-1 1-1 0 0,0-1 0 0 0,0 1 1 0 0,0-1-1 0 0,0 1 1 0 0,0 0-1 0 0,1 2 1 0 0,4 9 22 0 0,-1 1 1 0 0,0-1-1 0 0,0 1 0 0 0,2 18 1 0 0,-4-19-26 0 0,4 15-39 0 0,2-1-1 0 0,15 39 1 0 0,3-18-2614 0 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2:57.9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4 369 9674 0 0,'4'-1'246'0'0,"-1"0"0"0"0,0 0-1 0 0,1 0 1 0 0,-1 0 0 0 0,0 0 0 0 0,1-1-1 0 0,-1 0 1 0 0,0 1 0 0 0,0-1 0 0 0,0 0 0 0 0,-1-1-1 0 0,1 1 1 0 0,3-4 0 0 0,31-35 1183 0 0,-29 30-1308 0 0,-1-1 0 0 0,0 0 0 0 0,0 0 0 0 0,-2-1 0 0 0,1 1 0 0 0,-2-1 0 0 0,1-1 0 0 0,-2 1-1 0 0,0 0 1 0 0,0-1 0 0 0,-2 0 0 0 0,1 1 0 0 0,-2-1 0 0 0,0 0 0 0 0,0 0 0 0 0,-2 1 0 0 0,1-1 0 0 0,-2 0-1 0 0,-4-16 1 0 0,6 29-115 0 0,1-1-1 0 0,0 1 1 0 0,0 0-1 0 0,-1 0 1 0 0,1 0-1 0 0,-1 0 1 0 0,1 0-1 0 0,-1 0 1 0 0,1 0-1 0 0,-1 0 0 0 0,0 0 1 0 0,0 0-1 0 0,1 0 1 0 0,-1 0-1 0 0,0 0 1 0 0,0 1-1 0 0,0-1 1 0 0,0 0-1 0 0,0 1 1 0 0,0-1-1 0 0,0 0 1 0 0,0 1-1 0 0,0 0 1 0 0,0-1-1 0 0,0 1 1 0 0,-2-1-1 0 0,2 1 4 0 0,-1 1 0 0 0,0-1 0 0 0,1 0 0 0 0,-1 1 0 0 0,1-1 0 0 0,-1 1 0 0 0,0 0 0 0 0,1-1 0 0 0,-1 1 0 0 0,1 0 0 0 0,0 0 0 0 0,-1 0 0 0 0,1 0 0 0 0,0 0 0 0 0,-3 3 0 0 0,-3 4 33 0 0,0 0 0 0 0,0 1 1 0 0,1 0-1 0 0,-6 12 0 0 0,4-7 21 0 0,1 1-1 0 0,1 0 1 0 0,0 0-1 0 0,1 0 1 0 0,0 1-1 0 0,1 0 1 0 0,1 0-1 0 0,1 0 1 0 0,-1 32 0 0 0,3-41-39 0 0,1 0 0 0 0,0 0 1 0 0,0 1-1 0 0,0-1 0 0 0,1 0 1 0 0,0 0-1 0 0,0 0 1 0 0,1 0-1 0 0,0-1 0 0 0,0 1 1 0 0,0-1-1 0 0,1 0 0 0 0,0 1 1 0 0,0-2-1 0 0,1 1 1 0 0,0 0-1 0 0,0-1 0 0 0,0 0 1 0 0,0 0-1 0 0,1-1 0 0 0,0 1 1 0 0,0-1-1 0 0,0 0 1 0 0,10 4-1 0 0,-8-5-112 0 0,0 1 0 0 0,0-1 0 0 0,0-1 0 0 0,0 0 0 0 0,1 0 0 0 0,-1 0-1 0 0,1-1 1 0 0,-1 0 0 0 0,1-1 0 0 0,-1 0 0 0 0,1 0 0 0 0,-1-1 0 0 0,1 0 0 0 0,-1-1 0 0 0,1 1 0 0 0,9-5 0 0 0,-2-1-129 0 0,0 0 1 0 0,0-1-1 0 0,-1-1 1 0 0,0 0-1 0 0,-1-1 1 0 0,26-23-1 0 0,-13 10 205 0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2:58.3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161 37 3225 0 0,'0'-2'159'0'0,"0"0"1"0"0,-1 0-1 0 0,0 0 0 0 0,1 0 1 0 0,-1 1-1 0 0,0-1 1 0 0,0 0-1 0 0,0 1 0 0 0,0-1 1 0 0,0 0-1 0 0,0 1 1 0 0,0 0-1 0 0,-1-1 1 0 0,1 1-1 0 0,-1 0 0 0 0,1-1 1 0 0,-1 1-1 0 0,1 0 1 0 0,-1 0-1 0 0,1 0 0 0 0,-1 0 1 0 0,0 1-1 0 0,0-1 1 0 0,-2 0-1 0 0,1 0 241 0 0,0 1-1 0 0,0 0 1 0 0,0 0-1 0 0,0 0 1 0 0,0 0-1 0 0,0 0 1 0 0,-1 0-1 0 0,1 1 1 0 0,0 0-1 0 0,0 0 1 0 0,0 0-1 0 0,0 0 1 0 0,0 0-1 0 0,-3 2 1 0 0,0 0-25 0 0,0 0 1 0 0,1 1 0 0 0,0 0-1 0 0,0-1 1 0 0,0 2 0 0 0,0-1-1 0 0,1 0 1 0 0,-1 1 0 0 0,1 0-1 0 0,0 0 1 0 0,1 0 0 0 0,-1 1-1 0 0,1-1 1 0 0,0 1-1 0 0,-3 9 1 0 0,4-9-286 0 0,1-1-1 0 0,-1 0 1 0 0,2 1-1 0 0,-1-1 1 0 0,0 1 0 0 0,1-1-1 0 0,0 1 1 0 0,1 0-1 0 0,-1-1 1 0 0,1 1-1 0 0,0-1 1 0 0,0 0 0 0 0,1 1-1 0 0,0-1 1 0 0,0 0-1 0 0,0 0 1 0 0,0 0 0 0 0,4 5-1 0 0,1 1-66 0 0,1-1 1 0 0,0 0-1 0 0,1-1 0 0 0,1 0 0 0 0,-1 0 0 0 0,1-1 1 0 0,1 0-1 0 0,19 11 0 0 0,-15-9 33 0 0,-1-1 0 0 0,-1 1 0 0 0,1 1 0 0 0,13 15 1 0 0,-26-24-57 0 0,1-1 1 0 0,-1 1 0 0 0,1 0 0 0 0,-1 0 0 0 0,0 0 0 0 0,0 0 0 0 0,0 0-1 0 0,0 0 1 0 0,0 1 0 0 0,0-1 0 0 0,-1 0 0 0 0,1 0 0 0 0,-1 1 0 0 0,1-1-1 0 0,-1 0 1 0 0,0 1 0 0 0,0-1 0 0 0,0 0 0 0 0,0 1 0 0 0,0-1 0 0 0,-2 4-1 0 0,1-2 26 0 0,0 0 0 0 0,-1 0 0 0 0,0 0 0 0 0,0-1 0 0 0,0 1 0 0 0,-1 0 0 0 0,1-1-1 0 0,-1 1 1 0 0,0-1 0 0 0,0 0 0 0 0,-4 3 0 0 0,1 0-280 0 0,0-1 0 0 0,-1-1 0 0 0,0 1 0 0 0,1-1-1 0 0,-1 0 1 0 0,-1-1 0 0 0,1 0 0 0 0,-1 0 0 0 0,1 0 0 0 0,-1-1 0 0 0,0 0 0 0 0,-12 1 0 0 0,14-3-951 0 0,1-4-10 0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2:58.6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 8 11058 0 0,'-4'-4'2066'0'0,"3"3"-1807"0"0,0 1-1 0 0,1-1 0 0 0,-1 1 0 0 0,0 0 0 0 0,1-1 1 0 0,-1 1-1 0 0,0 0 0 0 0,1 0 0 0 0,-1 0 1 0 0,0-1-1 0 0,0 1 0 0 0,1 0 0 0 0,-1 0 1 0 0,0 0-1 0 0,0 0 0 0 0,1 0 0 0 0,-1 0 1 0 0,0 1-1 0 0,0-1 0 0 0,0 1-65 0 0,0-1 1 0 0,0 1-1 0 0,0 0 1 0 0,0 0-1 0 0,0 0 1 0 0,0 0-1 0 0,0 0 1 0 0,1 0-1 0 0,-1 0 1 0 0,0 0-1 0 0,1 0 1 0 0,-1 0-1 0 0,1 0 0 0 0,-2 2 1 0 0,-7 40 776 0 0,7 15-833 0 0,1 1 1 0 0,4-1-1 0 0,1 1 1 0 0,4-1-1 0 0,19 77 1 0 0,8-11 215 0 0,67 160 1 0 0,-98-273-367 0 0,11 24-607 0 0,11 48 0 0 0,-23-73 460 0 0,-1 0 0 0 0,0 1-1 0 0,0 0 1 0 0,-1-1-1 0 0,-1 1 1 0 0,0 0 0 0 0,-1-1-1 0 0,0 1 1 0 0,-3 15-1 0 0,1-16-1198 0 0,-2-4-266 0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2:59.0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25 205 5065 0 0,'-2'-1'103'0'0,"0"0"0"0"0,1 0-1 0 0,-1-1 1 0 0,0 1 0 0 0,1-1-1 0 0,-1 0 1 0 0,1 1 0 0 0,-1-1 0 0 0,1 0-1 0 0,0 0 1 0 0,0 0 0 0 0,0 1-1 0 0,0-1 1 0 0,0-1 0 0 0,0 1 0 0 0,1 0-1 0 0,-1 0 1 0 0,1 0 0 0 0,-1 0-1 0 0,1 0 1 0 0,0-4 0 0 0,0 2-3 0 0,1 1 0 0 0,-1-1 0 0 0,1 0 1 0 0,0 1-1 0 0,0-1 0 0 0,1 0 0 0 0,-1 1 0 0 0,1 0 1 0 0,0-1-1 0 0,0 1 0 0 0,4-5 0 0 0,1-1-167 0 0,1 0 0 0 0,0 1 1 0 0,1 0-1 0 0,0 0 0 0 0,0 1 0 0 0,0 0 0 0 0,15-8 0 0 0,-6 7-370 0 0,0 0-1 0 0,1 1 0 0 0,26-6 0 0 0,-17 6-50 0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2:59.3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1 135 9218 0 0,'9'3'405'0'0,"0"0"0"0"0,0 0 1 0 0,0 0-1 0 0,13 1 0 0 0,-17-4-165 0 0,1 1-1 0 0,0 0 1 0 0,-1 0-1 0 0,1 0 0 0 0,-1 1 1 0 0,0 0-1 0 0,0 0 1 0 0,1 0-1 0 0,-1 1 1 0 0,-1 0-1 0 0,1 0 0 0 0,0 0 1 0 0,-1 0-1 0 0,1 1 1 0 0,4 5-1 0 0,-8-9-183 0 0,-1 0 1 0 0,1 1-1 0 0,-1-1 0 0 0,1 0 0 0 0,-1 1 0 0 0,1-1 0 0 0,-1 1 0 0 0,0-1 1 0 0,1 1-1 0 0,-1-1 0 0 0,0 1 0 0 0,1-1 0 0 0,-1 1 0 0 0,0-1 0 0 0,0 1 1 0 0,1 0-1 0 0,-1-1 0 0 0,0 1 0 0 0,0-1 0 0 0,0 1 0 0 0,0-1 0 0 0,0 1 1 0 0,0 0-1 0 0,0-1 0 0 0,0 1 0 0 0,0 0 0 0 0,0-1 0 0 0,0 1 0 0 0,0-1 1 0 0,0 1-1 0 0,0-1 0 0 0,-1 1 0 0 0,1 0 0 0 0,0-1 0 0 0,0 1 1 0 0,-1-1-1 0 0,1 1 0 0 0,0-1 0 0 0,-1 1 0 0 0,1-1 0 0 0,-1 1 0 0 0,0-1 56 0 0,0 1-1 0 0,-1-1 0 0 0,1 0 0 0 0,0 0 0 0 0,0 0 0 0 0,0 0 0 0 0,0 0 1 0 0,0 0-1 0 0,-1-1 0 0 0,1 1 0 0 0,0 0 0 0 0,0 0 0 0 0,0-1 0 0 0,0 1 0 0 0,0-1 1 0 0,0 1-1 0 0,0-1 0 0 0,0 1 0 0 0,0-1 0 0 0,0 0 0 0 0,0 0 0 0 0,-1 0 1 0 0,-2-3 13 0 0,1 0 0 0 0,-1 0 1 0 0,1 0-1 0 0,0 0 1 0 0,0 0-1 0 0,1-1 0 0 0,-1 1 1 0 0,1-1-1 0 0,0 0 0 0 0,0 1 1 0 0,0-1-1 0 0,1 0 1 0 0,-1 0-1 0 0,1 0 0 0 0,1-1 1 0 0,-1-8-1 0 0,4-36-1089 0 0,9 3-4799 0 0,-4 25-861 0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2:59.7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 0 1840 0 0,'-5'3'382'0'0,"0"1"0"0"0,1-1 0 0 0,0 1-1 0 0,0 0 1 0 0,0 0 0 0 0,0 0-1 0 0,0 1 1 0 0,1-1 0 0 0,-4 8 0 0 0,5-8-322 0 0,0-1-1 0 0,1 1 1 0 0,0 0 0 0 0,-1 0 0 0 0,1 0 0 0 0,1 0 0 0 0,-1 0 0 0 0,1 0 0 0 0,-1 0 0 0 0,1 0 0 0 0,0 0 0 0 0,1 0 0 0 0,-1 1 0 0 0,1-1 0 0 0,-1 0 0 0 0,1 0-1 0 0,0-1 1 0 0,1 1 0 0 0,-1 0 0 0 0,1 0 0 0 0,3 6 0 0 0,6 8 1046 0 0,0-1 1 0 0,23 30-1 0 0,-31-43-817 0 0,1 0 0 0 0,0 0 0 0 0,0 0 1 0 0,0 0-1 0 0,0-1 0 0 0,0 0 0 0 0,1 1 0 0 0,0-1 1 0 0,-1-1-1 0 0,1 1 0 0 0,0-1 0 0 0,0 0 0 0 0,1 0 0 0 0,-1-1 1 0 0,10 3-1 0 0,-14-4-227 0 0,1 0-1 0 0,0 0 1 0 0,0 0 0 0 0,0 0 0 0 0,-1 0 0 0 0,1 0-1 0 0,0 0 1 0 0,0-1 0 0 0,-1 1 0 0 0,1-1 0 0 0,0 1-1 0 0,0-1 1 0 0,-1 0 0 0 0,1 0 0 0 0,-1 1 0 0 0,1-1-1 0 0,-1 0 1 0 0,1-1 0 0 0,-1 1 0 0 0,1 0 0 0 0,-1 0-1 0 0,2-2 1 0 0,-2 0 16 0 0,0 1-1 0 0,0-1 1 0 0,0 1-1 0 0,0-1 1 0 0,0 1-1 0 0,0-1 1 0 0,-1 1-1 0 0,1-1 1 0 0,-1 0-1 0 0,0 1 1 0 0,0-1-1 0 0,0 0 0 0 0,0-3 1 0 0,-2-4 103 0 0,1 0-1 0 0,-2 0 1 0 0,1 0-1 0 0,-1 1 1 0 0,-1-1-1 0 0,-8-15 1 0 0,6 14-374 0 0,-1 1 1 0 0,0 0-1 0 0,0 1 1 0 0,-1 0-1 0 0,-1 0 0 0 0,-16-13 1 0 0,2 5-6038 0 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3:00.0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3681 0 0,'3'2'484'0'0,"1"0"-1"0"0,0 1 1 0 0,-1-1 0 0 0,1 1 0 0 0,-1-1-1 0 0,0 1 1 0 0,1 0 0 0 0,-2 0 0 0 0,1 1 0 0 0,0-1-1 0 0,-1 1 1 0 0,1-1 0 0 0,-1 1 0 0 0,2 5-1 0 0,4 6 571 0 0,-1 1-1 0 0,6 20 1 0 0,10 60 557 0 0,-18-70-1001 0 0,1-1 0 0 0,1 1-1 0 0,20 46 1 0 0,-30-79-702 0 0,1 0 0 0 0,0 0 1 0 0,0 0-1 0 0,1 0 0 0 0,0 0 0 0 0,0-1 1 0 0,1 1-1 0 0,0-10 0 0 0,7-65-880 0 0,-6 75 953 0 0,-1 5 16 0 0,14-78-161 0 0,-13 73 170 0 0,1 0 1 0 0,0 0-1 0 0,1 0 1 0 0,0 1-1 0 0,0-1 1 0 0,0 1-1 0 0,1-1 1 0 0,0 1-1 0 0,4-6 1 0 0,-7 11 19 0 0,0 1 1 0 0,0-1-1 0 0,0 0 1 0 0,0 0-1 0 0,0 0 1 0 0,0 0-1 0 0,0 1 1 0 0,0-1-1 0 0,0 0 1 0 0,0 1-1 0 0,0-1 0 0 0,1 1 1 0 0,-1-1-1 0 0,0 1 1 0 0,0 0-1 0 0,1-1 1 0 0,-1 1-1 0 0,0 0 1 0 0,1 0-1 0 0,-1 0 1 0 0,0 0-1 0 0,0 0 1 0 0,1 0-1 0 0,1 1 1 0 0,0 0 87 0 0,-1 0 1 0 0,1 0 0 0 0,0 1 0 0 0,-1-1 0 0 0,1 1 0 0 0,-1-1 0 0 0,1 1-1 0 0,-1 0 1 0 0,0 0 0 0 0,3 4 0 0 0,2 1 220 0 0,-2 0 0 0 0,1 1-1 0 0,-1 0 1 0 0,0 1 0 0 0,7 16 0 0 0,-6-7-185 0 0,-1 1 0 0 0,-1-1 0 0 0,-1 1 0 0 0,1 35 0 0 0,0-1-11 0 0,-1-54-178 0 0,1-12-60 0 0,8-27-166 0 0,-5 18 124 0 0,-2 6 38 0 0,1-1-1 0 0,1 0 1 0 0,0 1-1 0 0,1 1 0 0 0,1-1 1 0 0,16-22-1 0 0,-22 35 152 0 0,-1 0 0 0 0,1 0 0 0 0,-1 0 0 0 0,1 0 0 0 0,0 1 0 0 0,0-1 0 0 0,1 1 0 0 0,-1 0 0 0 0,0 0 0 0 0,1 0 0 0 0,0 0 0 0 0,-1 0 0 0 0,1 1 0 0 0,0-1 0 0 0,0 1 0 0 0,0 0 0 0 0,-1 1 0 0 0,1-1 0 0 0,0 1 0 0 0,0-1 0 0 0,0 1 0 0 0,0 0 0 0 0,0 1 0 0 0,0-1 0 0 0,0 1 0 0 0,0-1 0 0 0,0 1 0 0 0,0 0 0 0 0,0 1 0 0 0,0-1 0 0 0,-1 1 0 0 0,1 0 0 0 0,-1-1 0 0 0,7 6 0 0 0,0 0 111 0 0,-1 1 0 0 0,0 1 1 0 0,0-1-1 0 0,-1 1 0 0 0,0 1 0 0 0,0 0 0 0 0,-1 0 0 0 0,6 11 0 0 0,22 30-1927 0 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3:00.6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25 6449 0 0,'-4'-24'5686'0'0,"7"41"-164"0"0,16 66-3060 0 0,15 138-1 0 0,2 13-2132 0 0,-34-225-329 0 0,1 7 0 0 0,0 0 0 0 0,1 0 0 0 0,1-1 0 0 0,0 1 0 0 0,2-1 0 0 0,14 27 0 0 0,-21-42-3 0 0,0 1-1 0 0,0-1 1 0 0,0 0-1 0 0,1 1 1 0 0,-1-1 0 0 0,0 0-1 0 0,0 1 1 0 0,1-1-1 0 0,-1 0 1 0 0,0 0 0 0 0,0 1-1 0 0,1-1 1 0 0,-1 0 0 0 0,0 0-1 0 0,1 0 1 0 0,-1 1-1 0 0,0-1 1 0 0,1 0 0 0 0,-1 0-1 0 0,0 0 1 0 0,1 0 0 0 0,-1 0-1 0 0,0 0 1 0 0,1 0-1 0 0,-1 1 1 0 0,0-1 0 0 0,1 0-1 0 0,-1 0 1 0 0,1 0-1 0 0,-1-1 1 0 0,0 1 0 0 0,1 0-1 0 0,-1 0 1 0 0,0 0 0 0 0,1 0-1 0 0,-1 0 1 0 0,1-1-1 0 0,9-14-187 0 0,2-30-244 0 0,-10 40 354 0 0,9-43-86 0 0,30-111-1019 0 0,-35 142 1087 0 0,0 1-1 0 0,1 0 1 0 0,1 0-1 0 0,0 0 1 0 0,1 1-1 0 0,1 1 1 0 0,12-15-1 0 0,-19 25 154 0 0,1 0-1 0 0,0 0 1 0 0,0 1-1 0 0,1-1 1 0 0,-1 1-1 0 0,1 0 1 0 0,-1 0-1 0 0,1 0 1 0 0,0 1-1 0 0,0-1 1 0 0,1 1-1 0 0,-1 0 1 0 0,0 1-1 0 0,1-1 1 0 0,9 0-1 0 0,-11 2-13 0 0,-1 0 0 0 0,1 0 0 0 0,0 1 0 0 0,-1-1 0 0 0,1 1 0 0 0,-1 0 0 0 0,1 0 1 0 0,-1 0-1 0 0,0 0 0 0 0,1 1 0 0 0,-1-1 0 0 0,0 1 0 0 0,0 0 0 0 0,0 0 0 0 0,0 0 0 0 0,0 0 0 0 0,0 1 0 0 0,-1-1 0 0 0,1 1 0 0 0,-1 0 0 0 0,0 0 0 0 0,1-1 0 0 0,-1 1 0 0 0,2 6 0 0 0,6 11 205 0 0,-2 0 1 0 0,-1 0 0 0 0,0 0-1 0 0,6 34 1 0 0,-9-33-824 0 0,1 0-1 0 0,1 0 0 0 0,1-1 1 0 0,16 33-1 0 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3:01.1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244 70 5065 0 0,'1'-2'214'0'0,"-1"-1"-1"0"0,0 0 1 0 0,0 0 0 0 0,-1 0 0 0 0,1 1-1 0 0,-1-1 1 0 0,1 0 0 0 0,-1 1-1 0 0,0-1 1 0 0,0 0 0 0 0,0 1 0 0 0,0-1-1 0 0,0 1 1 0 0,-1-1 0 0 0,1 1-1 0 0,-1 0 1 0 0,1-1 0 0 0,-1 1-1 0 0,0 0 1 0 0,0 0 0 0 0,0 0 0 0 0,0 1-1 0 0,0-1 1 0 0,-1 0 0 0 0,1 1-1 0 0,0-1 1 0 0,-1 1 0 0 0,-3-2 0 0 0,2 2-43 0 0,0 1 0 0 0,0-1 1 0 0,0 1-1 0 0,0-1 1 0 0,0 1-1 0 0,-1 0 1 0 0,1 1-1 0 0,0-1 1 0 0,0 1-1 0 0,0-1 1 0 0,0 1-1 0 0,0 1 1 0 0,0-1-1 0 0,1 0 1 0 0,-1 1-1 0 0,0 0 1 0 0,1 0-1 0 0,-6 4 0 0 0,-2 2 33 0 0,1 0-1 0 0,1 1 0 0 0,-1 0 0 0 0,2 1 0 0 0,-1 0 0 0 0,1 0 0 0 0,1 1 0 0 0,0 0 0 0 0,0 1 0 0 0,1-1 0 0 0,1 1 0 0 0,-8 23 0 0 0,10-27-92 0 0,1 0 0 0 0,0 0-1 0 0,0 1 1 0 0,1-1 0 0 0,0 1-1 0 0,0-1 1 0 0,1 1 0 0 0,0-1-1 0 0,0 1 1 0 0,1-1 0 0 0,0 0-1 0 0,1 1 1 0 0,0-1 0 0 0,0 0-1 0 0,1 0 1 0 0,0 0 0 0 0,0 0-1 0 0,1 0 1 0 0,0-1 0 0 0,9 13-1 0 0,-10-16-239 0 0,0-1 0 0 0,0 0 0 0 0,0 0 0 0 0,0-1 0 0 0,1 1 0 0 0,-1 0 0 0 0,1-1 0 0 0,0 0 0 0 0,0 0 0 0 0,-1 0 0 0 0,1-1 0 0 0,1 1 0 0 0,-1-1 0 0 0,0 0 0 0 0,0 0 0 0 0,0 0 0 0 0,1-1-1 0 0,-1 1 1 0 0,0-1 0 0 0,1 0 0 0 0,-1-1 0 0 0,0 1 0 0 0,0-1 0 0 0,1 1 0 0 0,-1-1 0 0 0,0 0 0 0 0,0-1 0 0 0,0 1 0 0 0,0-1 0 0 0,0 0 0 0 0,4-2 0 0 0,1-1-224 0 0,-1 0 1 0 0,0 0-1 0 0,0-1 1 0 0,0 0-1 0 0,0-1 1 0 0,-1 0-1 0 0,0 0 0 0 0,-1 0 1 0 0,1-1-1 0 0,-2 0 1 0 0,1 0-1 0 0,7-15 1 0 0,-7 9 147 0 0,0-1 1 0 0,-2 1 0 0 0,0-1-1 0 0,0 0 1 0 0,-1 0 0 0 0,-1 0 0 0 0,-1 0-1 0 0,0 0 1 0 0,-1-1 0 0 0,0 1-1 0 0,-2 0 1 0 0,1 0 0 0 0,-2 0 0 0 0,0 0-1 0 0,-6-15 1 0 0,9 29 299 0 0,0 0 1 0 0,0 1-1 0 0,0-1 0 0 0,0 0 1 0 0,0 1-1 0 0,-1-1 0 0 0,1 0 1 0 0,0 0-1 0 0,-1 1 0 0 0,1-1 1 0 0,0 0-1 0 0,-1 1 0 0 0,1-1 1 0 0,-1 1-1 0 0,1-1 1 0 0,-1 1-1 0 0,1-1 0 0 0,-1 1 1 0 0,0-1-1 0 0,1 1 0 0 0,-1-1 1 0 0,0 1-1 0 0,1-1 0 0 0,-1 1 1 0 0,0 0-1 0 0,1 0 0 0 0,-1-1 1 0 0,0 1-1 0 0,0 0 0 0 0,1 0 1 0 0,-2 0-1 0 0,2 0 93 0 0,-1 1 0 0 0,1 0 0 0 0,-1 0 0 0 0,1-1 0 0 0,0 1 0 0 0,-1 0 0 0 0,1 0 0 0 0,0-1 0 0 0,0 1 0 0 0,0 0 0 0 0,0 0 0 0 0,0 0-1 0 0,0 0 1 0 0,0-1 0 0 0,0 1 0 0 0,0 0 0 0 0,0 0 0 0 0,0 0 0 0 0,0 0 0 0 0,0-1 0 0 0,1 1 0 0 0,-1 0 0 0 0,0 0 0 0 0,1 0 0 0 0,-1-1 0 0 0,0 1 0 0 0,1 0 0 0 0,0 0 0 0 0,25 50 1291 0 0,3-1 1 0 0,35 47-1 0 0,-57-88-1439 0 0,-1-1 0 0 0,2 0 0 0 0,-1 0 0 0 0,9 6 0 0 0,-13-12-78 0 0,-1 0-1 0 0,0 0 1 0 0,0 0 0 0 0,1 0 0 0 0,-1-1 0 0 0,1 1-1 0 0,0-1 1 0 0,-1 0 0 0 0,1 0 0 0 0,0 0 0 0 0,0 0 0 0 0,0 0-1 0 0,-1-1 1 0 0,1 1 0 0 0,0-1 0 0 0,0 0 0 0 0,0 0-1 0 0,0 0 1 0 0,4 0 0 0 0,-5-1-179 0 0,-1 1-1 0 0,0-1 1 0 0,0 0 0 0 0,0 1-1 0 0,0-1 1 0 0,0 0 0 0 0,0 0-1 0 0,0 0 1 0 0,0 1 0 0 0,0-1 0 0 0,0 0-1 0 0,0 0 1 0 0,0-1 0 0 0,-1 1-1 0 0,1 0 1 0 0,0 0 0 0 0,0-2-1 0 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3:01.4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0 125 1376 0 0,'3'-6'682'0'0,"-1"0"0"0"0,1 1 0 0 0,0-1 0 0 0,1 1 0 0 0,0 0 0 0 0,-1 0 0 0 0,7-5 0 0 0,-8 7-294 0 0,0 1 0 0 0,0 0 0 0 0,0 0 0 0 0,1 0 0 0 0,-1 0 0 0 0,1 0 0 0 0,-1 0 0 0 0,1 1 0 0 0,-1 0 0 0 0,1-1 0 0 0,0 1 0 0 0,0 0 0 0 0,0 0 0 0 0,0 0 0 0 0,0 1 0 0 0,3-1 0 0 0,-3 1-70 0 0,0 1 0 0 0,-1 0-1 0 0,1-1 1 0 0,0 1-1 0 0,-1 1 1 0 0,0-1 0 0 0,1 0-1 0 0,-1 1 1 0 0,0-1 0 0 0,1 1-1 0 0,-1-1 1 0 0,0 1 0 0 0,0 0-1 0 0,3 4 1 0 0,27 37 2137 0 0,-19-24-1757 0 0,-8-11-437 0 0,-1-3-193 0 0,0 1 0 0 0,0-1-1 0 0,0 0 1 0 0,1 0 0 0 0,0 0 0 0 0,0 0-1 0 0,0-1 1 0 0,0 0 0 0 0,7 4 0 0 0,-8-50-68 0 0,-4 30 12 0 0,3-13-747 0 0,0 0 1 0 0,12-41 0 0 0,-8 40-6509 0 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3:01.8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246 422 13827 0 0,'-1'-3'166'0'0,"0"0"0"0"0,0 1 0 0 0,-1-1 0 0 0,1 1 0 0 0,0-1 0 0 0,-1 1 0 0 0,0 0 0 0 0,1-1 0 0 0,-1 1 0 0 0,0 0 0 0 0,0 0 0 0 0,-1 0 0 0 0,1 0 0 0 0,0 1 0 0 0,0-1-1 0 0,-1 1 1 0 0,1-1 0 0 0,-1 1 0 0 0,0 0 0 0 0,1 0 0 0 0,-1 0 0 0 0,0 0 0 0 0,1 1 0 0 0,-1-1 0 0 0,0 1 0 0 0,0-1 0 0 0,0 1 0 0 0,0 0 0 0 0,1 0 0 0 0,-1 0 0 0 0,0 1 0 0 0,0-1 0 0 0,-5 2 0 0 0,1 0-49 0 0,1 0 0 0 0,-1 0 0 0 0,1 0 0 0 0,0 1 0 0 0,0 0 0 0 0,0 1 0 0 0,0-1 0 0 0,0 1-1 0 0,1 0 1 0 0,0 1 0 0 0,0-1 0 0 0,0 1 0 0 0,-6 7 0 0 0,1 2-72 0 0,0 1 0 0 0,1 0 1 0 0,1 0-1 0 0,1 1 0 0 0,0 0 0 0 0,1 1 0 0 0,-8 31 0 0 0,12-42-25 0 0,1 1 0 0 0,0-1 1 0 0,0 0-1 0 0,0 0 0 0 0,1 1 0 0 0,0-1 0 0 0,1 0 0 0 0,-1 0 0 0 0,1 1 0 0 0,0-1 1 0 0,0 0-1 0 0,1 0 0 0 0,0 0 0 0 0,0 0 0 0 0,1 0 0 0 0,-1-1 0 0 0,1 1 0 0 0,0-1 1 0 0,1 1-1 0 0,-1-1 0 0 0,1 0 0 0 0,0-1 0 0 0,1 1 0 0 0,-1-1 0 0 0,6 5 0 0 0,-6-6-24 0 0,-1-1 0 0 0,1 1 0 0 0,0-1 0 0 0,0 0 0 0 0,0 0 0 0 0,0-1 0 0 0,0 1 0 0 0,0-1 0 0 0,1 0 0 0 0,-1 0 0 0 0,0-1 0 0 0,1 1 0 0 0,-1-1 1 0 0,1 0-1 0 0,-1 0 0 0 0,7-1 0 0 0,-4 0-101 0 0,-1-1 0 0 0,1 0 0 0 0,-1 0 0 0 0,0-1 0 0 0,0 1 0 0 0,0-2 1 0 0,0 1-1 0 0,0 0 0 0 0,10-9 0 0 0,-5 1-217 0 0,0 0 1 0 0,0 0-1 0 0,-1-1 0 0 0,0 0 1 0 0,-1 0-1 0 0,-1-1 0 0 0,0-1 1 0 0,10-22-1 0 0,-11 15 106 0 0,0 1 1 0 0,-2-1-1 0 0,-1 0 0 0 0,-1 0 1 0 0,0 0-1 0 0,-2-1 1 0 0,0 1-1 0 0,-3-24 0 0 0,-29-172-1084 0 0,25 182 1228 0 0,3 17 21 0 0,2 8 328 0 0,-1 0-1 0 0,1 0 0 0 0,-2 0 0 0 0,0 0 0 0 0,0 0 1 0 0,0 1-1 0 0,-1-1 0 0 0,-10-16 0 0 0,14 26-185 0 0,-1-1 0 0 0,1 1 0 0 0,0-1 1 0 0,-1 1-1 0 0,1-1 0 0 0,-1 1 0 0 0,1-1 0 0 0,-1 1 0 0 0,1-1 0 0 0,-1 1 0 0 0,1-1 0 0 0,-1 1 0 0 0,1 0 0 0 0,-1 0 0 0 0,1-1 0 0 0,-1 1 0 0 0,0 0 0 0 0,1 0 0 0 0,-1-1 1 0 0,1 1-1 0 0,-1 0 0 0 0,0 0 0 0 0,1 0 0 0 0,-1 0 0 0 0,0 0 0 0 0,1 0 0 0 0,-1 0 0 0 0,0 0 0 0 0,1 0 0 0 0,-1 0 0 0 0,1 1 0 0 0,-1-1 0 0 0,0 0 0 0 0,-1 1 30 0 0,1 1-1 0 0,0-1 0 0 0,-1 0 1 0 0,1 1-1 0 0,0-1 1 0 0,0 0-1 0 0,0 1 0 0 0,0-1 1 0 0,0 1-1 0 0,0 0 0 0 0,0 3 1 0 0,-12 46 745 0 0,11-19-754 0 0,1-1 0 0 0,1 0-1 0 0,2 0 1 0 0,1 0 0 0 0,2 0 0 0 0,9 36 0 0 0,5 0-56 0 0,46 109 1 0 0,-51-145-544 0 0,1 0 0 0 0,2-1 0 0 0,28 38 0 0 0,-17-32-7215 0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3:02.3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108 45 8754 0 0,'-18'-22'1267'0'0,"17"20"-888"0"0,-1 0 0 0 0,1 0 0 0 0,0 0 1 0 0,-1 0-1 0 0,1 1 0 0 0,-1-1 0 0 0,1 0 0 0 0,-1 1 1 0 0,0-1-1 0 0,1 1 0 0 0,-5-3 0 0 0,5 4-276 0 0,0 0 0 0 0,0 0-1 0 0,1 1 1 0 0,-1-1 0 0 0,0 0 0 0 0,0 0 0 0 0,0 0-1 0 0,0 1 1 0 0,0-1 0 0 0,0 0 0 0 0,0 1-1 0 0,1-1 1 0 0,-1 1 0 0 0,0-1 0 0 0,0 1-1 0 0,1-1 1 0 0,-1 1 0 0 0,0 0 0 0 0,1-1 0 0 0,-1 1-1 0 0,0 0 1 0 0,1 0 0 0 0,-1-1 0 0 0,1 1-1 0 0,0 0 1 0 0,-1 0 0 0 0,0 0 0 0 0,-12 28 790 0 0,11-24-624 0 0,-4 12 45 0 0,0 0 1 0 0,1 0 0 0 0,1 1 0 0 0,0-1 0 0 0,2 1-1 0 0,-2 25 1 0 0,4-37-260 0 0,0 0-1 0 0,0 1 1 0 0,0-1-1 0 0,1 1 1 0 0,-1-1-1 0 0,2 0 1 0 0,-1 0-1 0 0,1 1 0 0 0,0-1 1 0 0,0 0-1 0 0,1 0 1 0 0,-1-1-1 0 0,1 1 1 0 0,1 0-1 0 0,-1-1 1 0 0,1 0-1 0 0,0 0 1 0 0,0 0-1 0 0,0 0 1 0 0,1-1-1 0 0,6 6 1 0 0,-9-9-92 0 0,1 1 1 0 0,0-1 0 0 0,0 1-1 0 0,-1-1 1 0 0,1 0 0 0 0,0 0-1 0 0,0 0 1 0 0,0 0 0 0 0,0-1-1 0 0,0 1 1 0 0,1-1 0 0 0,-1 1-1 0 0,0-1 1 0 0,0 0 0 0 0,0-1-1 0 0,0 1 1 0 0,0 0 0 0 0,4-2-1 0 0,-2 0-149 0 0,0 0 0 0 0,0 0-1 0 0,0 0 1 0 0,-1-1-1 0 0,1 0 1 0 0,-1 0 0 0 0,1 0-1 0 0,-1 0 1 0 0,7-8 0 0 0,-1 0-245 0 0,0-2 0 0 0,-1 1 0 0 0,0-1 1 0 0,-1-1-1 0 0,0 1 0 0 0,7-20 1 0 0,3-20-234 0 0,-13 36 758 0 0,0 1-1 0 0,9-18 1 0 0,6 72 3312 0 0,-13-22-3028 0 0,1-1 1 0 0,1 0 0 0 0,0-1-1 0 0,0 0 1 0 0,23 24 0 0 0,-30-35-349 0 0,1 0 0 0 0,-1-1 1 0 0,1 0-1 0 0,0 1 0 0 0,0-1 0 0 0,0 0 0 0 0,0 0 1 0 0,0 0-1 0 0,0-1 0 0 0,1 1 0 0 0,-1-1 1 0 0,0 0-1 0 0,1 0 0 0 0,-1 0 0 0 0,1 0 0 0 0,-1-1 1 0 0,1 1-1 0 0,0-1 0 0 0,-1 0 0 0 0,1 0 1 0 0,-1 0-1 0 0,1 0 0 0 0,-1-1 0 0 0,1 1 1 0 0,0-1-1 0 0,-1 0 0 0 0,0 0 0 0 0,1-1 0 0 0,-1 1 1 0 0,0-1-1 0 0,1 1 0 0 0,-1-1 0 0 0,0 0 1 0 0,5-5-1 0 0,-3 2 23 0 0,1 0 0 0 0,-1-1 0 0 0,-1 0 0 0 0,1 0 0 0 0,-1 0 0 0 0,0 0 0 0 0,-1-1 0 0 0,1 1 0 0 0,-1-1 0 0 0,-1 0 0 0 0,1 0 0 0 0,2-12 0 0 0,-4 14-183 0 0,0-1 0 0 0,-1 1 0 0 0,1-1 1 0 0,-1 0-1 0 0,0 1 0 0 0,0-1 0 0 0,-3-10 0 0 0,3 13-273 0 0,-1 0 1 0 0,0 0-1 0 0,0 0 1 0 0,0 0-1 0 0,-1 0 1 0 0,1 1-1 0 0,-1-1 1 0 0,0 0-1 0 0,1 1 1 0 0,-1-1-1 0 0,0 1 0 0 0,-1-1 1 0 0,1 1-1 0 0,-4-3 1 0 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3:02.8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215 32 9674 0 0,'0'-1'125'0'0,"0"-1"0"0"0,1 1 0 0 0,-1-1-1 0 0,0 1 1 0 0,0 0 0 0 0,1-1 0 0 0,-1 1 0 0 0,0-1-1 0 0,-1 1 1 0 0,1 0 0 0 0,0-1 0 0 0,0 1 0 0 0,-1-1 0 0 0,1 1-1 0 0,-1-2 1 0 0,0 2 1 0 0,1 1 1 0 0,0-1-1 0 0,-1 1 0 0 0,1-1 1 0 0,-1 1-1 0 0,1-1 0 0 0,-1 1 0 0 0,1-1 1 0 0,-1 1-1 0 0,0 0 0 0 0,1-1 1 0 0,-1 1-1 0 0,0 0 0 0 0,1-1 0 0 0,-1 1 1 0 0,1 0-1 0 0,-1 0 0 0 0,0 0 1 0 0,0 0-1 0 0,1 0 0 0 0,-1-1 0 0 0,-1 2 1 0 0,0-1 54 0 0,-1 0 1 0 0,0 1 0 0 0,1-1 0 0 0,-1 1 0 0 0,1 0-1 0 0,-1 0 1 0 0,1 0 0 0 0,-1 0 0 0 0,1 0-1 0 0,0 1 1 0 0,-1-1 0 0 0,1 1 0 0 0,0 0 0 0 0,-4 3-1 0 0,-12 16 182 0 0,0 0 0 0 0,1 1 0 0 0,1 1 0 0 0,1 0 0 0 0,1 1 0 0 0,1 1 0 0 0,2 0 0 0 0,0 1 0 0 0,-11 42 0 0 0,21-64-317 0 0,0 1 0 0 0,0 0 0 0 0,1-1 0 0 0,0 1-1 0 0,0 0 1 0 0,0-1 0 0 0,0 1 0 0 0,1 0-1 0 0,-1-1 1 0 0,1 1 0 0 0,0-1 0 0 0,1 1-1 0 0,-1-1 1 0 0,1 1 0 0 0,0-1 0 0 0,0 0-1 0 0,1 0 1 0 0,-1 0 0 0 0,5 6 0 0 0,-4-7-36 0 0,-1-1 1 0 0,1 1-1 0 0,0-1 1 0 0,0 0-1 0 0,0 0 1 0 0,1 0-1 0 0,-1 0 1 0 0,0-1-1 0 0,1 1 1 0 0,-1-1-1 0 0,1 0 1 0 0,-1 0-1 0 0,1 0 1 0 0,0-1-1 0 0,0 1 1 0 0,-1-1-1 0 0,1 0 1 0 0,0 0-1 0 0,-1 0 1 0 0,1 0-1 0 0,0-1 1 0 0,0 1-1 0 0,-1-1 1 0 0,7-2-1 0 0,1-1-171 0 0,-1 0 1 0 0,0 0-1 0 0,0-1 0 0 0,0-1 1 0 0,-1 1-1 0 0,1-2 0 0 0,-1 1 1 0 0,-1-1-1 0 0,1-1 0 0 0,-1 1 1 0 0,-1-1-1 0 0,0-1 0 0 0,0 0 1 0 0,0 0-1 0 0,-1 0 0 0 0,0 0 0 0 0,6-15 1 0 0,-6 9-79 0 0,0 0-1 0 0,-1 0 1 0 0,0-1 0 0 0,-1 0 0 0 0,-1 0 0 0 0,0 0-1 0 0,-2 0 1 0 0,1-1 0 0 0,-2 1 0 0 0,0-1 0 0 0,-4-19-1 0 0,10 101 914 0 0,-5-43 42 0 0,1 0 1 0 0,1 0-1 0 0,1-1 1 0 0,8 28 0 0 0,-9-42-589 0 0,0 0 0 0 0,0 0 0 0 0,0-1 0 0 0,1 0 0 0 0,-1 0 0 0 0,2 0 1 0 0,-1 0-1 0 0,1 0 0 0 0,0-1 0 0 0,0 0 0 0 0,0 0 0 0 0,1 0 0 0 0,-1-1 1 0 0,1 1-1 0 0,0-1 0 0 0,1-1 0 0 0,10 5 0 0 0,-8-4-353 0 0,0-1 1 0 0,0 0-1 0 0,1-1 0 0 0,9 2 0 0 0,-7-2-805 0 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3:03.1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0 197 456 0 0,'1'-1'221'0'0,"0"0"0"0"0,-1 1 1 0 0,1-1-1 0 0,0 0 0 0 0,0 0 0 0 0,-1 1 0 0 0,1-1 1 0 0,0 0-1 0 0,0 1 0 0 0,0-1 0 0 0,0 1 0 0 0,0-1 1 0 0,0 1-1 0 0,0-1 0 0 0,-1 1 0 0 0,1 0 0 0 0,1 0 0 0 0,-1-1 1 0 0,0 1-1 0 0,1 0 0 0 0,23-4 3170 0 0,-19 4-2883 0 0,-1 0-1 0 0,0 0 0 0 0,0 1 0 0 0,1 0 0 0 0,-1 0 1 0 0,0 0-1 0 0,0 0 0 0 0,0 1 0 0 0,0 0 0 0 0,-1 0 0 0 0,1 1 1 0 0,6 3-1 0 0,-3 0-50 0 0,-1 0 1 0 0,1 0-1 0 0,-2 0 1 0 0,1 1-1 0 0,-1 0 1 0 0,8 11-1 0 0,3 9 63 0 0,-2 0 0 0 0,0 1 0 0 0,11 33 0 0 0,-23-55-417 0 0,6 26-39 0 0,-9-24 154 0 0,-9-22 386 0 0,2 0-487 0 0,2 0 0 0 0,0-1-1 0 0,1 1 1 0 0,0-1 0 0 0,1 0 0 0 0,0 0 0 0 0,2-1 0 0 0,0 1 0 0 0,0 0 0 0 0,2 0 0 0 0,2-22 0 0 0,2 5-436 0 0,1 1-1 0 0,2 1 1 0 0,1-1 0 0 0,20-43-1 0 0,-14 39-735 0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3:03.4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31 298 6913 0 0,'4'-1'406'0'0,"1"0"-1"0"0,-1 1 0 0 0,0-2 1 0 0,0 1-1 0 0,0 0 0 0 0,0-1 0 0 0,0 0 1 0 0,0 0-1 0 0,-1 0 0 0 0,1 0 0 0 0,-1 0 1 0 0,5-5-1 0 0,37-37 1472 0 0,-38 35-1669 0 0,0 0-1 0 0,-1-1 1 0 0,0 0 0 0 0,-1-1 0 0 0,0 1-1 0 0,-1-1 1 0 0,0 0 0 0 0,4-15-1 0 0,-7 21-67 0 0,0 1 0 0 0,0 0-1 0 0,0-1 1 0 0,-1 1 0 0 0,1-1-1 0 0,-1 1 1 0 0,0-1 0 0 0,0 1-1 0 0,-1-1 1 0 0,1 1 0 0 0,-1-1-1 0 0,0 1 1 0 0,-1 0 0 0 0,1-1-1 0 0,-1 1 1 0 0,1 0 0 0 0,-1 0-1 0 0,0 0 1 0 0,-1 0 0 0 0,1 0-1 0 0,-1 1 1 0 0,0-1 0 0 0,0 1-1 0 0,-4-5 1 0 0,5 7-73 0 0,1-1-1 0 0,-1 1 1 0 0,0 0-1 0 0,0 0 1 0 0,0 0-1 0 0,0 0 1 0 0,0 0-1 0 0,0 0 1 0 0,0 1-1 0 0,0-1 0 0 0,0 1 1 0 0,0-1-1 0 0,0 1 1 0 0,-1 0-1 0 0,1 0 1 0 0,0 0-1 0 0,0 0 1 0 0,0 0-1 0 0,0 0 1 0 0,-3 1-1 0 0,1 1-9 0 0,0-1-1 0 0,1 1 1 0 0,-1 0-1 0 0,1-1 1 0 0,-1 2 0 0 0,1-1-1 0 0,0 0 1 0 0,0 1-1 0 0,0-1 1 0 0,-4 6-1 0 0,-2 2 67 0 0,1 1 0 0 0,0 0 1 0 0,1 0-1 0 0,0 1 0 0 0,-7 19 0 0 0,11-24-84 0 0,1-1 1 0 0,-1 1-1 0 0,1-1 1 0 0,1 1 0 0 0,0 0-1 0 0,0 0 1 0 0,0 0-1 0 0,1 0 1 0 0,0 0-1 0 0,0 0 1 0 0,0 0 0 0 0,1 0-1 0 0,0 0 1 0 0,1-1-1 0 0,-1 1 1 0 0,1 0-1 0 0,1-1 1 0 0,-1 1-1 0 0,1-1 1 0 0,7 12 0 0 0,-4-10-8 0 0,-1-1 1 0 0,1 0 0 0 0,1-1-1 0 0,-1 1 1 0 0,1-1 0 0 0,1 0-1 0 0,-1-1 1 0 0,1 1 0 0 0,0-2-1 0 0,0 1 1 0 0,0-1 0 0 0,0 0-1 0 0,1-1 1 0 0,0 0 0 0 0,13 3-1 0 0,22 1-21 0 0,6-6-11 0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4:08.4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134 2151 8290 0 0,'-8'0'438'0'0,"-16"-1"-415"0"0,0 0-1 0 0,0 1 1 0 0,-25 5 0 0 0,45-4 674 0 0,10-2-353 0 0,26-4-372 0 0,48-9-466 0 0,-41 5 332 0 0,338-87-207 0 0,-70 9 1297 0 0,-125 37-533 0 0,757-159 1032 0 0,-793 181-1426 0 0,887-207 274 0 0,-666 132 182 0 0,890-221 480 0 0,-624 184-1044 0 0,-216 29 273 0 0,-118 29-237 0 0,186-38-120 0 0,553-161 618 0 0,-184 35-675 0 0,-843 243 239 0 0,-1 0-5 0 0,0 1 0 0 0,0 0 0 0 0,0 0 0 0 0,0 1 0 0 0,0 1 0 0 0,0-1 0 0 0,14 2-1 0 0,-7 4-143 0 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4:17.7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5153 0 0,'3'4'-7'0'0,"0"0"0"0"0,1 0 1 0 0,0 0-1 0 0,0 0 0 0 0,0 0 0 0 0,0-1 0 0 0,8 5 0 0 0,12 11-18 0 0,-13-8 52 0 0,0 1 0 0 0,-1-1 1 0 0,0 1-1 0 0,-1 1 0 0 0,0 0 0 0 0,-1 0 0 0 0,12 28 0 0 0,-14-29-138 0 0,0 0-1 0 0,1-1 0 0 0,0 1 1 0 0,15 15-1 0 0,3 5-43 0 0,-18-23 181 0 0,1-1-1 0 0,1 0 1 0 0,0 0 0 0 0,0-1 0 0 0,14 9 0 0 0,7 6 19 0 0,33 25 203 0 0,27 22 235 0 0,-85-64-445 0 0,1-1 1 0 0,0 0-1 0 0,0 0 1 0 0,11 4-1 0 0,-10-5-19 0 0,0 0 0 0 0,-1 1-1 0 0,1 0 1 0 0,9 7-1 0 0,13 15-42 0 0,-5-6 79 0 0,-1 1 0 0 0,-1 1-1 0 0,-1 1 1 0 0,-1 1 0 0 0,26 39-1 0 0,-37-48 2 0 0,1-1-1 0 0,1-1 1 0 0,0 1 0 0 0,1-2-1 0 0,12 12 1 0 0,71 51 614 0 0,-69-57-524 0 0,-1 1 1 0 0,0 2 0 0 0,-2 0-1 0 0,27 32 1 0 0,-15-12-147 0 0,39 36 0 0 0,-53-56 0 0 0,77 63 57 0 0,-48-43-24 0 0,59 64 850 0 0,-70-64-553 0 0,-15-18-167 0 0,3 3 29 0 0,-2 0-1 0 0,0 2 1 0 0,22 34-1 0 0,-33-43-165 0 0,1 0 0 0 0,0-1 0 0 0,2 0 0 0 0,0-1 0 0 0,1-1 0 0 0,0-1 0 0 0,34 20 0 0 0,-28-17 44 0 0,33 33 0 0 0,-45-38-20 0 0,2 0-1 0 0,0-1 0 0 0,0-1 1 0 0,2 0-1 0 0,-1-1 0 0 0,31 15 1 0 0,-18-14 13 0 0,-1 1 1 0 0,-1 2-1 0 0,0 1 1 0 0,-1 0-1 0 0,-1 2 1 0 0,0 1-1 0 0,-1 1 1 0 0,-1 1-1 0 0,-1 1 1 0 0,25 32-1 0 0,-32-39-63 0 0,-1 0 0 0 0,2-1 0 0 0,0-1 0 0 0,1 0 0 0 0,0-1 0 0 0,0 0 0 0 0,20 8 0 0 0,-10-4 0 0 0,47 34 0 0 0,72 65 203 0 0,-38-48-240 0 0,-3-2 123 0 0,-58-30-231 0 0,156 105 190 0 0,-130-95 25 0 0,-18-8-66 0 0,1-4-1 0 0,101 44 0 0 0,-137-67-4 0 0,0 1 0 0 0,-1 1 0 0 0,0 1-1 0 0,0 0 1 0 0,27 26 0 0 0,34 24 102 0 0,-9-14 53 0 0,-39-26-95 0 0,1 0 1 0 0,0-3-1 0 0,2 0 0 0 0,36 13 1 0 0,-23-11-60 0 0,-1 2 0 0 0,-1 1 0 0 0,58 43 0 0 0,-30-19 0 0 0,164 92 128 0 0,-79-38-129 0 0,14 9-90 0 0,80 33 95 0 0,-135-77 1 0 0,69 45 6 0 0,170 122 141 0 0,-303-202-237 0 0,77 33 0 0 0,17 11 19 0 0,5 4-44 0 0,217 83 0 0 0,-290-130-138 0 0,97 52-1007 0 0,-75-35 741 0 0,-11-11 514 0 0,26 12 0 0 0,-70-25 40 0 0,1-2 0 0 0,89 31 0 0 0,6 1 417 0 0,-26-8 80 0 0,43 0-392 0 0,-141-43-316 0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4:19.1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37 921 8290 0 0,'-36'67'1392'0'0,"46"-88"1380"0"0,14-44 0 0 0,-8 22-1935 0 0,58-131-66 0 0,7 2-1 0 0,117-181 1 0 0,-144 274-1026 0 0,-14 30-4502 0 0,-12 18-980 0 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4:19.5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7 11979 0 0,'-18'-6'1000'0'0,"18"6"-970"0"0,-1 0 0 0 0,1 0 0 0 0,0 0 1 0 0,0 0-1 0 0,0 0 0 0 0,0 0 1 0 0,-1 0-1 0 0,1 0 0 0 0,0 0 0 0 0,0 0 1 0 0,0 0-1 0 0,0 0 0 0 0,0 0 1 0 0,-1 0-1 0 0,1 0 0 0 0,0 0 1 0 0,0 0-1 0 0,0 0 0 0 0,0 0 0 0 0,0 0 1 0 0,-1 1-1 0 0,1-1 0 0 0,0 0 1 0 0,0 0-1 0 0,0 0 0 0 0,0 0 0 0 0,0 0 1 0 0,0 0-1 0 0,0 0 0 0 0,0 1 1 0 0,-1-1-1 0 0,1 0 0 0 0,0 0 1 0 0,0 0-1 0 0,0 0 0 0 0,0 0 0 0 0,0 0 1 0 0,0 1-1 0 0,0-1 0 0 0,0 0 1 0 0,0 0-1 0 0,0 0 0 0 0,0 0 0 0 0,0 1 1 0 0,0-1-1 0 0,15 24 2597 0 0,0-3-2094 0 0,45 90 1706 0 0,-25-44-1371 0 0,47 67-1 0 0,-61-100-936 0 0,9 11-223 0 0,-8-22-4043 0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4:19.8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1 252 4145 0 0,'2'-7'105'0'0,"1"-1"0"0"0,0 1 0 0 0,1 0 0 0 0,-1 0 0 0 0,1 0 0 0 0,0 0 0 0 0,1 1 0 0 0,6-7-1 0 0,6-11 139 0 0,45-63 1860 0 0,-55 79-1711 0 0,-1 0 0 0 0,2 1 0 0 0,-1 0 0 0 0,1 0 0 0 0,0 0 0 0 0,0 1-1 0 0,1 1 1 0 0,12-7 0 0 0,-19 11-295 0 0,-1 0-1 0 0,0 1 0 0 0,1-1 0 0 0,-1 1 0 0 0,1-1 1 0 0,-1 1-1 0 0,0 0 0 0 0,1 0 0 0 0,-1 0 1 0 0,1-1-1 0 0,-1 1 0 0 0,1 1 0 0 0,-1-1 1 0 0,1 0-1 0 0,-1 0 0 0 0,1 0 0 0 0,-1 1 1 0 0,1-1-1 0 0,-1 1 0 0 0,0-1 0 0 0,1 1 0 0 0,1 1 1 0 0,-1 0 9 0 0,0-1 1 0 0,0 1 0 0 0,0 0 0 0 0,-1 0-1 0 0,1 0 1 0 0,-1 0 0 0 0,1 1 0 0 0,-1-1-1 0 0,0 0 1 0 0,0 1 0 0 0,2 4-1 0 0,0 4 104 0 0,-1 1-1 0 0,1-1 1 0 0,-2 1-1 0 0,1 18 0 0 0,-3-11-51 0 0,-1 1-1 0 0,0-1 1 0 0,-1 1 0 0 0,-8 22-1 0 0,5-18 15 0 0,-6 47 1 0 0,12-70-172 0 0,0-1 1 0 0,0 0 0 0 0,0 1 0 0 0,0-1 0 0 0,0 1 0 0 0,-1-1 0 0 0,1 0 0 0 0,0 1 0 0 0,0-1-1 0 0,0 0 1 0 0,0 1 0 0 0,0-1 0 0 0,0 1 0 0 0,1-1 0 0 0,-1 0 0 0 0,0 1 0 0 0,0-1 0 0 0,0 1-1 0 0,0-1 1 0 0,0 0 0 0 0,1 1 0 0 0,-1-1 0 0 0,0 0 0 0 0,0 1 0 0 0,0-1 0 0 0,1 0 0 0 0,-1 0-1 0 0,0 1 1 0 0,1-1 0 0 0,-1 0 0 0 0,0 0 0 0 0,0 1 0 0 0,1-1 0 0 0,-1 0 0 0 0,1 0 0 0 0,-1 0-1 0 0,0 1 1 0 0,1-1 0 0 0,16-8-20 0 0,20-27-214 0 0,-33 30 149 0 0,6-5-70 0 0,0 1 1 0 0,0 0-1 0 0,1 1 1 0 0,0 0 0 0 0,1 1-1 0 0,0 0 1 0 0,18-8 0 0 0,-27 13 152 0 0,0 1 0 0 0,1 0 0 0 0,-1 0 1 0 0,0 0-1 0 0,1 1 0 0 0,-1-1 0 0 0,0 1 1 0 0,1 0-1 0 0,-1-1 0 0 0,1 2 0 0 0,-1-1 1 0 0,1 0-1 0 0,-1 1 0 0 0,0-1 0 0 0,1 1 1 0 0,-1 0-1 0 0,0 0 0 0 0,0 0 1 0 0,0 1-1 0 0,1-1 0 0 0,-1 1 0 0 0,0 0 1 0 0,-1 0-1 0 0,1 0 0 0 0,0 0 0 0 0,-1 0 1 0 0,1 0-1 0 0,-1 1 0 0 0,0 0 0 0 0,1-1 1 0 0,-1 1-1 0 0,0 0 0 0 0,-1 0 0 0 0,1 0 1 0 0,1 4-1 0 0,0-3 40 0 0,-1 1 1 0 0,0 1-1 0 0,-1-1 0 0 0,1 0 1 0 0,-1 0-1 0 0,0 1 0 0 0,0-1 1 0 0,0 0-1 0 0,-1 1 0 0 0,0 8 1 0 0,-2 2 278 0 0,-1-1 0 0 0,-5 20 0 0 0,-1 10 187 0 0,7-34-639 0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4:20.2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0 485 5065 0 0,'9'-22'637'0'0,"1"-1"-1"0"0,18-28 1 0 0,4-9 1283 0 0,-23 41-1177 0 0,-2-1 1 0 0,0 0-1 0 0,-1 0 0 0 0,0-1 0 0 0,3-33 0 0 0,-8 40-715 0 0,0 1 0 0 0,-1-1 0 0 0,-1 1 1 0 0,0-1-1 0 0,0 1 0 0 0,-2 0 0 0 0,0-1 0 0 0,0 1 0 0 0,-10-24 0 0 0,13 36-99 0 0,0 1-1 0 0,-1-1 1 0 0,1 0 0 0 0,0 0 0 0 0,-1 0-1 0 0,1 0 1 0 0,0 1 0 0 0,-1-1 0 0 0,1 0-1 0 0,-1 0 1 0 0,1 1 0 0 0,-1-1 0 0 0,0 0-1 0 0,1 1 1 0 0,-1-1 0 0 0,0 1 0 0 0,1-1-1 0 0,-1 1 1 0 0,0-1 0 0 0,0 1 0 0 0,1-1-1 0 0,-1 1 1 0 0,0 0 0 0 0,0-1 0 0 0,0 1-1 0 0,0 0 1 0 0,1 0 0 0 0,-1 0 0 0 0,0 0-1 0 0,0-1 1 0 0,-1 1 0 0 0,0 1 1 0 0,0 0-1 0 0,0 0 1 0 0,0 0 0 0 0,1 0 0 0 0,-1 0-1 0 0,0 0 1 0 0,1 1 0 0 0,-1-1-1 0 0,1 1 1 0 0,0-1 0 0 0,-1 1 0 0 0,1-1-1 0 0,-1 3 1 0 0,-6 8 70 0 0,1 0 0 0 0,-10 24-1 0 0,13-29 207 0 0,1 1-1 0 0,0-1 0 0 0,1 1 1 0 0,-1 0-1 0 0,2 0 0 0 0,-3 14 0 0 0,4-20-130 0 0,1 0 0 0 0,-1-1-1 0 0,0 1 1 0 0,0 0-1 0 0,1 0 1 0 0,-1-1-1 0 0,1 1 1 0 0,-1-1-1 0 0,1 1 1 0 0,0 0-1 0 0,-1-1 1 0 0,1 1-1 0 0,0-1 1 0 0,0 1-1 0 0,0-1 1 0 0,0 0-1 0 0,0 0 1 0 0,1 1-1 0 0,-1-1 1 0 0,0 0-1 0 0,1 0 1 0 0,-1 0-1 0 0,0 0 1 0 0,1 0 0 0 0,-1 0-1 0 0,1-1 1 0 0,0 1-1 0 0,-1 0 1 0 0,1-1-1 0 0,-1 1 1 0 0,1-1-1 0 0,0 0 1 0 0,0 0-1 0 0,-1 1 1 0 0,1-1-1 0 0,0 0 1 0 0,-1 0-1 0 0,3-1 1 0 0,6 1-238 0 0,-1 0 1 0 0,0-1 0 0 0,0-1-1 0 0,18-4 1 0 0,-8 1-4826 0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4:20.5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105 236 10594 0 0,'2'-1'289'0'0,"0"0"-1"0"0,-1-1 0 0 0,1 1 1 0 0,0 0-1 0 0,0-1 0 0 0,-1 1 1 0 0,1-1-1 0 0,-1 0 0 0 0,0 0 1 0 0,1 1-1 0 0,-1-1 0 0 0,0 0 1 0 0,2-4-1 0 0,16-30 1549 0 0,-17 30-1847 0 0,1 1 0 0 0,-1-1 0 0 0,0 1 0 0 0,0-1 0 0 0,-1 1 0 0 0,0-1 0 0 0,0 0 0 0 0,0 0 0 0 0,-1 0 0 0 0,0 0 0 0 0,0 0 0 0 0,0 1 0 0 0,-1-1 0 0 0,1 0 0 0 0,-3-6 0 0 0,1 7-394 0 0,0 1 1 0 0,0-1 0 0 0,0 1-1 0 0,0 0 1 0 0,-1-1-1 0 0,0 1 1 0 0,0 1 0 0 0,0-1-1 0 0,0 0 1 0 0,-1 1-1 0 0,0-1 1 0 0,1 1 0 0 0,-1 0-1 0 0,0 0 1 0 0,0 1-1 0 0,-1-1 1 0 0,1 1 0 0 0,-7-3-1 0 0,8 4 171 0 0,1 0-1 0 0,0 1 0 0 0,0-1 1 0 0,0 0-1 0 0,-1 1 0 0 0,1-1 1 0 0,0 1-1 0 0,0 0 0 0 0,-1 0 1 0 0,1 0-1 0 0,0 0 0 0 0,-1 0 1 0 0,1 0-1 0 0,0 1 0 0 0,-1-1 1 0 0,1 1-1 0 0,0-1 0 0 0,0 1 1 0 0,0 0-1 0 0,0 0 0 0 0,0 0 1 0 0,0 0-1 0 0,0 1 0 0 0,-3 1 1 0 0,2-1 358 0 0,1 1 1 0 0,-1 0 0 0 0,0 0 0 0 0,1 1 0 0 0,0-1 0 0 0,0 1-1 0 0,0-1 1 0 0,0 1 0 0 0,0-1 0 0 0,1 1 0 0 0,-1 0-1 0 0,1 0 1 0 0,-1 5 0 0 0,1-5 294 0 0,0 1-1 0 0,1 0 1 0 0,0 0-1 0 0,-1-1 1 0 0,2 1-1 0 0,-1 0 1 0 0,0 0-1 0 0,1-1 1 0 0,0 1-1 0 0,0 0 1 0 0,3 6-1 0 0,-4-9-246 0 0,1 0 0 0 0,1 0 0 0 0,-1 0-1 0 0,0 0 1 0 0,0 0 0 0 0,1 0 0 0 0,-1 0 0 0 0,1 0 0 0 0,0 0-1 0 0,-1-1 1 0 0,1 1 0 0 0,0-1 0 0 0,0 1 0 0 0,0-1 0 0 0,0 0-1 0 0,0 1 1 0 0,0-1 0 0 0,1 0 0 0 0,-1 0 0 0 0,0-1 0 0 0,0 1-1 0 0,4 0 1 0 0,3 0 107 0 0,0-1 0 0 0,0 0 0 0 0,0 0-1 0 0,0-1 1 0 0,0 0 0 0 0,-1-1 0 0 0,1 0 0 0 0,0 0-1 0 0,13-7 1 0 0,-3 1-468 0 0,0-1 1 0 0,-1 0-1 0 0,18-14 0 0 0,-19 10-5413 0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4:21.0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1 163 5529 0 0,'0'-1'96'0'0,"0"0"-1"0"0,1-1 1 0 0,-1 1 0 0 0,1 0-1 0 0,-1 0 1 0 0,1 0-1 0 0,-1 0 1 0 0,1 0 0 0 0,0 0-1 0 0,0 0 1 0 0,0 0-1 0 0,-1 0 1 0 0,1 1 0 0 0,0-1-1 0 0,0 0 1 0 0,0 0-1 0 0,0 1 1 0 0,0-1-1 0 0,0 0 1 0 0,1 1 0 0 0,-1-1-1 0 0,0 1 1 0 0,0 0-1 0 0,0-1 1 0 0,0 1 0 0 0,3 0-1 0 0,-1-1 132 0 0,-1 0-1 0 0,1 1 1 0 0,-1-1-1 0 0,1 1 1 0 0,0 0 0 0 0,-1 0-1 0 0,1 0 1 0 0,0 0-1 0 0,-1 1 1 0 0,1-1-1 0 0,4 2 1 0 0,7 7 405 0 0,-1 0 1 0 0,1 1-1 0 0,-2 1 0 0 0,1 0 0 0 0,-2 1 1 0 0,0 0-1 0 0,0 0 0 0 0,13 21 1 0 0,-46-66 920 0 0,-18-37 0 0 0,33 56-1895 0 0,1 0 0 0 0,0 0 1 0 0,1-1-1 0 0,1 0 0 0 0,0 0 0 0 0,-3-28 0 0 0,7 15-5897 0 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4:21.4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1 179 5985 0 0,'11'-6'1317'0'0,"0"-2"-1"0"0,17-14 0 0 0,42-56 2802 0 0,-27 24-6874 0 0,-36 43 1574 0 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4:21.7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9218 0 0,'184'210'9435'0'0,"-125"-132"-10162"0"0,-4 1-3725 0 0,-38-54-1340 0 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4:22.4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90 416 1376 0 0,'-3'0'57'0'0,"1"0"-1"0"0,-1 0 0 0 0,1 1 1 0 0,-1-1-1 0 0,1 1 0 0 0,-1 0 0 0 0,1 0 1 0 0,-1 0-1 0 0,1 0 0 0 0,0 0 1 0 0,0 0-1 0 0,-1 1 0 0 0,1-1 1 0 0,0 1-1 0 0,0-1 0 0 0,-2 4 1 0 0,0-1 199 0 0,0 1 0 0 0,0 0 1 0 0,1-1-1 0 0,0 2 1 0 0,0-1-1 0 0,0 0 0 0 0,-2 6 1 0 0,1 0 492 0 0,1-1 1 0 0,0 1 0 0 0,0 0-1 0 0,1 0 1 0 0,1 0 0 0 0,-1 0 0 0 0,2 17-1 0 0,1-21-384 0 0,0 0 1 0 0,0-1-1 0 0,0 1 0 0 0,1-1 0 0 0,0 0 1 0 0,1 0-1 0 0,3 8 0 0 0,-5-12-317 0 0,0 0 0 0 0,0 0 0 0 0,1 0 0 0 0,-1 0 0 0 0,0 0 0 0 0,1 0 0 0 0,-1 0 0 0 0,1 0 0 0 0,0-1 0 0 0,0 1 0 0 0,0-1 0 0 0,0 1 0 0 0,0-1 0 0 0,0 0 0 0 0,0 0 0 0 0,0 0 0 0 0,0 0 0 0 0,0 0 0 0 0,1 0 0 0 0,-1 0 0 0 0,0-1 0 0 0,1 1 0 0 0,2-1 0 0 0,-4 0-26 0 0,1-1 1 0 0,0 1-1 0 0,-1-1 0 0 0,1 1 0 0 0,-1-1 0 0 0,1 0 0 0 0,-1 0 0 0 0,1 0 0 0 0,-1 0 0 0 0,0 0 0 0 0,1 0 0 0 0,-1 0 0 0 0,0 0 0 0 0,0 0 0 0 0,0-1 0 0 0,1 1 0 0 0,-2 0 0 0 0,1-1 0 0 0,0 1 0 0 0,0-1 1 0 0,0 1-1 0 0,-1-1 0 0 0,2-2 0 0 0,12-42 441 0 0,-12 41-421 0 0,2-18-326 0 0,-1 0 0 0 0,-1-1 0 0 0,-1 1 0 0 0,-1-1 0 0 0,-1 1 0 0 0,-4-25 0 0 0,3 30-459 0 0,4 22 897 0 0,1 0 0 0 0,-1 0 0 0 0,0 0-1 0 0,1-1 1 0 0,0 1 0 0 0,0-1 0 0 0,0 1 0 0 0,1-1 0 0 0,-1 0 0 0 0,1 0-1 0 0,-1 0 1 0 0,1-1 0 0 0,0 1 0 0 0,6 2 0 0 0,-4-2 45 0 0,0 1-1 0 0,0-1 1 0 0,0 0 0 0 0,1 0-1 0 0,-1-1 1 0 0,1 0-1 0 0,0 0 1 0 0,-1-1 0 0 0,1 0-1 0 0,0 0 1 0 0,10 0 0 0 0,-16-1-244 0 0,-1 0 0 0 0,1-1 1 0 0,0 1-1 0 0,0 0 0 0 0,0-1 1 0 0,-1 1-1 0 0,1-1 0 0 0,0 1 1 0 0,-1-1-1 0 0,1 0 0 0 0,0 1 0 0 0,-1-1 1 0 0,1 1-1 0 0,-1-1 0 0 0,1 0 1 0 0,-1 0-1 0 0,1 1 0 0 0,-1-1 1 0 0,1 0-1 0 0,-1 0 0 0 0,0 0 1 0 0,1 1-1 0 0,-1-1 0 0 0,0 0 0 0 0,0 0 1 0 0,0 0-1 0 0,0 0 0 0 0,0 0 1 0 0,0 1-1 0 0,0-1 0 0 0,0-1 1 0 0,-3-36-2273 0 0,2 24 1751 0 0,0 5 307 0 0,0 0-51 0 0,1 1 0 0 0,-1-1 0 0 0,1 1 1 0 0,1-1-1 0 0,-1 1 0 0 0,1-1 0 0 0,1 1 0 0 0,0-1 0 0 0,5-15 0 0 0,-4 24 704 0 0,0-1-1 0 0,1 1 1 0 0,-1 0 0 0 0,0 0 0 0 0,0 0 0 0 0,0 0-1 0 0,0 0 1 0 0,0 1 0 0 0,0-1 0 0 0,6 2 0 0 0,1 0 215 0 0,-3-1-380 0 0,0 1 0 0 0,0-1-1 0 0,0 1 1 0 0,0 1 0 0 0,-1-1 0 0 0,1 1 0 0 0,8 5 0 0 0,-4-2-186 0 0,-8-6-39 0 0,-3-10-62 0 0,-12-34 54 0 0,-7-25 110 0 0,18 64-105 0 0,1 0 1 0 0,-1 1 0 0 0,1-1 0 0 0,0 0 0 0 0,0 1 0 0 0,0-1-1 0 0,1 0 1 0 0,0 0 0 0 0,0 1 0 0 0,0-1 0 0 0,0 1 0 0 0,3-6 0 0 0,-4 9-4 0 0,0 1 1 0 0,1-1-1 0 0,-1 0 1 0 0,0 0 0 0 0,1 1-1 0 0,-1-1 1 0 0,1 0-1 0 0,-1 1 1 0 0,1-1 0 0 0,-1 0-1 0 0,1 1 1 0 0,0-1-1 0 0,-1 1 1 0 0,1-1 0 0 0,0 1-1 0 0,-1-1 1 0 0,1 1 0 0 0,0 0-1 0 0,0-1 1 0 0,-1 1-1 0 0,1 0 1 0 0,0-1 0 0 0,0 1-1 0 0,0 0 1 0 0,1 0-1 0 0,-1 0 14 0 0,1 0-1 0 0,-1 1 0 0 0,1-1 0 0 0,-1 1 1 0 0,1-1-1 0 0,-1 1 0 0 0,0 0 0 0 0,0-1 1 0 0,1 1-1 0 0,-1 0 0 0 0,0 0 0 0 0,0 0 1 0 0,2 2-1 0 0,5 5 138 0 0,0 1 0 0 0,-1 1 1 0 0,7 12-1 0 0,-5-9 85 0 0,0-1-39 0 0,-3-4-110 0 0,0 1 0 0 0,1-1 0 0 0,0 0-1 0 0,1 0 1 0 0,11 9 0 0 0,-24-21 24 0 0,0-1 1 0 0,0 0-1 0 0,1 1 1 0 0,0-2 0 0 0,0 1-1 0 0,0 0 1 0 0,0-1-1 0 0,1 0 1 0 0,0 0-1 0 0,0 0 1 0 0,0 0-1 0 0,1 0 1 0 0,0 0-1 0 0,0-1 1 0 0,1 1-1 0 0,-2-12 1 0 0,1 4-141 0 0,1-1 1 0 0,0 1-1 0 0,1-1 1 0 0,1 1-1 0 0,0-1 1 0 0,6-24-1 0 0,-7 37 13 0 0,1 1 0 0 0,-1 0 0 0 0,0 0 0 0 0,1 0-1 0 0,-1 0 1 0 0,0 0 0 0 0,1 0 0 0 0,-1-1 0 0 0,1 1-1 0 0,0 0 1 0 0,-1 0 0 0 0,1 1 0 0 0,0-1 0 0 0,0 0-1 0 0,-1 0 1 0 0,1 0 0 0 0,0 0 0 0 0,0 1 0 0 0,0-1 0 0 0,0 0-1 0 0,0 1 1 0 0,0-1 0 0 0,0 1 0 0 0,0-1 0 0 0,0 1-1 0 0,1-1 1 0 0,-1 1 0 0 0,0 0 0 0 0,0 0 0 0 0,0-1-1 0 0,0 1 1 0 0,1 0 0 0 0,-1 0 0 0 0,0 0 0 0 0,0 0 0 0 0,0 1-1 0 0,0-1 1 0 0,1 0 0 0 0,-1 0 0 0 0,0 1 0 0 0,0-1-1 0 0,0 0 1 0 0,2 2 0 0 0,6 2 30 0 0,0 1-1 0 0,0 0 1 0 0,0 0-1 0 0,10 9 1 0 0,-6-5-91 0 0,43 25-327 0 0,-31-19-3765 0 0,-21-13 2713 0 0,9 6-4184 0 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4:22.8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97 2761 0 0,'-2'-7'217'0'0,"0"1"1"0"0,0-1 0 0 0,0 0 0 0 0,1 0-1 0 0,0-8 1 0 0,0 9 663 0 0,1 0 1 0 0,-1 0-1 0 0,0 0 0 0 0,-1 0 0 0 0,-3-11 0 0 0,6 21-352 0 0,0 1 0 0 0,-1 0 1 0 0,1 0-1 0 0,-1-1 0 0 0,1 1 0 0 0,-2 5 0 0 0,3 20 407 0 0,0-21-719 0 0,1 0 1 0 0,0-1 0 0 0,0 1 0 0 0,0-1-1 0 0,2 0 1 0 0,-1 0 0 0 0,1 0 0 0 0,0-1-1 0 0,0 0 1 0 0,1 0 0 0 0,0 0-1 0 0,9 8 1 0 0,-12-12-150 0 0,-1-1-1 0 0,1 1 1 0 0,0-1 0 0 0,1 0-1 0 0,-1 0 1 0 0,0 0 0 0 0,0 0-1 0 0,1-1 1 0 0,-1 1-1 0 0,1-1 1 0 0,0 0 0 0 0,-1 0-1 0 0,1 0 1 0 0,0 0-1 0 0,0-1 1 0 0,-1 1 0 0 0,1-1-1 0 0,0 0 1 0 0,0-1 0 0 0,0 1-1 0 0,-1 0 1 0 0,1-1-1 0 0,0 0 1 0 0,-1 0 0 0 0,1 0-1 0 0,0 0 1 0 0,-1-1 0 0 0,1 0-1 0 0,-1 1 1 0 0,0-1-1 0 0,6-5 1 0 0,-7 6-29 0 0,0-1 0 0 0,0 1-1 0 0,-1-1 1 0 0,1 0 0 0 0,-1 0 0 0 0,0 0-1 0 0,1 0 1 0 0,-1 0 0 0 0,0 0 0 0 0,0 0-1 0 0,0 0 1 0 0,0 0 0 0 0,-1-1-1 0 0,1 1 1 0 0,-1 0 0 0 0,1 0 0 0 0,-1-5-1 0 0,1 0-341 0 0,-2 0-1 0 0,1 0 0 0 0,-1 0 0 0 0,-2-11 1 0 0,-1 2-6206 0 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4:23.2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7 383 456 0 0,'8'-6'7'0'0,"-1"0"-1"0"0,0 0 1 0 0,-1 0 0 0 0,1-1-1 0 0,-1 0 1 0 0,-1 0 0 0 0,1 0-1 0 0,-1-1 1 0 0,-1 0 0 0 0,1 0-1 0 0,-1 0 1 0 0,-1 0 0 0 0,1-1-1 0 0,2-13 1 0 0,-4 17 88 0 0,-1-1 0 0 0,0 0 1 0 0,0 1-1 0 0,-1-1 0 0 0,1 0 0 0 0,-1 1 1 0 0,-1-1-1 0 0,1 0 0 0 0,-1 0 0 0 0,0 1 0 0 0,0-1 1 0 0,0 0-1 0 0,-1 1 0 0 0,0 0 0 0 0,0-1 1 0 0,-1 1-1 0 0,1 0 0 0 0,-1 0 0 0 0,0 0 0 0 0,-1 0 1 0 0,1 1-1 0 0,-1-1 0 0 0,0 1 0 0 0,-4-5 1 0 0,7 9-82 0 0,0-1-1 0 0,0 0 1 0 0,0 0 0 0 0,0 1 0 0 0,0-1 0 0 0,0 1 0 0 0,0-1 0 0 0,0 1 0 0 0,0-1 0 0 0,0 1 0 0 0,0-1 0 0 0,0 1-1 0 0,0 0 1 0 0,-1 0 0 0 0,1 0 0 0 0,0-1 0 0 0,0 1 0 0 0,0 0 0 0 0,0 0 0 0 0,0 1 0 0 0,-1-1 0 0 0,1 0 0 0 0,0 0-1 0 0,0 1 1 0 0,0-1 0 0 0,0 0 0 0 0,0 1 0 0 0,0-1 0 0 0,0 1 0 0 0,0-1 0 0 0,0 1 0 0 0,0 0 0 0 0,0-1 0 0 0,0 1-1 0 0,0 0 1 0 0,0 0 0 0 0,1 0 0 0 0,-1-1 0 0 0,0 1 0 0 0,0 0 0 0 0,1 0 0 0 0,-1 0 0 0 0,1 0 0 0 0,-1 0 0 0 0,1 1-1 0 0,-1-1 1 0 0,1 0 0 0 0,0 0 0 0 0,0 0 0 0 0,-1 2 0 0 0,0-1 118 0 0,0 0 0 0 0,1 1 0 0 0,-1-1-1 0 0,1 0 1 0 0,-1 1 0 0 0,1-1 0 0 0,0 0 0 0 0,0 1-1 0 0,0-1 1 0 0,0 1 0 0 0,0-1 0 0 0,1 0 0 0 0,-1 1 0 0 0,1-1-1 0 0,-1 0 1 0 0,1 1 0 0 0,0-1 0 0 0,0 0 0 0 0,0 0 0 0 0,0 0-1 0 0,0 1 1 0 0,1-1 0 0 0,-1 0 0 0 0,0-1 0 0 0,4 4 0 0 0,1-2 237 0 0,0 0 0 0 0,0 0 1 0 0,0-1-1 0 0,0 0 1 0 0,0 0-1 0 0,1-1 1 0 0,11 2-1 0 0,-14-2-254 0 0,0-1 0 0 0,1 1 0 0 0,-1-1 0 0 0,1 0 0 0 0,-1 0 0 0 0,1-1-1 0 0,-1 1 1 0 0,0-1 0 0 0,1 0 0 0 0,-1 0 0 0 0,0 0 0 0 0,6-4-1 0 0,-8 4-133 0 0,0-1 0 0 0,0 1-1 0 0,-1-1 1 0 0,1 0-1 0 0,-1 0 1 0 0,1 1 0 0 0,-1-1-1 0 0,0 0 1 0 0,0 0-1 0 0,0 0 1 0 0,0-1 0 0 0,0 1-1 0 0,0 0 1 0 0,-1 0 0 0 0,1-3-1 0 0,5-41-1051 0 0,-2 8-702 0 0,-3 35 1508 0 0,0 0-1 0 0,0 1 0 0 0,0-1 0 0 0,0 0 0 0 0,0 1 0 0 0,0-1 0 0 0,1 1 0 0 0,-1-1 0 0 0,1 1 0 0 0,0-1 0 0 0,2-2 0 0 0,-3 5 291 0 0,0-1 1 0 0,0 1-1 0 0,0 0 0 0 0,-1-1 0 0 0,1 1 0 0 0,0 0 0 0 0,0-1 1 0 0,0 1-1 0 0,0 0 0 0 0,0 0 0 0 0,0 0 0 0 0,0 0 0 0 0,0 0 0 0 0,0 0 1 0 0,0 0-1 0 0,0 0 0 0 0,0 0 0 0 0,0 1 0 0 0,0-1 0 0 0,0 0 0 0 0,0 0 1 0 0,0 1-1 0 0,0-1 0 0 0,23 12 10638 0 0,-25-33-10101 0 0,4-17-846 0 0,-1 25-427 0 0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4:23.6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1376 0 0,'17'31'6440'0'0,"38"52"-1"0"0,32 29-2474 0 0,-43-57-3986 0 0,60 95 1 0 0,-103-147-41 0 0,14 21-1395 0 0,-3-9-2883 0 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4:24.0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4 403 7834 0 0,'-1'0'20'0'0,"1"-1"0"0"0,-1 0 0 0 0,1 0 1 0 0,0 1-1 0 0,0-1 0 0 0,-1 0 0 0 0,1 0 0 0 0,0 0 1 0 0,0 0-1 0 0,0 1 0 0 0,0-1 0 0 0,0 0 1 0 0,0 0-1 0 0,0 0 0 0 0,0 0 0 0 0,0 0 0 0 0,0 1 1 0 0,1-1-1 0 0,-1 0 0 0 0,0 0 0 0 0,0 0 0 0 0,1 1 1 0 0,-1-1-1 0 0,1 0 0 0 0,-1 0 0 0 0,0 1 1 0 0,1-1-1 0 0,0 0 0 0 0,-1 1 0 0 0,1-1 0 0 0,0 0 1 0 0,23-29-814 0 0,-20 25 799 0 0,42-45-2721 0 0,65-55 0 0 0,-33 33 1566 0 0,-61 56 1202 0 0</inkml:trace>
  <inkml:trace contextRef="#ctx0" brushRef="#br0" timeOffset="1">368 0 5065 0 0,'-3'2'257'0'0,"0"-1"-1"0"0,-1 1 1 0 0,1-1-1 0 0,0 1 1 0 0,0 0-1 0 0,0 0 1 0 0,0 1 0 0 0,0-1-1 0 0,0 0 1 0 0,1 1-1 0 0,-1 0 1 0 0,1-1-1 0 0,0 1 1 0 0,0 0 0 0 0,0 0-1 0 0,0 1 1 0 0,0-1-1 0 0,-1 5 1 0 0,2-6-94 0 0,0 1-1 0 0,0-1 1 0 0,0 0-1 0 0,0 1 1 0 0,1-1 0 0 0,-1 0-1 0 0,1 1 1 0 0,0-1 0 0 0,0 1-1 0 0,-1-1 1 0 0,2 1 0 0 0,-1-1-1 0 0,0 1 1 0 0,0-1-1 0 0,1 1 1 0 0,-1-1 0 0 0,1 0-1 0 0,0 1 1 0 0,0-1 0 0 0,0 0-1 0 0,0 0 1 0 0,0 1 0 0 0,0-1-1 0 0,1 0 1 0 0,-1 0-1 0 0,1 0 1 0 0,2 2 0 0 0,39 24 2012 0 0,-34-23-1961 0 0,0 1 1 0 0,-1-1-1 0 0,1 1 0 0 0,10 11 0 0 0,-17-15-217 0 0,0 1 1 0 0,0-1-1 0 0,0 1 0 0 0,0-1 0 0 0,0 1 0 0 0,-1 0 0 0 0,1 0 1 0 0,-1 0-1 0 0,0 0 0 0 0,0 0 0 0 0,0 0 0 0 0,0 0 0 0 0,-1 1 1 0 0,1-1-1 0 0,-1 0 0 0 0,0 0 0 0 0,0 0 0 0 0,0 5 0 0 0,-10 43-2590 0 0,6-33-2922 0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4:24.9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 6449 0 0,'0'6'157'0'0,"-1"1"0"0"0,1-1 0 0 0,0 1 0 0 0,0-1 0 0 0,1 1 0 0 0,0-1 0 0 0,3 11 0 0 0,-1 2 366 0 0,1 3 62 0 0,1 1-1 0 0,1-1 1 0 0,1 0-1 0 0,0-1 0 0 0,2 0 1 0 0,1 0-1 0 0,0-1 1 0 0,2 0-1 0 0,0-1 1 0 0,1 0-1 0 0,1-1 0 0 0,1-1 1 0 0,26 26-1 0 0,-27-28-477 0 0,-6-7-586 0 0,0 0 0 0 0,0-1 0 0 0,0 1 0 0 0,13 7 0 0 0,-11-11-400 0 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4:25.3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 11 4609 0 0,'-1'-1'32'0'0,"1"1"0"0"0,-1 0 0 0 0,1 0 0 0 0,-1 0 0 0 0,1 0 0 0 0,-1 0 0 0 0,0 0 0 0 0,1 0 0 0 0,-1 0 0 0 0,1 0 0 0 0,-1 0 0 0 0,1 0 0 0 0,-1 0 0 0 0,0 1 0 0 0,1-1-1 0 0,-1 0 1 0 0,1 0 0 0 0,-1 0 0 0 0,1 1 0 0 0,-1-1 0 0 0,1 0 0 0 0,0 1 0 0 0,-1-1 0 0 0,1 0 0 0 0,-1 1 0 0 0,1-1 0 0 0,0 1 0 0 0,-1-1 0 0 0,1 1 0 0 0,0-1 0 0 0,-1 1 0 0 0,-7 25 1126 0 0,4 31 1471 0 0,4-57-2591 0 0,0 10 576 0 0,1-1 1 0 0,0 1 0 0 0,1 0 0 0 0,0-1-1 0 0,3 11 1 0 0,-4-16-499 0 0,1-1-1 0 0,-1 1 0 0 0,0 0 1 0 0,1-1-1 0 0,0 1 1 0 0,0-1-1 0 0,0 0 1 0 0,1 1-1 0 0,-1-1 1 0 0,1 0-1 0 0,-1-1 1 0 0,1 1-1 0 0,0 0 1 0 0,0-1-1 0 0,5 4 1 0 0,-8-6-116 0 0,1 0 0 0 0,-1 1 0 0 0,1-1 1 0 0,0 0-1 0 0,-1 0 0 0 0,1 0 0 0 0,-1 0 1 0 0,1 1-1 0 0,-1-1 0 0 0,1 0 0 0 0,0 0 1 0 0,-1 0-1 0 0,1 0 0 0 0,-1 0 1 0 0,1 0-1 0 0,0-1 0 0 0,-1 1 0 0 0,1 0 1 0 0,-1 0-1 0 0,1 0 0 0 0,-1 0 0 0 0,1-1 1 0 0,-1 1-1 0 0,1 0 0 0 0,-1-1 0 0 0,1 1 1 0 0,-1 0-1 0 0,1-1 0 0 0,-1 1 1 0 0,1-1-1 0 0,10-20-294 0 0,-5-26-602 0 0,-10-7-962 0 0,3 44 1241 0 0,-1-1 0 0 0,2 0-1 0 0,-1 1 1 0 0,2-1 0 0 0,2-18 0 0 0,-3 30 856 0 0,0 0 0 0 0,1 0 0 0 0,0 0 0 0 0,-1 0 0 0 0,1 0 0 0 0,-1 0 0 0 0,1 0 0 0 0,0 0 0 0 0,0 0 0 0 0,0 0 0 0 0,0 0 0 0 0,0 0-1 0 0,0-1 1 0 0,0 1 0 0 0,0 0 0 0 0,0-1 0 0 0,0 1 0 0 0,0-1 0 0 0,0 1 0 0 0,0-1 0 0 0,0 0 0 0 0,0 1 0 0 0,2-1 0 0 0,33 11 1202 0 0,-25-10-1366 0 0,-1 1-1 0 0,1-2 1 0 0,-1 1 0 0 0,15-2-1 0 0,-23 1-119 0 0,0-1 0 0 0,1 1-1 0 0,-1-1 1 0 0,0 1-1 0 0,1-1 1 0 0,-1 0 0 0 0,0 1-1 0 0,0-1 1 0 0,0-1-1 0 0,0 1 1 0 0,0 0 0 0 0,0 0-1 0 0,0-1 1 0 0,0 1-1 0 0,0-1 1 0 0,-1 1 0 0 0,1-1-1 0 0,0 0 1 0 0,-1 0-1 0 0,0 0 1 0 0,1 0 0 0 0,-1 0-1 0 0,0 0 1 0 0,0 0 0 0 0,1-4-1 0 0,1-3-626 0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4:25.9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16 231 6913 0 0,'-15'-2'5253'0'0,"19"33"-1315"0"0,-3-27-4613 0 0,3 11 1098 0 0,0 0 1 0 0,1 0 0 0 0,12 25-1 0 0,-14-34-305 0 0,0 0 0 0 0,0-1 0 0 0,1 1 1 0 0,0 0-1 0 0,0-1 0 0 0,0 0 0 0 0,1 0 0 0 0,-1 0 0 0 0,1-1 0 0 0,1 0 0 0 0,6 6 0 0 0,-11-10-152 0 0,0 1 0 0 0,0-1 0 0 0,0 1 0 0 0,0-1 0 0 0,0 1 0 0 0,0-1 0 0 0,0 0-1 0 0,1 1 1 0 0,-1-1 0 0 0,0 0 0 0 0,0 0 0 0 0,0 0 0 0 0,0 0 0 0 0,0 0 0 0 0,1 0 0 0 0,-1 0 0 0 0,0 0 0 0 0,0 0 0 0 0,0-1 0 0 0,0 1 0 0 0,0 0 0 0 0,0-1 0 0 0,0 1-1 0 0,0-1 1 0 0,0 1 0 0 0,0-1 0 0 0,1 0 0 0 0,0-1-163 0 0,0 0-1 0 0,0-1 0 0 0,0 1 1 0 0,-1 0-1 0 0,1-1 0 0 0,-1 1 1 0 0,1 0-1 0 0,-1-1 1 0 0,0 0-1 0 0,1-5 0 0 0,1 0-357 0 0,-1-2 0 0 0,-1 1 0 0 0,1 0 0 0 0,-2 0 0 0 0,1 0 0 0 0,-2-10-1 0 0,-5-11-2272 0 0,4 25 2185 0 0,1 0 1 0 0,-1-1 0 0 0,1 1 0 0 0,1-1-1 0 0,-1 1 1 0 0,1-1 0 0 0,0-6-1 0 0,0 11 575 0 0,1-1 0 0 0,-1 1 0 0 0,1 0 0 0 0,-1 0 0 0 0,1-1 0 0 0,0 1 0 0 0,-1 0 0 0 0,1 0 0 0 0,0 0 0 0 0,0 0 0 0 0,0 0 0 0 0,0 0 0 0 0,0 0 0 0 0,0 0 0 0 0,0 0 0 0 0,0 0 0 0 0,0 0 0 0 0,0 1 0 0 0,1-1 0 0 0,-1 0 0 0 0,0 1 0 0 0,0-1 0 0 0,1 1 0 0 0,-1 0 0 0 0,0-1 0 0 0,1 1 0 0 0,-1 0 0 0 0,1 0 0 0 0,-1 0 0 0 0,0 0 0 0 0,1 0 0 0 0,-1 0 0 0 0,3 0 0 0 0,8 1 830 0 0,0-2 0 0 0,0 1 0 0 0,0-2 0 0 0,0 1 0 0 0,21-7 0 0 0,-30 7-486 0 0,0-1 0 0 0,0 1 0 0 0,0-1 0 0 0,0 1 1 0 0,0-1-1 0 0,0 0 0 0 0,0 0 0 0 0,0 0 0 0 0,-1 0 0 0 0,1-1 1 0 0,-1 1-1 0 0,0-1 0 0 0,0 1 0 0 0,0-1 0 0 0,0 0 0 0 0,0 0 0 0 0,0 0 1 0 0,-1 0-1 0 0,1 0 0 0 0,-1 0 0 0 0,0 0 0 0 0,0-1 0 0 0,0 1 1 0 0,0-6-1 0 0,1-5 536 0 0,-1 0 0 0 0,-2-23 0 0 0,1 33-829 0 0,0 0 0 0 0,-1 0 0 0 0,1-1 0 0 0,-1 1 1 0 0,0 0-1 0 0,0 0 0 0 0,-1 0 0 0 0,1 0 1 0 0,-1 0-1 0 0,0 0 0 0 0,0 1 0 0 0,-4-8 1 0 0,5 11-200 0 0,0-1 0 0 0,0 1 1 0 0,0-1-1 0 0,0 1 1 0 0,1 0-1 0 0,-1-1 0 0 0,0 1 1 0 0,0 0-1 0 0,0 0 1 0 0,0 0-1 0 0,0-1 1 0 0,0 1-1 0 0,0 0 0 0 0,0 0 1 0 0,0 0-1 0 0,0 1 1 0 0,1-1-1 0 0,-1 0 0 0 0,0 0 1 0 0,0 0-1 0 0,0 1 1 0 0,0-1-1 0 0,0 0 1 0 0,0 1-1 0 0,-1 0 0 0 0,-16 8-3150 0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4:31.7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97 228 3225 0 0,'-2'-1'35'0'0,"0"1"1"0"0,0-1 0 0 0,0 0-1 0 0,0 1 1 0 0,0-1 0 0 0,0 0-1 0 0,1 0 1 0 0,-1-1 0 0 0,0 1-1 0 0,0 0 1 0 0,1-1 0 0 0,-1 1-1 0 0,1 0 1 0 0,-1-1 0 0 0,1 0-1 0 0,0 1 1 0 0,-1-1 0 0 0,1 0-1 0 0,0 0 1 0 0,0 0 0 0 0,-1-3-1 0 0,-19-48 1038 0 0,18 47-866 0 0,-6-26 2716 0 0,-14-72 4577 0 0,21 112-5966 0 0,-1 15-493 0 0,17 299 2429 0 0,-13-314-3405 0 0,0-1 0 0 0,1 0-1 0 0,-1 0 1 0 0,1 0 0 0 0,1 0 0 0 0,-1 0 0 0 0,1 0 0 0 0,0 0 0 0 0,5 6 0 0 0,-6-11-55 0 0,0 1 0 0 0,-1-1 1 0 0,1 0-1 0 0,0-1 0 0 0,0 1 0 0 0,0 0 1 0 0,1-1-1 0 0,-1 1 0 0 0,0-1 0 0 0,1 1 1 0 0,-1-1-1 0 0,1 0 0 0 0,-1 0 0 0 0,1 0 1 0 0,-1 0-1 0 0,1-1 0 0 0,0 1 0 0 0,-1-1 1 0 0,1 0-1 0 0,0 0 0 0 0,0 1 0 0 0,-1-2 1 0 0,1 1-1 0 0,0 0 0 0 0,0-1 0 0 0,-1 1 1 0 0,5-2-1 0 0,22-7-10 0 0,-1-2 0 0 0,0-1 0 0 0,48-27 0 0 0,-48 23 0 0 0,1 2 0 0 0,1 0 0 0 0,34-10 0 0 0,-56 21-6 0 0,1 1 0 0 0,-1 0-1 0 0,1 1 1 0 0,0 0 0 0 0,-1 0 0 0 0,1 1 0 0 0,12 1 0 0 0,-18-1 5 0 0,-1 1 1 0 0,1-1-1 0 0,-1 1 1 0 0,0 0 0 0 0,0-1-1 0 0,1 1 1 0 0,-1 0-1 0 0,0 0 1 0 0,0 1-1 0 0,0-1 1 0 0,0 0-1 0 0,0 1 1 0 0,0-1-1 0 0,0 1 1 0 0,0 0-1 0 0,-1-1 1 0 0,1 1-1 0 0,-1 0 1 0 0,1 0-1 0 0,-1 0 1 0 0,0 0 0 0 0,0 1-1 0 0,0-1 1 0 0,0 0-1 0 0,0 0 1 0 0,0 1-1 0 0,-1-1 1 0 0,1 0-1 0 0,-1 1 1 0 0,1-1-1 0 0,-1 3 1 0 0,1 10 25 0 0,-1 1 1 0 0,-1-1 0 0 0,0 0-1 0 0,-1 0 1 0 0,-1 0 0 0 0,0 0-1 0 0,-1 0 1 0 0,-11 28 0 0 0,-4 0 230 0 0,-39 64 1 0 0,27-61-600 0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4:32.1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70 9218 0 0,'-1'-2'130'0'0,"0"0"0"0"0,1 1 0 0 0,-1-1 0 0 0,1 1 0 0 0,0-1 0 0 0,-1 1 0 0 0,1-1 0 0 0,0 0 0 0 0,0 1-1 0 0,0-1 1 0 0,0 0 0 0 0,0 1 0 0 0,1-1 0 0 0,-1 1 0 0 0,0-1 0 0 0,1 0 0 0 0,-1 1 0 0 0,1-1 0 0 0,0 1 0 0 0,0-3 0 0 0,0 2 92 0 0,0 0-1 0 0,0-1 1 0 0,0 1 0 0 0,1-1-1 0 0,-1 1 1 0 0,1 0 0 0 0,-1 0-1 0 0,1 0 1 0 0,-1 0 0 0 0,1 0-1 0 0,0 0 1 0 0,4-3 0 0 0,-3 5-10 0 0,0-1 1 0 0,0 0-1 0 0,-1 1 1 0 0,1-1-1 0 0,0 1 1 0 0,0 0-1 0 0,0 0 1 0 0,0 0-1 0 0,0 1 1 0 0,0-1-1 0 0,0 1 1 0 0,0-1-1 0 0,0 1 1 0 0,-1 0-1 0 0,4 1 1 0 0,44 23 1243 0 0,-36-17-1065 0 0,274 145 1906 0 0,-279-147-2318 0 0,-5-4-294 0 0,-1 1-1 0 0,1-1 1 0 0,-1 0 0 0 0,1 0-1 0 0,0-1 1 0 0,0 1-1 0 0,0-1 1 0 0,8 2 0 0 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4:32.5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25 126 6913 0 0,'-1'0'39'0'0,"0"-1"-1"0"0,-1 1 0 0 0,1-1 0 0 0,0 1 1 0 0,-1-1-1 0 0,1 0 0 0 0,0 0 0 0 0,0 1 0 0 0,0-1 1 0 0,0 0-1 0 0,0 0 0 0 0,0 0 0 0 0,0 0 1 0 0,0 0-1 0 0,0 0 0 0 0,0-1 0 0 0,0 1 0 0 0,1 0 1 0 0,-1 0-1 0 0,1-1 0 0 0,-1 1 0 0 0,1 0 1 0 0,-1-1-1 0 0,1 1 0 0 0,-1 0 0 0 0,1-4 0 0 0,0 1 121 0 0,1-1-1 0 0,-1 0 0 0 0,1 0 1 0 0,0 0-1 0 0,0 1 1 0 0,4-9-1 0 0,-4 10 12 0 0,0 0 0 0 0,0 0 1 0 0,0 0-1 0 0,0 1 0 0 0,0-1 1 0 0,0 0-1 0 0,1 1 0 0 0,-1-1 0 0 0,1 1 1 0 0,0-1-1 0 0,0 1 0 0 0,0 0 1 0 0,0 0-1 0 0,0 0 0 0 0,1 0 0 0 0,-1 0 1 0 0,0 1-1 0 0,1-1 0 0 0,-1 1 0 0 0,1-1 1 0 0,0 1-1 0 0,0 0 0 0 0,-1 0 1 0 0,1 0-1 0 0,0 0 0 0 0,0 1 0 0 0,0-1 1 0 0,0 1-1 0 0,0-1 0 0 0,0 1 0 0 0,0 0 1 0 0,0 1-1 0 0,0-1 0 0 0,-1 0 1 0 0,1 1-1 0 0,0-1 0 0 0,5 3 0 0 0,-1-1 12 0 0,-1 1-1 0 0,0 0 0 0 0,-1 0 0 0 0,1 1 0 0 0,0 0 0 0 0,-1-1 0 0 0,0 2 1 0 0,0-1-1 0 0,0 1 0 0 0,-1 0 0 0 0,1 0 0 0 0,-1 0 0 0 0,0 0 1 0 0,0 1-1 0 0,-1-1 0 0 0,3 8 0 0 0,-2-4-57 0 0,-2 0 1 0 0,1 0-1 0 0,-1 1 0 0 0,0-1 0 0 0,-1 0 1 0 0,0 1-1 0 0,-1-1 0 0 0,0 1 1 0 0,0-1-1 0 0,-1 1 0 0 0,0-1 1 0 0,-1 1-1 0 0,-4 12 0 0 0,0-2-649 0 0,-1-1 0 0 0,-1-1 0 0 0,0 1-1 0 0,-2-1 1 0 0,-14 21 0 0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4:32.8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74 10 5985 0 0,'-3'1'173'0'0,"0"-1"0"0"0,0 1-1 0 0,0 0 1 0 0,0 0-1 0 0,0 0 1 0 0,0 0 0 0 0,0 1-1 0 0,0-1 1 0 0,0 1 0 0 0,1 0-1 0 0,-1-1 1 0 0,1 1-1 0 0,-1 1 1 0 0,1-1 0 0 0,0 0-1 0 0,0 0 1 0 0,0 1 0 0 0,0-1-1 0 0,0 1 1 0 0,1 0-1 0 0,-1-1 1 0 0,1 1 0 0 0,0 0-1 0 0,-1 0 1 0 0,1 0 0 0 0,0 4-1 0 0,-2 0 138 0 0,1 1 0 0 0,0-1-1 0 0,0 1 1 0 0,1 0 0 0 0,0-1-1 0 0,0 1 1 0 0,1 0 0 0 0,0 0-1 0 0,0 0 1 0 0,1 0 0 0 0,0-1 0 0 0,0 1-1 0 0,1 0 1 0 0,0-1 0 0 0,0 1-1 0 0,1-1 1 0 0,0 0 0 0 0,0 0-1 0 0,1 0 1 0 0,0 0 0 0 0,0 0-1 0 0,1-1 1 0 0,8 10 0 0 0,-2-5-166 0 0,0 0 0 0 0,1 0 0 0 0,0-2 1 0 0,1 0-1 0 0,0 0 0 0 0,0-1 0 0 0,1 0 1 0 0,0-1-1 0 0,1-1 0 0 0,-1-1 0 0 0,17 5 1 0 0,-13-5-54 0 0,-1-1 0 0 0,1-1 0 0 0,0-1 0 0 0,0 0 0 0 0,0-2 0 0 0,31-1 1 0 0,-43 0-67 0 0,0 1 0 0 0,0-1 1 0 0,-1-1-1 0 0,1 1 1 0 0,0-1-1 0 0,-1 0 1 0 0,1 0-1 0 0,-1 0 1 0 0,1-1-1 0 0,-1 0 1 0 0,0 0-1 0 0,0 0 1 0 0,0-1-1 0 0,-1 1 1 0 0,1-1-1 0 0,-1 0 1 0 0,0-1-1 0 0,0 1 1 0 0,-1-1-1 0 0,1 1 1 0 0,-1-1-1 0 0,0 0 1 0 0,0-1-1 0 0,3-7 1 0 0,-5 10-2 0 0,0-1 0 0 0,0 0 0 0 0,0 0 0 0 0,-1 1 0 0 0,0-1 0 0 0,1 0 0 0 0,-1 0 1 0 0,-1 0-1 0 0,1 0 0 0 0,0 1 0 0 0,-1-1 0 0 0,0 0 0 0 0,-2-7 0 0 0,0 4 25 0 0,-1-1-1 0 0,0 0 0 0 0,0 1 0 0 0,0 0 0 0 0,-1 0 0 0 0,-5-6 1 0 0,-6-4 114 0 0,0 0 0 0 0,-1 2 0 0 0,-33-24 1 0 0,31 26-83 0 0,0 1-1 0 0,-2 0 1 0 0,-29-11 0 0 0,40 19-141 0 0,1 0-1 0 0,0 1 1 0 0,-1 1 0 0 0,0-1-1 0 0,1 2 1 0 0,-1-1 0 0 0,0 1 0 0 0,0 1-1 0 0,0 0 1 0 0,-15 2 0 0 0,14 3-2273 0 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4:33.2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23 194 4145 0 0,'-5'-11'1004'0'0,"2"4"113"0"0,-1 0 0 0 0,2 0-1 0 0,-1-1 1 0 0,1 0 0 0 0,-1-8-1 0 0,3 15-979 0 0,-1 0 0 0 0,1-1 0 0 0,0 1 0 0 0,0 0 0 0 0,0-1 0 0 0,0 1 0 0 0,1 0 0 0 0,-1-1 0 0 0,0 1-1 0 0,0 0 1 0 0,1-1 0 0 0,-1 1 0 0 0,1 0 0 0 0,-1-1 0 0 0,1 1 0 0 0,0 0 0 0 0,-1 0 0 0 0,1 0 0 0 0,0 0-1 0 0,0 0 1 0 0,0 0 0 0 0,0 0 0 0 0,0 0 0 0 0,0 0 0 0 0,0 0 0 0 0,0 0 0 0 0,0 1 0 0 0,0-1 0 0 0,0 0-1 0 0,1 1 1 0 0,-1-1 0 0 0,0 1 0 0 0,0-1 0 0 0,1 1 0 0 0,-1 0 0 0 0,0-1 0 0 0,2 1 0 0 0,1 0-6 0 0,0 0 0 0 0,-1 0 0 0 0,1 1 0 0 0,0-1 0 0 0,-1 1 0 0 0,1 0 0 0 0,-1 0 0 0 0,1 0 0 0 0,-1 1 0 0 0,1-1 0 0 0,-1 1 0 0 0,0 0 0 0 0,0 0 0 0 0,0 0 0 0 0,0 0 0 0 0,0 0 0 0 0,0 1 0 0 0,0-1 0 0 0,-1 1 0 0 0,3 3 0 0 0,7 7 211 0 0,-1 1 0 0 0,16 27-1 0 0,6 20 234 0 0,-23-40-313 0 0,1 0 0 0 0,16 21 0 0 0,-27-42-251 0 0,0 0 1 0 0,0 0 0 0 0,0 0 0 0 0,0 0-1 0 0,0 0 1 0 0,0 1 0 0 0,0-1 0 0 0,0 0-1 0 0,1 0 1 0 0,-1 0 0 0 0,0 0 0 0 0,0 0-1 0 0,0 0 1 0 0,0 0 0 0 0,0 1 0 0 0,1-1-1 0 0,-1 0 1 0 0,0 0 0 0 0,0 0 0 0 0,0 0-1 0 0,0 0 1 0 0,1 0 0 0 0,-1 0 0 0 0,0 0-1 0 0,0 0 1 0 0,0 0 0 0 0,0 0-1 0 0,1 0 1 0 0,-1 0 0 0 0,0 0 0 0 0,0 0-1 0 0,0 0 1 0 0,0 0 0 0 0,1 0 0 0 0,-1 0-1 0 0,0 0 1 0 0,0 0 0 0 0,0 0 0 0 0,0 0-1 0 0,1-1 1 0 0,-1 1 0 0 0,0 0 0 0 0,0 0-1 0 0,0 0 1 0 0,0 0 0 0 0,0 0 0 0 0,0 0-1 0 0,1-1 1 0 0,-1 1 0 0 0,0 0-1 0 0,0 0 1 0 0,6-15 255 0 0,2-27-146 0 0,-7 33-31 0 0,2-8-26 0 0,3-18 109 0 0,20-64-1 0 0,-22 89-210 0 0,0 0 1 0 0,0 0 0 0 0,1 1-1 0 0,0 0 1 0 0,0 0-1 0 0,1 0 1 0 0,1 1 0 0 0,-1 0-1 0 0,1 0 1 0 0,16-13-1 0 0,-9 10-351 0 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4:34.6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 97 5817 0 0,'-14'-55'1241'0'0,"2"19"2795"0"0,10 30-2889 0 0,14 59 4017 0 0,-5 42-3921 0 0,-3-37-524 0 0,4 31-163 0 0,-5 1 0 0 0,-3-1 0 0 0,-21 154 0 0 0,13-206-976 0 0,7-35 106 0 0,1-1-1 0 0,-1 1 1 0 0,1 0 0 0 0,-1-1-1 0 0,1 1 1 0 0,-1 0 0 0 0,0-1 0 0 0,0 1-1 0 0,0-1 1 0 0,0 0 0 0 0,0 1-1 0 0,0-1 1 0 0,0 0 0 0 0,0 1-1 0 0,0-1 1 0 0,-1 0 0 0 0,1 0 0 0 0,-3 2-1 0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4:35.1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1 198 920 0 0,'3'-15'711'0'0,"1"0"0"0"0,1 0 0 0 0,1 0 0 0 0,0 1 0 0 0,0 0 0 0 0,1 0 0 0 0,1 0 0 0 0,1 1 0 0 0,12-16 0 0 0,-18 26-369 0 0,1-1 1 0 0,-1 1-1 0 0,1 0 0 0 0,-1 0 1 0 0,1 0-1 0 0,0 0 1 0 0,0 1-1 0 0,0-1 0 0 0,0 1 1 0 0,0 0-1 0 0,1 0 1 0 0,-1 1-1 0 0,1-1 0 0 0,-1 1 1 0 0,1 0-1 0 0,0 0 1 0 0,9 0-1 0 0,-11 2-226 0 0,1-1 0 0 0,-1 0 0 0 0,1 1 0 0 0,-1 0-1 0 0,1 0 1 0 0,-1 0 0 0 0,1 1 0 0 0,-1-1 0 0 0,0 1 0 0 0,0-1 0 0 0,0 1 0 0 0,0 0 0 0 0,0 0 0 0 0,0 1-1 0 0,0-1 1 0 0,-1 1 0 0 0,1-1 0 0 0,-1 1 0 0 0,0 0 0 0 0,0 0 0 0 0,0 0 0 0 0,0 0 0 0 0,0 0-1 0 0,1 4 1 0 0,5 11 40 0 0,-2 1 0 0 0,0 0 0 0 0,-1 0-1 0 0,-1 1 1 0 0,0 0 0 0 0,-2-1 0 0 0,0 1 0 0 0,-1 0-1 0 0,-2 0 1 0 0,0 0 0 0 0,-1 0 0 0 0,0 0-1 0 0,-2 0 1 0 0,0-1 0 0 0,-2 0 0 0 0,0 0 0 0 0,-1 0-1 0 0,-1-1 1 0 0,0 0 0 0 0,-13 19 0 0 0,15-28-103 0 0,-1 0 0 0 0,0-1 0 0 0,0 0 1 0 0,-1 0-1 0 0,-15 11 0 0 0,19-16-37 0 0,0 1 1 0 0,0-2-1 0 0,0 1 0 0 0,-1 0 0 0 0,1-1 0 0 0,-1 0 1 0 0,0 0-1 0 0,0 0 0 0 0,0 0 0 0 0,0-1 1 0 0,0 0-1 0 0,0 0 0 0 0,0 0 0 0 0,-6-1 0 0 0,10 0-14 0 0,1 0 0 0 0,-1 0-1 0 0,0 0 1 0 0,0 0-1 0 0,0 0 1 0 0,0 0-1 0 0,0 0 1 0 0,0 0-1 0 0,1-1 1 0 0,-1 1-1 0 0,0 0 1 0 0,0 0-1 0 0,0-1 1 0 0,0 1-1 0 0,1-1 1 0 0,-1 1-1 0 0,0-1 1 0 0,1 1-1 0 0,-1-1 1 0 0,0 1-1 0 0,1-1 1 0 0,-1 0-1 0 0,0 1 1 0 0,1-1-1 0 0,-1 0 1 0 0,1 0-1 0 0,-1 0 1 0 0,1-1 3 0 0,0 1 1 0 0,0 0-1 0 0,0 0 1 0 0,1 0-1 0 0,-1-1 1 0 0,0 1-1 0 0,1 0 1 0 0,-1 0-1 0 0,0 0 1 0 0,1 0-1 0 0,-1-1 1 0 0,1 1 0 0 0,0 0-1 0 0,-1 0 1 0 0,1 0-1 0 0,1-1 0 0 0,4-4 23 0 0,-1 1-1 0 0,1-1 0 0 0,-1 1 0 0 0,13-7 1 0 0,-10 7-32 0 0,1 0 1 0 0,0 1 0 0 0,0 0 0 0 0,0 1-1 0 0,1 0 1 0 0,-1 0 0 0 0,1 1 0 0 0,0 0 0 0 0,0 1-1 0 0,-1 0 1 0 0,1 1 0 0 0,0 0 0 0 0,0 0 0 0 0,0 1-1 0 0,0 0 1 0 0,0 1 0 0 0,-1 0 0 0 0,1 1-1 0 0,-1 0 1 0 0,0 0 0 0 0,14 7 0 0 0,-7-1-22 0 0,0 1 1 0 0,-1 0-1 0 0,0 0 0 0 0,-1 2 1 0 0,0 0-1 0 0,-1 1 1 0 0,-1 0-1 0 0,0 0 0 0 0,0 2 1 0 0,17 28-1 0 0,-7-6-1318 0 0,-8-12-3715 0 0,0-2-1170 0 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4:35.4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17 105 5065 0 0,'-1'-2'256'0'0,"-11"-16"-277"0"0,11 18 128 0 0,1-1 0 0 0,0 1 1 0 0,0-1-1 0 0,-1 1 1 0 0,1-1-1 0 0,0 1 1 0 0,0-1-1 0 0,-1 1 1 0 0,1-1-1 0 0,0 1 0 0 0,0-1 1 0 0,0 1-1 0 0,0-1 1 0 0,0 1-1 0 0,0-1 1 0 0,0 0-1 0 0,0 1 1 0 0,0-1-1 0 0,0 1 0 0 0,0-1 1 0 0,0 1-1 0 0,0-1 1 0 0,1 1-1 0 0,-1-1 1 0 0,0 1-1 0 0,0-1 1 0 0,0 1-1 0 0,1-1 1 0 0,-1 1-1 0 0,0-1 0 0 0,1 0 1 0 0,0 2 210 0 0,1 1 1 0 0,-1-1-1 0 0,-1 1 0 0 0,1-1 1 0 0,0 1-1 0 0,0 0 0 0 0,0-1 1 0 0,-1 1-1 0 0,1 0 0 0 0,-1-1 1 0 0,0 1-1 0 0,1 0 0 0 0,-1 2 1 0 0,3 8-54 0 0,0 0 0 0 0,1 0 0 0 0,1-1 0 0 0,0 1 1 0 0,0-1-1 0 0,1 0 0 0 0,0 0 0 0 0,12 13 0 0 0,-15-19-168 0 0,1 0 0 0 0,1-1-1 0 0,-1 0 1 0 0,1 0 0 0 0,-1 0-1 0 0,1 0 1 0 0,0-1 0 0 0,1 0 0 0 0,-1 0-1 0 0,0 0 1 0 0,1-1 0 0 0,0 1-1 0 0,-1-1 1 0 0,1-1 0 0 0,0 1-1 0 0,0-1 1 0 0,0 0 0 0 0,0 0-1 0 0,0-1 1 0 0,8 0 0 0 0,-12 0-85 0 0,0 0 0 0 0,0 0 1 0 0,0-1-1 0 0,1 1 0 0 0,-1 0 1 0 0,0-1-1 0 0,0 0 0 0 0,0 1 1 0 0,0-1-1 0 0,0 0 0 0 0,0 0 1 0 0,-1 0-1 0 0,1 0 0 0 0,0-1 1 0 0,0 1-1 0 0,-1 0 0 0 0,1-1 1 0 0,0 1-1 0 0,-1-1 0 0 0,0 1 1 0 0,1-1-1 0 0,0-2 0 0 0,0 0 46 0 0,0 0 0 0 0,-1 0-1 0 0,0 0 1 0 0,0 0-1 0 0,0 0 1 0 0,0 0-1 0 0,0-1 1 0 0,-1 1-1 0 0,0 0 1 0 0,0-8-1 0 0,-2-5 144 0 0,-1 0-1 0 0,-1 0 1 0 0,0 0-1 0 0,-9-24 1 0 0,11 35-178 0 0,-1 0 0 0 0,1 0 0 0 0,-1 1 0 0 0,0-1 0 0 0,0 1 0 0 0,-1 0 0 0 0,0 0 0 0 0,0 0 0 0 0,0 0 1 0 0,0 0-1 0 0,-6-4 0 0 0,8 8-83 0 0,0 0 0 0 0,0 0 0 0 0,-1 0 0 0 0,1 0 0 0 0,0 0 0 0 0,0 0 0 0 0,-1 0 0 0 0,1 1 0 0 0,-1-1 0 0 0,1 1 0 0 0,-1 0 0 0 0,1 0 0 0 0,0-1 0 0 0,-1 2 0 0 0,1-1 0 0 0,-1 0 0 0 0,1 0 0 0 0,-1 1 0 0 0,1 0 0 0 0,0-1 0 0 0,-1 1 0 0 0,1 0 0 0 0,0 0 0 0 0,0 0 0 0 0,-1 0 0 0 0,1 1 0 0 0,0-1 0 0 0,0 0 0 0 0,0 1 0 0 0,1 0 0 0 0,-3 1 0 0 0,0 1-272 0 0,0 0 0 0 0,0 0 0 0 0,0 0 0 0 0,1 0-1 0 0,-1 1 1 0 0,1 0 0 0 0,0-1 0 0 0,1 1 0 0 0,-1 0 0 0 0,1 0 0 0 0,0 0 0 0 0,-2 10 0 0 0,1 0-644 0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4:35.8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94 5065 0 0,'14'-28'583'0'0,"-10"22"43"0"0,-1 0 0 0 0,0 0 0 0 0,0 0 0 0 0,-1 0 1 0 0,0-1-1 0 0,0 1 0 0 0,2-11 0 0 0,-4 17-569 0 0,0 0-1 0 0,0 0 1 0 0,0-1-1 0 0,0 1 1 0 0,0 0 0 0 0,0 0-1 0 0,0 0 1 0 0,0 0-1 0 0,0-1 1 0 0,0 1 0 0 0,0 0-1 0 0,0 0 1 0 0,0 0-1 0 0,0 0 1 0 0,0-1 0 0 0,0 1-1 0 0,0 0 1 0 0,0 0 0 0 0,0 0-1 0 0,-1 0 1 0 0,1-1 282 0 0,0 1-282 0 0,0 0 0 0 0,-1 0-1 0 0,1-1 1 0 0,0 1-1 0 0,0 0 1 0 0,0 0 0 0 0,0 0-1 0 0,-1 0 1 0 0,1 0-1 0 0,0 0 1 0 0,0 0 0 0 0,0 0-1 0 0,0 0 1 0 0,-1 0 0 0 0,1 0-1 0 0,0 0 1 0 0,0 0-1 0 0,0 0 1 0 0,0 0 0 0 0,-1 0-1 0 0,-10 6 1628 0 0,-6 11-118 0 0,10-7-1156 0 0,0 0 1 0 0,1 0-1 0 0,0 1 1 0 0,1 0 0 0 0,-7 21-1 0 0,9-25-312 0 0,1 0-1 0 0,0 0 1 0 0,1 0-1 0 0,-1 1 0 0 0,1-1 1 0 0,1 0-1 0 0,0 1 1 0 0,0-1-1 0 0,0 0 1 0 0,3 14-1 0 0,-2-17-93 0 0,1-1 0 0 0,-1 1 0 0 0,1-1 0 0 0,0 0 1 0 0,0 1-1 0 0,0-1 0 0 0,1 0 0 0 0,-1 0 0 0 0,1-1 0 0 0,-1 1 0 0 0,1 0 0 0 0,0-1 0 0 0,0 0 1 0 0,0 1-1 0 0,0-1 0 0 0,1-1 0 0 0,-1 1 0 0 0,0 0 0 0 0,1-1 0 0 0,5 2 0 0 0,9 2-10 0 0,0 0 0 0 0,0-2-1 0 0,20 2 1 0 0,7 2-50 0 0,-40-6 51 0 0,0 0 0 0 0,0 1-1 0 0,0-1 1 0 0,0 1 0 0 0,0 0-1 0 0,0 0 1 0 0,-1 1 0 0 0,1-1-1 0 0,5 5 1 0 0,-9-5 7 0 0,1-1-1 0 0,-1 0 1 0 0,0 1 0 0 0,0-1 0 0 0,0 1-1 0 0,0-1 1 0 0,0 1 0 0 0,-1-1 0 0 0,1 1 0 0 0,0 0-1 0 0,-1-1 1 0 0,1 1 0 0 0,-1 0 0 0 0,1 0-1 0 0,-1-1 1 0 0,0 1 0 0 0,0 0 0 0 0,0 0-1 0 0,0-1 1 0 0,0 1 0 0 0,0 0 0 0 0,-1 0-1 0 0,1-1 1 0 0,0 1 0 0 0,-1 0 0 0 0,0-1 0 0 0,1 1-1 0 0,-1 0 1 0 0,0-1 0 0 0,-1 4 0 0 0,-5 6 127 0 0,1-1-1 0 0,-2 0 1 0 0,1 0 0 0 0,-1 0 0 0 0,-1-1 0 0 0,0 0 0 0 0,0 0-1 0 0,-16 11 1 0 0,-92 52-704 0 0,81-51-1226 0 0,29-18 168 0 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4:36.4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21 9674 0 0,'-8'5'1769'0'0,"26"-6"311"0"0,380-19 3618 0 0,-321 18-5304 0 0,46 0-35 0 0,-1 5 0 0 0,227 36 0 0 0,-343-38-548 0 0,33 10 361 0 0,-37-11-381 0 0,0 1 0 0 0,-1 0 0 0 0,1 0 0 0 0,-1 0 0 0 0,1 0 0 0 0,-1 0 1 0 0,1 0-1 0 0,-1 0 0 0 0,0 0 0 0 0,0 0 0 0 0,0 1 0 0 0,0-1 1 0 0,1 0-1 0 0,-2 1 0 0 0,1-1 0 0 0,0 1 0 0 0,0 0 0 0 0,0-1 0 0 0,-1 1 1 0 0,1 1-1 0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4:36.7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0 1 8354 0 0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4:37.1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5 456 0 0,'1'-4'12413'0'0,"4"4"-11507"0"0,5 0-834 0 0,27-1 884 0 0,0 3-1 0 0,0 0 0 0 0,44 10 1 0 0,-70-9-645 0 0,0 0 0 0 0,1 1 0 0 0,-2 0 0 0 0,1 1 0 0 0,0 0 0 0 0,12 8 0 0 0,-17-9-237 0 0,-1 0-1 0 0,0 0 1 0 0,0 1 0 0 0,-1-1 0 0 0,1 1-1 0 0,-1 0 1 0 0,0 0 0 0 0,0 1 0 0 0,0-1-1 0 0,-1 1 1 0 0,0 0 0 0 0,3 7-1 0 0,-4-7-32 0 0,-1 0 0 0 0,0 0-1 0 0,0 1 1 0 0,0-1 0 0 0,-1 0-1 0 0,0 0 1 0 0,0 0 0 0 0,0 0-1 0 0,-1 1 1 0 0,0-1 0 0 0,0 0-1 0 0,-1 0 1 0 0,0 0-1 0 0,0 0 1 0 0,0-1 0 0 0,-1 1-1 0 0,0 0 1 0 0,0-1 0 0 0,-6 9-1 0 0,-8 9 274 0 0,0-1 0 0 0,-40 39 0 0 0,50-54-300 0 0,-71 59-1644 0 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4:37.9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112 1247 6913 0 0,'-27'-580'10171'0'0,"16"420"-9391"0"0,-24-174 848 0 0,19 268-2023 0 0,8 37-1063 0 0,-6-48 0 0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4:38.4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259 14 3225 0 0,'-1'0'77'0'0,"1"-1"0"0"0,-1 0 1 0 0,1 0-1 0 0,-1 0 0 0 0,1 0 1 0 0,-1 1-1 0 0,0-1 0 0 0,1 0 1 0 0,-1 0-1 0 0,0 1 0 0 0,1-1 1 0 0,-1 1-1 0 0,0-1 0 0 0,0 1 1 0 0,0-1-1 0 0,0 1 0 0 0,0-1 1 0 0,0 1-1 0 0,1 0 0 0 0,-1-1 1 0 0,0 1-1 0 0,0 0 0 0 0,0 0 1 0 0,-2 0-1 0 0,0 0 153 0 0,1 0 1 0 0,-1 1-1 0 0,1-1 1 0 0,-1 1 0 0 0,1-1-1 0 0,-1 1 1 0 0,1 0-1 0 0,-1 0 1 0 0,-2 2-1 0 0,-2 2 320 0 0,0-1 0 0 0,0 1 0 0 0,1 0 0 0 0,0 1-1 0 0,-8 8 1 0 0,-4 10 445 0 0,2 1-1 0 0,1 0 0 0 0,2 1 0 0 0,-18 43 1 0 0,16-31-224 0 0,-32 51 0 0 0,39-69-505 0 0,10-16-107 0 0,8-11-88 0 0,-2-3-79 0 0,0 1 0 0 0,-1-1 0 0 0,0 0 0 0 0,0 0 1 0 0,-1-1-1 0 0,4-11 0 0 0,27-73-75 0 0,-23 53 69 0 0,-1 7 14 0 0,-5 10 0 0 0,20-41 0 0 0,-28 66 7 0 0,1 0 1 0 0,-1-1-1 0 0,0 1 1 0 0,0 0-1 0 0,0 0 1 0 0,0-1-1 0 0,0 1 0 0 0,1 0 1 0 0,-1 0-1 0 0,0-1 1 0 0,0 1-1 0 0,0 0 1 0 0,1 0-1 0 0,-1 0 1 0 0,0-1-1 0 0,0 1 1 0 0,1 0-1 0 0,-1 0 0 0 0,0 0 1 0 0,0 0-1 0 0,1 0 1 0 0,-1-1-1 0 0,0 1 1 0 0,1 0-1 0 0,-1 0 1 0 0,0 0-1 0 0,1 0 1 0 0,-1 0-1 0 0,0 0 0 0 0,0 0 1 0 0,1 0-1 0 0,-1 0 1 0 0,0 0-1 0 0,1 0 1 0 0,-1 0-1 0 0,0 0 1 0 0,1 1-1 0 0,-1-1 1 0 0,0 0-1 0 0,0 0 0 0 0,1 0 1 0 0,-1 0-1 0 0,0 0 1 0 0,1 1-1 0 0,12 16 750 0 0,5 24 519 0 0,-11-23-1090 0 0,1 0 0 0 0,0 0 0 0 0,2-1 0 0 0,0 0 0 0 0,1 0 0 0 0,1-1-1 0 0,0-1 1 0 0,1 0 0 0 0,1-1 0 0 0,0 0 0 0 0,1-1 0 0 0,16 11 0 0 0,-1-4-186 0 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4:55.6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11979 0 0,'-1'4'2726'0'0,"9"7"-1754"0"0,16 16-960 0 0,-16-19 578 0 0,109 133 2302 0 0,38 42-2512 0 0,-137-164-481 0 0,34 38-991 0 0,-47-51 477 0 0,-1 0 1 0 0,0 0-1 0 0,0 0 1 0 0,-1 1-1 0 0,0-1 1 0 0,0 1-1 0 0,0-1 0 0 0,1 9 1 0 0,-5-1-2439 0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4:55.9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22 312 1376 0 0,'-5'-16'713'0'0,"1"0"0"0"0,0-1 0 0 0,1 1 1 0 0,0-1-1 0 0,2 0 0 0 0,0 0 0 0 0,1 0 0 0 0,2-23 0 0 0,-1 33-428 0 0,0 0 1 0 0,0 0-1 0 0,1 1 0 0 0,0-1 1 0 0,0 1-1 0 0,1-1 1 0 0,0 1-1 0 0,0 0 0 0 0,0 0 1 0 0,1 0-1 0 0,-1 0 1 0 0,1 1-1 0 0,1-1 0 0 0,-1 1 1 0 0,1 0-1 0 0,0 0 0 0 0,0 1 1 0 0,1 0-1 0 0,-1 0 1 0 0,1 0-1 0 0,0 0 0 0 0,0 1 1 0 0,8-3-1 0 0,-11 4-180 0 0,0 1 1 0 0,0 0-1 0 0,0 1 0 0 0,0-1 0 0 0,0 0 1 0 0,0 1-1 0 0,0 0 0 0 0,1 0 0 0 0,-1 0 1 0 0,0 0-1 0 0,0 0 0 0 0,0 0 0 0 0,1 1 1 0 0,-1 0-1 0 0,0-1 0 0 0,0 1 0 0 0,0 0 1 0 0,4 3-1 0 0,-2-1-2 0 0,0 0-1 0 0,-1 0 1 0 0,1 1-1 0 0,-1 0 1 0 0,0 0 0 0 0,0 0-1 0 0,0 0 1 0 0,-1 0 0 0 0,6 9-1 0 0,1 6 157 0 0,0 1 0 0 0,-1 0 0 0 0,-1 1 0 0 0,7 25 0 0 0,0 14 657 0 0,7 60-1 0 0,-11-55-108 0 0,-11-64-785 0 0,0 0-1 0 0,0 0 1 0 0,0 0-1 0 0,0 1 1 0 0,1-1-1 0 0,-1 0 1 0 0,0 0-1 0 0,1 0 1 0 0,-1 1 0 0 0,1-1-1 0 0,-1 0 1 0 0,1 0-1 0 0,0 0 1 0 0,-1 0-1 0 0,1 0 1 0 0,0 0-1 0 0,0 0 1 0 0,0-1 0 0 0,-1 1-1 0 0,1 0 1 0 0,0 0-1 0 0,0 0 1 0 0,0-1-1 0 0,1 1 1 0 0,-1-1 0 0 0,0 1-1 0 0,2 0 1 0 0,-1-1-12 0 0,1 0 1 0 0,-1 0 0 0 0,0 0-1 0 0,1-1 1 0 0,-1 1 0 0 0,0-1-1 0 0,0 1 1 0 0,1-1 0 0 0,-1 0-1 0 0,0 0 1 0 0,0 0 0 0 0,0 0-1 0 0,3-2 1 0 0,8-6-73 0 0,-1 0 1 0 0,-1-1-1 0 0,15-16 1 0 0,44-45-3715 0 0,-54 55-2955 0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4:56.3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68 0 10594 0 0,'-2'2'80'0'0,"1"0"1"0"0,0-1-1 0 0,0 1 0 0 0,0 0 0 0 0,0 0 0 0 0,0 0 0 0 0,0 0 1 0 0,0 1-1 0 0,1-1 0 0 0,-1 0 0 0 0,1 0 0 0 0,0 0 0 0 0,-1 0 1 0 0,1 1-1 0 0,0-1 0 0 0,0 0 0 0 0,1 0 0 0 0,-1 1 0 0 0,1 2 0 0 0,10 51 891 0 0,-8-47-395 0 0,0 3-193 0 0,1 1 0 0 0,0-2 0 0 0,1 1 0 0 0,1-1 0 0 0,0 1 0 0 0,0-1 0 0 0,11 13 0 0 0,-15-21-338 0 0,1 0 0 0 0,0-1 0 0 0,-1 1 0 0 0,1 0 0 0 0,0-1 0 0 0,0 1 0 0 0,1-1 0 0 0,-1 0-1 0 0,0 0 1 0 0,1 0 0 0 0,-1-1 0 0 0,6 2 0 0 0,-7-2-23 0 0,1-1-1 0 0,0 1 1 0 0,-1-1 0 0 0,1 0 0 0 0,-1 0-1 0 0,1-1 1 0 0,0 1 0 0 0,-1 0-1 0 0,1-1 1 0 0,-1 0 0 0 0,1 1-1 0 0,-1-1 1 0 0,0 0 0 0 0,1 0 0 0 0,-1 0-1 0 0,0-1 1 0 0,1 1 0 0 0,-1-1-1 0 0,0 1 1 0 0,3-4 0 0 0,-3 3 43 0 0,1-1 1 0 0,-1 0 0 0 0,0 1-1 0 0,0-1 1 0 0,0 0 0 0 0,-1 0-1 0 0,1 0 1 0 0,-1-1-1 0 0,1 1 1 0 0,-1 0 0 0 0,0-1-1 0 0,0 1 1 0 0,-1 0 0 0 0,1-1-1 0 0,-1 1 1 0 0,0-1-1 0 0,1 1 1 0 0,-2-1 0 0 0,1 1-1 0 0,0-1 1 0 0,-1 1-1 0 0,1-1 1 0 0,-1 1 0 0 0,-2-7-1 0 0,0 2 48 0 0,0 0 0 0 0,0 1 0 0 0,0-1 0 0 0,-1 1-1 0 0,0-1 1 0 0,-1 1 0 0 0,1 0 0 0 0,-1 1 0 0 0,-8-9-1 0 0,9 11-98 0 0,-1 1-1 0 0,1-1 0 0 0,-1 1 0 0 0,0 0 0 0 0,0 0 0 0 0,0 1 0 0 0,0-1 1 0 0,0 1-1 0 0,0 0 0 0 0,-1 0 0 0 0,1 1 0 0 0,-1 0 0 0 0,1 0 0 0 0,-1 0 1 0 0,0 0-1 0 0,1 1 0 0 0,-1 0 0 0 0,-7 1 0 0 0,9 0-114 0 0,-1 0 0 0 0,1 0-1 0 0,0 0 1 0 0,0 0 0 0 0,-1 1 0 0 0,1-1 0 0 0,0 1-1 0 0,1 0 1 0 0,-1 1 0 0 0,0-1 0 0 0,1 1 0 0 0,-1-1-1 0 0,1 1 1 0 0,0 0 0 0 0,0 0 0 0 0,0 1 0 0 0,0-1-1 0 0,0 0 1 0 0,1 1 0 0 0,-1 0 0 0 0,1 0 0 0 0,0 0-1 0 0,0 0 1 0 0,-1 6 0 0 0,0 11-5614 0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4:56.7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63 322 8754 0 0,'0'0'88'0'0,"0"-1"0"0"0,0 0 0 0 0,0 1 1 0 0,0-1-1 0 0,-1 1 0 0 0,1-1 0 0 0,0 1 0 0 0,0-1 0 0 0,-1 1 0 0 0,1 0 1 0 0,0-1-1 0 0,-1 1 0 0 0,1-1 0 0 0,-1 1 0 0 0,1-1 0 0 0,0 1 1 0 0,-1 0-1 0 0,1-1 0 0 0,-1 1 0 0 0,1 0 0 0 0,-1 0 0 0 0,1-1 1 0 0,-1 1-1 0 0,1 0 0 0 0,-1 0 0 0 0,1 0 0 0 0,-1 0 0 0 0,0 0 0 0 0,1-1 1 0 0,-1 1-1 0 0,1 0 0 0 0,-1 0 0 0 0,1 0 0 0 0,-1 0 0 0 0,1 1 1 0 0,-1-1-1 0 0,0 0 0 0 0,-1 1 46 0 0,0 0 1 0 0,1 1-1 0 0,-1-1 1 0 0,1 0-1 0 0,0 1 1 0 0,-1-1-1 0 0,1 1 1 0 0,0 0-1 0 0,0-1 0 0 0,0 1 1 0 0,-1 2-1 0 0,-3 5 386 0 0,1 0-1 0 0,1 1 1 0 0,-5 15-1 0 0,4-8 7 0 0,2-1-1 0 0,0 1 1 0 0,1-1 0 0 0,0 1-1 0 0,2 0 1 0 0,2 16-1 0 0,-3-29-401 0 0,1 0-1 0 0,0 0 1 0 0,0 0 0 0 0,1 0-1 0 0,-1 0 1 0 0,1-1-1 0 0,-1 1 1 0 0,1-1-1 0 0,1 1 1 0 0,-1-1 0 0 0,0 1-1 0 0,6 5 1 0 0,-5-7-78 0 0,-1-1 0 0 0,1 1 0 0 0,0 0 0 0 0,0-1-1 0 0,0 1 1 0 0,0-1 0 0 0,0 0 0 0 0,0 0 0 0 0,0 0 0 0 0,0 0 0 0 0,0-1 0 0 0,0 1 0 0 0,1-1 0 0 0,-1 0 0 0 0,0 0 0 0 0,0 0 0 0 0,1 0 0 0 0,4-1 0 0 0,5-3-21 0 0,1 1 0 0 0,-1-1 1 0 0,0-1-1 0 0,0 0 0 0 0,-1-1 0 0 0,1-1 1 0 0,13-9-1 0 0,-9 5-26 0 0,1 2 1 0 0,24-10-1 0 0,-41 18-2 0 0,0 1 0 0 0,0-1 1 0 0,1 1-1 0 0,-1-1 0 0 0,0 1 0 0 0,1-1 0 0 0,-1 1 1 0 0,1 0-1 0 0,-1 0 0 0 0,0 0 0 0 0,1 0 0 0 0,-1 0 1 0 0,0 0-1 0 0,1 0 0 0 0,-1 0 0 0 0,1 1 0 0 0,-1-1 0 0 0,0 0 1 0 0,1 1-1 0 0,-1-1 0 0 0,0 1 0 0 0,0-1 0 0 0,1 1 1 0 0,-1 0-1 0 0,1 1 0 0 0,0-1-6 0 0,-1 1-1 0 0,0 0 1 0 0,0 0 0 0 0,0 0 0 0 0,0 0-1 0 0,0 0 1 0 0,0 0 0 0 0,-1 0 0 0 0,1 0-1 0 0,-1 1 1 0 0,1-1 0 0 0,-1 0-1 0 0,0 0 1 0 0,0 3 0 0 0,0 10-47 0 0,-2 0 1 0 0,1 0-1 0 0,-7 24 1 0 0,6-33 52 0 0,-2 13-726 0 0,-2 0 0 0 0,-12 31 0 0 0,16-45-525 0 0</inkml:trace>
  <inkml:trace contextRef="#ctx0" brushRef="#br0" timeOffset="1">256 158 12443 0 0,'0'-7'1104'0'0,"0"-1"-880"0"0,2 3-224 0 0,-1 1 0 0 0,2 1 568 0 0,-1-3 72 0 0,2-7 8 0 0,1-6 8 0 0,3-3-415 0 0,-1 2-81 0 0,1 3-24 0 0,0 4 0 0 0,2 4-464 0 0,-2 3-97 0 0,1 2-23 0 0,0 3 0 0 0,1 2 344 0 0,-1 3 104 0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4:57.1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0 418 10594 0 0,'61'-68'3772'0'0,"-8"7"-8003"0"0,-44 48 2674 0 0</inkml:trace>
  <inkml:trace contextRef="#ctx0" brushRef="#br0" timeOffset="1">387 1 11522 0 0,'-3'5'513'0'0,"2"-3"95"0"0,0 2-480 0 0,1-1-128 0 0,0-2 0 0 0,1 0 0 0 0,0 1 0 0 0,0 1-80 0 0,3 4 16 0 0,0 1 0 0 0,0-1 64 0 0,0 1 0 0 0,1 0-72 0 0,0-1-2161 0 0,0 0-423 0 0,0-1-97 0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4:57.5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15 197 13363 0 0,'-12'-1'1025'0'0,"10"-4"-619"0"0,16-11-311 0 0,-7 9 51 0 0,81-77 2892 0 0,-34 34-3486 0 0,-19 17-4994 0 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4:57.8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0 8754 0 0,'-4'16'820'0'0,"0"0"0"0"0,1 1 0 0 0,1-1 0 0 0,0 1 0 0 0,2-1 0 0 0,1 25 1 0 0,-1-40-784 0 0,0 5 238 0 0,0 0 0 0 0,1 0 0 0 0,-1 0 0 0 0,1 0 0 0 0,0 0-1 0 0,1 0 1 0 0,0 0 0 0 0,0 0 0 0 0,0-1 0 0 0,0 1 0 0 0,1-1-1 0 0,0 0 1 0 0,6 9 0 0 0,-4-9-90 0 0,0-1 1 0 0,0 1-1 0 0,0-1 0 0 0,0 0 0 0 0,1-1 1 0 0,-1 1-1 0 0,1-1 0 0 0,0 0 0 0 0,0 0 1 0 0,0-1-1 0 0,0 0 0 0 0,10 2 0 0 0,12 2 106 0 0,-17-4-152 0 0,0 0 0 0 0,-1 1 0 0 0,1 0 0 0 0,-1 1 1 0 0,19 9-1 0 0,-27-12-133 0 0,0 1 0 0 0,0-1 0 0 0,0 1 0 0 0,0 0 0 0 0,0 0 0 0 0,0 0 0 0 0,0 0 1 0 0,-1 0-1 0 0,1 0 0 0 0,-1 0 0 0 0,0 0 0 0 0,1 0 0 0 0,-1 1 0 0 0,0-1 0 0 0,0 1 1 0 0,0-1-1 0 0,-1 1 0 0 0,1-1 0 0 0,-1 1 0 0 0,1-1 0 0 0,-1 1 0 0 0,0 0 0 0 0,0-1 1 0 0,0 1-1 0 0,0-1 0 0 0,0 1 0 0 0,-1-1 0 0 0,1 1 0 0 0,-1 0 0 0 0,-1 2 0 0 0,-3 14-124 0 0,-2 1-70 0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5:02.4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50 5457 920 0 0,'-8'-8'4257'0'0,"7"7"-4173"0"0,1 0-1 0 0,-1-1 1 0 0,0 1-1 0 0,0 0 1 0 0,1-1-1 0 0,-1 1 1 0 0,1 0-1 0 0,-1-1 1 0 0,1 1-1 0 0,0-1 1 0 0,-1 1 0 0 0,1-1-1 0 0,0 1 1 0 0,0-1-1 0 0,0 1 1 0 0,0-1-1 0 0,0 1 1 0 0,1-1-1 0 0,-1 1 1 0 0,0-1-1 0 0,1-1 1 0 0,2-19 2063 0 0,-8 2 66 0 0,4 18-2055 0 0,0 0 0 0 0,1 1 0 0 0,-1-1 0 0 0,1 0-1 0 0,-1 0 1 0 0,1 0 0 0 0,0 0 0 0 0,0 0 0 0 0,0 0 0 0 0,0 0 0 0 0,0 1 0 0 0,0-1 0 0 0,1-4 0 0 0,13-30 453 0 0,-11 30-441 0 0,0-1 0 0 0,-1 1 1 0 0,1-1-1 0 0,-1 0 0 0 0,-1 1 1 0 0,1-1-1 0 0,0-8 0 0 0,-6-12 1144 0 0,2 22-1056 0 0,1 1 1 0 0,1 0-1 0 0,-1 0 1 0 0,1 0-1 0 0,-1-1 0 0 0,1 1 1 0 0,1-8-1 0 0,-1 5-253 0 0,1 0 0 0 0,-2 1 0 0 0,1-1 0 0 0,-1 0 0 0 0,0 1 0 0 0,-1-1 0 0 0,1 1 0 0 0,-5-10 0 0 0,-4-22 14 0 0,9 32-19 0 0,-1 0 0 0 0,0 0 0 0 0,0 0 0 0 0,0 0 0 0 0,-7-10 0 0 0,7 12 0 0 0,0 0 0 0 0,0 1 0 0 0,0-1 0 0 0,0 0 0 0 0,1 0 0 0 0,0 0 0 0 0,-1 0 0 0 0,1-1 0 0 0,1 1 0 0 0,-1 0 0 0 0,1 0 0 0 0,-1-1 0 0 0,1 1 0 0 0,1 0 0 0 0,-1-5 0 0 0,4-24 80 0 0,-1 0 0 0 0,-3 0 0 0 0,0 0 0 0 0,-7-46 0 0 0,7 63-64 0 0,0-1 0 0 0,2 1 0 0 0,0 0 0 0 0,0-1 0 0 0,2 1 0 0 0,0 0 0 0 0,1 0 0 0 0,0 1 0 0 0,12-23 0 0 0,-7 15 6 0 0,-1 0 0 0 0,-1-1 0 0 0,5-27 0 0 0,-11 28-9 0 0,-1 0 0 0 0,0 0 0 0 0,-2 0-1 0 0,-5-32 1 0 0,2 27 3 0 0,2 1 0 0 0,2-40 0 0 0,0 54-16 0 0,0 0 0 0 0,-1 0 0 0 0,-3-15 0 0 0,2 17 0 0 0,0 1 0 0 0,1-1 0 0 0,1 0 0 0 0,0 1 0 0 0,2-21 0 0 0,0 14 7 0 0,0-1 1 0 0,-2-31-1 0 0,-1 32-7 0 0,1 0 0 0 0,1 0 1 0 0,4-22-1 0 0,10-33-75 0 0,7-95-1 0 0,-17 76 108 0 0,-7-96 0 0 0,-8 111-32 0 0,6 52 0 0 0,1-1 0 0 0,1 1 0 0 0,2-43 0 0 0,5-10 14 0 0,-2 29 11 0 0,17-87 0 0 0,-17 116-14 0 0,-1 0 0 0 0,-1 0 0 0 0,-1 0 0 0 0,-4-38 0 0 0,1 17-2 0 0,-7-114-9 0 0,3 110 30 0 0,4 29-3 0 0,1 0 1 0 0,0 0 0 0 0,1-29-1 0 0,1 33 90 0 0,-1 0 1 0 0,1 0-1 0 0,-2 0 0 0 0,-4-19 0 0 0,3 20-11 0 0,1 0-1 0 0,0-1 1 0 0,1 1 0 0 0,0-1 0 0 0,1-17 0 0 0,2 15-107 0 0,0-2 0 0 0,-1 0 1 0 0,0-1-1 0 0,-1 0 1 0 0,0 1 0 0 0,-1-1-1 0 0,-4-15 1 0 0,4 21 11 0 0,1 0 1 0 0,-1 1 0 0 0,2-1 0 0 0,-1 0 0 0 0,1 0 0 0 0,1 0 0 0 0,0 1 0 0 0,0-1-1 0 0,1 1 1 0 0,4-10 0 0 0,-3 7 3 0 0,0-1-1 0 0,-1 1 1 0 0,0-1 0 0 0,1-24 0 0 0,-5-103 49 0 0,1 119-29 0 0,0 0 1 0 0,-2-1-1 0 0,-5-25 1 0 0,-3-30 59 0 0,-18-203-20 0 0,26 254-75 0 0,2 0 0 0 0,0 0 0 0 0,2 1 0 0 0,1-1 0 0 0,0 0 0 0 0,13-39 0 0 0,-13 41 14 0 0,0-1 1 0 0,-1 0-1 0 0,-2 0 1 0 0,-2-25-1 0 0,0-11-22 0 0,-5 6 8 0 0,5 45 0 0 0,0 0 0 0 0,1 0 0 0 0,0 0 0 0 0,0 0 0 0 0,2-13 0 0 0,1-15 11 0 0,-1 1 1 0 0,-6-53-1 0 0,1-12 19 0 0,2 65 32 0 0,1 29-62 0 0,0 0 0 0 0,1 0 1 0 0,0 0-1 0 0,0 0 0 0 0,1 0 0 0 0,0 0 0 0 0,1 0 0 0 0,0 0 1 0 0,5-14-1 0 0,-6 18 0 0 0,0 0 0 0 0,-1 0 0 0 0,1 0 0 0 0,-1 0 0 0 0,0 0 0 0 0,0 0 0 0 0,0-1 0 0 0,-1 1 0 0 0,1 0 0 0 0,-1 0 0 0 0,0 0 0 0 0,0 0 0 0 0,0 0 0 0 0,-3-5 0 0 0,2 3 0 0 0,0 0 0 0 0,0 0 0 0 0,1-1 0 0 0,-2-12 0 0 0,10-117 488 0 0,-15 104-220 0 0,7 29-254 0 0,0 0-1 0 0,0 0 0 0 0,0 0 0 0 0,0-1 1 0 0,0 1-1 0 0,1 0 0 0 0,0 0 0 0 0,-1 0 0 0 0,1-1 1 0 0,0 1-1 0 0,0 0 0 0 0,1 0 0 0 0,-1 0 0 0 0,1-1 1 0 0,1-4-1 0 0,-2 7 28 0 0,0 1-95 0 0,0 0-28 0 0,-1 1 29 0 0,0 2-24 0 0,0-1 1 0 0,0 1-1 0 0,0-1 0 0 0,1 1 1 0 0,-1-1-1 0 0,1 1 0 0 0,-1 0 1 0 0,1-1-1 0 0,0 1 0 0 0,0-1 1 0 0,1 6-1 0 0,-1-2-1048 0 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5:04.1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12 1376 0 0,'7'-5'5385'0'0,"-5"4"-5214"0"0,0 0 0 0 0,0 0 0 0 0,-1 0 0 0 0,1 1 0 0 0,0-1 0 0 0,0 1 0 0 0,0-1 0 0 0,0 1 0 0 0,0 0 0 0 0,0 0 0 0 0,0-1 0 0 0,0 2 0 0 0,1-1 0 0 0,-1 0 0 0 0,0 0 0 0 0,0 1 0 0 0,0-1 0 0 0,0 1 0 0 0,-1-1 0 0 0,1 1 0 0 0,0 0 0 0 0,0 0 0 0 0,0 0 0 0 0,0 0 0 0 0,-1 0 0 0 0,3 2 0 0 0,8 3 153 0 0,0 0-1 0 0,0-1 0 0 0,19 6 0 0 0,-18-7 240 0 0,0 0-1 0 0,-1 1 1 0 0,18 10 0 0 0,-20-10-281 0 0,0 0 0 0 0,0-1 0 0 0,0-1 0 0 0,0 1 0 0 0,23 2 0 0 0,10 5 548 0 0,-33-10-755 0 0,0 1 1 0 0,-1-1 0 0 0,1-1-1 0 0,0 1 1 0 0,0-2-1 0 0,-1 1 1 0 0,1-2 0 0 0,0 1-1 0 0,10-4 1 0 0,-9 2-82 0 0,0 1-1 0 0,0 1 1 0 0,0-1 0 0 0,0 2-1 0 0,0 0 1 0 0,20 2 0 0 0,7 2 164 0 0,0-1 0 0 0,0-1 1 0 0,48-5-1 0 0,-73 3-151 0 0,97-14 81 0 0,-75 9-32 0 0,59-3 0 0 0,-51 6-49 0 0,-35 1 0 0 0,0 0-1 0 0,1 0 1 0 0,-1 1 0 0 0,1 0 0 0 0,-1 0 0 0 0,1 1 0 0 0,-1 1 0 0 0,0-1-1 0 0,0 1 1 0 0,1 0 0 0 0,-1 1 0 0 0,0 0 0 0 0,7 4 0 0 0,17 5 1340 0 0,-28-11-1442 0 0,-1 0-1 0 0,1 0 1 0 0,0 0 0 0 0,0 1-1 0 0,-1 0 1 0 0,1-1 0 0 0,-1 1-1 0 0,6 4 1 0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5:05.2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163 40 7370 0 0,'0'-2'124'0'0,"1"0"1"0"0,-1-1 0 0 0,0 1 0 0 0,1 0-1 0 0,-1 0 1 0 0,1 0 0 0 0,0 0 0 0 0,-1 0-1 0 0,1 0 1 0 0,0 0 0 0 0,0 0-1 0 0,0 0 1 0 0,1 0 0 0 0,-1 0 0 0 0,0 0-1 0 0,3-1 1 0 0,-4 2-77 0 0,1 1 0 0 0,-1 0 0 0 0,1-1 0 0 0,-1 1-1 0 0,1 0 1 0 0,-1 0 0 0 0,1-1 0 0 0,-1 1 0 0 0,1 0 0 0 0,-1 0-1 0 0,1 0 1 0 0,-1-1 0 0 0,1 1 0 0 0,-1 0 0 0 0,1 0 0 0 0,-1 0-1 0 0,1 0 1 0 0,0 0 0 0 0,-1 0 0 0 0,1 0 0 0 0,-1 0 0 0 0,1 0-1 0 0,-1 1 1 0 0,2-1 0 0 0,-1 1-8 0 0,0 0 1 0 0,0-1-1 0 0,0 1 1 0 0,0 0-1 0 0,-1 0 0 0 0,1 0 1 0 0,0 0-1 0 0,0 0 0 0 0,0 0 1 0 0,-1 0-1 0 0,1 0 0 0 0,-1 0 1 0 0,1 1-1 0 0,-1-1 0 0 0,1 2 1 0 0,6 21 342 0 0,-1-1 0 0 0,-1 1-1 0 0,-2 0 1 0 0,0 0 0 0 0,-2 1 0 0 0,0-1 0 0 0,-2 0 0 0 0,-3 26 0 0 0,3-46-369 0 0,0 1-1 0 0,1-1 1 0 0,-1 0 0 0 0,-1 0-1 0 0,1 1 1 0 0,-1-1 0 0 0,1 0-1 0 0,-1 0 1 0 0,0 0 0 0 0,-1-1-1 0 0,1 1 1 0 0,-1-1 0 0 0,1 1-1 0 0,-1-1 1 0 0,0 0 0 0 0,-1 0 0 0 0,1 0-1 0 0,0 0 1 0 0,-1 0 0 0 0,1-1-1 0 0,-1 0 1 0 0,0 1 0 0 0,0-2-1 0 0,0 1 1 0 0,0 0 0 0 0,0-1-1 0 0,0 1 1 0 0,-1-1 0 0 0,1-1 0 0 0,0 1-1 0 0,-8 0 1 0 0,7-1-16 0 0,0 0 1 0 0,-1-1-1 0 0,1 0 0 0 0,0 1 1 0 0,0-2-1 0 0,-1 1 1 0 0,1-1-1 0 0,0 0 0 0 0,0 0 1 0 0,1 0-1 0 0,-1 0 1 0 0,0-1-1 0 0,1 0 0 0 0,-1 0 1 0 0,1 0-1 0 0,0-1 0 0 0,0 1 1 0 0,0-1-1 0 0,1 0 1 0 0,-1 0-1 0 0,1 0 0 0 0,0-1 1 0 0,0 1-1 0 0,1-1 1 0 0,-5-9-1 0 0,5 7-67 0 0,0 0 0 0 0,0 0 0 0 0,0 0 0 0 0,1 0 1 0 0,0 0-1 0 0,1 0 0 0 0,-1-1 0 0 0,1 1 0 0 0,1 0 0 0 0,-1-1 0 0 0,1 1 0 0 0,1 0 1 0 0,-1 0-1 0 0,1 0 0 0 0,6-13 0 0 0,-6 14 68 0 0,1 1-1 0 0,0-1 1 0 0,0 0 0 0 0,1 1 0 0 0,-1 0-1 0 0,1 0 1 0 0,0 0 0 0 0,1 0 0 0 0,-1 1 0 0 0,1 0-1 0 0,0 0 1 0 0,0 0 0 0 0,0 0 0 0 0,1 1-1 0 0,-1 0 1 0 0,1 0 0 0 0,0 0 0 0 0,9-3-1 0 0,-13 6 16 0 0,0-1-1 0 0,0 1 0 0 0,0 0 0 0 0,0-1 1 0 0,0 1-1 0 0,0 0 0 0 0,0 0 1 0 0,0 0-1 0 0,0 0 0 0 0,0 1 0 0 0,1-1 1 0 0,-2 0-1 0 0,1 1 0 0 0,0 0 1 0 0,0-1-1 0 0,0 1 0 0 0,0 0 0 0 0,0 0 1 0 0,3 2-1 0 0,-2 0 46 0 0,0-1-1 0 0,-1 1 1 0 0,1 0 0 0 0,-1 0-1 0 0,1 0 1 0 0,-1 1 0 0 0,0-1-1 0 0,0 0 1 0 0,2 8 0 0 0,2 5 319 0 0,-1 2 0 0 0,-1-1 0 0 0,4 30 0 0 0,-6-37-173 0 0,1 24 336 0 0,-2 0 1 0 0,0 0-1 0 0,-6 37 0 0 0,1 56 195 0 0,12-84-2867 0 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5:05.6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3 157 4609 0 0,'-1'-5'160'0'0,"0"0"0"0"0,1 1-1 0 0,-1-1 1 0 0,1 0 0 0 0,1 0 0 0 0,-1 1 0 0 0,1-1 0 0 0,-1 0-1 0 0,1 1 1 0 0,1-1 0 0 0,-1 0 0 0 0,1 1 0 0 0,-1 0-1 0 0,1-1 1 0 0,3-4 0 0 0,0 1 571 0 0,0-1 0 0 0,0 1-1 0 0,0 0 1 0 0,1 1 0 0 0,1-1 0 0 0,11-10-1 0 0,-18 17-664 0 0,1 0 0 0 0,0 0 0 0 0,1 0 0 0 0,-1 0 0 0 0,0 0 0 0 0,0 1 0 0 0,0-1 0 0 0,0 0 0 0 0,1 1 0 0 0,-1-1 0 0 0,0 0 0 0 0,1 1 0 0 0,-1 0 0 0 0,0-1 0 0 0,1 1 0 0 0,-1 0 0 0 0,0-1 0 0 0,1 1 0 0 0,-1 0 0 0 0,1 0 0 0 0,-1 0 0 0 0,0 1 0 0 0,1-1 0 0 0,-1 0 0 0 0,1 0 0 0 0,1 1 0 0 0,-1 1-7 0 0,-1-1-1 0 0,1 1 1 0 0,0-1-1 0 0,-1 1 1 0 0,0-1 0 0 0,1 1-1 0 0,-1 0 1 0 0,0 0-1 0 0,1 0 1 0 0,-1 0 0 0 0,0 0-1 0 0,-1 0 1 0 0,1 0-1 0 0,1 4 1 0 0,1 8 240 0 0,0 0 1 0 0,-1 1-1 0 0,1 25 0 0 0,-6 66 1195 0 0,0-70-650 0 0,2 0 0 0 0,5 46-1 0 0,-4-82-828 0 0,0 0-1 0 0,0 1 1 0 0,0-1-1 0 0,0 0 0 0 0,0 1 1 0 0,0-1-1 0 0,0 0 1 0 0,0 1-1 0 0,0-1 1 0 0,1 0-1 0 0,-1 1 0 0 0,0-1 1 0 0,0 0-1 0 0,0 1 1 0 0,1-1-1 0 0,-1 0 1 0 0,0 0-1 0 0,0 1 0 0 0,1-1 1 0 0,-1 0-1 0 0,0 0 1 0 0,0 1-1 0 0,1-1 0 0 0,-1 0 1 0 0,0 0-1 0 0,1 0 1 0 0,-1 0-1 0 0,0 1 1 0 0,1-1-1 0 0,-1 0 0 0 0,1 0 1 0 0,-1 0-1 0 0,0 0 1 0 0,1 0-1 0 0,-1 0 1 0 0,0 0-1 0 0,1 0 0 0 0,-1 0 1 0 0,1 0-1 0 0,19-9 178 0 0,16-18-265 0 0,1-10-3694 0 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5:06.0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6449 0 0,'3'45'8046'0'0,"0"-1"-5731"0"0,0-25-1754 0 0,6 64 318 0 0,4-1-1 0 0,3-1 1 0 0,28 82 0 0 0,-40-154-1070 0 0,-1 0 1 0 0,-1 1 0 0 0,1-1-1 0 0,0 16 1 0 0,-3-23-107 0 0,0 1 1 0 0,0-1-1 0 0,0 0 0 0 0,0 1 0 0 0,0-1 1 0 0,-1 0-1 0 0,1 0 0 0 0,-1 1 1 0 0,0-1-1 0 0,0 0 0 0 0,-1 2 0 0 0,2-2-104 0 0,-1-1-1 0 0,0 0 1 0 0,0 0 0 0 0,0 0-1 0 0,0 0 1 0 0,0 0-1 0 0,0 0 1 0 0,0 0-1 0 0,-1-1 1 0 0,1 1-1 0 0,0 0 1 0 0,0 0 0 0 0,-1-1-1 0 0,1 1 1 0 0,0-1-1 0 0,-1 1 1 0 0,1-1-1 0 0,0 0 1 0 0,-3 1-1 0 0,-6-2-2181 0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5:06.3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98 9674 0 0,'-13'-48'1777'0'0,"13"46"-1608"0"0,-1-1 0 0 0,1 1 0 0 0,0-1 0 0 0,-1 1 0 0 0,1-1 0 0 0,1 1 0 0 0,-1-1 0 0 0,0 1 0 0 0,0-1 0 0 0,1 1 0 0 0,0-1-1 0 0,-1 1 1 0 0,1 0 0 0 0,0-1 0 0 0,0 1 0 0 0,3-4 0 0 0,-3 5-156 0 0,0 0-1 0 0,0 1 1 0 0,0-1 0 0 0,0 1-1 0 0,0 0 1 0 0,0-1 0 0 0,1 1-1 0 0,-1 0 1 0 0,0 0-1 0 0,0 0 1 0 0,0 0 0 0 0,0 0-1 0 0,1 0 1 0 0,-1 0 0 0 0,0 0-1 0 0,0 0 1 0 0,0 0 0 0 0,0 1-1 0 0,0-1 1 0 0,0 0 0 0 0,1 1-1 0 0,-1-1 1 0 0,0 1-1 0 0,0-1 1 0 0,0 1 0 0 0,0 0-1 0 0,0-1 1 0 0,0 1 0 0 0,-1 0-1 0 0,1 0 1 0 0,1 1 0 0 0,31 30-2963 0 0,-30-28 2076 0 0,12 13-1231 0 0,0 1-21 0 0</inkml:trace>
  <inkml:trace contextRef="#ctx0" brushRef="#br0" timeOffset="1">329 223 14747 0 0,'-5'-4'1600'0'0,"7"3"-1600"0"0,0 1 0 0 0,-1 0 0 0 0,3 0-344 0 0,1 1-96 0 0,3 2-16 0 0,1 2-8 0 0,1 3-648 0 0,-2 2-128 0 0,-3 3-25 0 0,-5-2-7 0 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3:47.2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37 104 6913 0 0,'-1'-8'490'0'0,"-13"-55"2417"0"0,13 60-2363 0 0,-1-1 1 0 0,1 0 0 0 0,-1 1-1 0 0,0-1 1 0 0,0 1-1 0 0,0 0 1 0 0,-8-6 3362 0 0,10 17-2858 0 0,3 7-413 0 0,21 130 190 0 0,5 157 0 0 0,-3-23-577 0 0,-17-226-296 0 0,3-1-1 0 0,21 62 0 0 0,-15-56-976 0 0,-15-45-805 0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3:47.7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93 180 4609 0 0,'-3'-9'33'0'0,"-1"-7"765"0"0,-2 0 0 0 0,-11-26 1 0 0,14 37-496 0 0,-1-1 0 0 0,1 1-1 0 0,-1 0 1 0 0,0 0 0 0 0,-1 0 0 0 0,1 0 0 0 0,-1 1 0 0 0,0-1 0 0 0,0 1 0 0 0,-7-4 0 0 0,11 7-286 0 0,1 1-1 0 0,-1 0 1 0 0,1 0-1 0 0,-1-1 1 0 0,1 1 0 0 0,-1 0-1 0 0,1-1 1 0 0,-1 1 0 0 0,1-1-1 0 0,-1 1 1 0 0,1-1-1 0 0,0 1 1 0 0,-1-1 0 0 0,1 1-1 0 0,0-1 1 0 0,0 1 0 0 0,-1-1-1 0 0,1 1 1 0 0,0-1-1 0 0,0 1 1 0 0,0-1 0 0 0,0 0-1 0 0,-1 1 1 0 0,1-1 0 0 0,0 1-1 0 0,0-1 1 0 0,0 0-1 0 0,0 1 1 0 0,1-1 0 0 0,-1 1-1 0 0,0-1 1 0 0,0 1 0 0 0,0-1-1 0 0,0 0 1 0 0,0 1-1 0 0,1-1 1 0 0,-1 1 0 0 0,0-1-1 0 0,1 1 1 0 0,-1-1 0 0 0,0 1-1 0 0,1-1 1 0 0,-1 1-1 0 0,0 0 1 0 0,1-1 0 0 0,-1 1-1 0 0,1-1 1 0 0,-1 1 0 0 0,1 0-1 0 0,-1-1 1 0 0,1 1 0 0 0,-1 0-1 0 0,1 0 1 0 0,-1-1-1 0 0,1 1 1 0 0,0 0 0 0 0,0 0-1 0 0,3-2-9 0 0,0 0 0 0 0,0 0 0 0 0,0 0 0 0 0,0 1-1 0 0,0 0 1 0 0,9-2 0 0 0,-2 3 236 0 0,0 1 0 0 0,0 0 0 0 0,0 1-1 0 0,0 0 1 0 0,0 0 0 0 0,0 1 0 0 0,0 1 0 0 0,-1 0 0 0 0,0 1-1 0 0,1-1 1 0 0,-2 2 0 0 0,1 0 0 0 0,17 13 0 0 0,-15-10-61 0 0,0 1 0 0 0,-1 1 0 0 0,-1-1 0 0 0,1 2 0 0 0,-2-1 0 0 0,0 2 0 0 0,0-1 0 0 0,-1 1 0 0 0,12 25 0 0 0,-17-29-161 0 0,0 1 0 0 0,-1 0 0 0 0,0 0 0 0 0,0 1 1 0 0,-1-1-1 0 0,0 0 0 0 0,-1 0 0 0 0,0 1 0 0 0,-1-1 0 0 0,0 0 0 0 0,-1 0 0 0 0,0 0 1 0 0,0 0-1 0 0,-1 0 0 0 0,0 0 0 0 0,-8 15 0 0 0,-7 10 87 0 0,-1 0 1 0 0,-47 62-1 0 0,44-66-17 0 0,1-11 2736 0 0,24-22-2602 0 0,1 0-1 0 0,-1 0 1 0 0,1 0 0 0 0,-1 1 0 0 0,1-1-1 0 0,5-1 1 0 0,-3 1-206 0 0,20-7 46 0 0,1 1 0 0 0,0 1 0 0 0,1 1 0 0 0,43-3 0 0 0,111 4-2781 0 0,-144 5 914 0 0,-10 0-4662 0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3:48.1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269 109 5985 0 0,'1'-4'327'0'0,"-2"-1"0"0"0,1 1 1 0 0,0-1-1 0 0,-1 1 0 0 0,0 0 0 0 0,0-1 0 0 0,0 1 0 0 0,0 0 0 0 0,-1-1 0 0 0,0 1 0 0 0,0 0 1 0 0,0 0-1 0 0,0 0 0 0 0,0 1 0 0 0,-1-1 0 0 0,0 0 0 0 0,0 1 0 0 0,0 0 0 0 0,0 0 0 0 0,0 0 0 0 0,-1 0 1 0 0,0 0-1 0 0,1 1 0 0 0,-1-1 0 0 0,0 1 0 0 0,0 0 0 0 0,0 0 0 0 0,0 0 0 0 0,0 1 0 0 0,-1 0 0 0 0,1 0 1 0 0,-1 0-1 0 0,1 0 0 0 0,0 0 0 0 0,-7 1 0 0 0,7 0-149 0 0,-1 1 0 0 0,0-1 0 0 0,1 1 0 0 0,-1 0 0 0 0,1 1 1 0 0,-1-1-1 0 0,1 1 0 0 0,-1 0 0 0 0,1 0 0 0 0,0 0 0 0 0,0 1 0 0 0,0-1 0 0 0,0 1 0 0 0,-4 4 0 0 0,-2 2-121 0 0,1 2-1 0 0,0-1 1 0 0,1 1-1 0 0,0 0 1 0 0,1 1-1 0 0,0-1 1 0 0,0 2-1 0 0,2-1 0 0 0,-6 16 1 0 0,7-20-163 0 0,2 1 0 0 0,-1-1 0 0 0,1 1 0 0 0,0-1 0 0 0,1 1 0 0 0,0 0 0 0 0,1 0-1 0 0,0 0 1 0 0,0 0 0 0 0,0-1 0 0 0,1 1 0 0 0,1 0 0 0 0,0 0 0 0 0,0-1 0 0 0,4 11 0 0 0,-5-17 11 0 0,0 0 0 0 0,0 0-1 0 0,0 0 1 0 0,0 0 0 0 0,0 0 0 0 0,0-1-1 0 0,0 1 1 0 0,1 0 0 0 0,-1-1 0 0 0,1 1 0 0 0,0-1-1 0 0,-1 1 1 0 0,1-1 0 0 0,0 0 0 0 0,0 0-1 0 0,-1 0 1 0 0,1 0 0 0 0,0 0 0 0 0,0 0-1 0 0,0 0 1 0 0,3 0 0 0 0,-1-1-67 0 0,-1 0-1 0 0,0 0 1 0 0,1 0 0 0 0,-1 0-1 0 0,0-1 1 0 0,0 0-1 0 0,0 1 1 0 0,1-1 0 0 0,-1 0-1 0 0,0-1 1 0 0,0 1 0 0 0,4-3-1 0 0,8-5-359 0 0,-1-1 0 0 0,-1-1 0 0 0,0 0 0 0 0,14-15-1 0 0,-25 24 499 0 0,12-12-161 0 0,-1-1 1 0 0,-1 0 0 0 0,-1 0 0 0 0,0-1 0 0 0,10-19-1 0 0,-14 20 1381 0 0,0-1-1 0 0,-1 0 0 0 0,6-22 0 0 0,-12 38-1136 0 0,0-1 1 0 0,0 1-1 0 0,0-1 0 0 0,0 1 1 0 0,0 0-1 0 0,1-1 0 0 0,-1 1 1 0 0,0 0-1 0 0,0-1 0 0 0,0 1 0 0 0,1 0 1 0 0,-1-1-1 0 0,0 1 0 0 0,0 0 1 0 0,1-1-1 0 0,-1 1 0 0 0,0 0 1 0 0,1 0-1 0 0,-1-1 0 0 0,0 1 0 0 0,1 0 1 0 0,-1 0-1 0 0,0 0 0 0 0,1 0 1 0 0,-1-1-1 0 0,1 1 0 0 0,-1 0 1 0 0,0 0-1 0 0,1 0 0 0 0,-1 0 1 0 0,1 0-1 0 0,-1 0 0 0 0,0 0 0 0 0,1 0 1 0 0,-1 0-1 0 0,1 0 0 0 0,-1 0 1 0 0,0 0-1 0 0,1 0 0 0 0,-1 1 1 0 0,1-1-1 0 0,-1 0 0 0 0,0 0 0 0 0,1 0 1 0 0,-1 0-1 0 0,0 1 0 0 0,1-1 1 0 0,-1 0-1 0 0,0 0 0 0 0,1 1 1 0 0,-1-1-1 0 0,0 0 0 0 0,0 1 0 0 0,1-1 1 0 0,-1 0-1 0 0,0 1 0 0 0,0-1 1 0 0,0 0-1 0 0,1 1 0 0 0,-1 0 1 0 0,17 22 840 0 0,-7 0-660 0 0,-1 1 0 0 0,-1 0 0 0 0,-1 0 0 0 0,6 37 0 0 0,-7-30-245 0 0,1 0 0 0 0,16 40 0 0 0,6-10-1001 0 0,-1-25-5147 0 0,-10-18-179 0 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3:48.4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20 6913 0 0,'-2'-19'11453'0'0,"7"29"-10635"0"0,79 135 2235 0 0,13 27-2837 0 0,-44-41-175 0 0,-31-74-475 0 0,43 84 1 0 0,-60-134 51 0 0,-1 0 1 0 0,1 0-1 0 0,0 0 0 0 0,1 0 0 0 0,7 6 0 0 0,-11-11-85 0 0,1 1-1 0 0,-1-1 0 0 0,1 0 1 0 0,0-1-1 0 0,0 1 1 0 0,0 0-1 0 0,0-1 1 0 0,0 0-1 0 0,5 2 0 0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3:48.6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89 88 7834 0 0,'-13'3'1170'0'0,"0"0"-1"0"0,1 1 1 0 0,-1 0 0 0 0,-20 11 0 0 0,29-10 678 0 0,13-3-774 0 0,14-2 133 0 0,32-8 551 0 0,91-26 1 0 0,48-35-4128 0 0,-167 56 1045 0 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3:48.8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0 7370 0 0,'-2'2'203'0'0,"1"0"0"0"0,-1 0 1 0 0,1 0-1 0 0,-1 1 1 0 0,1-1-1 0 0,0 1 1 0 0,0-1-1 0 0,0 0 1 0 0,0 1-1 0 0,0 0 0 0 0,1-1 1 0 0,-1 1-1 0 0,1-1 1 0 0,-1 1-1 0 0,1 0 1 0 0,0-1-1 0 0,0 1 1 0 0,1 3-1 0 0,-1 5 794 0 0,1 0 1 0 0,0-1-1 0 0,4 14 1 0 0,12 30 350 0 0,2-1-1 0 0,3-1 1 0 0,34 61 0 0 0,-53-108-1587 0 0,0 0 0 0 0,-1 0-1 0 0,2-1 1 0 0,-1 0 0 0 0,0 1-1 0 0,1-1 1 0 0,0 0 0 0 0,0-1-1 0 0,0 1 1 0 0,0-1 0 0 0,0 0-1 0 0,9 5 1 0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3:49.0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139 81 14283 0 0,'-40'-26'2198'0'0,"25"15"-766"0"0,-1 1-1 0 0,0 0 1 0 0,-32-13-1 0 0,48 23-1439 0 0,-1 0-1 0 0,1 0 0 0 0,0 0 0 0 0,0 0 0 0 0,0 0 0 0 0,0 0 0 0 0,0 0 1 0 0,0 0-1 0 0,0 0 0 0 0,0-1 0 0 0,0 1 0 0 0,0 0 0 0 0,0 0 1 0 0,-1 0-1 0 0,1 0 0 0 0,0 0 0 0 0,0 0 0 0 0,0 1 0 0 0,0-1 0 0 0,0 0 1 0 0,0 0-1 0 0,0 0 0 0 0,0 0 0 0 0,0 0 0 0 0,0 0 0 0 0,0 0 0 0 0,-1 0 1 0 0,1 0-1 0 0,0 0 0 0 0,0 0 0 0 0,0 0 0 0 0,0 0 0 0 0,0 0 1 0 0,0 0-1 0 0,0 0 0 0 0,0 0 0 0 0,0 0 0 0 0,0 0 0 0 0,0 1 0 0 0,0-1 1 0 0,0 0-1 0 0,0 0 0 0 0,0 0 0 0 0,0 0 0 0 0,0 0 0 0 0,0 0 0 0 0,0 0 1 0 0,0 0-1 0 0,0 0 0 0 0,0 0 0 0 0,0 0 0 0 0,0 1 0 0 0,0-1 1 0 0,0 0-1 0 0,0 0 0 0 0,0 0 0 0 0,0 0 0 0 0,0 0 0 0 0,0 0 0 0 0,0 0 1 0 0,0 0-1 0 0,0 0 0 0 0,0 0 0 0 0,0 0 0 0 0,0 1 0 0 0,4 8-1616 0 0,-1-3 239 0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3:49.3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 79 8290 0 0,'-1'-1'53'0'0,"0"1"-1"0"0,0 0 1 0 0,0 0 0 0 0,0 1 0 0 0,0-1-1 0 0,0 0 1 0 0,1 0 0 0 0,-1 0 0 0 0,0 0-1 0 0,0 1 1 0 0,0-1 0 0 0,0 0 0 0 0,0 1 0 0 0,1-1-1 0 0,-1 1 1 0 0,0-1 0 0 0,0 1 0 0 0,1-1-1 0 0,-1 1 1 0 0,0 0 0 0 0,1-1 0 0 0,-1 1-1 0 0,1 0 1 0 0,-1 0 0 0 0,1-1 0 0 0,-1 1 0 0 0,1 0-1 0 0,-1 0 1 0 0,1 0 0 0 0,0-1 0 0 0,-1 3-1 0 0,-15 35 650 0 0,13-32-434 0 0,1 1-131 0 0,-1 0 0 0 0,1 1 0 0 0,0-1 0 0 0,1 1 0 0 0,0-1 0 0 0,0 1 0 0 0,1-1 0 0 0,0 1 0 0 0,0-1 1 0 0,0 1-1 0 0,1 0 0 0 0,1-1 0 0 0,-1 1 0 0 0,1-1 0 0 0,0 0 0 0 0,1 0 0 0 0,0 0 0 0 0,0 0 0 0 0,0 0 0 0 0,7 9 1 0 0,-6-10-54 0 0,0-1 0 0 0,1 0 0 0 0,0 0 0 0 0,0 0 0 0 0,0 0 0 0 0,0-1 1 0 0,1 0-1 0 0,-1 0 0 0 0,1-1 0 0 0,0 1 0 0 0,0-1 0 0 0,1-1 0 0 0,-1 1 1 0 0,0-1-1 0 0,1 0 0 0 0,0-1 0 0 0,-1 1 0 0 0,1-1 0 0 0,0 0 0 0 0,0-1 1 0 0,0 0-1 0 0,-1 0 0 0 0,9-1 0 0 0,-9 0 75 0 0,0 0 0 0 0,1 0 0 0 0,-1-1 0 0 0,0 0 0 0 0,0 0 1 0 0,0 0-1 0 0,-1-1 0 0 0,1 0 0 0 0,0 0 0 0 0,-1 0 0 0 0,0-1 0 0 0,0 1 0 0 0,0-1 0 0 0,0-1 0 0 0,-1 1 0 0 0,8-9 1 0 0,-7 6 27 0 0,0-1 1 0 0,-1 1 0 0 0,0 0-1 0 0,0-1 1 0 0,-1 0 0 0 0,0 0-1 0 0,0 0 1 0 0,-1 0 0 0 0,0-1-1 0 0,-1 1 1 0 0,1-15 0 0 0,-1 13-63 0 0,-1 1 0 0 0,-1-1 1 0 0,1 1-1 0 0,-2-1 0 0 0,1 1 1 0 0,-2-1-1 0 0,1 1 0 0 0,-1 0 0 0 0,0 0 1 0 0,-7-13-1 0 0,7 16-120 0 0,-1 0 1 0 0,0 0-1 0 0,0 1 1 0 0,0-1-1 0 0,-1 1 0 0 0,0 0 1 0 0,0 0-1 0 0,0 0 1 0 0,0 1-1 0 0,-1-1 0 0 0,0 2 1 0 0,0-1-1 0 0,0 0 1 0 0,-13-4-1 0 0,-2 1-1055 0 0,-2 5-4143 0 0,0 4-1688 0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3:49.8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144 15 10594 0 0,'-6'0'61'0'0,"1"1"0"0"0,0-1-1 0 0,0 1 1 0 0,0 0 0 0 0,0 0-1 0 0,0 0 1 0 0,0 1 0 0 0,0-1-1 0 0,0 1 1 0 0,0 0 0 0 0,1 1 0 0 0,-1-1-1 0 0,1 1 1 0 0,0 0 0 0 0,0 0-1 0 0,-5 5 1 0 0,3-2 135 0 0,1 0 1 0 0,1 0-1 0 0,-1 1 0 0 0,1-1 0 0 0,0 1 1 0 0,0 0-1 0 0,1 0 0 0 0,0 0 1 0 0,-4 15-1 0 0,3-6 55 0 0,1-1-1 0 0,1 1 1 0 0,0 0 0 0 0,1-1 0 0 0,1 1 0 0 0,0 0-1 0 0,2 0 1 0 0,-1-1 0 0 0,2 1 0 0 0,5 19-1 0 0,-5-28-215 0 0,0 1-1 0 0,1-1 0 0 0,-1 0 1 0 0,1 0-1 0 0,1-1 0 0 0,-1 1 0 0 0,1-1 1 0 0,1 0-1 0 0,-1 0 0 0 0,1-1 0 0 0,0 0 1 0 0,0 0-1 0 0,0 0 0 0 0,1-1 0 0 0,0 1 1 0 0,0-2-1 0 0,0 1 0 0 0,0-1 0 0 0,0 0 1 0 0,1 0-1 0 0,-1-1 0 0 0,1 0 0 0 0,11 1 1 0 0,-11-2 7 0 0,0 1 0 0 0,1-2 1 0 0,-1 1-1 0 0,1-1 0 0 0,-1-1 0 0 0,0 1 1 0 0,1-2-1 0 0,-1 1 0 0 0,0-1 0 0 0,0 0 1 0 0,0 0-1 0 0,0-1 0 0 0,0-1 1 0 0,-1 1-1 0 0,1-1 0 0 0,-1 0 0 0 0,0-1 1 0 0,0 1-1 0 0,0-2 0 0 0,-1 1 1 0 0,12-13-1 0 0,-13 12 14 0 0,-1 0 1 0 0,0-1-1 0 0,0 0 1 0 0,0 0-1 0 0,-1 0 1 0 0,0 0-1 0 0,0-1 1 0 0,-1 1-1 0 0,0-1 1 0 0,0 0-1 0 0,0 1 1 0 0,-1-1-1 0 0,-1 0 1 0 0,0-14-1 0 0,-1 11 33 0 0,0-1-1 0 0,-1 1 0 0 0,0 0 0 0 0,-1 0 0 0 0,-1 0 0 0 0,0 1 0 0 0,0-1 0 0 0,-1 1 0 0 0,-11-18 0 0 0,9 17-75 0 0,-1 0 0 0 0,0 1 0 0 0,-1 0 0 0 0,0 0 0 0 0,-1 1 0 0 0,0 0-1 0 0,0 1 1 0 0,-16-10 0 0 0,18 13-124 0 0,-1 0 0 0 0,1 1-1 0 0,-1 0 1 0 0,0 1 0 0 0,0 0-1 0 0,0 0 1 0 0,0 1 0 0 0,0 0 0 0 0,0 1-1 0 0,-1 0 1 0 0,1 0 0 0 0,-10 1-1 0 0,13 1-385 0 0,1-1-1 0 0,-1 1 0 0 0,1 1 1 0 0,-1-1-1 0 0,-7 4 0 0 0,-5 3-5251 0 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3:50.1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 18 12899 0 0,'2'-17'1634'0'0,"-9"20"1266"0"0,-13 22-241 0 0,14-12-2474 0 0,1 0 0 0 0,0 0 0 0 0,1 1-1 0 0,1-1 1 0 0,0 1 0 0 0,1 0 0 0 0,-1 15-1 0 0,2 9-127 0 0,4 51 1 0 0,1-47-44 0 0,2 0 1 0 0,2 0 0 0 0,2-1 0 0 0,2 0 0 0 0,1-1-1 0 0,25 53 1 0 0,-17-52-1480 0 0,32 50-1 0 0,-34-63-5388 0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3:50.2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36 276 11979 0 0,'-3'-2'232'0'0,"0"-1"-1"0"0,0 1 1 0 0,0-1 0 0 0,1 0 0 0 0,-1 0 0 0 0,1 0 0 0 0,0-1 0 0 0,0 1 0 0 0,0-1 0 0 0,0 1 0 0 0,1-1 0 0 0,-1 1 0 0 0,1-1 0 0 0,0 0 0 0 0,0 0 0 0 0,0 1 0 0 0,1-1 0 0 0,-1 0 0 0 0,1 0 0 0 0,0 0 0 0 0,0 0 0 0 0,0 0 0 0 0,1 0 0 0 0,-1 0 0 0 0,1 1 0 0 0,0-1 0 0 0,0 0 0 0 0,0 0 0 0 0,1 1-1 0 0,1-5 1 0 0,2 0-28 0 0,0 0 0 0 0,0 1 0 0 0,1 0-1 0 0,0-1 1 0 0,1 2 0 0 0,-1-1 0 0 0,1 1-1 0 0,13-9 1 0 0,9-4-1422 0 0,31-15 0 0 0,-25 15-620 0 0,-2 1 304 0 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3:50.6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 3681 0 0,'1'-2'14323'0'0,"3"9"-13292"0"0,21 52 45 0 0,-3 1 0 0 0,-2 2 1 0 0,19 101-1 0 0,3 13-2600 0 0,-29-133-174 0 0,1-1 0 0 0,22 43 0 0 0,-24-61-4574 0 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3:51.0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9 281 2761 0 0,'-1'-1'57'0'0,"0"-1"1"0"0,0 0 0 0 0,0 0 0 0 0,0 0 0 0 0,0-1 0 0 0,0 1 0 0 0,1 0-1 0 0,-1 0 1 0 0,1 0 0 0 0,-1 0 0 0 0,1-1 0 0 0,0 1 0 0 0,0 0 0 0 0,0 0 0 0 0,0-1-1 0 0,1 1 1 0 0,-1 0 0 0 0,0 0 0 0 0,1-1 0 0 0,0 1 0 0 0,1-3 0 0 0,1 0 318 0 0,0 1 0 0 0,0-1 0 0 0,1 1 0 0 0,0-1 0 0 0,0 1 1 0 0,0 0-1 0 0,7-5 0 0 0,17-11 1381 0 0,1 1 1 0 0,1 2-1 0 0,1 1 0 0 0,48-18 1 0 0,-23 10-666 0 0,-21 9-127 0 0,1 2-1 0 0,1 2 1 0 0,38-7-1 0 0,-73 18-878 0 0,0-1 0 0 0,0 0 0 0 0,0 1-1 0 0,1-1 1 0 0,-1 1 0 0 0,0 0 0 0 0,0 0-1 0 0,0 0 1 0 0,1 0 0 0 0,-1 0-1 0 0,0 1 1 0 0,0-1 0 0 0,1 0 0 0 0,-1 1-1 0 0,0 0 1 0 0,3 1 0 0 0,-3 0-62 0 0,-1 0 1 0 0,1 0-1 0 0,0 0 1 0 0,-1 0 0 0 0,0 0-1 0 0,1 1 1 0 0,-1-1-1 0 0,0 1 1 0 0,0-1-1 0 0,0 1 1 0 0,0-1 0 0 0,-1 1-1 0 0,1-1 1 0 0,-1 4-1 0 0,7 24 17 0 0,30 107 5 0 0,-32-122-36 0 0,1-1 1 0 0,0 0-1 0 0,1 0 1 0 0,1 0-1 0 0,0-1 1 0 0,1-1-1 0 0,12 14 1 0 0,-21-25-17 0 0,1-1 1 0 0,-1 1-1 0 0,1 0 1 0 0,-1-1-1 0 0,1 1 0 0 0,0-1 1 0 0,-1 1-1 0 0,1 0 1 0 0,0-1-1 0 0,-1 1 1 0 0,1-1-1 0 0,0 0 1 0 0,0 1-1 0 0,0-1 0 0 0,-1 0 1 0 0,1 1-1 0 0,0-1 1 0 0,0 0-1 0 0,0 0 1 0 0,0 0-1 0 0,0 0 0 0 0,-1 0 1 0 0,1 0-1 0 0,0 0 1 0 0,0 0-1 0 0,0 0 1 0 0,0 0-1 0 0,0 0 1 0 0,0-1-1 0 0,-1 1 0 0 0,1 0 1 0 0,0-1-1 0 0,0 1 1 0 0,0 0-1 0 0,-1-1 1 0 0,1 1-1 0 0,0-1 0 0 0,-1 1 1 0 0,1-1-1 0 0,0 1 1 0 0,-1-1-1 0 0,1 0 1 0 0,-1 1-1 0 0,1-1 1 0 0,0 0-1 0 0,-1 0 0 0 0,0 1 1 0 0,1-1-1 0 0,-1 0 1 0 0,0 0-1 0 0,1 0 1 0 0,-1-1-1 0 0,5-8-7 0 0,-1-1 0 0 0,0 1-1 0 0,3-16 1 0 0,-4 15 41 0 0,5-20 139 0 0,0 1-129 0 0,13-31 0 0 0,-18 53-38 0 0,1 0 0 0 0,0 1-1 0 0,0-1 1 0 0,1 1 0 0 0,0-1 0 0 0,0 1 0 0 0,1 1-1 0 0,9-10 1 0 0,-14 14 7 0 0,1 1 0 0 0,-1 0 0 0 0,0 0 1 0 0,1 0-1 0 0,-1 0 0 0 0,1 0 0 0 0,0 0 0 0 0,-1 0 0 0 0,1 1 0 0 0,0-1 0 0 0,-1 0 0 0 0,1 1 0 0 0,0-1 0 0 0,0 1 1 0 0,0 0-1 0 0,-1 0 0 0 0,1 0 0 0 0,0 0 0 0 0,0 0 0 0 0,0 0 0 0 0,-1 0 0 0 0,3 1 0 0 0,-1 0 10 0 0,-1 0 0 0 0,1 0 0 0 0,-1 1 0 0 0,1-1 0 0 0,-1 1-1 0 0,0-1 1 0 0,1 1 0 0 0,-1 0 0 0 0,0 0 0 0 0,0 0 0 0 0,-1 0-1 0 0,4 5 1 0 0,3 5 51 0 0,-1 1 1 0 0,0 1-1 0 0,-1-1 0 0 0,5 18 0 0 0,18 60 121 0 0,-20-57-304 0 0,1-1 1 0 0,2-1-1 0 0,1 0 0 0 0,2 0 1 0 0,36 57-1 0 0,-39-72-727 0 0,1-1 1 0 0,1 0-1 0 0,17 14 0 0 0,-6-10-6294 0 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3:51.4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1 315 6913 0 0,'13'5'2843'0'0,"-11"-4"-2409"0"0,0 0-1 0 0,0 0 1 0 0,0 0 0 0 0,1-1 0 0 0,-1 1 0 0 0,0 0 0 0 0,0-1 0 0 0,0 1 0 0 0,0-1 0 0 0,1 0-1 0 0,-1 0 1 0 0,0 0 0 0 0,4-1 0 0 0,0 0-49 0 0,-1-2 0 0 0,0 1 1 0 0,0 0-1 0 0,0-1 0 0 0,0 0 0 0 0,0 0 1 0 0,-1-1-1 0 0,0 1 0 0 0,1-1 0 0 0,-1 0 0 0 0,0 0 1 0 0,-1-1-1 0 0,6-6 0 0 0,5-10-29 0 0,20-37-1 0 0,-26 44-138 0 0,0-2-162 0 0,0 0-1 0 0,-1 0 1 0 0,6-20-1 0 0,-11 33-43 0 0,-1-1 0 0 0,0 1 0 0 0,0-1 0 0 0,0 0 0 0 0,-1 1 0 0 0,1-1 0 0 0,-1 0 0 0 0,0 1 0 0 0,0-1 0 0 0,0 0-1 0 0,-1 1 1 0 0,1-1 0 0 0,-1 0 0 0 0,0 1 0 0 0,0-1 0 0 0,0 1 0 0 0,0-1 0 0 0,-1 1 0 0 0,1 0 0 0 0,-1-1 0 0 0,0 1 0 0 0,-3-3 0 0 0,5 5-7 0 0,-1 0 0 0 0,0 0 0 0 0,-1 0 1 0 0,1 0-1 0 0,0 0 0 0 0,0 0 0 0 0,0 0 1 0 0,0 1-1 0 0,-1-1 0 0 0,1 0 0 0 0,0 1 1 0 0,-1-1-1 0 0,1 1 0 0 0,0 0 0 0 0,-1-1 0 0 0,1 1 1 0 0,-1 0-1 0 0,1 0 0 0 0,-1 0 0 0 0,1 0 1 0 0,0 0-1 0 0,-3 0 0 0 0,1 1-3 0 0,1 0 1 0 0,0 0-1 0 0,-1 0 0 0 0,1 1 1 0 0,0-1-1 0 0,0 0 0 0 0,0 1 0 0 0,0-1 1 0 0,0 1-1 0 0,0 0 0 0 0,1 0 1 0 0,-3 2-1 0 0,-2 4-5 0 0,1 0 1 0 0,-1 0-1 0 0,2 1 0 0 0,-1 0 1 0 0,-4 13-1 0 0,5-11-33 0 0,1 1 1 0 0,1-1-1 0 0,0 0 1 0 0,0 1-1 0 0,1 0 1 0 0,1-1-1 0 0,0 1 0 0 0,0-1 1 0 0,1 1-1 0 0,1-1 1 0 0,0 1-1 0 0,0-1 1 0 0,1 1-1 0 0,6 13 1 0 0,-6-17-256 0 0,1 1 0 0 0,0-1 1 0 0,0 0-1 0 0,1 0 1 0 0,0-1-1 0 0,1 0 1 0 0,0 1-1 0 0,0-2 1 0 0,0 1-1 0 0,1-1 0 0 0,0 0 1 0 0,0 0-1 0 0,0-1 1 0 0,1 0-1 0 0,0 0 1 0 0,0-1-1 0 0,0 0 0 0 0,15 5 1 0 0,-7-5-1155 0 0,-1 0 1 0 0,29 2-1 0 0,-1-4-3320 0 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3:51.9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4 243 12899 0 0,'-1'-1'61'0'0,"1"0"0"0"0,-1 0 0 0 0,1-1 0 0 0,-1 1 0 0 0,1 0 0 0 0,0-1 1 0 0,0 1-1 0 0,0 0 0 0 0,0-1 0 0 0,0 1 0 0 0,0 0 0 0 0,0 0 0 0 0,0-1 0 0 0,0 1 0 0 0,1 0 1 0 0,-1-1-1 0 0,1 1 0 0 0,-1 0 0 0 0,1 0 0 0 0,-1 0 0 0 0,1-1 0 0 0,-1 1 0 0 0,1 0 0 0 0,0 0 1 0 0,0 0-1 0 0,0 0 0 0 0,0 0 0 0 0,-1 0 0 0 0,1 0 0 0 0,1 0 0 0 0,-1 1 0 0 0,0-1 0 0 0,0 0 1 0 0,0 1-1 0 0,0-1 0 0 0,0 0 0 0 0,1 1 0 0 0,-1 0 0 0 0,0-1 0 0 0,2 1 0 0 0,0-1 167 0 0,-1 0 0 0 0,1 1 1 0 0,0 0-1 0 0,0 0 0 0 0,-1 0 0 0 0,1 0 0 0 0,0 0 0 0 0,0 0 0 0 0,-1 1 0 0 0,1-1 0 0 0,0 1 0 0 0,-1 0 0 0 0,1 0 0 0 0,0 0 0 0 0,-1 0 0 0 0,1 0 0 0 0,-1 0 0 0 0,0 1 1 0 0,3 1-1 0 0,5 6-162 0 0,-1 1 1 0 0,-1 0-1 0 0,1 0 1 0 0,-2 0 0 0 0,1 1-1 0 0,8 18 1 0 0,28 75 452 0 0,-33-72-413 0 0,2-1 0 0 0,18 31 0 0 0,-37-83 419 0 0,1 0 0 0 0,-5-41 1 0 0,7 32-509 0 0,0 1 0 0 0,3-1 0 0 0,0 0 0 0 0,9-55 0 0 0,-6 65-325 0 0,1 0-1 0 0,2 0 0 0 0,0 1 1 0 0,0-1-1 0 0,2 1 0 0 0,1 1 1 0 0,0 0-1 0 0,12-17 0 0 0,-4 15-1783 0 0,0 8-4550 0 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3:52.4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214 31 6449 0 0,'-3'-3'381'0'0,"0"0"-1"0"0,1 1 0 0 0,-1-1 1 0 0,-1 1-1 0 0,1-1 0 0 0,0 1 1 0 0,-1 0-1 0 0,1 0 0 0 0,-1 0 1 0 0,1 1-1 0 0,-1-1 0 0 0,0 1 1 0 0,-4-1-1 0 0,5 2-95 0 0,0 0 0 0 0,0 0 1 0 0,0 0-1 0 0,0 1 0 0 0,0-1 0 0 0,0 1 0 0 0,0 0 1 0 0,0 0-1 0 0,0 0 0 0 0,1 0 0 0 0,-1 1 1 0 0,0-1-1 0 0,1 1 0 0 0,-1-1 0 0 0,1 1 0 0 0,0 0 1 0 0,-1 0-1 0 0,-3 4 0 0 0,-3 4 65 0 0,-1 1-1 0 0,1 0 1 0 0,1 1 0 0 0,0 0-1 0 0,-9 17 1 0 0,9-13-496 0 0,1 0-1 0 0,1 0 1 0 0,0 1 0 0 0,1 0 0 0 0,0 0 0 0 0,2 0-1 0 0,-2 21 1 0 0,4-34-31 0 0,1 1-1 0 0,1 0 1 0 0,-1-1 0 0 0,1 1-1 0 0,0 0 1 0 0,0-1-1 0 0,0 1 1 0 0,0-1-1 0 0,1 1 1 0 0,0-1 0 0 0,0 0-1 0 0,0 1 1 0 0,3 3-1 0 0,-4-7 69 0 0,0 0-1 0 0,0 0 1 0 0,0 1-1 0 0,0-1 1 0 0,0 0-1 0 0,1 0 1 0 0,-1 0-1 0 0,0 0 1 0 0,0-1-1 0 0,1 1 1 0 0,-1 0-1 0 0,1 0 0 0 0,-1-1 1 0 0,1 1-1 0 0,-1-1 1 0 0,1 0-1 0 0,-1 1 1 0 0,1-1-1 0 0,-1 0 1 0 0,1 0-1 0 0,-1 0 1 0 0,1 0-1 0 0,0 0 1 0 0,-1 0-1 0 0,1 0 1 0 0,-1 0-1 0 0,1-1 0 0 0,-1 1 1 0 0,1-1-1 0 0,-1 1 1 0 0,1-1-1 0 0,-1 1 1 0 0,1-1-1 0 0,-1 0 1 0 0,0 0-1 0 0,1 0 1 0 0,-1 0-1 0 0,0 0 1 0 0,0 0-1 0 0,0 0 1 0 0,2-2-1 0 0,3-3-57 0 0,1-1 0 0 0,-1 1 0 0 0,-1-1 0 0 0,1 0-1 0 0,-1-1 1 0 0,-1 1 0 0 0,8-16 0 0 0,18-61 729 0 0,-1 2 1003 0 0,-29 81-1448 0 0,1 0 0 0 0,-1-1 0 0 0,1 1 0 0 0,0 0 0 0 0,-1 0 0 0 0,1-1 0 0 0,0 1 0 0 0,0 0 1 0 0,-1 0-1 0 0,1 0 0 0 0,0 0 0 0 0,0 0 0 0 0,0 0 0 0 0,0 0 0 0 0,0 0 0 0 0,1 1 0 0 0,-1-1 0 0 0,0 0 1 0 0,0 1-1 0 0,2-2 0 0 0,-2 2-22 0 0,0 1 1 0 0,0-1 0 0 0,0 0-1 0 0,0 0 1 0 0,0 0 0 0 0,0 1-1 0 0,0-1 1 0 0,0 1 0 0 0,0-1-1 0 0,0 1 1 0 0,-1-1 0 0 0,1 1-1 0 0,0-1 1 0 0,0 1-1 0 0,-1 0 1 0 0,1-1 0 0 0,0 1-1 0 0,-1 0 1 0 0,1 0 0 0 0,-1-1-1 0 0,2 3 1 0 0,3 7 531 0 0,1 0 1 0 0,-2 1-1 0 0,7 19 1 0 0,-7-19-469 0 0,4 13 262 0 0,-2-5-2 0 0,2-1 0 0 0,14 29 0 0 0,-20-42-562 0 0,1 0-1 0 0,1-1 0 0 0,-1 1 0 0 0,1-1 1 0 0,-1 0-1 0 0,1 0 0 0 0,0 0 1 0 0,1 0-1 0 0,-1-1 0 0 0,1 0 0 0 0,-1 0 1 0 0,1 0-1 0 0,10 5 0 0 0,5-3-6594 0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3:52.6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 6449 0 0,'16'-9'8648'0'0,"-16"10"-8350"0"0,5 31 5853 0 0,-3-14-7175 0 0,7 57 1813 0 0,3-1-1 0 0,3 0 1 0 0,29 83 0 0 0,-24-95-643 0 0,37 96 27 0 0,-49-140-348 0 0,0 0 1 0 0,2-1-1 0 0,0 0 1 0 0,1-1-1 0 0,0 0 1 0 0,20 19-1 0 0,-28-31-166 0 0,1-1-1 0 0,-1 0 0 0 0,1 0 1 0 0,0 0-1 0 0,0 0 1 0 0,0-1-1 0 0,5 3 1 0 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3:52.8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50 5985 0 0,'-13'1'7606'0'0,"23"2"-4223"0"0,6-1-2945 0 0,0-1-1 0 0,0 0 0 0 0,0-2 0 0 0,1 1 0 0 0,-1-2 1 0 0,25-6-1 0 0,98-30-3924 0 0,-113 29 2206 0 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3:53.0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0 5065 0 0,'-8'1'5347'0'0,"8"0"-5233"0"0,-6 15 3305 0 0,0 18 628 0 0,6-14-2858 0 0,1 0 0 0 0,4 27 1 0 0,23 84-234 0 0,-19-92-787 0 0,-7-31-682 0 0,0-1-1 0 0,1 0 1 0 0,0 0 0 0 0,0 0 0 0 0,0 0-1 0 0,6 7 1 0 0,-9-13 390 0 0,1 0-1 0 0,-1 0 1 0 0,1 0-1 0 0,0 0 1 0 0,0 0-1 0 0,0-1 1 0 0,-1 1-1 0 0,1 0 1 0 0,0 0-1 0 0,0-1 1 0 0,0 1-1 0 0,0-1 1 0 0,0 1-1 0 0,0-1 1 0 0,0 1-1 0 0,1-1 1 0 0,-1 0-1 0 0,0 1 1 0 0,1-1-1 0 0,0 0 73 0 0,-1-1 0 0 0,0 1 0 0 0,1 0 0 0 0,-1-1 0 0 0,0 1 0 0 0,0-1 0 0 0,0 0 0 0 0,0 1 0 0 0,1-1 0 0 0,-1 0 0 0 0,0 0 0 0 0,0 0 0 0 0,0 0 0 0 0,0 0 0 0 0,-1 0 0 0 0,1 0-1 0 0,0 0 1 0 0,0 0 0 0 0,-1 0 0 0 0,1 0 0 0 0,0-2 0 0 0,5-10 67 0 0,-4-3 64 0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3:53.2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72 92 5065 0 0,'-1'-7'-143'0'0,"-8"-40"6192"0"0,8 44-5599 0 0,0 0 0 0 0,0 0 0 0 0,0 0-1 0 0,0 1 1 0 0,-1-1 0 0 0,1 0 0 0 0,-1 0-1 0 0,1 1 1 0 0,-1-1 0 0 0,0 1 0 0 0,0 0-1 0 0,-3-3 1 0 0,5 5-421 0 0,-1 0 0 0 0,1-1-1 0 0,-1 1 1 0 0,0 0-1 0 0,1 0 1 0 0,-1 0 0 0 0,0 0-1 0 0,1 0 1 0 0,-1 0 0 0 0,1 0-1 0 0,-1 0 1 0 0,0 1 0 0 0,1-1-1 0 0,-1 0 1 0 0,0 0-1 0 0,1 0 1 0 0,-1 1 0 0 0,1-1-1 0 0,-1 0 1 0 0,1 1 0 0 0,-1-1-1 0 0,1 0 1 0 0,-1 1 0 0 0,1-1-1 0 0,-1 1 1 0 0,1-1-1 0 0,-1 0 1 0 0,1 1 0 0 0,0-1-1 0 0,-1 1 1 0 0,1 0 0 0 0,0-1-1 0 0,-1 1 1 0 0,1-1 0 0 0,0 1-1 0 0,0-1 1 0 0,0 1-1 0 0,-1 1 1 0 0,-10 24-961 0 0,11-26 923 0 0,-2 6-635 0 0,0 0 0 0 0,1 0 0 0 0,-1 0 0 0 0,1 0 0 0 0,1 1-1 0 0,-1-1 1 0 0,1 0 0 0 0,0 0 0 0 0,0 0 0 0 0,1 1 0 0 0,0-1 0 0 0,0 0 0 0 0,0 0-1 0 0,3 6 1 0 0,2 0 450 0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3:53.7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84 55 3225 0 0,'-3'0'541'0'0,"1"1"0"0"0,-1-1-1 0 0,0 0 1 0 0,1 1 0 0 0,-1-1 0 0 0,0 1 0 0 0,1 0 0 0 0,-1 0 0 0 0,1 0 0 0 0,-1 0 0 0 0,1 0 0 0 0,0 1 0 0 0,-1-1-1 0 0,1 1 1 0 0,0 0 0 0 0,-2 1 0 0 0,0 1-14 0 0,1 0 0 0 0,0 0 1 0 0,0 0-1 0 0,1 0 0 0 0,-1 0 0 0 0,1 0 0 0 0,0 1 0 0 0,-3 6 0 0 0,2-1-202 0 0,1 0 1 0 0,-1 0-1 0 0,1 0 0 0 0,1 1 0 0 0,0-1 0 0 0,1 0 0 0 0,1 19 1 0 0,-1-22-372 0 0,2 0 0 0 0,-1 0 1 0 0,1 0-1 0 0,0 0 0 0 0,1-1 0 0 0,-1 1 1 0 0,1-1-1 0 0,1 0 0 0 0,-1 1 1 0 0,1-1-1 0 0,0-1 0 0 0,0 1 1 0 0,1-1-1 0 0,0 1 0 0 0,0-1 1 0 0,0-1-1 0 0,0 1 0 0 0,7 3 1 0 0,-8-5-348 0 0,1 0 0 0 0,0-1 0 0 0,0 0 0 0 0,-1 0 0 0 0,1 0 0 0 0,0 0 0 0 0,1-1 0 0 0,-1 0 0 0 0,0 0 0 0 0,0 0 0 0 0,0-1 0 0 0,1 1 0 0 0,-1-2 0 0 0,0 1 0 0 0,1 0 0 0 0,-1-1 1 0 0,0 0-1 0 0,0 0 0 0 0,0 0 0 0 0,0-1 0 0 0,0 0 0 0 0,0 0 0 0 0,0 0 0 0 0,7-5 0 0 0,-4 1 145 0 0,0 0 0 0 0,0-1 0 0 0,0 0 0 0 0,-1 0 0 0 0,0 0 0 0 0,0-1 0 0 0,-1 0 0 0 0,0-1 1 0 0,-1 1-1 0 0,1-1 0 0 0,-2 0 0 0 0,1 0 0 0 0,-1-1 0 0 0,3-11 0 0 0,-2 4 177 0 0,-1 1 1 0 0,-1-1-1 0 0,0 0 1 0 0,-1 0-1 0 0,-1 0 0 0 0,-1 0 1 0 0,-2-30-1 0 0,1 44 248 0 0,1 1 0 0 0,0-1 1 0 0,-1 1-1 0 0,0-1 0 0 0,1 1 0 0 0,-1 0 0 0 0,0-1 0 0 0,0 1 0 0 0,0 0 0 0 0,-2-3 0 0 0,2 4 33 0 0,0 0 0 0 0,0 0 0 0 0,1 1-1 0 0,-1-1 1 0 0,0 0 0 0 0,0 1 0 0 0,0-1 0 0 0,1 0-1 0 0,-1 1 1 0 0,0-1 0 0 0,0 1 0 0 0,0 0 0 0 0,0-1 0 0 0,0 1-1 0 0,0 0 1 0 0,0-1 0 0 0,0 1 0 0 0,-2 0 0 0 0,0 0 111 0 0,0 1 0 0 0,0 0 0 0 0,0-1 0 0 0,0 1 1 0 0,0 0-1 0 0,0 1 0 0 0,0-1 0 0 0,0 0 0 0 0,0 1 0 0 0,0 0 1 0 0,1-1-1 0 0,-1 1 0 0 0,1 0 0 0 0,-1 0 0 0 0,-1 3 0 0 0,-50 47 298 0 0,-4 5-5703 0 0,48-49 768 0 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3:54.0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82 52 10594 0 0,'4'-40'2009'0'0,"-4"39"-1933"0"0,0 1 0 0 0,0-1 0 0 0,0 1 0 0 0,0-1 1 0 0,0 1-1 0 0,0-1 0 0 0,0 1 0 0 0,0 0 0 0 0,0-1 0 0 0,0 1 0 0 0,0-1 0 0 0,-1 1 0 0 0,1 0 0 0 0,0-1 1 0 0,0 1-1 0 0,0-1 0 0 0,-1 1 0 0 0,1 0 0 0 0,0-1 0 0 0,-1 1 0 0 0,1 0 0 0 0,0 0 0 0 0,-1-1 0 0 0,1 1 1 0 0,0 0-1 0 0,-1 0 0 0 0,1-1 0 0 0,-1 1 0 0 0,0 0 106 0 0,0 0-1 0 0,-1 1 1 0 0,1-1 0 0 0,0 0 0 0 0,0 1-1 0 0,0-1 1 0 0,0 1 0 0 0,0-1 0 0 0,0 1 0 0 0,0 0-1 0 0,0 0 1 0 0,0-1 0 0 0,0 1 0 0 0,0 0-1 0 0,0 0 1 0 0,-1 1 0 0 0,-4 4-49 0 0,0 0 1 0 0,1 1 0 0 0,-1 0-1 0 0,1 0 1 0 0,0 0 0 0 0,1 0-1 0 0,0 1 1 0 0,0-1 0 0 0,1 1-1 0 0,0 0 1 0 0,0 0-1 0 0,-3 16 1 0 0,6-17-97 0 0,-1-1 1 0 0,1 0-1 0 0,0 1 1 0 0,1-1-1 0 0,0 1 0 0 0,0-1 1 0 0,0 0-1 0 0,1 1 0 0 0,-1-1 1 0 0,2 0-1 0 0,-1 0 0 0 0,1 0 1 0 0,-1-1-1 0 0,2 1 1 0 0,-1-1-1 0 0,1 1 0 0 0,7 7 1 0 0,5 5 225 0 0,1-2 0 0 0,1 0 0 0 0,22 15 0 0 0,-23-19-82 0 0,0 1 0 0 0,-1 1 1 0 0,-1 1-1 0 0,20 23 1 0 0,-31-33-177 0 0,0 0 1 0 0,0 0-1 0 0,-1 0 1 0 0,0 1-1 0 0,0 0 1 0 0,0-1-1 0 0,-1 1 1 0 0,0 0-1 0 0,0 0 1 0 0,-1 0-1 0 0,2 7 1 0 0,-3-9-8 0 0,0 0 1 0 0,-1 0 0 0 0,1 0-1 0 0,-1 0 1 0 0,0 0 0 0 0,0 0-1 0 0,0 0 1 0 0,0-1-1 0 0,-1 1 1 0 0,0 0 0 0 0,1-1-1 0 0,-1 1 1 0 0,-1-1 0 0 0,1 1-1 0 0,0-1 1 0 0,-1 0-1 0 0,0 0 1 0 0,-3 3 0 0 0,-44 37-6169 0 0,26-24-767 0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4:27.3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1451 3225 0 0,'-13'166'5457'0'0,"32"-195"-4617"0"0,0-58 1496 0 0,11-109 0 0 0,-19 118-1758 0 0,34-325 32 0 0,-14 115-319 0 0,-23 225-51 0 0,3 0 1 0 0,25-80-1 0 0,-26 112-139 0 0,1 1 0 0 0,2 1 0 0 0,0 0-1 0 0,2 1 1 0 0,1 1 0 0 0,32-41 0 0 0,-47 66-116 0 0,1 0 1 0 0,0 0 0 0 0,-1 0 0 0 0,1 0-1 0 0,0 0 1 0 0,0 1 0 0 0,1-1 0 0 0,-1 1-1 0 0,0 0 1 0 0,0-1 0 0 0,1 1 0 0 0,-1 0 0 0 0,1 0-1 0 0,-1 1 1 0 0,1-1 0 0 0,-1 0 0 0 0,1 1-1 0 0,-1-1 1 0 0,5 1 0 0 0,-3 0-43 0 0,0 1 0 0 0,1 0-1 0 0,-1 0 1 0 0,0 0 0 0 0,0 0 0 0 0,0 1 0 0 0,0-1 0 0 0,0 1 0 0 0,0 0 0 0 0,6 5-1 0 0,2 2-97 0 0,-1 0 0 0 0,0 1 0 0 0,0 0 0 0 0,-1 1-1 0 0,17 23 1 0 0,-8-6 157 0 0,-1 1 0 0 0,-2 1 0 0 0,0 0 0 0 0,-2 1-1 0 0,-1 0 1 0 0,-2 1 0 0 0,-1 1 0 0 0,-2 0 0 0 0,-1 0-1 0 0,4 47 1 0 0,-4 13 80 0 0,15 117-164 0 0,-14-133 82 0 0,-6-44 0 0 0,10 48 0 0 0,-10-73 0 0 0,0 0 0 0 0,1 0 0 0 0,-1 0 0 0 0,2 0 0 0 0,-1 0 0 0 0,1-1 0 0 0,0 0 0 0 0,1 1 0 0 0,-1-2 0 0 0,11 13 0 0 0,-13-17 61 0 0,1 0 1 0 0,-1 0-1 0 0,1 0 0 0 0,-1 0 0 0 0,1 0 0 0 0,0 0 0 0 0,0-1 1 0 0,-1 0-1 0 0,1 1 0 0 0,0-1 0 0 0,1 0 0 0 0,-1 0 0 0 0,0 0 1 0 0,0-1-1 0 0,0 1 0 0 0,0-1 0 0 0,6 0 0 0 0,-4 0 8 0 0,0-1-1 0 0,0 0 1 0 0,0 0 0 0 0,0-1-1 0 0,-1 1 1 0 0,1-1-1 0 0,0 0 1 0 0,-1 0-1 0 0,1-1 1 0 0,5-3-1 0 0,0-1-8 0 0,-1-1 0 0 0,0 1 0 0 0,0-2-1 0 0,-1 1 1 0 0,0-1 0 0 0,-1 0-1 0 0,0-1 1 0 0,12-21 0 0 0,3-14 226 0 0,-6 9-20 0 0,23-36 0 0 0,-34 64-190 0 0,1-1-1 0 0,0 1 1 0 0,0 0-1 0 0,1 1 1 0 0,0-1-1 0 0,1 1 1 0 0,-1 0-1 0 0,1 1 1 0 0,12-7-1 0 0,-18 11-38 0 0,1 1-1 0 0,0 0 1 0 0,0 0-1 0 0,0 0 0 0 0,0 0 1 0 0,0 0-1 0 0,0 0 0 0 0,0 1 1 0 0,0 0-1 0 0,1-1 0 0 0,-1 1 1 0 0,0 0-1 0 0,0 1 0 0 0,0-1 1 0 0,0 0-1 0 0,6 3 0 0 0,-3-1 15 0 0,0 0-1 0 0,-1 1 0 0 0,1 0 0 0 0,-1 0 0 0 0,0 0 0 0 0,1 1 1 0 0,-2-1-1 0 0,6 6 0 0 0,6 7-6 0 0,-1 1 0 0 0,-1 0 0 0 0,21 33 0 0 0,-16-15-91 0 0,-1 0 1 0 0,-1 2-1 0 0,14 48 0 0 0,2 3-30 0 0,-12-35 37 0 0,-5-11 351 0 0,1 0 0 0 0,38 61 1 0 0,-52-99-258 0 0,0-1 0 0 0,1 1 1 0 0,0-1-1 0 0,0 0 1 0 0,0 0-1 0 0,0 0 1 0 0,0 0-1 0 0,0-1 1 0 0,1 0-1 0 0,8 4 1 0 0,9 4 146 0 0,-19-9-199 0 0,-1-1 1 0 0,1 0 0 0 0,-1 0 0 0 0,1 1-1 0 0,0-2 1 0 0,-1 1 0 0 0,1 0-1 0 0,-1 0 1 0 0,1-1 0 0 0,-1 1 0 0 0,1-1-1 0 0,-1 0 1 0 0,0 0 0 0 0,1 0 0 0 0,-1 0-1 0 0,0 0 1 0 0,0-1 0 0 0,4-1-1 0 0,11-5-2262 0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4:28.1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24 2304 0 0,'-30'-23'6002'0'0,"28"23"-5819"0"0,0 1 0 0 0,1-1 1 0 0,-1 1-1 0 0,0-1 0 0 0,0 1 1 0 0,1 0-1 0 0,-1 0 0 0 0,1 0 0 0 0,-1 0 1 0 0,1 0-1 0 0,-1 0 0 0 0,1 0 1 0 0,-1 0-1 0 0,1 1 0 0 0,0-1 0 0 0,0 1 1 0 0,0-1-1 0 0,0 1 0 0 0,0-1 1 0 0,0 1-1 0 0,0-1 0 0 0,0 1 1 0 0,0 0-1 0 0,1 0 0 0 0,-1-1 0 0 0,1 1 1 0 0,0 0-1 0 0,-1 0 0 0 0,1 0 1 0 0,0 1-1 0 0,-2 11 357 0 0,0 0 1 0 0,1 23-1 0 0,1-35-478 0 0,38 642 1279 0 0,-14-345-965 0 0,-14-154-423 0 0,15 264-376 0 0,-26 0 125 0 0,-15-156-1888 0 0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4:28.6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63 41 6913 0 0,'-63'49'2137'0'0,"67"-51"-1971"0"0,0 0 0 0 0,0 1-1 0 0,0-1 1 0 0,0 1 0 0 0,0 0 0 0 0,0 0 0 0 0,4 0-1 0 0,4-1 129 0 0,64-12 836 0 0,0 3-1 0 0,0 4 1 0 0,79 2 0 0 0,-50 4-766 0 0,224-16 528 0 0,-92-4 363 0 0,-190 20-1089 0 0,0 2 1 0 0,0 3 0 0 0,48 9 0 0 0,-72-8-52 0 0,159 25 480 0 0,-151-28-551 0 0,0 0-1 0 0,1-2 1 0 0,58-7 0 0 0,-30-5 15 0 0,24-3-1606 0 0,-70 16-1454 0 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4:29.2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191 0 3225 0 0,'-5'6'852'0'0,"0"0"0"0"0,1 0 0 0 0,-1 1 0 0 0,1-1 0 0 0,0 1 0 0 0,1 0 0 0 0,0 0 0 0 0,0 0 0 0 0,-3 11 0 0 0,0 9 292 0 0,-5 36-1 0 0,5-25-284 0 0,-68 462 3761 0 0,27 167-6266 0 0,43-442 483 0 0,26 233 0 0 0,22-161 2195 0 0,-29-199-791 0 0,-12-82-301 0 0,1 10 558 0 0,-3-9-5609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4:29.7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32 3225 0 0,'-20'1'8930'0'0,"36"-2"-7635"0"0,165-15 1152 0 0,-11 0-972 0 0,349 23-243 0 0,-287-3 168 0 0,-183-1-933 0 0,0 3 0 0 0,82 21 0 0 0,-107-21-267 0 0,-2-1-1052 0 0,-8-1-4666 0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4:30.2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 5 6913 0 0,'-22'-4'9653'0'0,"30"13"-7414"0"0,-8-9-2236 0 0,185 189 3040 0 0,-13 9-5386 0 0,-146-173-987 0 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4:30.5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24 272 3225 0 0,'-2'-4'380'0'0,"-1"1"1"0"0,1-1 0 0 0,0 0 0 0 0,0 0-1 0 0,0 0 1 0 0,0 0 0 0 0,1 0 0 0 0,0-1 0 0 0,-1 1-1 0 0,2 0 1 0 0,-2-8 0 0 0,-1-51 3147 0 0,3 56-3172 0 0,1-1-1 0 0,0 1 1 0 0,0 0 0 0 0,0 0-1 0 0,1 0 1 0 0,0 0-1 0 0,0 0 1 0 0,1 0-1 0 0,0 1 1 0 0,0-1-1 0 0,1 1 1 0 0,0 0-1 0 0,0 0 1 0 0,0 0-1 0 0,0 0 1 0 0,1 1-1 0 0,6-5 1 0 0,-7 6-288 0 0,1 1 1 0 0,-1 0-1 0 0,1 0 1 0 0,0 0-1 0 0,0 1 0 0 0,0-1 1 0 0,1 1-1 0 0,-1 1 1 0 0,0-1-1 0 0,1 1 1 0 0,-1 0-1 0 0,1 0 1 0 0,-1 0-1 0 0,1 1 1 0 0,0 0-1 0 0,-1 0 0 0 0,1 0 1 0 0,0 1-1 0 0,-1 0 1 0 0,1 0-1 0 0,-1 0 1 0 0,7 3-1 0 0,-5-1-113 0 0,0-1 0 0 0,-1 1 0 0 0,0 0 0 0 0,1 1 1 0 0,-1 0-1 0 0,0 0 0 0 0,-1 0 0 0 0,1 0 0 0 0,-1 1 0 0 0,0 0 0 0 0,0 0 0 0 0,0 0 0 0 0,-1 1 0 0 0,0 0 0 0 0,0 0 0 0 0,0 0 0 0 0,-1 0 1 0 0,0 0-1 0 0,0 1 0 0 0,-1-1 0 0 0,1 1 0 0 0,-2 0 0 0 0,1 0 0 0 0,1 8 0 0 0,-1 5-165 0 0,-1 1 0 0 0,0-1 0 0 0,-2 1 0 0 0,0-1 0 0 0,-1 0 0 0 0,-2 0 0 0 0,-6 25 0 0 0,10-45 148 0 0,-2 12 1602 0 0,2-12-1481 0 0,1 1 299 0 0,-1-1-298 0 0,1 0-1 0 0,-1 0 1 0 0,0 0-1 0 0,0 0 1 0 0,0 0 0 0 0,0 0-1 0 0,0 0 1 0 0,1 0-1 0 0,-1 1 1 0 0,0-1 0 0 0,0 0-1 0 0,0 0 1 0 0,1 0-1 0 0,-1 0 1 0 0,0 0-1 0 0,0 0 1 0 0,0 0 0 0 0,0 0-1 0 0,1 0 1 0 0,-1 0-1 0 0,0 0 1 0 0,0-1 0 0 0,0 1-1 0 0,1 0 1 0 0,-1 0-1 0 0,0 0 1 0 0,0 0 0 0 0,0 0-1 0 0,0 0 1 0 0,0 0-1 0 0,1-1 180 0 0,-1 1-180 0 0,0 0 1 0 0,1 0-1 0 0,-1-1 68 0 0,3-1-26 0 0,28-27-373 0 0,15-13-2479 0 0,-11 18-3297 0 0,-17 14 944 0 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4:30.9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91 350 2761 0 0,'-1'10'11335'0'0,"4"-14"-10332"0"0,3-7-763 0 0,0-1 1 0 0,0 0-1 0 0,-1 0 0 0 0,-1 0 0 0 0,0 0 1 0 0,0-1-1 0 0,-1 1 0 0 0,-1-1 0 0 0,0 0 1 0 0,0-20-1 0 0,-2 18-26 0 0,0 1 0 0 0,0 0 1 0 0,-2 0-1 0 0,0 0 0 0 0,0 0 0 0 0,-1 0 1 0 0,-1 0-1 0 0,0 0 0 0 0,-12-24 0 0 0,15 36-268 0 0,0-1 0 0 0,0 1 0 0 0,-1 0 0 0 0,1 0-1 0 0,0 0 1 0 0,-1 0 0 0 0,1 1 0 0 0,-1-1 0 0 0,1 0 0 0 0,-1 0-1 0 0,0 1 1 0 0,0-1 0 0 0,0 1 0 0 0,0 0 0 0 0,0 0 0 0 0,0-1 0 0 0,0 1-1 0 0,0 1 1 0 0,0-1 0 0 0,0 0 0 0 0,-1 0 0 0 0,1 1 0 0 0,0-1-1 0 0,-1 1 1 0 0,1 0 0 0 0,-3 0 0 0 0,2 0-11 0 0,1 1 0 0 0,0 0 1 0 0,-1 0-1 0 0,1 0 0 0 0,0 1 1 0 0,0-1-1 0 0,0 1 0 0 0,0-1 0 0 0,0 1 1 0 0,0-1-1 0 0,0 1 0 0 0,0 0 0 0 0,1 0 1 0 0,-1 0-1 0 0,1 0 0 0 0,0 0 0 0 0,-1 0 1 0 0,1 1-1 0 0,0-1 0 0 0,0 0 1 0 0,0 1-1 0 0,1-1 0 0 0,-1 0 0 0 0,0 5 1 0 0,-3 9-25 0 0,1 1 0 0 0,1 0 1 0 0,1-1-1 0 0,0 1 0 0 0,1 0 1 0 0,1 0-1 0 0,1 0 0 0 0,0-1 1 0 0,1 1-1 0 0,1-1 0 0 0,6 19 1 0 0,-7-28 101 0 0,0 1 0 0 0,0-1 0 0 0,1 0 0 0 0,0-1 0 0 0,0 1 0 0 0,0-1 0 0 0,1 1 0 0 0,0-1 0 0 0,0-1 0 0 0,1 1 1 0 0,8 6-1 0 0,-9-9-58 0 0,0 0 1 0 0,0 0-1 0 0,1 0 0 0 0,-1-1 1 0 0,1 0-1 0 0,0 0 1 0 0,-1 0-1 0 0,1-1 1 0 0,0 0-1 0 0,0 0 1 0 0,0 0-1 0 0,0-1 0 0 0,0 0 1 0 0,0 0-1 0 0,0 0 1 0 0,8-3-1 0 0,-4 1-458 0 0,-1 0-1 0 0,1-1 0 0 0,-1-1 0 0 0,0 1 1 0 0,0-2-1 0 0,-1 1 0 0 0,1-1 0 0 0,-1 0 1 0 0,0-1-1 0 0,0 0 0 0 0,-1 0 1 0 0,0-1-1 0 0,12-14 0 0 0,-1-4-606 0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4:31.4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128 337 5065 0 0,'0'0'45'0'0,"0"0"-1"0"0,0 0 1 0 0,-1 0 0 0 0,1 0-1 0 0,0 0 1 0 0,0-1-1 0 0,0 1 1 0 0,-1 0 0 0 0,1 0-1 0 0,0 0 1 0 0,0 0-1 0 0,0 0 1 0 0,-1 0 0 0 0,1 0-1 0 0,0 0 1 0 0,0 0-1 0 0,-1 0 1 0 0,1 0 0 0 0,0 0-1 0 0,0 0 1 0 0,0 0 0 0 0,-1 0-1 0 0,1 0 1 0 0,0 0-1 0 0,0 0 1 0 0,-1 0 0 0 0,1 1-1 0 0,0-1 1 0 0,0 0-1 0 0,0 0 1 0 0,0 0 0 0 0,-1 0-1 0 0,1 0 1 0 0,0 0-1 0 0,0 1 1 0 0,0-1 0 0 0,0 0-1 0 0,-1 0 1 0 0,1 1 0 0 0,-8 11 1942 0 0,-2 15 732 0 0,5-9-871 0 0,0 1 0 0 0,-2 28 0 0 0,6-42-1662 0 0,1 0 0 0 0,-1 1 0 0 0,1-1-1 0 0,1 0 1 0 0,-1 0 0 0 0,1 0 0 0 0,0 1 0 0 0,0-1 0 0 0,1 0 0 0 0,-1 0 0 0 0,1 0 0 0 0,0-1-1 0 0,1 1 1 0 0,3 6 0 0 0,-5-9-166 0 0,1 1-1 0 0,-1-1 1 0 0,1 0-1 0 0,0 0 1 0 0,0 0-1 0 0,0 0 1 0 0,0 0-1 0 0,0 0 1 0 0,0 0-1 0 0,1-1 0 0 0,-1 1 1 0 0,0-1-1 0 0,1 1 1 0 0,-1-1-1 0 0,1 0 1 0 0,0 0-1 0 0,-1 0 1 0 0,1-1-1 0 0,0 1 1 0 0,0-1-1 0 0,-1 1 1 0 0,1-1-1 0 0,0 0 1 0 0,0 0-1 0 0,0 0 1 0 0,0 0-1 0 0,-1-1 1 0 0,1 1-1 0 0,0-1 0 0 0,0 1 1 0 0,-1-1-1 0 0,6-2 1 0 0,-4 0-44 0 0,0 0 0 0 0,0 1 0 0 0,0-1 0 0 0,0-1 0 0 0,0 1 0 0 0,-1 0 0 0 0,0-1 0 0 0,0 0 1 0 0,0 0-1 0 0,0 0 0 0 0,0 0 0 0 0,-1 0 0 0 0,0-1 0 0 0,0 1 0 0 0,0-1 0 0 0,0 1 0 0 0,-1-1 0 0 0,2-6 0 0 0,0-7-214 0 0,-1 1 0 0 0,0-1 0 0 0,-1 0-1 0 0,-1 1 1 0 0,-1-1 0 0 0,-1 0 0 0 0,0 0 0 0 0,-1 1-1 0 0,-6-19 1 0 0,1 13 16 0 0,-1 0 1 0 0,-1 0-1 0 0,-1 1 0 0 0,-1 0 0 0 0,-27-38 1 0 0,23 38 291 0 0,5 5-54 0 0,-28-30 0 0 0,36 43 130 0 0,-1 0 0 0 0,0 1-1 0 0,0 0 1 0 0,0 0 0 0 0,0 0 0 0 0,0 0 0 0 0,0 1 0 0 0,-1-1 0 0 0,1 1-1 0 0,-1 0 1 0 0,0 1 0 0 0,0-1 0 0 0,-6-1 0 0 0,10 3-70 0 0,1 0 0 0 0,-1 0-1 0 0,1 0 1 0 0,-1 0 0 0 0,1 1 0 0 0,-1-1 0 0 0,1 0 0 0 0,-1 0-1 0 0,1 0 1 0 0,-1 0 0 0 0,1 1 0 0 0,-1-1 0 0 0,1 0 0 0 0,-1 0 0 0 0,1 1-1 0 0,-1-1 1 0 0,1 0 0 0 0,-1 1 0 0 0,1-1 0 0 0,0 0 0 0 0,-1 1-1 0 0,1-1 1 0 0,0 1 0 0 0,-1-1 0 0 0,1 1 0 0 0,0-1 0 0 0,0 0-1 0 0,-1 1 1 0 0,1-1 0 0 0,0 1 0 0 0,0-1 0 0 0,0 1 0 0 0,0 0-1 0 0,0-1 1 0 0,0 1 0 0 0,0-1 0 0 0,-1 1 0 0 0,2-1 0 0 0,-1 1-1 0 0,0-1 1 0 0,0 1 0 0 0,0-1 0 0 0,0 1 0 0 0,0-1 0 0 0,0 1-1 0 0,1 0 1 0 0,6 29 278 0 0,-5-25-205 0 0,7 20-22 0 0,1 0 0 0 0,1 0-1 0 0,1-1 1 0 0,27 41 0 0 0,75 83 372 0 0,-77-102-338 0 0,-20-24-146 0 0,7 8 20 0 0,30 30 0 0 0,-48-53-37 0 0,1-1-1 0 0,0 1 1 0 0,1-2 0 0 0,-1 1 0 0 0,1-1-1 0 0,0 0 1 0 0,0-1 0 0 0,0 0 0 0 0,1 0-1 0 0,10 2 1 0 0,-16-5-169 0 0,-1-1 1 0 0,0 1-1 0 0,0-1 0 0 0,0 0 1 0 0,1 0-1 0 0,-1 0 0 0 0,0 0 0 0 0,0 0 1 0 0,0 0-1 0 0,1-1 0 0 0,-1 1 1 0 0,0-1-1 0 0,0 0 0 0 0,0 1 1 0 0,0-1-1 0 0,0 0 0 0 0,0 0 0 0 0,0 0 1 0 0,2-2-1 0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8:37.58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1633 307 4609 0 0,'-7'-12'345'0'0,"-16"-25"713"0"0,-1 1 0 0 0,-56-65 0 0 0,71 92-906 0 0,-1-1-1 0 0,0 2 0 0 0,0-1 0 0 0,-1 1 0 0 0,0 1 0 0 0,0 0 0 0 0,-1 1 0 0 0,0 0 0 0 0,0 1 0 0 0,0 0 0 0 0,-1 1 0 0 0,0 0 0 0 0,0 1 0 0 0,-14-2 0 0 0,-33 2 1167 0 0,-1 2-1 0 0,-96 11 1 0 0,102-5-627 0 0,-12 1-400 0 0,1 4 1 0 0,1 2-1 0 0,-70 23 0 0 0,93-21-1 0 0,1 1 1 0 0,0 2-1 0 0,1 2 0 0 0,2 2 0 0 0,-62 42 0 0 0,77-45-173 0 0,1 1 0 0 0,1 1 0 0 0,1 0 0 0 0,0 2 0 0 0,2 0 0 0 0,1 1 0 0 0,0 1 0 0 0,2 1 0 0 0,1 0 1 0 0,0 0-1 0 0,2 2 0 0 0,2 0 0 0 0,-12 39 0 0 0,3 6 143 0 0,2 1 1 0 0,4 1-1 0 0,-6 115 0 0 0,4 21 44 0 0,4-98-177 0 0,5 0 0 0 0,11 138 0 0 0,4-196-127 0 0,3 0 0 0 0,1-1 0 0 0,27 67 0 0 0,-1-2 0 0 0,31 89 20 0 0,-58-179-66 0 0,2-1 0 0 0,0 0 0 0 0,2-1 0 0 0,0 0 0 0 0,24 26 0 0 0,-3-12-106 0 0,1-2 0 0 0,1-2 0 0 0,67 46 0 0 0,145 73-33 0 0,-215-137 118 0 0,0-2 1 0 0,1-1-1 0 0,1-3 0 0 0,0 0 0 0 0,1-3 0 0 0,46 6 0 0 0,240 6-401 0 0,-259-21 379 0 0,0-2 0 0 0,107-18 0 0 0,-138 13 48 0 0,0-2 0 0 0,-1-1 0 0 0,1-1 0 0 0,-2-2-1 0 0,0-1 1 0 0,45-28 0 0 0,-23 7 124 0 0,-2-3-1 0 0,-2-2 0 0 0,-1-2 0 0 0,-3-3 1 0 0,-1-1-1 0 0,-3-3 0 0 0,-1-1 0 0 0,41-66 1 0 0,-60 75 133 0 0,-2-1 0 0 0,-2-1 0 0 0,-2-1 0 0 0,-1 0 0 0 0,-3-1 1 0 0,-2 0-1 0 0,11-83 0 0 0,-10-11-101 0 0,-6-181 0 0 0,-7 254-7 0 0,-17-109-1 0 0,11 138 25 0 0,-2 1-1 0 0,-1 0 0 0 0,-2 1 1 0 0,-24-51-1 0 0,-15-19-31 0 0,-135-258 184 0 0,171 336-280 0 0,-2 1 0 0 0,0 0 0 0 0,-2 1 0 0 0,0 1 0 0 0,-2 1 0 0 0,0 1 1 0 0,-2 1-1 0 0,0 0 0 0 0,-2 2 0 0 0,0 1 0 0 0,-1 1 0 0 0,-33-16 0 0 0,-84-27 410 0 0,-247-68-1 0 0,390 128-413 0 0,-50-15-303 0 0,-1 3 0 0 0,-1 1 0 0 0,0 3 0 0 0,0 3 0 0 0,0 1 1 0 0,-89 7-1 0 0,90 4-7411 0 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8:39.68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2795 705 11522 0 0,'0'-32'2408'0'0,"1"11"-1792"0"0,0 0 0 0 0,-2 0 0 0 0,-1 0-1 0 0,-1 0 1 0 0,0 0 0 0 0,-10-32 0 0 0,4 32-616 0 0,-1-1 0 0 0,0 1 0 0 0,-2 1 0 0 0,0 0-1 0 0,-1 0 1 0 0,-1 1 0 0 0,-1 1 0 0 0,-1 1 0 0 0,0 0 0 0 0,-1 1-1 0 0,-1 0 1 0 0,-1 2 0 0 0,-29-19 0 0 0,10 11-19 0 0,-1 2 0 0 0,-1 1 0 0 0,-1 3 0 0 0,0 1-1 0 0,-1 2 1 0 0,-57-11 0 0 0,-350-52 2366 0 0,371 68-2260 0 0,0 3 0 0 0,0 3-1 0 0,-143 16 1 0 0,169-3-420 0 0,1 2 0 0 0,0 2-1 0 0,1 3 1 0 0,0 1 0 0 0,2 3 0 0 0,-82 49 0 0 0,100-51 187 0 0,0 1 1 0 0,2 2 0 0 0,0 0-1 0 0,-47 54 1 0 0,-82 124 257 0 0,33-38 144 0 0,65-93 383 0 0,3 3-1 0 0,-79 137 1 0 0,105-153-345 0 0,-26 69 1 0 0,45-96-134 0 0,2 0 1 0 0,1 0-1 0 0,1 1 1 0 0,-4 46 0 0 0,7-30-151 0 0,-3 30 81 0 0,3 0 0 0 0,8 113 1 0 0,-1-166-77 0 0,0-1 1 0 0,1 0-1 0 0,2 0 1 0 0,0 0 0 0 0,1-1-1 0 0,2 0 1 0 0,0-1 0 0 0,1 1-1 0 0,1-2 1 0 0,1 0-1 0 0,1 0 1 0 0,24 28 0 0 0,0-11-87 0 0,1-1 0 0 0,1-2 0 0 0,2-2 0 0 0,1-1 0 0 0,2-3 0 0 0,1-1 0 0 0,94 41 0 0 0,-15-21-210 0 0,249 59-1 0 0,-281-84 285 0 0,289 62 46 0 0,-303-72-42 0 0,0-3-1 0 0,153-2 0 0 0,198-9-100 0 0,-328 6 375 0 0,0-5 0 0 0,171-24 0 0 0,-206 14-248 0 0,0-3 0 0 0,-1-3 0 0 0,-1-3 0 0 0,0-3 0 0 0,63-32 0 0 0,-99 39-11 0 0,0-1 0 0 0,-1-1 0 0 0,0-2 0 0 0,-2-1 0 0 0,0 0 1 0 0,41-50-1 0 0,112-169 183 0 0,-109 139-156 0 0,-31 46 11 0 0,-3-1-1 0 0,-2-2 0 0 0,45-112 0 0 0,-62 126-78 0 0,-1 0-1 0 0,-3-1 1 0 0,-2-1 0 0 0,-2 1-1 0 0,-2-1 1 0 0,1-62-1 0 0,-10 65 13 0 0,-2 1 1 0 0,-2-1-1 0 0,-2 1 0 0 0,-15-45 0 0 0,12 44 67 0 0,1 5-25 0 0,-1 0 0 0 0,-1 1 0 0 0,-3 0 0 0 0,-1 1 0 0 0,-39-61-1 0 0,42 77 13 0 0,0 2 0 0 0,-2-1-1 0 0,0 2 1 0 0,-1 0 0 0 0,-1 1-1 0 0,0 1 1 0 0,-2 0-1 0 0,1 2 1 0 0,-1 0 0 0 0,-44-19-1 0 0,-22-1 76 0 0,-172-38 1 0 0,26 8-64 0 0,121 26 2 0 0,10 2-369 0 0,-2 4 1 0 0,-142-23-1 0 0,191 48-147 0 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4:35.0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63 168 1376 0 0,'-4'-20'519'0'0,"-1"1"-1"0"0,-1-1 1 0 0,-11-24-1 0 0,-13-20 4318 0 0,32 72-4353 0 0,1 1 0 0 0,-1-1 0 0 0,-1 1 0 0 0,1 0 0 0 0,-1 17 0 0 0,0-7-289 0 0,70 784 1644 0 0,-37 162-1370 0 0,-30-615-477 0 0,6 670 97 0 0,-9-988 8 0 0,-1 0-589 0 0,-6 63-1 0 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4:35.72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100 1 6673 0 0,'-11'11'217'0'0,"1"0"0"0"0,1 0 0 0 0,0 1 0 0 0,1 0 0 0 0,0 1 0 0 0,0 0-1 0 0,2 0 1 0 0,0 1 0 0 0,0 0 0 0 0,1 0 0 0 0,1 0 0 0 0,-5 29 0 0 0,9-42-153 0 0,0 0 1 0 0,0 0 0 0 0,1 1-1 0 0,-1-1 1 0 0,1 0-1 0 0,-1 0 1 0 0,1 0 0 0 0,-1 1-1 0 0,1-1 1 0 0,0 0 0 0 0,-1 0-1 0 0,1 0 1 0 0,0 0-1 0 0,0 0 1 0 0,0 0 0 0 0,0 0-1 0 0,0-1 1 0 0,0 1-1 0 0,0 0 1 0 0,0 0 0 0 0,0-1-1 0 0,0 1 1 0 0,0-1 0 0 0,0 1-1 0 0,1-1 1 0 0,-1 1-1 0 0,0-1 1 0 0,0 0 0 0 0,1 1-1 0 0,0-1 1 0 0,47 8 1601 0 0,-41-7-1512 0 0,21 1 131 0 0,1-1-1 0 0,-1-1 1 0 0,0-2 0 0 0,1 0-1 0 0,30-8 1 0 0,140-43 691 0 0,7-2-706 0 0,-145 46-1104 0 0,104 0 1 0 0,10-1-2668 0 0,-154 7 705 0 0,0 2-789 0 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4:36.0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24 1 1840 0 0,'-21'10'19504'0'0,"20"-3"-19393"0"0,0 6-2224 0 0,1-3 2251 0 0,0-1 0 0 0,0 0 0 0 0,1 1 0 0 0,3 13 0 0 0,-4-20-190 0 0,1 1-1 0 0,0-1 0 0 0,0 0 1 0 0,0 1-1 0 0,1-1 1 0 0,-1 0-1 0 0,1 0 1 0 0,0 0-1 0 0,0 0 1 0 0,0 0-1 0 0,0 0 0 0 0,0 0 1 0 0,0-1-1 0 0,1 1 1 0 0,-1-1-1 0 0,5 3 1 0 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4:37.24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803 1 3449 0 0,'-48'15'11410'0'0,"170"-4"-11231"0"0,-95-7-522 0 0,0-1 1 0 0,0-1-1 0 0,0-2 1 0 0,0 0-1 0 0,31-5 1 0 0,-30 4-562 0 0,-27 0 802 0 0,-1 1 1 0 0,1 0-1 0 0,0 0 0 0 0,0 0 0 0 0,-1 1 0 0 0,1-1 0 0 0,0 0 0 0 0,0 0 0 0 0,-1 0 0 0 0,1 0 0 0 0,0 1 0 0 0,-1-1 1 0 0,1 0-1 0 0,0 1 0 0 0,-1-1 0 0 0,1 1 0 0 0,0-1 0 0 0,-1 1 0 0 0,1 13 6273 0 0,-5-11-6031 0 0,0 1 1 0 0,0-1-1 0 0,0 1 0 0 0,1-1 1 0 0,-1 1-1 0 0,1 0 0 0 0,0 0 0 0 0,0 0 1 0 0,1 1-1 0 0,-1-1 0 0 0,1 1 1 0 0,0 0-1 0 0,0-1 0 0 0,0 1 0 0 0,1 0 1 0 0,-2 7-1 0 0,-4 19 319 0 0,-4 45-1 0 0,9-54-439 0 0,-24 223-827 0 0,8 298 1 0 0,-4 75-1866 0 0,-40-3 1660 0 0,9 204 2181 0 0,55-758-1214 0 0,13 68 0 0 0,0 3 639 0 0,-14-118-534 0 0,4 33-408 0 0,-5-45 385 0 0,1 0 0 0 0,-1 0-1 0 0,1 0 1 0 0,0 0-1 0 0,0 0 1 0 0,0 0 0 0 0,0 0-1 0 0,0 0 1 0 0,0 0 0 0 0,0 0-1 0 0,0-1 1 0 0,1 1-1 0 0,-1 0 1 0 0,1-1 0 0 0,-1 0-1 0 0,1 1 1 0 0,0-1 0 0 0,1 2-1 0 0,-1-3 422 0 0,5 4 516 0 0,-7-4-917 0 0,-12 6 148 0 0,-1 0 0 0 0,0-1-1 0 0,0 0 1 0 0,0-1 0 0 0,-1 0 0 0 0,1-1 0 0 0,-26 2 0 0 0,-107-2 623 0 0,65-3 25 0 0,29 4-603 0 0,0 2 0 0 0,-80 21 0 0 0,72-13-266 0 0,-79 7 0 0 0,121-20-881 0 0,-1 0-1 0 0,1-2 1 0 0,0 0-1 0 0,-28-6 0 0 0,26 3-5529 0 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4:39.08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188 2565 456 0 0,'2'34'2113'0'0,"3"-14"2864"0"0,-7-25-3756 0 0,-3-8-927 0 0,-2-8-200 0 0,-5-21 555 0 0,-4-21 390 0 0,-7-27 700 0 0,3 30-343 0 0,2 2-555 0 0,3-1 0 0 0,-15-110 0 0 0,12 55-818 0 0,6 35 284 0 0,3-1 0 0 0,3 0 0 0 0,4 0 1 0 0,11-103-1 0 0,33-167 700 0 0,-8 87-854 0 0,-26 141-120 0 0,-7-137-1 0 0,-3 214-45 0 0,2 42 9 0 0,1-130-88 0 0,1 113 36 0 0,0 0 0 0 0,1 1-1 0 0,1-1 1 0 0,10-30 0 0 0,-13 49 53 0 0,5-16-171 0 0,1 1-1 0 0,12-22 1 0 0,-17 34 133 0 0,0 1 1 0 0,0 0-1 0 0,0-1 0 0 0,1 1 0 0 0,-1 0 1 0 0,1 1-1 0 0,-1-1 0 0 0,1 0 0 0 0,0 1 1 0 0,0-1-1 0 0,1 1 0 0 0,-1 0 0 0 0,0 0 1 0 0,1 1-1 0 0,-1-1 0 0 0,1 0 1 0 0,5 0-1 0 0,-7 2 25 0 0,1 0 0 0 0,-1 0 0 0 0,0 0 0 0 0,0 0 0 0 0,1 1 1 0 0,-1 0-1 0 0,0-1 0 0 0,0 1 0 0 0,0 0 0 0 0,1 0 0 0 0,-1 0 0 0 0,0 0 0 0 0,0 0 1 0 0,-1 0-1 0 0,1 1 0 0 0,0-1 0 0 0,0 1 0 0 0,-1 0 0 0 0,1-1 0 0 0,-1 1 0 0 0,1 0 1 0 0,-1 0-1 0 0,2 2 0 0 0,4 7-30 0 0,0 1 0 0 0,9 19 0 0 0,-13-24 9 0 0,24 58-68 0 0,24 86-1 0 0,23 56-7 0 0,-41-128 149 0 0,-3 2 0 0 0,-4 1 0 0 0,28 156 0 0 0,-30-117-247 0 0,13 84-348 0 0,-35-184 475 0 0,2-1 0 0 0,0 1 0 0 0,1 0 0 0 0,12 31 0 0 0,-15-46 78 0 0,1-1-1 0 0,-1 1 1 0 0,1 0 0 0 0,0-1 0 0 0,1 0-1 0 0,-1 0 1 0 0,1 0 0 0 0,0 0 0 0 0,0 0 0 0 0,1-1-1 0 0,-1 0 1 0 0,1 0 0 0 0,0 0 0 0 0,0 0 0 0 0,0-1-1 0 0,1 0 1 0 0,-1 0 0 0 0,1 0 0 0 0,0-1 0 0 0,6 2-1 0 0,-5-3-29 0 0,0 0 0 0 0,1-1 0 0 0,-1 0 0 0 0,0-1 0 0 0,1 1 0 0 0,-1-1 0 0 0,0-1 0 0 0,0 0 0 0 0,12-3 0 0 0,63-29-344 0 0,-78 31 403 0 0,13-5 98 0 0,0-1 0 0 0,-1-1 0 0 0,0-1 0 0 0,0 0 0 0 0,-2-1 1 0 0,1-1-1 0 0,18-22 0 0 0,-6 2 58 0 0,-2-1 1 0 0,27-47-1 0 0,-22 40-22 0 0,-29 38-105 0 0,1 1 0 0 0,0 1-1 0 0,0-1 1 0 0,-1 0-1 0 0,1 0 1 0 0,1 1 0 0 0,-1-1-1 0 0,0 1 1 0 0,0 0-1 0 0,0-1 1 0 0,1 1 0 0 0,-1 0-1 0 0,1 0 1 0 0,-1 1 0 0 0,1-1-1 0 0,3 0 1 0 0,-4 2 34 0 0,0 1 1 0 0,0-1-1 0 0,0 1 1 0 0,0 0 0 0 0,0 0-1 0 0,0 0 1 0 0,-1 0-1 0 0,1 0 1 0 0,-1 0-1 0 0,0 0 1 0 0,0 0-1 0 0,2 5 1 0 0,9 11 68 0 0,-3-8-156 0 0,-1 0-1 0 0,-1 0 1 0 0,1 1-1 0 0,-2 0 1 0 0,0 0 0 0 0,0 1-1 0 0,-1-1 1 0 0,0 1 0 0 0,-1 1-1 0 0,4 17 1 0 0,2 17-10 0 0,4 70 0 0 0,-8-57 8 0 0,-1-13-11 0 0,-2-10-16 0 0,2-1-1 0 0,1 0 1 0 0,15 47-1 0 0,-2-26 25 0 0,32 82-43 0 0,-42-121 44 0 0,0-1-1 0 0,1 1 1 0 0,0-2-1 0 0,2 1 0 0 0,20 22 1 0 0,-24-31 34 0 0,1 2-270 0 0,0 0 0 0 0,0-1 0 0 0,1 0 0 0 0,0-1 1 0 0,19 12-1 0 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4:39.85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54 32 2304 0 0,'-54'-32'16130'0'0,"85"68"-14982"0"0,2 13-647 0 0,-1 0-537 0 0,2-1 0 0 0,2-1 1 0 0,65 65-1 0 0,-69-80-428 0 0,5 5-1026 0 0,-10-17-5316 0 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4:40.3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106 382 3225 0 0,'-8'-4'411'0'0,"1"1"-1"0"0,0-1 1 0 0,1 0 0 0 0,-1 0 0 0 0,-12-11 0 0 0,-21-13 4684 0 0,29 22-2118 0 0,17 9-1509 0 0,14 7-1159 0 0,-1 1-315 0 0,0-1 0 0 0,1-1-1 0 0,0-1 1 0 0,0-1 0 0 0,43 10-1 0 0,-49-15 295 0 0,0-1 0 0 0,0 0 0 0 0,1-1-1 0 0,-1-1 1 0 0,0 0 0 0 0,0 0 0 0 0,0-2-1 0 0,-1 0 1 0 0,1 0 0 0 0,13-6 0 0 0,-24 8-235 0 0,0 0 80 0 0,0 0 0 0 0,0 0 1 0 0,-1 0-1 0 0,1 0 0 0 0,-1 0 1 0 0,1-1-1 0 0,-1 1 0 0 0,1-1 1 0 0,-1 1-1 0 0,2-3 0 0 0,-3 2-71 0 0,0 1 0 0 0,0-1 0 0 0,-1 0 0 0 0,1 1 0 0 0,-1-1 0 0 0,1 0 0 0 0,-1 0 1 0 0,0 0-1 0 0,0 1 0 0 0,0-1 0 0 0,0 0 0 0 0,0 0 0 0 0,0 0 0 0 0,0 1 0 0 0,-1-1 0 0 0,1 0 0 0 0,-1 0 0 0 0,0-1 0 0 0,-6-21 112 0 0,-2 1 0 0 0,0 0-1 0 0,-1 1 1 0 0,-1 0 0 0 0,-1 0 0 0 0,-30-38 0 0 0,9 11-117 0 0,28 42-418 0 0,0 0-1 0 0,1 0 1 0 0,0 0-1 0 0,0-1 1 0 0,1 1-1 0 0,0-1 0 0 0,-4-16 1 0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4:40.62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 6 4145 0 0,'-8'-5'11221'0'0,"21"19"-5453"0"0,-3-4-7178 0 0,3 2 1909 0 0,-1 0 0 0 0,0 1 0 0 0,-1 0 0 0 0,16 26 0 0 0,33 66-403 0 0,-25-40 30 0 0,-25-48-207 0 0,90 145-2215 0 0,-79-133-518 0 0,36 39-1 0 0,-33-48 2268 0 0,-24-20 546 0 0,1 1-1 0 0,-1-1 0 0 0,1 1 1 0 0,-1-1-1 0 0,1 1 0 0 0,-1-1 1 0 0,1 1-1 0 0,-1-1 0 0 0,1 0 1 0 0,0 1-1 0 0,-1-1 0 0 0,1 0 1 0 0,-1 0-1 0 0,1 1 0 0 0,0-1 1 0 0,-1 0-1 0 0,1 0 0 0 0,0 0 1 0 0,-1 0-1 0 0,1 0 0 0 0,0 0 1 0 0,0 0-1 0 0,-1 0 0 0 0,1 0 1 0 0,0 0-1 0 0,-1 0 0 0 0,1 0 1 0 0,0-1-1 0 0,-1 1 0 0 0,1 0 1 0 0,-1 0-1 0 0,1-1 0 0 0,0 1 1 0 0,-1 0-1 0 0,1-1 0 0 0,-1 1 1 0 0,1-1-1 0 0,-1 1 0 0 0,1-2 1 0 0,-1-4-90 0 0,-3 0-5 0 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4:41.05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5985 0 0,'0'11'4735'0'0,"10"10"-3321"0"0,-7-17-753 0 0,87 147 4417 0 0,-38-68-4384 0 0,-34-54-643 0 0,1-1 1 0 0,1 0 0 0 0,39 39 0 0 0,3-13-3277 0 0,-54-47 1047 0 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4:41.61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87 179 1376 0 0,'-8'-4'1241'0'0,"0"0"-1"0"0,0 0 0 0 0,0-1 1 0 0,1 0-1 0 0,0 0 0 0 0,0-1 1 0 0,-10-10-1 0 0,15 13-1092 0 0,0 0-1 0 0,0 0 1 0 0,0 0 0 0 0,1 0-1 0 0,-1 0 1 0 0,1 0 0 0 0,0 0-1 0 0,0-1 1 0 0,0 1 0 0 0,1 0-1 0 0,-1-1 1 0 0,1 1 0 0 0,-1-1-1 0 0,1 1 1 0 0,0-1 0 0 0,1 1-1 0 0,-1 0 1 0 0,1-1 0 0 0,-1 1-1 0 0,1 0 1 0 0,0-1 0 0 0,0 1-1 0 0,2-4 1 0 0,-2 4-107 0 0,0 1 0 0 0,0-1 0 0 0,0 1 0 0 0,0-1 0 0 0,0 1 0 0 0,1-1 0 0 0,-1 1 0 0 0,1 0-1 0 0,-1-1 1 0 0,1 1 0 0 0,0 0 0 0 0,0 0 0 0 0,0 0 0 0 0,0 1 0 0 0,0-1 0 0 0,1 0 0 0 0,-1 1 0 0 0,0 0 0 0 0,1-1 0 0 0,-1 1 0 0 0,1 0-1 0 0,0 0 1 0 0,2 0 0 0 0,3 0 89 0 0,0 0 0 0 0,0 1 0 0 0,0 0 0 0 0,-1 1 0 0 0,1 0 0 0 0,12 3 0 0 0,1-1-291 0 0,-19-2 131 0 0,7 0-119 0 0,-1 0-1 0 0,1 1 1 0 0,-1 0 0 0 0,1 0 0 0 0,12 7 0 0 0,-19-8 107 0 0,1 0-1 0 0,-1 1 0 0 0,0 0 1 0 0,0-1-1 0 0,0 1 0 0 0,0 0 0 0 0,0 0 1 0 0,0 0-1 0 0,0 0 0 0 0,-1 1 1 0 0,1-1-1 0 0,-1 0 0 0 0,0 1 0 0 0,1-1 1 0 0,-1 1-1 0 0,0-1 0 0 0,-1 1 1 0 0,1 0-1 0 0,0-1 0 0 0,-1 1 1 0 0,1 0-1 0 0,-1 2 0 0 0,1 20-397 0 0,-1 0 1 0 0,0 0-1 0 0,-2 0 0 0 0,-2 0 0 0 0,-6 28 1 0 0,-8 22 2444 0 0,17-60-160 0 0,5-13 5 0 0,16-19 970 0 0,-5 4-2358 0 0,2 3-196 0 0,0 1 0 0 0,1 1-1 0 0,0 0 1 0 0,1 1 0 0 0,0 1 0 0 0,29-5-1 0 0,-20 5 49 0 0,-1-2 0 0 0,29-11 0 0 0,-29 1-180 0 0,-10 5-7196 0 0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8:44.97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2331 137 7370 0 0,'-84'2'6902'0'0,"4"-1"-3722"0"0,33-3-2179 0 0,-83-16 1 0 0,60 6-798 0 0,-324-61-1471 0 0,333 61 1300 0 0,0 2 1 0 0,0 4-1 0 0,-1 1 1 0 0,1 4-1 0 0,-1 2 1 0 0,0 3-1 0 0,-63 12 1 0 0,53-2 115 0 0,2 3-1 0 0,-74 28 1 0 0,114-34-306 0 0,0 2 1 0 0,1 1-1 0 0,1 2 0 0 0,0 0 0 0 0,1 2 0 0 0,1 1 1 0 0,-27 25-1 0 0,0 7 151 0 0,-61 75 0 0 0,96-103 95 0 0,1 1 1 0 0,1 1 0 0 0,2 0 0 0 0,0 1-1 0 0,2 0 1 0 0,-13 37 0 0 0,-17 87 127 0 0,7 1 1 0 0,6 2-1 0 0,7 1 0 0 0,6 0 1 0 0,10 295-1 0 0,11-374-108 0 0,4 1-1 0 0,3-1 1 0 0,39 131-1 0 0,-6-72 337 0 0,69 142-1 0 0,-89-226-432 0 0,2-1 1 0 0,2-1-1 0 0,68 84 0 0 0,-46-74-36 0 0,2-2-1 0 0,79 64 1 0 0,-106-99-52 0 0,2-2 1 0 0,0-1-1 0 0,1-2 0 0 0,1-1 1 0 0,36 14-1 0 0,164 45-597 0 0,-204-66 637 0 0,17 3-36 0 0,1-1 0 0 0,0-3 0 0 0,0-2 0 0 0,1-1 0 0 0,-1-2 0 0 0,53-5 0 0 0,-42-3-29 0 0,0-2 1 0 0,-1-2-1 0 0,0-3 0 0 0,82-31 0 0 0,-48 12 62 0 0,1 0-107 0 0,128-65 0 0 0,-147 58 38 0 0,-2-3 0 0 0,-2-4 0 0 0,93-80-1 0 0,-125 94 109 0 0,-2-1-1 0 0,-1-1 1 0 0,-2-1-1 0 0,-1-2 1 0 0,-2-1-1 0 0,-2-1 0 0 0,32-68 1 0 0,-34 54-105 0 0,-1-1 1 0 0,-3-1-1 0 0,-3-1 0 0 0,-1-1 1 0 0,-4 0-1 0 0,-2 0 1 0 0,-2-1-1 0 0,-3-70 0 0 0,-5 28-86 0 0,-8-143-40 0 0,5 202 356 0 0,-1 0 1 0 0,-2 0-1 0 0,-25-74 0 0 0,-112-220 3475 0 0,100 239-3107 0 0,25 52-442 0 0,-3 0 1 0 0,-1 2-1 0 0,-39-52 0 0 0,43 69-26 0 0,-2 1 0 0 0,0 0 0 0 0,-1 2-1 0 0,-1 1 1 0 0,-1 1 0 0 0,-28-18 0 0 0,24 21 49 0 0,0 2 0 0 0,-1 0 0 0 0,0 2 0 0 0,-1 1 0 0 0,0 1 0 0 0,-1 2 0 0 0,0 2 0 0 0,-46-6 0 0 0,-55-12-939 0 0,100 17 239 0 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8:46.56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1100 342 14283 0 0,'-103'-53'3393'0'0,"69"34"-2547"0"0,-53-23 0 0 0,63 34-756 0 0,0 2 0 0 0,0 0 0 0 0,-1 1 0 0 0,0 1 0 0 0,0 2 0 0 0,0 0 0 0 0,0 2 0 0 0,-30 2 0 0 0,21 2-564 0 0,1 1 1 0 0,0 2 0 0 0,0 1 0 0 0,0 1 0 0 0,-49 23-1 0 0,62-22 261 0 0,0 1 0 0 0,1 0-1 0 0,1 2 1 0 0,0 0 0 0 0,1 1-1 0 0,0 1 1 0 0,-22 25 0 0 0,6 0 327 0 0,2 1 0 0 0,-30 51 0 0 0,48-70-75 0 0,2 1 0 0 0,0 0 0 0 0,2 0 0 0 0,0 1 0 0 0,1 1 0 0 0,2-1 0 0 0,1 1 0 0 0,0 1 0 0 0,2-1 0 0 0,1 0 0 0 0,1 1 0 0 0,1-1 0 0 0,2 1 0 0 0,0-1 0 0 0,1 0 0 0 0,2 0 0 0 0,1 0 0 0 0,0 0 0 0 0,2-1 0 0 0,21 46 0 0 0,-15-42-223 0 0,0 0 1 0 0,2-1-1 0 0,1 0 1 0 0,1-2-1 0 0,2 0 0 0 0,0-1 1 0 0,1-1-1 0 0,40 34 1 0 0,420 284 657 0 0,-448-322-441 0 0,2 0 0 0 0,1-3 0 0 0,0-1 0 0 0,71 19 0 0 0,160 21 688 0 0,-115-28 219 0 0,-6 1-304 0 0,167 11-1 0 0,-244-35-440 0 0,-1-4 0 0 0,1-2 0 0 0,-1-3 0 0 0,119-25 0 0 0,347-131 967 0 0,-400 117-1072 0 0,139-54 269 0 0,-112 40-140 0 0,-89 29-217 0 0,-1-3 0 0 0,-1-2 0 0 0,-3-4 1 0 0,0-2-1 0 0,-3-4 0 0 0,89-77 1 0 0,-135 105-59 0 0,136-124 385 0 0,-126 112-359 0 0,-2-1-1 0 0,-1-2 1 0 0,27-40 0 0 0,-46 60 56 0 0,0 1 1 0 0,-1-1 0 0 0,0 0 0 0 0,-1 0 0 0 0,0 0 0 0 0,0-1-1 0 0,-1 1 1 0 0,-1-1 0 0 0,0 0 0 0 0,-1 0 0 0 0,0 0 0 0 0,0 0-1 0 0,-2 0 1 0 0,1 0 0 0 0,-5-19 0 0 0,2 16 23 0 0,-2 0 0 0 0,0 1 1 0 0,0-1-1 0 0,-1 1 0 0 0,-1 1 0 0 0,0-1 1 0 0,-1 1-1 0 0,-1 1 0 0 0,0-1 0 0 0,-1 1 1 0 0,-20-19-1 0 0,-18-13-65 0 0,-2 3-1 0 0,-2 2 1 0 0,-1 2 0 0 0,-113-57 0 0 0,63 46-23 0 0,-214-67 0 0 0,195 85-211 0 0,-2 6 1 0 0,-142-10-1 0 0,152 21 168 0 0,-30-3-234 0 0,-1 6-1 0 0,-1 7 1 0 0,-157 15-1 0 0,-135 74 626 0 0,403-77-268 0 0,-450 137 459 0 0,256-71-287 0 0,-5 10-2360 0 0,170-60-4848 0 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8:51.0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1886 658 5529 0 0,'-1'-29'508'0'0,"-1"1"-1"0"0,-1 0 1 0 0,-1 0-1 0 0,-2 0 1 0 0,-1 1-1 0 0,-1 0 1 0 0,-1 0-1 0 0,-2 0 1 0 0,0 2-1 0 0,-2-1 1 0 0,-1 1-1 0 0,-28-38 1 0 0,28 44-344 0 0,-1 1 1 0 0,-1 1-1 0 0,-1 0 0 0 0,0 1 1 0 0,-1 1-1 0 0,-1 1 1 0 0,0 0-1 0 0,-1 1 1 0 0,0 2-1 0 0,-1 0 1 0 0,0 1-1 0 0,-1 1 0 0 0,0 0 1 0 0,-1 2-1 0 0,-36-6 1 0 0,30 8 130 0 0,-290-39 2396 0 0,261 39-2565 0 0,-1 3 1 0 0,1 2-1 0 0,-87 12 0 0 0,127-9-446 0 0,0 2-1 0 0,0 0 1 0 0,1 1-1 0 0,-1 0 1 0 0,1 2-1 0 0,1 0 1 0 0,-28 18 0 0 0,-5 9-405 0 0,-46 43 1 0 0,19-15 594 0 0,62-52 110 0 0,-97 82-166 0 0,97-79 360 0 0,-1 1 1 0 0,2 1 0 0 0,0 1-1 0 0,1 0 1 0 0,-10 18 0 0 0,4 1 204 0 0,1 0 0 0 0,2 2 0 0 0,2-1 0 0 0,-17 77 0 0 0,19-48-163 0 0,3 0-1 0 0,0 79 0 0 0,-5 147-159 0 0,3-87-38 0 0,9-87 518 0 0,6 0 0 0 0,4 0 0 0 0,41 189 0 0 0,-40-267-449 0 0,2 1 0 0 0,2-1 1 0 0,1-1-1 0 0,2-1 0 0 0,2 0 0 0 0,1-1 0 0 0,2-1 0 0 0,46 57 0 0 0,66 101 249 0 0,-3-3 141 0 0,-107-163-461 0 0,0-1 1 0 0,2-1-1 0 0,1-2 1 0 0,52 38 0 0 0,131 65 48 0 0,-159-99-70 0 0,137 71-61 0 0,-156-85 56 0 0,0-2 0 0 0,1 0 0 0 0,0-3 0 0 0,39 7 1 0 0,-22-8 23 0 0,1-2 0 0 0,0-2 0 0 0,0-3 0 0 0,0-2 1 0 0,0-2-1 0 0,-1-2 0 0 0,1-2 0 0 0,49-15 1 0 0,-27 2 98 0 0,-1-3 0 0 0,92-45 1 0 0,-134 54-72 0 0,-1-2 1 0 0,-1-1-1 0 0,-1-2 1 0 0,-1 0-1 0 0,0-2 1 0 0,-1-1-1 0 0,42-49 1 0 0,-38 33-23 0 0,-2-2 0 0 0,-1-1 0 0 0,-3-2 0 0 0,-1 0 0 0 0,-2-1 0 0 0,-2-1 0 0 0,21-83 0 0 0,-7-17 71 0 0,15-176 0 0 0,-38 250 56 0 0,15-164-93 0 0,-22 182-43 0 0,-2 1 0 0 0,-10-80 0 0 0,-8 25-24 0 0,-55-178-1 0 0,-60-95 748 0 0,122 348-894 0 0,-19-48-43 0 0,-62-121 0 0 0,79 177 237 0 0,-2 1 0 0 0,0 0-1 0 0,-2 1 1 0 0,0 1-1 0 0,-1 0 1 0 0,-1 1 0 0 0,-2 1-1 0 0,1 2 1 0 0,-27-18-1 0 0,-188-104-26 0 0,132 86-6660 0 0,74 40-461 0 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8:52.7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2281 272 4145 0 0,'-5'-9'1160'0'0,"-2"0"0"0"0,1 1 0 0 0,-1 0 1 0 0,0 0-1 0 0,0 0 0 0 0,-10-6 0 0 0,5 5-267 0 0,-1 0 1 0 0,-1 0-1 0 0,-19-9 0 0 0,-8 1-514 0 0,-82-22 0 0 0,94 30-279 0 0,-205-47 808 0 0,171 42-601 0 0,9 4-542 0 0,-1 2-1 0 0,0 2 1 0 0,-69 3 0 0 0,-165 26 998 0 0,214-12-587 0 0,0 3-1 0 0,-87 29 1 0 0,122-29-428 0 0,1 1 0 0 0,0 2 0 0 0,2 2 0 0 0,0 1 0 0 0,-54 41 0 0 0,13 3-181 0 0,3 4 0 0 0,-109 126 0 0 0,166-171 569 0 0,2 0-1 0 0,0 0 1 0 0,1 2 0 0 0,2 0 0 0 0,1 0-1 0 0,0 1 1 0 0,2 1 0 0 0,1 0 0 0 0,1 0-1 0 0,2 1 1 0 0,1 0 0 0 0,-3 30 0 0 0,4 11 265 0 0,2 0 0 0 0,4 0 1 0 0,18 124-1 0 0,-16-171-351 0 0,0-1 1 0 0,2 0-1 0 0,0-1 0 0 0,2 1 0 0 0,0-1 1 0 0,1-1-1 0 0,1 1 0 0 0,0-1 0 0 0,2-1 1 0 0,0 0-1 0 0,1-1 0 0 0,1 0 0 0 0,1-1 1 0 0,0-1-1 0 0,20 15 0 0 0,326 242 922 0 0,-330-251-948 0 0,-1 0-37 0 0,1-1 0 0 0,1-1-1 0 0,1-2 1 0 0,0-1 0 0 0,1-2-1 0 0,1-1 1 0 0,0-2 0 0 0,0-2-1 0 0,1-1 1 0 0,0-1 0 0 0,69 3-1 0 0,593-47 254 0 0,-578 21-20 0 0,-1-5 1 0 0,-1-4-1 0 0,190-69 0 0 0,108-65-244 0 0,-328 119 16 0 0,-2-3 0 0 0,129-88 0 0 0,222-192 448 0 0,-421 310-386 0 0,0 0 0 0 0,-1 0 1 0 0,-1-2-1 0 0,0 0 1 0 0,-1 0-1 0 0,0-2 0 0 0,12-21 1 0 0,-18 25-32 0 0,0-1 1 0 0,-1 0 0 0 0,-1 1 0 0 0,-1-2-1 0 0,0 1 1 0 0,0-1 0 0 0,-1 1 0 0 0,-1-1-1 0 0,-1 0 1 0 0,0-23 0 0 0,-2 12-17 0 0,-1 1 0 0 0,-1 0 0 0 0,-2-1 0 0 0,0 1 0 0 0,-1 1 1 0 0,-2-1-1 0 0,-18-39 0 0 0,18 47-36 0 0,-1 0 0 0 0,-1 1 0 0 0,-1 0 0 0 0,-1 0-1 0 0,0 1 1 0 0,0 1 0 0 0,-2 0 0 0 0,0 1 0 0 0,0 0 0 0 0,-29-19 0 0 0,-9 2 50 0 0,0 2 0 0 0,-2 3 0 0 0,-1 2 0 0 0,0 2 0 0 0,-92-20-1 0 0,-299-35 56 0 0,328 60-480 0 0,13 3-699 0 0,0 4-1 0 0,0 5 1 0 0,0 5-1 0 0,-1 4 1 0 0,-106 20-1 0 0,157-16-4548 0 0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8:56.47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2505 972 9218 0 0,'-7'-27'388'0'0,"-11"-36"471"0"0,-47-114 0 0 0,55 157-579 0 0,0 0 0 0 0,-2 1 0 0 0,0 0 0 0 0,-1 1 0 0 0,0 1-1 0 0,-2 0 1 0 0,0 1 0 0 0,-1 0 0 0 0,-27-20 0 0 0,-62-39 1189 0 0,-110-87 231 0 0,142 96-1421 0 0,33 29-231 0 0,-74-55 0 0 0,99 82 36 0 0,-1 1 0 0 0,1 0 0 0 0,-1 1 0 0 0,0 1 0 0 0,-1 1 1 0 0,0 0-1 0 0,0 1 0 0 0,0 1 0 0 0,-24-3 0 0 0,17 5 82 0 0,0 1 0 0 0,1 1 1 0 0,-1 1-1 0 0,0 2 0 0 0,1 0 0 0 0,-1 1 1 0 0,1 2-1 0 0,-24 8 0 0 0,14-1-176 0 0,1 1 1 0 0,0 1-1 0 0,1 2 0 0 0,-52 38 0 0 0,16-1-409 0 0,4 2 0 0 0,1 4 0 0 0,-89 113 0 0 0,79-78 628 0 0,5 2 1 0 0,5 4 0 0 0,-86 186-1 0 0,84-138 350 0 0,7 2 0 0 0,-45 189 0 0 0,74-213-341 0 0,-17 190 1 0 0,16 135 374 0 0,18-251-546 0 0,-9 69-19 0 0,-6 135-2 0 0,25-352-26 0 0,3 0 0 0 0,3 0 0 0 0,1 0 0 0 0,3 0 0 0 0,3-1 0 0 0,1-1 0 0 0,32 78 0 0 0,-12-50 13 0 0,2-1 0 0 0,55 86 0 0 0,-70-133-10 0 0,2 0-1 0 0,1-1 0 0 0,1-1 0 0 0,2-2 0 0 0,0 0 1 0 0,2-2-1 0 0,46 33 0 0 0,-16-22-164 0 0,2-3 0 0 0,1-2-1 0 0,1-3 1 0 0,1-3 0 0 0,103 27 0 0 0,340 46-986 0 0,-411-82 1013 0 0,-9-3-154 0 0,1-3 0 0 0,0-3 0 0 0,125-8 1 0 0,-169-3 191 0 0,0-1 1 0 0,-1-2-1 0 0,0-2 1 0 0,0-2-1 0 0,-1-2 1 0 0,0-2-1 0 0,-1-1 1 0 0,74-42-1 0 0,-38 9 485 0 0,-1-2-1 0 0,89-82 1 0 0,-123 95-197 0 0,-2-2 0 0 0,-2-1-1 0 0,-1-3 1 0 0,-3 0 0 0 0,29-51 0 0 0,-10 5-128 0 0,-5-3 1 0 0,-3-2 0 0 0,-5-2 0 0 0,-4-2 0 0 0,-4-1 0 0 0,-5-1 0 0 0,19-138-1 0 0,2-550-51 0 0,-49 686 106 0 0,-4 0-1 0 0,-5 0 0 0 0,-4 1 0 0 0,-5 1 1 0 0,-41-125-1 0 0,22 113 175 0 0,-5 1 1 0 0,-5 2-1 0 0,-5 3 1 0 0,-84-125-1 0 0,83 153-247 0 0,-2 2-1 0 0,-5 3 0 0 0,-2 3 1 0 0,-3 3-1 0 0,-3 3 0 0 0,-3 2 1 0 0,-96-61-1 0 0,104 83-388 0 0,-1 3 1 0 0,-122-50-1 0 0,176 83-294 0 0,-1 0 0 0 0,0 2 0 0 0,-21-4-1 0 0,1 4-6443 0 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8:58.13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2701 1074 11522 0 0,'8'-21'899'0'0,"0"0"-1"0"0,-1-1 0 0 0,7-44 0 0 0,-7 31-594 0 0,-2 12-94 0 0,24-126 91 0 0,-26 125-509 0 0,-1 0 1 0 0,-1-1-1 0 0,0 1 0 0 0,-5-29 0 0 0,3 46 312 0 0,-1 1 0 0 0,0-1 0 0 0,0 0-1 0 0,-1 1 1 0 0,0-1 0 0 0,0 1 0 0 0,0 0 0 0 0,-1 0-1 0 0,0 0 1 0 0,0 0 0 0 0,-1 1 0 0 0,1-1 0 0 0,-10-6-1 0 0,-7-6 715 0 0,-1 1 0 0 0,-28-17 0 0 0,9 6-207 0 0,10 7-489 0 0,-1 0 0 0 0,-1 3 0 0 0,0 0 0 0 0,-2 2 0 0 0,0 2 0 0 0,0 1 0 0 0,-2 2 0 0 0,1 1 0 0 0,-64-8-1 0 0,30 11-287 0 0,-1 3-1 0 0,1 3 0 0 0,0 3 1 0 0,0 3-1 0 0,-136 28 0 0 0,111-13 34 0 0,16-5-186 0 0,1 3 0 0 0,1 4 1 0 0,-102 43-1 0 0,43 0-751 0 0,-224 149-1 0 0,244-138 1083 0 0,40-29-155 0 0,-96 81 1 0 0,147-105 140 0 0,0 1 1 0 0,2 2-1 0 0,1 0 0 0 0,1 1 1 0 0,2 1-1 0 0,0 0 0 0 0,2 2 1 0 0,2 0-1 0 0,0 1 0 0 0,2 1 1 0 0,-11 40-1 0 0,17-48-19 0 0,2-1 1 0 0,0 1-1 0 0,2 0 1 0 0,1 0-1 0 0,1 0 1 0 0,0 0-1 0 0,2 1 1 0 0,1-1-1 0 0,1 0 1 0 0,1 0-1 0 0,1-1 0 0 0,1 1 1 0 0,1-1-1 0 0,2 0 1 0 0,0-1-1 0 0,19 34 1 0 0,-19-41 58 0 0,0 0 0 0 0,1-1 1 0 0,1 0-1 0 0,0 0 1 0 0,1-1-1 0 0,0-1 1 0 0,1 0-1 0 0,1-1 0 0 0,-1-1 1 0 0,2 0-1 0 0,0 0 1 0 0,0-1-1 0 0,0-1 1 0 0,1-1-1 0 0,17 6 0 0 0,51 12-145 0 0,167 26 0 0 0,-70-18 403 0 0,-69-13-396 0 0,1-5-1 0 0,1-4 1 0 0,0-6 0 0 0,0-4 0 0 0,173-22-1 0 0,145-58-25 0 0,-346 58 832 0 0,0-5 0 0 0,153-67 0 0 0,145-115 1083 0 0,-305 158-1389 0 0,-3-4 0 0 0,-2-3 0 0 0,-2-3 0 0 0,123-135 0 0 0,-161 156-330 0 0,-2-1-1 0 0,-2-2 1 0 0,-2-1-1 0 0,-2-2 1 0 0,-1 0-1 0 0,-3-2 1 0 0,-2 0-1 0 0,-1-1 1 0 0,-3-1-1 0 0,15-79 1 0 0,-28 97-37 0 0,0-1 0 0 0,-2 0 1 0 0,-2 1-1 0 0,-1-1 0 0 0,-1 1 1 0 0,-1-1-1 0 0,-2 1 0 0 0,-2 0 1 0 0,0 1-1 0 0,-2 0 0 0 0,-1 0 1 0 0,-2 1-1 0 0,-18-32 0 0 0,22 48-28 0 0,0 0-1 0 0,-1 1 0 0 0,0 0 1 0 0,-1 0-1 0 0,0 1 0 0 0,-1 1 1 0 0,0 0-1 0 0,-1 0 0 0 0,-27-15 1 0 0,19 15-1 0 0,-1 0 0 0 0,0 1 0 0 0,0 2 0 0 0,-1 0 1 0 0,-45-7-1 0 0,1 8-102 0 0,-1 3 0 0 0,1 3 0 0 0,-114 14 1 0 0,87-2-776 0 0,1 4 0 0 0,-99 32 1 0 0,-173 82-5048 0 0,273-90 735 0 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9:19.55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60 391 8290 0 0,'-1'0'133'0'0,"-1"1"1"0"0,1 0 0 0 0,-1-1-1 0 0,1 1 1 0 0,0 0 0 0 0,-1-1-1 0 0,1 1 1 0 0,0 0 0 0 0,0 0-1 0 0,0 0 1 0 0,-1 0 0 0 0,1 0 0 0 0,0 0-1 0 0,0 1 1 0 0,0-1 0 0 0,1 0-1 0 0,-1 1 1 0 0,0-1 0 0 0,0 0-1 0 0,0 3 1 0 0,-15 33 1191 0 0,15-33-1243 0 0,-4 12 110 0 0,1-1 1 0 0,1 1-1 0 0,0 0 1 0 0,1 0-1 0 0,1 1 0 0 0,1-1 1 0 0,0 0-1 0 0,1 0 0 0 0,0 0 1 0 0,6 20-1 0 0,0-2-140 0 0,2-1 0 0 0,2-1-1 0 0,26 59 1 0 0,-25-66 67 0 0,1 0 0 0 0,2 0 0 0 0,0-1 0 0 0,1-1 0 0 0,2-1 0 0 0,0 0 0 0 0,38 34 0 0 0,-45-48-55 0 0,-1 0 1 0 0,1 0-1 0 0,0-1 1 0 0,0-1-1 0 0,1 0 0 0 0,0 0 1 0 0,0-1-1 0 0,0 0 0 0 0,1-1 1 0 0,0-1-1 0 0,0 0 1 0 0,0-1-1 0 0,0 0 0 0 0,0-1 1 0 0,0-1-1 0 0,0 0 1 0 0,0 0-1 0 0,26-5 0 0 0,-29 3-21 0 0,0-1 1 0 0,0 1-1 0 0,1-2 0 0 0,-2 0 0 0 0,1 0 0 0 0,0 0 1 0 0,-1-1-1 0 0,0-1 0 0 0,0 0 0 0 0,0 0 0 0 0,-1 0 1 0 0,0-1-1 0 0,13-15 0 0 0,-12 11 47 0 0,-2 0 0 0 0,1-1 0 0 0,-1 0 0 0 0,-1 0 0 0 0,0 0 0 0 0,-1-1 0 0 0,-1 0 0 0 0,0 0 0 0 0,0 0 0 0 0,2-19 0 0 0,-1-10 85 0 0,-2 0 0 0 0,-1 0 0 0 0,-2 0-1 0 0,-3 0 1 0 0,-1 0 0 0 0,-1 0 0 0 0,-3 1-1 0 0,-2 0 1 0 0,-1 0 0 0 0,-2 1 0 0 0,-1 1 0 0 0,-3 0-1 0 0,-1 1 1 0 0,-2 1 0 0 0,-1 1 0 0 0,-2 1-1 0 0,-1 0 1 0 0,-2 2 0 0 0,-52-51 0 0 0,71 77-172 0 0,0 1-1 0 0,-1 0 1 0 0,0 0 0 0 0,-1 0 0 0 0,1 1-1 0 0,-1 0 1 0 0,0 1 0 0 0,0 0 0 0 0,0 0 0 0 0,-1 1-1 0 0,-10-2 1 0 0,14 4 1 0 0,-1 0 0 0 0,1 1 1 0 0,0 0-1 0 0,0 0 0 0 0,0 1 0 0 0,0-1 0 0 0,0 1 0 0 0,0 1 0 0 0,0-1 1 0 0,0 1-1 0 0,0 0 0 0 0,1 0 0 0 0,-1 1 0 0 0,0 0 0 0 0,1 0 0 0 0,0 0 0 0 0,0 0 1 0 0,-9 9-1 0 0,1 0-310 0 0,1 1 0 0 0,1 0 1 0 0,0 1-1 0 0,1 0 0 0 0,0 1 0 0 0,1 0 1 0 0,1 0-1 0 0,0 1 0 0 0,2 0 0 0 0,-1 1 1 0 0,-5 25-1 0 0,5-7-6475 0 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9:19.82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23 5529 0 0,'1'-2'175'0'0,"0"1"0"0"0,0-1 0 0 0,0 1 0 0 0,0-1 0 0 0,0 1 0 0 0,1-1-1 0 0,-1 1 1 0 0,0 0 0 0 0,1 0 0 0 0,-1 0 0 0 0,1 0 0 0 0,-1 0 0 0 0,1 0 0 0 0,-1 0 0 0 0,1 0-1 0 0,-1 1 1 0 0,1-1 0 0 0,0 1 0 0 0,0-1 0 0 0,-1 1 0 0 0,1 0 0 0 0,0-1 0 0 0,0 1 0 0 0,-1 0 0 0 0,4 0-1 0 0,51 4 3553 0 0,-45-3-2966 0 0,173 37 5003 0 0,-63-10-5334 0 0,-97-22-511 0 0,-8-2 63 0 0,1-1 0 0 0,-1-1 0 0 0,25 2-1 0 0,-38-4-161 0 0,0 0 0 0 0,0 0 0 0 0,0 0 0 0 0,0-1 0 0 0,0 1 0 0 0,0-1 0 0 0,0 1 0 0 0,0-1 0 0 0,0 0 0 0 0,0 0-1 0 0,0 0 1 0 0,-1-1 0 0 0,1 1 0 0 0,-1-1 0 0 0,1 1 0 0 0,-1-1 0 0 0,1 0 0 0 0,-1 0 0 0 0,0 0 0 0 0,0 0 0 0 0,0 0-1 0 0,0-1 1 0 0,0 1 0 0 0,0-1 0 0 0,1-3 0 0 0,2-8-1307 0 0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9:19.9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50 0 8754 0 0,'-5'3'9'0'0,"1"-2"162"0"0,0 1 0 0 0,0 0 0 0 0,0 0 0 0 0,1 1-1 0 0,-1-1 1 0 0,1 1 0 0 0,-4 3 0 0 0,5-4-10 0 0,1 0 0 0 0,0 1 0 0 0,0-1 0 0 0,0 0 0 0 0,0 1 0 0 0,0-1 0 0 0,0 1-1 0 0,0-1 1 0 0,1 1 0 0 0,0-1 0 0 0,-1 1 0 0 0,1-1 0 0 0,0 1 0 0 0,0 3 0 0 0,3 27 537 0 0,1 0 1 0 0,2-1-1 0 0,1 0 0 0 0,2 0 0 0 0,15 39 1 0 0,-4-12-205 0 0,42 109 134 0 0,-9-61-2981 0 0,-39-84-3284 0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9:20.39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1 196 10138 0 0,'0'-1'83'0'0,"0"0"1"0"0,0 0-1 0 0,0 0 0 0 0,0 1 1 0 0,1-1-1 0 0,-1 0 0 0 0,0 0 0 0 0,0 0 1 0 0,1 1-1 0 0,-1-1 0 0 0,0 0 1 0 0,1 0-1 0 0,-1 1 0 0 0,1-1 0 0 0,-1 0 1 0 0,1 1-1 0 0,-1-1 0 0 0,1 1 1 0 0,-1-1-1 0 0,1 1 0 0 0,0-1 0 0 0,-1 1 1 0 0,1-1-1 0 0,0 1 0 0 0,0-1 1 0 0,-1 1-1 0 0,1 0 0 0 0,0 0 0 0 0,0-1 1 0 0,-1 1-1 0 0,1 0 0 0 0,0 0 0 0 0,1 0 1 0 0,0-1 66 0 0,-1 1 0 0 0,0 0-1 0 0,1 0 1 0 0,-1 0 0 0 0,0 1 0 0 0,1-1 0 0 0,-1 0 0 0 0,0 0 0 0 0,0 1 0 0 0,1-1 0 0 0,-1 1 0 0 0,0-1-1 0 0,0 1 1 0 0,0 0 0 0 0,1-1 0 0 0,-1 1 0 0 0,0 0 0 0 0,0 0 0 0 0,0 0 0 0 0,0 0 0 0 0,1 1-1 0 0,9 16 936 0 0,0 1 0 0 0,14 39-1 0 0,-17-38-859 0 0,1 0-1 0 0,1 0 1 0 0,21 31-1 0 0,-28-46-220 0 0,1-1 0 0 0,0 1 0 0 0,0-1 0 0 0,1 0-1 0 0,-1 0 1 0 0,1 0 0 0 0,0 0 0 0 0,0-1 0 0 0,0 0 0 0 0,0 0 0 0 0,1 0-1 0 0,-1-1 1 0 0,1 0 0 0 0,0 0 0 0 0,-1 0 0 0 0,1-1 0 0 0,0 0 0 0 0,6 1-1 0 0,-9-2-6 0 0,0 1 0 0 0,0-1 0 0 0,0 0 0 0 0,0-1 0 0 0,0 1 0 0 0,0 0 0 0 0,0-1-1 0 0,0 0 1 0 0,0 0 0 0 0,0 0 0 0 0,0 0 0 0 0,-1 0 0 0 0,1 0 0 0 0,0-1 0 0 0,-1 1-1 0 0,1-1 1 0 0,-1 0 0 0 0,3-2 0 0 0,-2 1-4 0 0,1-1 1 0 0,-1 0-1 0 0,-1 0 1 0 0,1 0-1 0 0,0 0 1 0 0,-1-1-1 0 0,0 1 1 0 0,0-1-1 0 0,0 1 1 0 0,1-6-1 0 0,1-10-20 0 0,-1 0-1 0 0,0-1 0 0 0,-2 1 1 0 0,0-23-1 0 0,-1 42 28 0 0,2-256 513 0 0,0 263-260 0 0,0-1-1 0 0,-1 1 1 0 0,2 0-1 0 0,-1-1 1 0 0,1 0-1 0 0,5 10 1 0 0,6 10-68 0 0,35 106 53 0 0,53 220 0 0 0,-81-254-1846 0 0,-14-51-6114 0 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9:20.85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190 155 8754 0 0,'-8'-8'589'0'0,"0"0"-1"0"0,-1 1 1 0 0,0 0-1 0 0,0 0 1 0 0,-1 1 0 0 0,-16-8-1 0 0,24 13-454 0 0,0 0 0 0 0,-1 0 0 0 0,1 0 1 0 0,0 0-1 0 0,-1 0 0 0 0,1 1 0 0 0,-1 0 0 0 0,1-1 0 0 0,-1 1 0 0 0,0 0 0 0 0,1 0 0 0 0,-1 0 0 0 0,1 0 0 0 0,-1 1 0 0 0,1-1 0 0 0,-1 1 0 0 0,1-1 0 0 0,-1 1 0 0 0,1 0 0 0 0,0 0 0 0 0,-1 0 0 0 0,1 0 0 0 0,0 1 0 0 0,0-1 0 0 0,0 1 0 0 0,0-1 0 0 0,0 1 0 0 0,0 0 1 0 0,0-1-1 0 0,0 1 0 0 0,1 0 0 0 0,-1 0 0 0 0,1 0 0 0 0,-1 1 0 0 0,0 1 0 0 0,-3 7 111 0 0,0-1 0 0 0,1 1 0 0 0,0 0 0 0 0,1 1 0 0 0,0-1 0 0 0,1 0 1 0 0,-1 19-1 0 0,2-23-230 0 0,0 0 0 0 0,1 0 1 0 0,0 1-1 0 0,1-1 1 0 0,-1 0-1 0 0,1 1 0 0 0,1-1 1 0 0,-1 0-1 0 0,1 0 1 0 0,1 0-1 0 0,-1 0 0 0 0,1-1 1 0 0,4 8-1 0 0,-6-13-19 0 0,0 1 1 0 0,0-1-1 0 0,0 0 0 0 0,0 0 0 0 0,0 1 0 0 0,0-1 0 0 0,0 0 0 0 0,0 0 0 0 0,0 0 1 0 0,1 0-1 0 0,-1 0 0 0 0,1 0 0 0 0,-1-1 0 0 0,0 1 0 0 0,1 0 0 0 0,-1-1 1 0 0,1 1-1 0 0,-1-1 0 0 0,1 0 0 0 0,0 1 0 0 0,-1-1 0 0 0,1 0 0 0 0,-1 0 0 0 0,3 0 1 0 0,-2-1-45 0 0,1 1 1 0 0,0-1 0 0 0,-1 0-1 0 0,0 0 1 0 0,1 0 0 0 0,-1-1-1 0 0,0 1 1 0 0,1-1 0 0 0,-1 1-1 0 0,0-1 1 0 0,0 0 0 0 0,0 1-1 0 0,2-4 1 0 0,3-3-210 0 0,-1 0 0 0 0,0-1 0 0 0,-1 1 0 0 0,1-1 0 0 0,-2-1 0 0 0,6-12 0 0 0,11-61-606 0 0,-18 67 866 0 0,0 0-1 0 0,0 1 1 0 0,2 0-1 0 0,0-1 1 0 0,1 2-1 0 0,0-1 1 0 0,1 1 0 0 0,13-21-1 0 0,-19 33 49 0 0,1 1-1 0 0,-1-1 1 0 0,0 1-1 0 0,1-1 1 0 0,-1 1-1 0 0,0 0 1 0 0,1-1-1 0 0,0 1 1 0 0,-1 0-1 0 0,1 0 1 0 0,0 0-1 0 0,0 0 1 0 0,-1 0-1 0 0,1 1 1 0 0,0-1-1 0 0,0 0 1 0 0,0 1-1 0 0,0 0 1 0 0,0-1-1 0 0,0 1 1 0 0,0 0-1 0 0,0 0 1 0 0,4 0-1 0 0,-3 1 73 0 0,0 0 0 0 0,1 1-1 0 0,-1-1 1 0 0,1 1-1 0 0,-1-1 1 0 0,0 1 0 0 0,0 0-1 0 0,0 0 1 0 0,0 1 0 0 0,0-1-1 0 0,-1 0 1 0 0,4 4 0 0 0,3 6 237 0 0,0-1 0 0 0,0 2 0 0 0,-1-1 0 0 0,0 1 0 0 0,7 19 0 0 0,-8-14-257 0 0,0 0 1 0 0,-2 0 0 0 0,0 1 0 0 0,-1-1-1 0 0,-1 1 1 0 0,-1 0 0 0 0,-1 0 0 0 0,-1 37-1 0 0,-1-44-144 0 0,-1 0-1 0 0,0-1 0 0 0,0 0 1 0 0,-1 1-1 0 0,0-1 0 0 0,-1 0 1 0 0,0 0-1 0 0,-1-1 0 0 0,0 1 0 0 0,-1-1 1 0 0,0 0-1 0 0,-1-1 0 0 0,0 1 1 0 0,0-1-1 0 0,-17 15 0 0 0,14-16-641 0 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9:21.5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22 684 3393 0 0,'1'-7'171'0'0,"0"0"0"0"0,1 0 0 0 0,-1 1-1 0 0,2-1 1 0 0,-1 1 0 0 0,6-11 0 0 0,3-12 1272 0 0,-1-5-406 0 0,-1 0 0 0 0,-2-1 0 0 0,-2 1 0 0 0,-1-2 0 0 0,-1 1 0 0 0,-3 0 0 0 0,-2-38 0 0 0,1 70-1021 0 0,1-1-1 0 0,-1 0 1 0 0,0 0-1 0 0,0 1 1 0 0,0-1-1 0 0,-1 0 1 0 0,1 1-1 0 0,-1-1 1 0 0,0 1-1 0 0,0 0 1 0 0,-4-6-1 0 0,5 8-1 0 0,1 1 0 0 0,-1-1 0 0 0,1 1-1 0 0,-1-1 1 0 0,0 1 0 0 0,1 0 0 0 0,-1-1 0 0 0,1 1 0 0 0,-1-1 0 0 0,0 1-1 0 0,0 0 1 0 0,1 0 0 0 0,-1-1 0 0 0,0 1 0 0 0,0 0 0 0 0,1 0-1 0 0,-1 0 1 0 0,0 0 0 0 0,0 0 0 0 0,1 0 0 0 0,-1 0 0 0 0,0 0 0 0 0,-1 1-1 0 0,0-1 65 0 0,1 1 0 0 0,-1 0-1 0 0,1 0 1 0 0,-1 0 0 0 0,1 0-1 0 0,-1 1 1 0 0,1-1 0 0 0,0 0-1 0 0,-1 1 1 0 0,1-1 0 0 0,0 0-1 0 0,0 1 1 0 0,0 0 0 0 0,-1 2-1 0 0,-3 5-26 0 0,1 0 0 0 0,0 0 0 0 0,1 0 0 0 0,0 1 0 0 0,0 0 0 0 0,1 0-1 0 0,1 0 1 0 0,-1 0 0 0 0,2 0 0 0 0,-1 0 0 0 0,1 0 0 0 0,1 0 0 0 0,0 0-1 0 0,0 0 1 0 0,1 0 0 0 0,0-1 0 0 0,1 1 0 0 0,7 18 0 0 0,-6-19-16 0 0,0 0 1 0 0,0 0 0 0 0,1-1-1 0 0,0 0 1 0 0,1 0 0 0 0,0 0 0 0 0,0 0-1 0 0,0-1 1 0 0,1 0 0 0 0,0 0-1 0 0,1-1 1 0 0,-1 0 0 0 0,1 0 0 0 0,1-1-1 0 0,-1 0 1 0 0,1 0 0 0 0,0-1-1 0 0,0 0 1 0 0,15 4 0 0 0,-22-8-35 0 0,0 1 0 0 0,0-1 1 0 0,0 0-1 0 0,0 1 0 0 0,0-1 0 0 0,0 0 1 0 0,1 0-1 0 0,-1-1 0 0 0,0 1 1 0 0,0 0-1 0 0,0-1 0 0 0,0 1 0 0 0,0-1 1 0 0,0 0-1 0 0,-1 1 0 0 0,1-1 1 0 0,0 0-1 0 0,3-3 0 0 0,-2 2 5 0 0,0 0-1 0 0,-1-1 1 0 0,1 0-1 0 0,-1 0 1 0 0,0 0-1 0 0,0 0 1 0 0,0 0-1 0 0,0 0 0 0 0,0 0 1 0 0,1-4-1 0 0,2-9 34 0 0,-1-1-1 0 0,0 1 0 0 0,3-30 0 0 0,-5 31-11 0 0,5-47 185 0 0,-7 44-109 0 0,2 0-1 0 0,0 1 0 0 0,1-1 0 0 0,0 1 1 0 0,2 0-1 0 0,12-32 0 0 0,-17 47-85 0 0,1 1 1 0 0,0-1-1 0 0,-1 1 1 0 0,1-1-1 0 0,0 1 1 0 0,0 0-1 0 0,0-1 1 0 0,0 1-1 0 0,0 0 0 0 0,0-1 1 0 0,0 1-1 0 0,0 0 1 0 0,0 0-1 0 0,1 0 1 0 0,-1 0-1 0 0,0 0 1 0 0,1 0-1 0 0,-1 1 1 0 0,1-1-1 0 0,-1 0 0 0 0,1 1 1 0 0,-1-1-1 0 0,1 1 1 0 0,0-1-1 0 0,-1 1 1 0 0,1 0-1 0 0,-1 0 1 0 0,1 0-1 0 0,0 0 0 0 0,-1 0 1 0 0,1 0-1 0 0,0 0 1 0 0,-1 0-1 0 0,1 1 1 0 0,-1-1-1 0 0,1 1 1 0 0,-1-1-1 0 0,1 1 0 0 0,-1 0 1 0 0,1-1-1 0 0,-1 1 1 0 0,1 0-1 0 0,1 2 1 0 0,7 5 54 0 0,0 0 1 0 0,-1 1-1 0 0,0 1 1 0 0,14 18 0 0 0,-4-5 348 0 0,-17-21-399 0 0,35 33 277 0 0,-35-33-289 0 0,0-1 0 0 0,-1 1-1 0 0,1-1 1 0 0,0 0 0 0 0,0 1-1 0 0,0-1 1 0 0,0 0 0 0 0,0 0-1 0 0,0 0 1 0 0,0-1-1 0 0,0 1 1 0 0,1 0 0 0 0,-1-1-1 0 0,0 0 1 0 0,0 1 0 0 0,1-1-1 0 0,-1 0 1 0 0,4 0-1 0 0,-5-1-5 0 0,-1 1 0 0 0,1-1-1 0 0,0 1 1 0 0,-1-1 0 0 0,1 0-1 0 0,-1 1 1 0 0,1-1 0 0 0,-1 0-1 0 0,1 1 1 0 0,-1-1 0 0 0,1 0-1 0 0,-1 1 1 0 0,0-1 0 0 0,1 0-1 0 0,-1 0 1 0 0,0 0 0 0 0,0 1-1 0 0,1-1 1 0 0,-1 0-1 0 0,0 0 1 0 0,0 0 0 0 0,0 1-1 0 0,0-1 1 0 0,0-2 0 0 0,-3-26 170 0 0,2 19-103 0 0,-1-14 71 0 0,-1-17 225 0 0,3-41 0 0 0,0 72-334 0 0,1-1 0 0 0,1 1-1 0 0,-1 0 1 0 0,2-1-1 0 0,-1 1 1 0 0,1 0 0 0 0,1 0-1 0 0,0 1 1 0 0,7-13-1 0 0,-10 20-27 0 0,0 1-1 0 0,0-1 1 0 0,0 1-1 0 0,0-1 0 0 0,0 1 1 0 0,1-1-1 0 0,-1 1 1 0 0,1 0-1 0 0,-1 0 0 0 0,1-1 1 0 0,-1 1-1 0 0,1 1 1 0 0,-1-1-1 0 0,1 0 0 0 0,0 0 1 0 0,0 0-1 0 0,0 1 0 0 0,-1-1 1 0 0,1 1-1 0 0,0 0 1 0 0,0-1-1 0 0,0 1 0 0 0,0 0 1 0 0,0 0-1 0 0,0 0 1 0 0,0 0-1 0 0,-1 0 0 0 0,1 1 1 0 0,0-1-1 0 0,0 1 1 0 0,0-1-1 0 0,0 1 0 0 0,-1 0 1 0 0,1-1-1 0 0,3 3 0 0 0,6 4 16 0 0,0 0 0 0 0,0 0 0 0 0,-1 1 0 0 0,13 13 0 0 0,0-1 29 0 0,129 82-1879 0 0,-47-34-2328 0 0,-70-43 3627 0 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9:22.1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214 0 8754 0 0,'-5'4'288'0'0,"0"-1"1"0"0,0 1 0 0 0,0 0-1 0 0,1 1 1 0 0,-1-1 0 0 0,1 1-1 0 0,0 0 1 0 0,0 0-1 0 0,1 0 1 0 0,-1 1 0 0 0,-4 10-1 0 0,2-6-54 0 0,-18 32 420 0 0,2 1 1 0 0,1 1 0 0 0,3 1-1 0 0,1 0 1 0 0,3 1 0 0 0,2 1-1 0 0,-9 62 1 0 0,20-102-545 0 0,0 0 1 0 0,1 0 0 0 0,0 0-1 0 0,0 0 1 0 0,0 0 0 0 0,1 0-1 0 0,0 0 1 0 0,1 0-1 0 0,2 7 1 0 0,-3-12-86 0 0,0 0-1 0 0,0 0 1 0 0,0 0 0 0 0,0 0 0 0 0,1 0-1 0 0,-1 0 1 0 0,0-1 0 0 0,1 1-1 0 0,0 0 1 0 0,-1-1 0 0 0,1 1 0 0 0,0-1-1 0 0,0 0 1 0 0,0 1 0 0 0,0-1-1 0 0,0 0 1 0 0,0 0 0 0 0,0 0 0 0 0,0-1-1 0 0,1 1 1 0 0,-1 0 0 0 0,0-1-1 0 0,0 0 1 0 0,1 1 0 0 0,-1-1 0 0 0,0 0-1 0 0,0 0 1 0 0,1 0 0 0 0,-1 0-1 0 0,4-1 1 0 0,15-3 32 0 0,-1-1 0 0 0,1 0 1 0 0,-1-1-1 0 0,24-12 0 0 0,-27 11-8 0 0,0 0 0 0 0,0 1 0 0 0,1 1 0 0 0,0 1 0 0 0,35-5 0 0 0,-51 9-46 0 0,0 0-1 0 0,0 0 0 0 0,0 0 0 0 0,1 0 0 0 0,-1 0 1 0 0,0 0-1 0 0,0 0 0 0 0,0 1 0 0 0,0-1 1 0 0,0 1-1 0 0,0 0 0 0 0,0-1 0 0 0,0 1 0 0 0,0 0 1 0 0,0 0-1 0 0,-1 0 0 0 0,1 0 0 0 0,0 1 1 0 0,0-1-1 0 0,-1 0 0 0 0,1 1 0 0 0,-1-1 0 0 0,1 1 1 0 0,-1-1-1 0 0,0 1 0 0 0,1 2 0 0 0,0-1 3 0 0,-2 0 0 0 0,1 0 0 0 0,0 1 0 0 0,-1-1 0 0 0,1 0 0 0 0,-1 1 0 0 0,0-1 0 0 0,0 0 0 0 0,-1 1 0 0 0,1-1 0 0 0,-1 0 0 0 0,1 0 0 0 0,-1 1-1 0 0,0-1 1 0 0,0 0 0 0 0,-2 3 0 0 0,-7 19 111 0 0,-2-1-1 0 0,0 0 1 0 0,-2-1-1 0 0,0-1 0 0 0,-2 0 1 0 0,0-1-1 0 0,-2-1 1 0 0,-33 31-1 0 0,36-38-940 0 0,-1 0-1 0 0,-1-2 1 0 0,-33 19-1 0 0,29-20-5761 0 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9:22.57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88 2 2761 0 0,'-1'0'177'0'0,"1"0"0"0"0,-1-1 0 0 0,0 1 0 0 0,0 0 1 0 0,0 0-1 0 0,0 0 0 0 0,0 0 0 0 0,0 0 0 0 0,0 0 1 0 0,0 0-1 0 0,0 0 0 0 0,0 0 0 0 0,0 0 0 0 0,0 1 1 0 0,0-1-1 0 0,0 0 0 0 0,1 1 0 0 0,-1-1 0 0 0,0 0 1 0 0,0 1-1 0 0,0-1 0 0 0,0 1 0 0 0,1 0 0 0 0,-1-1 1 0 0,0 1-1 0 0,1 0 0 0 0,-1-1 0 0 0,0 1 0 0 0,1 0 1 0 0,-1 0-1 0 0,0 1 0 0 0,-20 25 3140 0 0,15-17-2668 0 0,1 1 0 0 0,0 1 1 0 0,0-1-1 0 0,1 0 0 0 0,1 1 1 0 0,0 0-1 0 0,-2 23 0 0 0,3-20-496 0 0,1 0 0 0 0,1 1 0 0 0,0-1-1 0 0,1 0 1 0 0,1 0 0 0 0,0 1 0 0 0,1-1-1 0 0,1 0 1 0 0,0-1 0 0 0,7 15 0 0 0,-10-27-154 0 0,0 0 0 0 0,0 0 0 0 0,0 0 0 0 0,0 0 0 0 0,0 0 0 0 0,0 0 0 0 0,1-1 0 0 0,-1 1 0 0 0,1 0 0 0 0,-1-1 0 0 0,1 1 0 0 0,-1-1-1 0 0,1 0 1 0 0,0 1 0 0 0,0-1 0 0 0,0 0 0 0 0,0 0 0 0 0,0 0 0 0 0,0-1 0 0 0,0 1 0 0 0,2 0 0 0 0,-3-1-28 0 0,1 0 0 0 0,-1 0 0 0 0,1 0 0 0 0,-1-1 0 0 0,0 1 0 0 0,1-1 0 0 0,-1 1 0 0 0,0-1 1 0 0,1 1-1 0 0,-1-1 0 0 0,0 0 0 0 0,0 0 0 0 0,1 0 0 0 0,-1 1 0 0 0,0-1 0 0 0,0 0 0 0 0,0 0 0 0 0,0-1 0 0 0,0 1 0 0 0,-1 0 0 0 0,1 0 0 0 0,0 0 0 0 0,0 0 0 0 0,-1-1 0 0 0,1 1 0 0 0,-1 0 0 0 0,1-1 0 0 0,-1 1 0 0 0,1-1 0 0 0,-1 1 0 0 0,0 0 0 0 0,0-3 0 0 0,4-15-307 0 0,-1 0 1 0 0,-1-1-1 0 0,-1-28 1 0 0,-2 31 294 0 0,2-1 1 0 0,0 0-1 0 0,1 1 1 0 0,6-27-1 0 0,-8 43 58 0 0,1-1 0 0 0,-1 1 0 0 0,0-1 0 0 0,1 1 0 0 0,-1 0 0 0 0,1-1 0 0 0,0 1 0 0 0,-1-1 0 0 0,1 1 0 0 0,0 0 0 0 0,0 0 0 0 0,0-1 0 0 0,0 1 0 0 0,0 0 0 0 0,0 0 0 0 0,0 0 0 0 0,1 0 0 0 0,-1 0 0 0 0,0 0 0 0 0,0 0 0 0 0,1 1 0 0 0,1-2 0 0 0,-2 2 42 0 0,1 0 0 0 0,-1 0 0 0 0,1 0 0 0 0,0 0-1 0 0,-1 0 1 0 0,1 1 0 0 0,-1-1 0 0 0,1 0 0 0 0,-1 1 0 0 0,1 0-1 0 0,-1-1 1 0 0,1 1 0 0 0,-1 0 0 0 0,0-1 0 0 0,1 1-1 0 0,-1 0 1 0 0,2 2 0 0 0,5 4 354 0 0,0 1 0 0 0,0 0 0 0 0,-1 1 0 0 0,11 15 0 0 0,-8-8-35 0 0,1-1 0 0 0,0-1 1 0 0,26 25-1 0 0,-31-34-539 0 0,0 0-1 0 0,0-1 0 0 0,1 1 0 0 0,13 5 1 0 0,-14-7-631 0 0,1-1 1 0 0,-1 0-1 0 0,1 0 0 0 0,0-1 1 0 0,-1 1-1 0 0,10-1 1 0 0,11-1-5561 0 0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9:22.81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1 11979 0 0,'-1'1'127'0'0,"0"1"1"0"0,0 0-1 0 0,0-1 1 0 0,1 1-1 0 0,-1 0 1 0 0,1 0-1 0 0,-1-1 1 0 0,1 1-1 0 0,0 0 1 0 0,0 0-1 0 0,-1 0 1 0 0,1 0-1 0 0,1 0 1 0 0,-1-1-1 0 0,0 1 1 0 0,0 0-1 0 0,1 0 1 0 0,-1 0-1 0 0,1-1 1 0 0,-1 1-1 0 0,1 0 1 0 0,0 0-1 0 0,0-1 1 0 0,1 3 0 0 0,28 48 1721 0 0,-23-42-1361 0 0,97 155 3627 0 0,-78-128-3711 0 0,48 55 0 0 0,16 22-157 0 0,95 163-910 0 0,-177-265 483 0 0,27 47-1165 0 0,-19-18-3720 0 0,-15-27 1867 0 0,-3-5-31 0 0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9:22.9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22 183 13827 0 0,'-12'3'608'0'0,"8"-3"128"0"0,1 0-584 0 0,0 0-152 0 0,3-2 0 0 0,0 1 0 0 0,2-2 144 0 0,1-4 0 0 0,4-3 0 0 0,3-8 0 0 0,4 0 40 0 0,2-4 8 0 0,5 1 1 0 0,2-1-1 0 0,3 2-577 0 0,3 1-119 0 0,2 5-16 0 0,1 5-8 0 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9:23.1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0 17052 0 0,'-2'5'1512'0'0,"2"-4"-1208"0"0,0 0-240 0 0,0 1-64 0 0,0-1 504 0 0,0 1 88 0 0,0-1 16 0 0,2 1 9 0 0,0 1-521 0 0,0 1-96 0 0,1 0 0 0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9:26.9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24 3681 0 0,'24'-23'10250'0'0,"-24"23"-10101"0"0,13 195 2474 0 0,5 104-1866 0 0,-16-203-695 0 0,13 257-236 0 0,-14-347-26 0 0,-1-20-5816 0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9:27.30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4 333 920 0 0,'2'-19'749'0'0,"1"0"-1"0"0,1 0 0 0 0,1 0 1 0 0,1 1-1 0 0,0 0 0 0 0,1 0 0 0 0,12-21 1 0 0,-12 26-68 0 0,0 0-1 0 0,1 1 1 0 0,0 0 0 0 0,1 0 0 0 0,0 1-1 0 0,1 0 1 0 0,0 1 0 0 0,1 0 0 0 0,18-14-1 0 0,-23 20-511 0 0,0 0 0 0 0,0 0 0 0 0,0 1 0 0 0,1-1 0 0 0,-1 1 1 0 0,1 1-1 0 0,0-1 0 0 0,0 1 0 0 0,0 0 0 0 0,0 1 0 0 0,0 0 0 0 0,0 0 0 0 0,0 0 0 0 0,0 1 0 0 0,0 0 0 0 0,0 0 0 0 0,1 1 0 0 0,-1 0 0 0 0,0 0 0 0 0,0 1 0 0 0,8 3 0 0 0,-12-4-160 0 0,1 0-1 0 0,-1 1 1 0 0,0 0 0 0 0,0 0-1 0 0,0 0 1 0 0,-1 0 0 0 0,1 0 0 0 0,0 0-1 0 0,-1 1 1 0 0,0 0 0 0 0,1-1-1 0 0,-1 1 1 0 0,0 0 0 0 0,0 0-1 0 0,2 5 1 0 0,-2-2-7 0 0,0-1 0 0 0,0 1 0 0 0,0 0 1 0 0,-1 0-1 0 0,0 0 0 0 0,0 0 0 0 0,-1 1 0 0 0,0 7 0 0 0,-1 5-1 0 0,-2 1 0 0 0,0-1 0 0 0,-1 0 0 0 0,-9 28 0 0 0,-3-2 86 0 0,-3-1 0 0 0,-1-1 0 0 0,-2-1 1 0 0,-31 45-1 0 0,-123 148 325 0 0,129-182-332 0 0,97-61 907 0 0,-34 7-914 0 0,0 0 0 0 0,1 1 1 0 0,-1 0-1 0 0,0 2 0 0 0,0 0 0 0 0,17 4 1 0 0,96 32 585 0 0,-71-20-546 0 0,90 31-2058 0 0,-114-36-4831 0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9:27.72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193 5 5985 0 0,'-7'-2'450'0'0,"1"1"1"0"0,-1 0-1 0 0,0 1 0 0 0,0-1 0 0 0,1 1 0 0 0,-1 1 0 0 0,0-1 1 0 0,0 1-1 0 0,0 0 0 0 0,1 1 0 0 0,-1 0 0 0 0,1 0 0 0 0,-1 0 1 0 0,1 1-1 0 0,0 0 0 0 0,0 0 0 0 0,0 0 0 0 0,-7 6 0 0 0,7-4-306 0 0,1 0 0 0 0,0 1-1 0 0,0 0 1 0 0,0-1 0 0 0,1 1-1 0 0,-1 1 1 0 0,1-1 0 0 0,1 1 0 0 0,0-1-1 0 0,0 1 1 0 0,0 0 0 0 0,1 0-1 0 0,-1 1 1 0 0,2-1 0 0 0,-1 0-1 0 0,0 11 1 0 0,1-7-141 0 0,1-1 1 0 0,1 1-1 0 0,-1-1 1 0 0,2 1-1 0 0,-1-1 1 0 0,2 1-1 0 0,-1-1 1 0 0,1 0-1 0 0,1 0 1 0 0,7 16-1 0 0,-9-23-3 0 0,-1 0 0 0 0,1 1 0 0 0,0-1-1 0 0,0 0 1 0 0,0 0 0 0 0,0 0 0 0 0,1 0-1 0 0,-1-1 1 0 0,1 1 0 0 0,0-1 0 0 0,0 1 0 0 0,0-1-1 0 0,0 0 1 0 0,0 0 0 0 0,0 0 0 0 0,1 0-1 0 0,-1-1 1 0 0,1 0 0 0 0,-1 1 0 0 0,1-1 0 0 0,-1 0-1 0 0,1-1 1 0 0,0 1 0 0 0,-1-1 0 0 0,1 1-1 0 0,0-1 1 0 0,0 0 0 0 0,-1-1 0 0 0,1 1 0 0 0,0 0-1 0 0,-1-1 1 0 0,1 0 0 0 0,3-1 0 0 0,0-1 68 0 0,-1 0 0 0 0,1-1-1 0 0,-1 1 1 0 0,0-1 0 0 0,-1 0 0 0 0,1-1 0 0 0,-1 1 0 0 0,1-1 0 0 0,-1 0 0 0 0,-1-1 0 0 0,1 1 0 0 0,-1-1 0 0 0,0 0 0 0 0,0 0 0 0 0,-1 0 0 0 0,0 0 0 0 0,0-1 0 0 0,3-9 0 0 0,-3 8 13 0 0,0 0 1 0 0,-1 0 0 0 0,0-1-1 0 0,-1 1 1 0 0,0 0 0 0 0,0 0-1 0 0,-1-1 1 0 0,0 1 0 0 0,0 0-1 0 0,-1-1 1 0 0,0 1 0 0 0,0 0-1 0 0,-1-1 1 0 0,0 1 0 0 0,-5-11 0 0 0,3 11-26 0 0,-1 0 1 0 0,1 0 0 0 0,-1 1 0 0 0,-1-1 0 0 0,-11-11 0 0 0,15 16-228 0 0,-1 1-1 0 0,1 0 1 0 0,0 0-1 0 0,0 1 1 0 0,-1-1 0 0 0,1 0-1 0 0,-1 1 1 0 0,0-1-1 0 0,1 1 1 0 0,-1 0-1 0 0,0 0 1 0 0,0 0-1 0 0,1 0 1 0 0,-1 0 0 0 0,0 1-1 0 0,0 0 1 0 0,0-1-1 0 0,0 1 1 0 0,0 0-1 0 0,0 0 1 0 0,-6 1-1 0 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9:28.1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98 75 2761 0 0,'13'-15'-167'0'0,"13"-15"2540"0"0,-25 28-1814 0 0,1 0 0 0 0,-1 0 1 0 0,1 0-1 0 0,-1 0 0 0 0,0-1 1 0 0,0 1-1 0 0,0 0 0 0 0,0 0 1 0 0,-1-1-1 0 0,1 1 0 0 0,0-3 0 0 0,-3 5-171 0 0,0 1 0 0 0,0 0 0 0 0,0 0-1 0 0,0 0 1 0 0,1 0 0 0 0,-1 0-1 0 0,0 0 1 0 0,0 0 0 0 0,1 1-1 0 0,-1-1 1 0 0,1 1 0 0 0,-3 2-1 0 0,-5 6-210 0 0,1 1 0 0 0,0 1-1 0 0,0-1 1 0 0,1 1 0 0 0,0 0-1 0 0,1 1 1 0 0,1 0 0 0 0,0 0 0 0 0,-6 27-1 0 0,10-33-103 0 0,0 1 1 0 0,0-1-1 0 0,1 1 0 0 0,0-1 0 0 0,0 1 0 0 0,1-1 0 0 0,0 1 0 0 0,0-1 1 0 0,1 1-1 0 0,-1-1 0 0 0,2 0 0 0 0,-1 0 0 0 0,1 0 0 0 0,0 0 1 0 0,1 0-1 0 0,0 0 0 0 0,0-1 0 0 0,0 0 0 0 0,9 10 0 0 0,25 25-73 0 0,-9-11 0 0 0,-2 0 0 0 0,37 55 0 0 0,-62-82 17 0 0,0 0 0 0 0,-1-1 1 0 0,1 1-1 0 0,-1 0 0 0 0,0 0 0 0 0,0 0 0 0 0,0 0 0 0 0,0 0 0 0 0,0 0 0 0 0,-1 0 1 0 0,1 0-1 0 0,-1 0 0 0 0,0 1 0 0 0,0-1 0 0 0,0 0 0 0 0,0 0 0 0 0,-1 0 0 0 0,1 0 0 0 0,-1 0 1 0 0,0 0-1 0 0,0 0 0 0 0,0 0 0 0 0,0 0 0 0 0,0 0 0 0 0,-1 0 0 0 0,1 0 0 0 0,-1-1 0 0 0,0 1 1 0 0,0-1-1 0 0,0 1 0 0 0,0-1 0 0 0,0 0 0 0 0,-1 0 0 0 0,1 0 0 0 0,-5 3 0 0 0,0 0 35 0 0,-1 0-1 0 0,1-1 0 0 0,-1 0 1 0 0,0 0-1 0 0,-1-1 0 0 0,1 0 1 0 0,0-1-1 0 0,-1 0 0 0 0,1 0 1 0 0,-1-1-1 0 0,-16 1 1 0 0,-10-3-156 0 0,18 0-1144 0 0,1 1 0 0 0,-24 2 0 0 0,31 0-202 0 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9:28.5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76 127 4609 0 0,'-37'0'1039'0'0,"-2"-1"7415"0"0,55-2-4931 0 0,12-6-2434 0 0,-4 1-619 0 0,71-15 264 0 0,1 5 1 0 0,104-7-1 0 0,196 5-169 0 0,-383 20-535 0 0,338 8 147 0 0,-157 0-123 0 0,-143-9-75 0 0,91-15 0 0 0,-29 3-12 0 0,-103 12-36 0 0,-24-3-3956 0 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1:49:29.01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355 87 888 0 0,'-16'-7'66'0'0,"1"2"-1"0"0,-1 0 0 0 0,0 0 1 0 0,0 2-1 0 0,-1 0 0 0 0,1 1 1 0 0,-1 0-1 0 0,-26 2 1 0 0,-31-4 3250 0 0,61 2-1220 0 0,0 0 0 0 0,0-1 0 0 0,-19-6 0 0 0,30 8-1659 0 0,-1 0 0 0 0,1 0 0 0 0,0 0 0 0 0,0-1 0 0 0,0 1 0 0 0,0-1 0 0 0,0 1 0 0 0,0-1 0 0 0,0 0 0 0 0,1 0 0 0 0,-1 1 0 0 0,-1-4 0 0 0,-7-7 1846 0 0,68 53-606 0 0,-39-25-1640 0 0,39 23 0 0 0,-39-27-16 0 0,0 1 1 0 0,25 23 0 0 0,-34-27 3 0 0,-1 0 1 0 0,0 1-1 0 0,0 1 1 0 0,-1-1-1 0 0,-1 1 1 0 0,12 22-1 0 0,-17-29-16 0 0,0 0 1 0 0,-1 0 0 0 0,0 0-1 0 0,1 0 1 0 0,-1 0-1 0 0,-1 1 1 0 0,1-1-1 0 0,-1 0 1 0 0,1 0-1 0 0,-1 1 1 0 0,0-1-1 0 0,-1 0 1 0 0,1 1-1 0 0,-1-1 1 0 0,0 0-1 0 0,0 0 1 0 0,0 0-1 0 0,0 0 1 0 0,-1 0-1 0 0,0 0 1 0 0,0 0-1 0 0,0 0 1 0 0,0 0-1 0 0,-5 6 1 0 0,-18 16 279 0 0,0 0-1 0 0,-37 27 1 0 0,-28 29-911 0 0,77-69 98 0 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8:43.0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164 8 4825 0 0,'-6'-8'7244'0'0,"0"9"-7031"0"0,0 0 0 0 0,0 1-1 0 0,1-1 1 0 0,-1 1 0 0 0,0 0 0 0 0,1 1-1 0 0,-1-1 1 0 0,1 1 0 0 0,0 0 0 0 0,0 0-1 0 0,0 1 1 0 0,1-1 0 0 0,-1 1 0 0 0,1 0-1 0 0,0 1 1 0 0,0-1 0 0 0,0 1 0 0 0,0-1-1 0 0,1 1 1 0 0,0 0 0 0 0,0 1 0 0 0,-4 8-1 0 0,1 0-89 0 0,0 1 0 0 0,1 0-1 0 0,1 1 1 0 0,-6 30 0 0 0,10-41-147 0 0,-1-1 1 0 0,1 1 0 0 0,-1 0-1 0 0,1-1 1 0 0,0 1-1 0 0,1 0 1 0 0,-1 0-1 0 0,1-1 1 0 0,0 1 0 0 0,1-1-1 0 0,-1 1 1 0 0,1-1-1 0 0,-1 1 1 0 0,1-1-1 0 0,0 0 1 0 0,1 0-1 0 0,-1 0 1 0 0,1 0 0 0 0,0 0-1 0 0,6 6 1 0 0,-7-9 20 0 0,-1 0 1 0 0,1 0 0 0 0,0 0 0 0 0,0 0-1 0 0,-1-1 1 0 0,1 1 0 0 0,0-1-1 0 0,0 1 1 0 0,0-1 0 0 0,0 0 0 0 0,0 0-1 0 0,0 1 1 0 0,0-1 0 0 0,0-1-1 0 0,-1 1 1 0 0,1 0 0 0 0,0 0 0 0 0,0-1-1 0 0,0 1 1 0 0,0-1 0 0 0,0 1-1 0 0,-1-1 1 0 0,1 0 0 0 0,0 0 0 0 0,0 0-1 0 0,-1 0 1 0 0,1 0 0 0 0,-1 0-1 0 0,3-3 1 0 0,4-2 1 0 0,-2 0-1 0 0,1 0 1 0 0,0-1-1 0 0,9-12 1 0 0,-14 14 12 0 0,1 1 0 0 0,-1 0 1 0 0,0-1-1 0 0,0 1 0 0 0,-1-1 1 0 0,1 0-1 0 0,-1 1 0 0 0,0-1 0 0 0,0 0 1 0 0,-1 0-1 0 0,0 0 0 0 0,1 1 1 0 0,-1-1-1 0 0,-1 0 0 0 0,1 0 1 0 0,-1 0-1 0 0,0 0 0 0 0,0 1 1 0 0,0-1-1 0 0,-1 0 0 0 0,0 1 1 0 0,-3-9-1 0 0,3 11-113 0 0,1-1 0 0 0,-1 1 1 0 0,1-1-1 0 0,-1 1 0 0 0,0-1 0 0 0,0 1 1 0 0,0 0-1 0 0,0 0 0 0 0,0 0 0 0 0,0 0 0 0 0,-1 0 1 0 0,1 1-1 0 0,-1-1 0 0 0,1 1 0 0 0,-1-1 1 0 0,0 1-1 0 0,1 0 0 0 0,-1 0 0 0 0,0 0 0 0 0,0 1 1 0 0,0-1-1 0 0,0 1 0 0 0,1-1 0 0 0,-1 1 1 0 0,0 0-1 0 0,0 0 0 0 0,0 0 0 0 0,0 0 1 0 0,0 1-1 0 0,0-1 0 0 0,0 1 0 0 0,0 0 0 0 0,0 0 1 0 0,1 0-1 0 0,-1 0 0 0 0,0 0 0 0 0,1 1 1 0 0,-3 1-1 0 0,-2 0-615 0 0,1 1-1 0 0,0 0 1 0 0,1 1 0 0 0,-10 8 0 0 0,14-12 697 0 0,0 0-1 0 0,0 0 1 0 0,0-1 0 0 0,0 1-1 0 0,0 0 1 0 0,1 0 0 0 0,-1 0 0 0 0,0 0-1 0 0,1 0 1 0 0,-1 0 0 0 0,1 0-1 0 0,-1 0 1 0 0,1 1 0 0 0,-1-1-1 0 0,1 0 1 0 0,0 0 0 0 0,-1 0 0 0 0,1 0-1 0 0,0 1 1 0 0,0-1 0 0 0,0 0-1 0 0,0 0 1 0 0,0 0 0 0 0,0 1 0 0 0,1-1-1 0 0,-1 0 1 0 0,0 0 0 0 0,0 0-1 0 0,1 0 1 0 0,-1 1 0 0 0,1-1-1 0 0,-1 0 1 0 0,1 0 0 0 0,0 0 0 0 0,-1 0-1 0 0,3 2 1 0 0,3 1 4 0 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8:43.5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79 12 1840 0 0,'21'-5'670'0'0,"-19"4"-290"0"0,0 0 0 0 0,0 0 0 0 0,0 0 0 0 0,1 1 0 0 0,-1-1 0 0 0,0 1 0 0 0,1-1 1 0 0,-1 1-1 0 0,0 0 0 0 0,1 0 0 0 0,-1 0 0 0 0,1 0 0 0 0,-1 0 0 0 0,0 0 0 0 0,1 1 0 0 0,1 0 0 0 0,-3 0-135 0 0,-1 0 0 0 0,0 0 0 0 0,0 0 0 0 0,0 0 0 0 0,-1 0-1 0 0,1 0 1 0 0,0 0 0 0 0,0 0 0 0 0,0 0 0 0 0,-1 0 0 0 0,1 0 0 0 0,0 0-1 0 0,-1 0 1 0 0,1 0 0 0 0,-1 0 0 0 0,1 0 0 0 0,-1-1 0 0 0,0 1 0 0 0,1 0 0 0 0,-1 0-1 0 0,-1 0 1 0 0,-13 17 194 0 0,15-17-425 0 0,-2 1 50 0 0,-36 52 1026 0 0,36-49-1008 0 0,-1-1 0 0 0,1 1 1 0 0,0 0-1 0 0,0 0 0 0 0,0-1 0 0 0,1 1 1 0 0,0 1-1 0 0,0-1 0 0 0,-1 9 1 0 0,2-13-75 0 0,0 1 0 0 0,0-1 0 0 0,1 1 0 0 0,-1-1 0 0 0,0 1 0 0 0,1-1 0 0 0,-1 1 0 0 0,1-1 0 0 0,-1 0 0 0 0,1 1 0 0 0,0-1 0 0 0,0 0 0 0 0,-1 1 0 0 0,1-1 0 0 0,0 0 0 0 0,0 0 0 0 0,0 0 0 0 0,0 0 0 0 0,0 0 0 0 0,1 0 1 0 0,-1 0-1 0 0,2 1 0 0 0,37 14 22 0 0,-36-15-1 0 0,-1 0 0 0 0,1 0 0 0 0,0 0 1 0 0,-1 0-1 0 0,1 1 0 0 0,0 0 0 0 0,-1-1 0 0 0,0 1 1 0 0,1 1-1 0 0,-1-1 0 0 0,0 0 0 0 0,0 1 0 0 0,3 3 1 0 0,-4-2-17 0 0,-1 0 1 0 0,0 0 0 0 0,1 0-1 0 0,-2 0 1 0 0,1 1 0 0 0,0-1-1 0 0,-1 0 1 0 0,0 0 0 0 0,0 1-1 0 0,0-1 1 0 0,0 0 0 0 0,-1 1 0 0 0,1-1-1 0 0,-1 0 1 0 0,-1 0 0 0 0,-2 7-1 0 0,-3 9 117 0 0,-19 36 0 0 0,25-54-110 0 0,-8 13 19 0 0,1 0 0 0 0,-2 0 0 0 0,0-1 0 0 0,-1-1 0 0 0,-19 19 0 0 0,-13 3-3002 0 0,29-27-2622 0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8:46.0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33 150 456 0 0,'3'-5'342'0'0,"0"-1"1"0"0,0 1-1 0 0,0 0 0 0 0,-1-1 0 0 0,0 0 1 0 0,0 0-1 0 0,0 1 0 0 0,-1-1 0 0 0,2-11 0 0 0,-3 12 358 0 0,1-1-1 0 0,-1 0 0 0 0,0 1 0 0 0,0-1 0 0 0,-1 0 0 0 0,0 1 1 0 0,0-1-1 0 0,0 0 0 0 0,-1 1 0 0 0,-3-10 0 0 0,5 15-634 0 0,0 0 0 0 0,0 0 0 0 0,0 0 0 0 0,0-1 0 0 0,0 1 0 0 0,-1 0 0 0 0,1 0 0 0 0,0 0 0 0 0,0-1 0 0 0,0 1-1 0 0,0 0 1 0 0,0 0 0 0 0,0 0 0 0 0,-1 0 0 0 0,1-1 0 0 0,0 1 0 0 0,0 0 0 0 0,0 0 0 0 0,-1 0 0 0 0,1 0 0 0 0,0 0 0 0 0,0 0 0 0 0,0 0 0 0 0,-1 0 0 0 0,1-1 0 0 0,0 1 0 0 0,0 0-1 0 0,0 0 1 0 0,-1 0 0 0 0,1 0 0 0 0,0 0 0 0 0,0 0 0 0 0,0 0 0 0 0,-1 0 0 0 0,1 0 0 0 0,0 0 0 0 0,0 0 0 0 0,-1 1 0 0 0,1-1 0 0 0,-8 8 897 0 0,-2 17-645 0 0,9-23-137 0 0,-4 11-91 0 0,1 1 1 0 0,1 0-1 0 0,0 0 0 0 0,1 1 1 0 0,-1 23-1 0 0,3-31-126 0 0,0 1 1 0 0,0-1-1 0 0,0 0 0 0 0,1 1 0 0 0,1-1 1 0 0,-1 0-1 0 0,1 0 0 0 0,0 0 1 0 0,1 0-1 0 0,-1 0 0 0 0,1 0 0 0 0,8 11 1 0 0,-10-16-14 0 0,1 0 0 0 0,-1 0 1 0 0,1-1-1 0 0,0 1 1 0 0,0-1-1 0 0,0 1 0 0 0,-1-1 1 0 0,1 1-1 0 0,0-1 0 0 0,1 0 1 0 0,-1 0-1 0 0,0 0 0 0 0,0 0 1 0 0,0 0-1 0 0,1-1 1 0 0,-1 1-1 0 0,0-1 0 0 0,1 0 1 0 0,-1 1-1 0 0,4-1 0 0 0,-1-1 27 0 0,0 1-1 0 0,0-1 0 0 0,-1 0 0 0 0,1-1 0 0 0,0 1 0 0 0,-1-1 0 0 0,1 0 1 0 0,-1 0-1 0 0,7-5 0 0 0,1-1 48 0 0,-1 0 0 0 0,0-1 0 0 0,-1 0-1 0 0,0-1 1 0 0,0 0 0 0 0,10-15 0 0 0,-18 23-25 0 0,0-1-1 0 0,0 0 1 0 0,-1 0-1 0 0,1 0 1 0 0,-1-1-1 0 0,0 1 1 0 0,0 0-1 0 0,0 0 0 0 0,0-1 1 0 0,0 1-1 0 0,-1-1 1 0 0,1 1-1 0 0,-1 0 1 0 0,0-1-1 0 0,0 1 1 0 0,-1-1-1 0 0,1 1 1 0 0,0 0-1 0 0,-1-1 1 0 0,0 1-1 0 0,-2-5 1 0 0,-2-4 127 0 0,-1 1 0 0 0,0-1 0 0 0,-1 1 0 0 0,-11-14 1 0 0,5 7 130 0 0,-1 3-913 0 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8:46.4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132 5 1376 0 0,'-1'-1'232'0'0,"-1"1"0"0"0,1-1-1 0 0,0 0 1 0 0,-1 1-1 0 0,1 0 1 0 0,0-1 0 0 0,-1 1-1 0 0,1 0 1 0 0,0-1 0 0 0,-1 1-1 0 0,1 0 1 0 0,-1 0-1 0 0,1 0 1 0 0,0 0 0 0 0,-1 1-1 0 0,1-1 1 0 0,0 0 0 0 0,-1 0-1 0 0,1 1 1 0 0,0-1-1 0 0,-1 1 1 0 0,1-1 0 0 0,0 1-1 0 0,0 0 1 0 0,-1 0 0 0 0,1-1-1 0 0,0 1 1 0 0,-1 2 0 0 0,-33 25 2247 0 0,28-20-2255 0 0,0 0 1 0 0,1 0 0 0 0,0 0-1 0 0,0 1 1 0 0,1 0-1 0 0,0 0 1 0 0,-7 17-1 0 0,11-23-200 0 0,1-1 0 0 0,-1 1 0 0 0,0-1 0 0 0,1 1 0 0 0,0 0-1 0 0,-1-1 1 0 0,1 1 0 0 0,0-1 0 0 0,0 1 0 0 0,1 0-1 0 0,-1-1 1 0 0,0 1 0 0 0,1 0 0 0 0,0-1 0 0 0,0 1-1 0 0,-1-1 1 0 0,1 0 0 0 0,1 1 0 0 0,-1-1 0 0 0,0 1-1 0 0,1-1 1 0 0,-1 0 0 0 0,1 0 0 0 0,-1 0 0 0 0,1 0 0 0 0,0 0-1 0 0,0 0 1 0 0,0-1 0 0 0,0 1 0 0 0,0-1 0 0 0,0 1-1 0 0,1-1 1 0 0,-1 0 0 0 0,5 2 0 0 0,54 22 551 0 0,15 5 26 0 0,-68-26-574 0 0,-1 0 0 0 0,0 0 0 0 0,0 1 0 0 0,0 0 0 0 0,-1 0 0 0 0,1 0 0 0 0,5 8 0 0 0,-10-11-26 0 0,0 0-1 0 0,0 1 1 0 0,0-1 0 0 0,-1 1-1 0 0,1-1 1 0 0,-1 1-1 0 0,0-1 1 0 0,0 1 0 0 0,0 0-1 0 0,0 0 1 0 0,0 0 0 0 0,-1 0-1 0 0,1-1 1 0 0,-1 1-1 0 0,0 0 1 0 0,0 0 0 0 0,0 3-1 0 0,-1-1 38 0 0,0 0-1 0 0,0 0 0 0 0,0-1 1 0 0,-1 1-1 0 0,0-1 0 0 0,0 1 1 0 0,0-1-1 0 0,0 1 1 0 0,-5 4-1 0 0,-5 7-164 0 0,-1-1 1 0 0,0-1-1 0 0,-1 0 1 0 0,-16 11-1 0 0,23-19-170 0 0,-10 8-166 0 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6:44.5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72 30 5985 0 0,'-17'-10'655'0'0,"-15"-6"762"0"0,10 12 2798 0 0,50 21 41 0 0,-14-8-3836 0 0,15 10 230 0 0,0 0 0 0 0,-1 2 1 0 0,38 38-1 0 0,64 81 250 0 0,-94-99-921 0 0,23 19-108 0 0,-16-26-3831 0 0,-46-64-2585 0 0,-13 3 6545 0 0,5 9 0 0 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6:44.8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47 166 3209 0 0,'-13'3'287'0'0,"11"-2"-26"0"0,0-1-1 0 0,-1 1 1 0 0,1-1 0 0 0,0 1-1 0 0,0-1 1 0 0,0 0-1 0 0,-1 0 1 0 0,1 0 0 0 0,0 0-1 0 0,0 0 1 0 0,-1-1 0 0 0,-2 0-1 0 0,5 1-103 0 0,0-1 0 0 0,-1 1 0 0 0,1-1 1 0 0,0 0-1 0 0,0 1 0 0 0,0-1 0 0 0,-1 1 0 0 0,1-1 0 0 0,0 0 0 0 0,0 1 0 0 0,0-1 0 0 0,0 0 1 0 0,0 1-1 0 0,0-1 0 0 0,0 1 0 0 0,0-1 0 0 0,1 0 0 0 0,-1 1 0 0 0,0-1 0 0 0,0 0 0 0 0,0 1 1 0 0,1-1-1 0 0,-1 1 0 0 0,0-1 0 0 0,1 1 0 0 0,-1-1 0 0 0,1 0 0 0 0,10-18 1268 0 0,-11 18-1286 0 0,8-11 383 0 0,1 0 0 0 0,0 0 0 0 0,0 1 0 0 0,2 1 0 0 0,-1 0 0 0 0,1 0 0 0 0,0 1 0 0 0,18-11 0 0 0,-23 16-459 0 0,-1 1 1 0 0,1 0-1 0 0,-1 0 1 0 0,1 0 0 0 0,0 1-1 0 0,0 0 1 0 0,1 0-1 0 0,-1 0 1 0 0,0 1 0 0 0,1 0-1 0 0,-1 1 1 0 0,0-1 0 0 0,1 1-1 0 0,-1 0 1 0 0,1 1-1 0 0,-1-1 1 0 0,0 1 0 0 0,1 1-1 0 0,-1-1 1 0 0,0 1-1 0 0,7 3 1 0 0,-1 0-105 0 0,0 1-1 0 0,-1 1 1 0 0,0 0 0 0 0,0 1 0 0 0,-1 0-1 0 0,0 0 1 0 0,0 1 0 0 0,-1 0 0 0 0,0 1-1 0 0,0 0 1 0 0,-1 0 0 0 0,-1 1-1 0 0,0 0 1 0 0,0 0 0 0 0,-1 1 0 0 0,-1 0-1 0 0,0 0 1 0 0,0 0 0 0 0,-1 1-1 0 0,-1-1 1 0 0,3 17 0 0 0,-1 10-349 0 0,3 64 1 0 0,-12-44-3194 0 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6:45.2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 1 1376 0 0,'-13'2'289'0'0,"11"-1"69"0"0,0-1 1 0 0,0 0-1 0 0,0 1 0 0 0,0-1 1 0 0,0 1-1 0 0,0 0 1 0 0,0 0-1 0 0,0-1 0 0 0,0 1 1 0 0,-2 2-1 0 0,3-2-223 0 0,0 0 1 0 0,1 0-1 0 0,-1 0 1 0 0,1 0-1 0 0,-1 0 1 0 0,1 0-1 0 0,-1 1 0 0 0,1-1 1 0 0,0 0-1 0 0,-1 0 1 0 0,1 0-1 0 0,0 1 1 0 0,0-1-1 0 0,0 0 0 0 0,0 0 1 0 0,0 0-1 0 0,0 1 1 0 0,0-1-1 0 0,1 0 1 0 0,-1 0-1 0 0,0 0 0 0 0,1 2 1 0 0,8 32 1215 0 0,1 0-1 0 0,17 38 1 0 0,-21-58-940 0 0,2 0-1 0 0,0-1 1 0 0,0 0 0 0 0,2 0-1 0 0,-1-1 1 0 0,2 0 0 0 0,12 12-1 0 0,-20-22-280 0 0,0 0-1 0 0,1 0 0 0 0,-1 0 0 0 0,1-1 0 0 0,0 1 1 0 0,0-1-1 0 0,0 0 0 0 0,0 0 0 0 0,0-1 1 0 0,0 1-1 0 0,1-1 0 0 0,-1 0 0 0 0,0 0 0 0 0,1 0 1 0 0,-1-1-1 0 0,1 1 0 0 0,-1-1 0 0 0,1 0 0 0 0,-1 0 1 0 0,1-1-1 0 0,-1 1 0 0 0,1-1 0 0 0,8-3 0 0 0,-8 2-34 0 0,1-1-1 0 0,0 1 0 0 0,-1-1 0 0 0,0-1 0 0 0,0 1 0 0 0,0-1 0 0 0,0 0 0 0 0,0 0 1 0 0,-1 0-1 0 0,1 0 0 0 0,-1-1 0 0 0,0 0 0 0 0,-1 0 0 0 0,1 0 0 0 0,-1 0 0 0 0,5-12 0 0 0,15-42-206 0 0,0-1-4294 0 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6:45.8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6913 0 0,'2'0'1253'0'0,"15"22"3304"0"0,77 119 322 0 0,61 62-2909 0 0,-150-197-2409 0 0,8 9-494 0 0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6:46.2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20 110 2761 0 0,'-2'-4'523'0'0,"-1"0"-1"0"0,1-1 1 0 0,0 1 0 0 0,0-1 0 0 0,0 0 0 0 0,1 1 0 0 0,-1-1 0 0 0,1 0 0 0 0,0 0 0 0 0,1 0 0 0 0,-1 0 0 0 0,1 0 0 0 0,0-9 0 0 0,1 13-282 0 0,-1-1 1 0 0,0 0-1 0 0,1 1 1 0 0,-1-1-1 0 0,1 0 1 0 0,0 1-1 0 0,-1-1 1 0 0,1 1 0 0 0,0-1-1 0 0,0 1 1 0 0,0-1-1 0 0,0 1 1 0 0,0 0-1 0 0,0-1 1 0 0,0 1-1 0 0,1 0 1 0 0,1-2 0 0 0,-1 2-53 0 0,0 0 1 0 0,0 1-1 0 0,0-1 1 0 0,1 0 0 0 0,-1 0-1 0 0,0 1 1 0 0,0 0 0 0 0,1-1-1 0 0,-1 1 1 0 0,0 0-1 0 0,1 0 1 0 0,-1 0 0 0 0,1 0-1 0 0,-1 1 1 0 0,0-1-1 0 0,3 1 1 0 0,12 4 315 0 0,0 1-1 0 0,0 1 1 0 0,-1 0-1 0 0,0 1 1 0 0,23 16 0 0 0,23 11-214 0 0,-12-12-293 0 0,22 12-235 0 0,-25-10-5093 0 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6:46.5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5 385 10594 0 0,'0'0'5'0'0,"0"-1"0"0"0,0 1 0 0 0,0 0 0 0 0,0 0 0 0 0,0 0 0 0 0,0 0 0 0 0,0 0 0 0 0,0 0 0 0 0,0-1 0 0 0,0 1 0 0 0,0 0 0 0 0,0 0 0 0 0,0 0 0 0 0,0 0 0 0 0,0 0 0 0 0,0 0 0 0 0,0 0 0 0 0,0-1 0 0 0,-1 1 0 0 0,1 0 0 0 0,0 0 0 0 0,0 0 0 0 0,0 0 0 0 0,0 0 0 0 0,0 0 0 0 0,0 0 0 0 0,0 0 0 0 0,0 0 0 0 0,-1 0 0 0 0,1 0 0 0 0,0 0-1 0 0,0 0 1 0 0,0 0 0 0 0,0 0 0 0 0,0 0 0 0 0,0 0 0 0 0,0-1 0 0 0,-1 1 0 0 0,1 0 0 0 0,0 1 0 0 0,0-1 0 0 0,0 0 0 0 0,0 0 0 0 0,0 0 0 0 0,0 0 0 0 0,-1 0 0 0 0,1 0 0 0 0,0 0 0 0 0,0 0 0 0 0,0 0 0 0 0,0 0 0 0 0,0 0 0 0 0,0 0 0 0 0,0 0 0 0 0,0 0 0 0 0,-1 1 0 0 0,6-23 236 0 0,12-27 266 0 0,-5 15-1199 0 0,1 1-1 0 0,2 0 0 0 0,1 0 0 0 0,2 2 0 0 0,0 0 1 0 0,3 1-1 0 0,37-43 0 0 0,-45 60 626 0 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6:46.9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49 1 2304 0 0,'-6'8'385'0'0,"0"1"0"0"0,1 0 0 0 0,1 0 0 0 0,-1 0 0 0 0,2 1 0 0 0,-1 0 0 0 0,1-1 0 0 0,-2 14 0 0 0,2-9 192 0 0,1 0 0 0 0,1 0 0 0 0,0 0 0 0 0,1 0-1 0 0,0 1 1 0 0,3 16 0 0 0,-2-22-26 0 0,0-1-1 0 0,1 0 1 0 0,0 0-1 0 0,0 0 1 0 0,1-1-1 0 0,0 1 1 0 0,0-1-1 0 0,1 1 1 0 0,0-1-1 0 0,0 0 1 0 0,1 0-1 0 0,6 7 1 0 0,-10-13-411 0 0,0 1 0 0 0,1-1 0 0 0,-1 0 0 0 0,1 0 1 0 0,-1 0-1 0 0,1 0 0 0 0,0 0 0 0 0,0 0 0 0 0,-1 0 1 0 0,1 0-1 0 0,0-1 0 0 0,0 1 0 0 0,0-1 1 0 0,0 1-1 0 0,0-1 0 0 0,0 0 0 0 0,0 1 0 0 0,-1-1 1 0 0,1 0-1 0 0,3-1 0 0 0,-1 0-31 0 0,0 0 1 0 0,-1 0-1 0 0,1 0 1 0 0,-1-1-1 0 0,0 1 1 0 0,1-1-1 0 0,-1 0 1 0 0,0 0-1 0 0,0 0 1 0 0,3-3-1 0 0,3-3-34 0 0,-2 1 0 0 0,1-2 0 0 0,-1 1 0 0 0,0-1 0 0 0,-1 0 0 0 0,7-13 0 0 0,30-66-3371 0 0,-30 66-3411 0 0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6:48.4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3681 0 0,'0'0'284'0'0,"19"13"5506"0"0,93 98 2367 0 0,73 39-6302 0 0,-116-96-1330 0 0,-47-37-761 0 0,28 24-1296 0 0,-26-9-4237 0 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6:48.8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1 192 6449 0 0,'0'-6'205'0'0,"0"0"0"0"0,1 0-1 0 0,-1-1 1 0 0,1 1 0 0 0,0 0-1 0 0,1 0 1 0 0,0 0 0 0 0,0 0 0 0 0,0 0-1 0 0,1 0 1 0 0,4-9 0 0 0,5-4 1356 0 0,24-34 0 0 0,-34 50-1415 0 0,1 0 1 0 0,-1 1-1 0 0,0-1 1 0 0,1 0-1 0 0,-1 1 0 0 0,1-1 1 0 0,0 1-1 0 0,0 0 1 0 0,0 0-1 0 0,0 0 1 0 0,0 1-1 0 0,0-1 0 0 0,0 1 1 0 0,1-1-1 0 0,-1 1 1 0 0,1 0-1 0 0,-1 0 1 0 0,1 1-1 0 0,-1-1 0 0 0,1 1 1 0 0,-1-1-1 0 0,7 2 1 0 0,-5 0-25 0 0,1 0 1 0 0,-1 1 0 0 0,0 0-1 0 0,0 0 1 0 0,0 0 0 0 0,0 1-1 0 0,0-1 1 0 0,0 1 0 0 0,0 0-1 0 0,-1 1 1 0 0,0-1 0 0 0,0 1-1 0 0,0 0 1 0 0,4 5 0 0 0,3 4-39 0 0,-1 1 0 0 0,0 0 0 0 0,-2 0 0 0 0,1 1 0 0 0,-2 1 0 0 0,0-1 1 0 0,-1 1-1 0 0,0 0 0 0 0,-1 0 0 0 0,-1 1 0 0 0,-1 0 0 0 0,2 19 0 0 0,-2-5-47 0 0,-2 0 1 0 0,-1 0-1 0 0,-1 0 0 0 0,-2 0 0 0 0,-13 56 0 0 0,9-61-790 0 0,-2-1 0 0 0,-20 44 0 0 0,25-60-377 0 0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6:49.1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47 4 5065 0 0,'-2'-1'54'0'0,"1"1"0"0"0,0 0 0 0 0,0-1 0 0 0,0 1 0 0 0,0-1 0 0 0,0 1 0 0 0,0 0 0 0 0,0 0 0 0 0,0 0 0 0 0,-1-1 0 0 0,1 1 0 0 0,0 0 0 0 0,0 1 0 0 0,0-1 1 0 0,0 0-1 0 0,-1 0 0 0 0,1 0 0 0 0,0 1 0 0 0,0-1 0 0 0,0 0 0 0 0,0 1 0 0 0,0-1 0 0 0,0 1 0 0 0,0 0 0 0 0,0-1 0 0 0,0 1 0 0 0,0 0 0 0 0,-1 1 0 0 0,0 0 128 0 0,1 1 0 0 0,-1-1 1 0 0,1 1-1 0 0,0 0 0 0 0,-1-1 1 0 0,1 1-1 0 0,1 0 0 0 0,-1 0 1 0 0,0 0-1 0 0,1 0 0 0 0,-1 3 0 0 0,0 8 611 0 0,1 1 0 0 0,0-1 0 0 0,5 25 0 0 0,-3-23-286 0 0,2 0 0 0 0,0-1 0 0 0,1 0 0 0 0,0 0 0 0 0,1 0 1 0 0,1 0-1 0 0,0-1 0 0 0,1 0 0 0 0,1-1 0 0 0,10 14 0 0 0,-15-23-384 0 0,-1 0-1 0 0,1 0 0 0 0,0-1 0 0 0,0 1 0 0 0,0-1 1 0 0,0 0-1 0 0,1 0 0 0 0,-1 0 0 0 0,1 0 1 0 0,0-1-1 0 0,0 0 0 0 0,0 0 0 0 0,0 0 0 0 0,0 0 1 0 0,0-1-1 0 0,1 0 0 0 0,-1 0 0 0 0,0-1 0 0 0,1 1 1 0 0,-1-1-1 0 0,0 0 0 0 0,1-1 0 0 0,-1 1 1 0 0,0-1-1 0 0,1 0 0 0 0,-1 0 0 0 0,0-1 0 0 0,0 0 1 0 0,0 0-1 0 0,0 0 0 0 0,0 0 0 0 0,0-1 0 0 0,4-3 1 0 0,-1 1-138 0 0,0-1 0 0 0,-1 0 0 0 0,1 0 0 0 0,-1-1 0 0 0,-1 0 0 0 0,1 0 1 0 0,-1 0-1 0 0,0-1 0 0 0,5-10 0 0 0,12-23-6640 0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6:49.6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7370 0 0,'1'0'762'0'0,"1"2"-474"0"0,0 0-1 0 0,0 0 1 0 0,0 0-1 0 0,0 0 1 0 0,-1 0-1 0 0,1 0 1 0 0,0 0-1 0 0,-1 1 1 0 0,0-1-1 0 0,1 1 1 0 0,-1-1-1 0 0,0 1 1 0 0,1 5 0 0 0,0-3 225 0 0,45 106 3960 0 0,15 36-1079 0 0,-46-116-4024 0 0,0-1 0 0 0,32 44 0 0 0,-40-65-1086 0 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6: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97 5065 0 0,'0'-4'407'0'0,"-1"0"-1"0"0,1 0 1 0 0,0 0-1 0 0,0 0 1 0 0,0 1 0 0 0,0-1-1 0 0,1 0 1 0 0,-1 0-1 0 0,1 0 1 0 0,0 0 0 0 0,0 1-1 0 0,1-1 1 0 0,-1 0-1 0 0,1 1 1 0 0,0-1 0 0 0,0 1-1 0 0,0 0 1 0 0,0-1-1 0 0,3-2 1 0 0,-3 4-135 0 0,0 0 0 0 0,0 0 0 0 0,1 1-1 0 0,-1-1 1 0 0,1 0 0 0 0,-1 1 0 0 0,1 0 0 0 0,-1 0 0 0 0,1-1 0 0 0,0 1 0 0 0,0 1-1 0 0,0-1 1 0 0,-1 0 0 0 0,1 1 0 0 0,0 0 0 0 0,0-1 0 0 0,0 1 0 0 0,0 0 0 0 0,0 0 0 0 0,0 1-1 0 0,0-1 1 0 0,-1 1 0 0 0,1-1 0 0 0,0 1 0 0 0,0 0 0 0 0,3 2 0 0 0,17 8 73 0 0,-1 1-1 0 0,0 1 1 0 0,0 1 0 0 0,38 34 0 0 0,-40-32-1052 0 0,-10-7-1232 0 0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1T22:16:50.3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1 522 8754 0 0,'12'-14'847'0'0,"0"-2"1"0"0,18-30 0 0 0,1-3-2516 0 0,-14 28 625 0 0,27-27 0 0 0,0 1 1098 0 0,-32 32-67 0 0</inkml:trace>
  <inkml:trace contextRef="#ctx0" brushRef="#br0" timeOffset="1">348 0 3889 0 0,'-5'9'668'0'0,"1"1"-1"0"0,1-1 1 0 0,0 1 0 0 0,0 0-1 0 0,1 0 1 0 0,0 0 0 0 0,0 0-1 0 0,1 0 1 0 0,1 17 0 0 0,0-20-79 0 0,0 0 1 0 0,1 1-1 0 0,0-1 0 0 0,0 0 1 0 0,0 0-1 0 0,1-1 1 0 0,0 1-1 0 0,0 0 0 0 0,1 0 1 0 0,0-1-1 0 0,0 0 1 0 0,0 1-1 0 0,1-1 0 0 0,8 9 1 0 0,-10-12-455 0 0,1-1 1 0 0,0 1 0 0 0,0-1-1 0 0,1 1 1 0 0,-1-1-1 0 0,0 0 1 0 0,1 0-1 0 0,-1-1 1 0 0,1 1-1 0 0,0-1 1 0 0,-1 0 0 0 0,1 0-1 0 0,0 0 1 0 0,0 0-1 0 0,0-1 1 0 0,0 1-1 0 0,0-1 1 0 0,0 0 0 0 0,-1 0-1 0 0,1-1 1 0 0,0 1-1 0 0,0-1 1 0 0,0 0-1 0 0,0 0 1 0 0,-1 0 0 0 0,1 0-1 0 0,0-1 1 0 0,6-3-1 0 0,2-2-444 0 0,-1 0 0 0 0,0-1 1 0 0,0 0-1 0 0,-1-1 0 0 0,0 0 0 0 0,-1 0 0 0 0,10-13 0 0 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1:04.7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0 3153 0 0,'-2'0'280'0'0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1:26.2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54 2761 0 0,'-1'0'43'0'0,"1"0"1"0"0,-1 0-1 0 0,1 0 1 0 0,-1 0-1 0 0,1 1 1 0 0,-1-1-1 0 0,1 0 1 0 0,-1 0-1 0 0,1 1 1 0 0,-1-1-1 0 0,1 0 1 0 0,0 1-1 0 0,-1-1 1 0 0,1 0-1 0 0,-1 1 1 0 0,1-1 0 0 0,0 1-1 0 0,-1-1 1 0 0,1 1-1 0 0,0-1 1 0 0,0 1-1 0 0,-1-1 1 0 0,1 1-1 0 0,0-1 1 0 0,0 1-1 0 0,0-1 1 0 0,0 1-1 0 0,0-1 1 0 0,0 1-1 0 0,0-1 1 0 0,0 1-1 0 0,0 0 1 0 0,0-1-1 0 0,0 1 1 0 0,0-1-1 0 0,0 1 1 0 0,0-1 0 0 0,0 1-1 0 0,0-1 1 0 0,1 1-1 0 0,-1-1 1 0 0,1 1-1 0 0,-1 0 47 0 0,1 0 1 0 0,0 0-1 0 0,0 0 1 0 0,0 0-1 0 0,0-1 0 0 0,0 1 1 0 0,0 0-1 0 0,0-1 0 0 0,0 1 1 0 0,0-1-1 0 0,0 1 0 0 0,0-1 1 0 0,0 0-1 0 0,1 1 0 0 0,-1-1 1 0 0,0 0-1 0 0,0 0 0 0 0,0 0 1 0 0,0 0-1 0 0,2 0 0 0 0,14-2 586 0 0,0-1-1 0 0,0-1 0 0 0,0 0 1 0 0,23-10-1 0 0,22-6 760 0 0,-11 8-277 0 0,0 3-1 0 0,1 2 1 0 0,0 2 0 0 0,74 3-1 0 0,-36 8-39 0 0,155 30 0 0 0,-175-23-1087 0 0,96 6-1 0 0,-134-18-227 0 0,0-1-1 0 0,0-2 0 0 0,0-1 0 0 0,0-1 1 0 0,43-12-1 0 0,-19 2-2935 0 0,-41 12-2420 0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1:26.8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574 41 3321 0 0,'-5'-6'-288'0'0,"3"2"805"0"0,-1 0 0 0 0,-1 0 0 0 0,1 0 0 0 0,0 0 0 0 0,-1 1 0 0 0,-6-5 0 0 0,9 7-389 0 0,0 0 0 0 0,0 1 0 0 0,0 0 0 0 0,0-1 0 0 0,0 1 0 0 0,0 0 0 0 0,0-1 0 0 0,0 1 0 0 0,0 0 0 0 0,-1 0 0 0 0,1 0 0 0 0,0 0 0 0 0,0 0 0 0 0,0 0 0 0 0,0 0 0 0 0,0 1 0 0 0,0-1 0 0 0,0 0 0 0 0,0 0 0 0 0,0 1 0 0 0,0-1 0 0 0,0 1 0 0 0,0-1 0 0 0,0 1 0 0 0,0-1 0 0 0,0 1 0 0 0,0 0 0 0 0,0-1 0 0 0,0 1 0 0 0,1 0 0 0 0,-1 0 0 0 0,0 0 0 0 0,1 0 0 0 0,-1-1 0 0 0,0 1 0 0 0,0 2 0 0 0,-11 17 451 0 0,1-1 0 0 0,1 2-1 0 0,0-1 1 0 0,-6 23 0 0 0,-7 16-48 0 0,-66 125-208 0 0,-187 289 0 0 0,232-402-1782 0 0,32-50 334 0 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1:27.2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81 3225 0 0,'21'-39'1228'0'0,"-19"35"-777"0"0,1 1 0 0 0,-1-1 0 0 0,1 1 1 0 0,0 0-1 0 0,0 0 0 0 0,0 0 0 0 0,1 0 0 0 0,-1 0 0 0 0,1 1 0 0 0,-1 0 1 0 0,1-1-1 0 0,0 1 0 0 0,5-2 0 0 0,-8 4-362 0 0,0 0 0 0 0,-1 0 1 0 0,1 0-1 0 0,0 0 0 0 0,-1 0 0 0 0,1 0 0 0 0,0 1 0 0 0,-1-1 1 0 0,1 0-1 0 0,-1 0 0 0 0,1 0 0 0 0,0 1 0 0 0,-1-1 1 0 0,1 0-1 0 0,-1 1 0 0 0,1-1 0 0 0,-1 1 0 0 0,1-1 0 0 0,-1 0 1 0 0,1 1-1 0 0,-1-1 0 0 0,1 1 0 0 0,-1-1 0 0 0,1 1 1 0 0,-1-1-1 0 0,0 1 0 0 0,1 0 0 0 0,-1-1 0 0 0,0 1 0 0 0,0-1 1 0 0,0 1-1 0 0,1 0 0 0 0,-1 1 0 0 0,8 29 968 0 0,-5-16-492 0 0,27 63 499 0 0,4-2 1 0 0,47 77-1 0 0,-16-30-588 0 0,-36-67-337 0 0,170 372-121 0 0,-197-424-245 0 0,-1-1-132 0 0,0 0-1 0 0,0 0 1 0 0,0 1 0 0 0,0-1-1 0 0,0 0 1 0 0,0 1-1 0 0,-1-1 1 0 0,0 6-1 0 0,-1-2-936 0 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1:27.5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99 6913 0 0,'84'-24'367'0'0,"24"-1"4205"0"0,137-12 1 0 0,-7 24-6882 0 0,-196 15-2885 0 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1:23.5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52 67 6449 0 0,'-14'-16'2606'0'0,"1"0"0"0"0,-12-19 0 0 0,86 127 1669 0 0,75 131-2847 0 0,103 165-733 0 0,-56-95-700 0 0,-83-141-329 0 0,-26-43-2784 0 0,-69-100 1221 0 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1:23.9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107 140 1376 0 0,'-6'1'399'0'0,"-1"-1"1"0"0,0 1-1 0 0,0-1 0 0 0,1 0 0 0 0,-1-1 0 0 0,0 0 0 0 0,1 0 0 0 0,-1 0 0 0 0,0-1 1 0 0,1 0-1 0 0,0 0 0 0 0,-1-1 0 0 0,-7-4 0 0 0,13 7-308 0 0,1-1 0 0 0,-1 0 0 0 0,0 1 0 0 0,1-1 0 0 0,-1 0 0 0 0,1 1 0 0 0,0-1 0 0 0,-1 0 1 0 0,1 0-1 0 0,-1 0 0 0 0,1 1 0 0 0,0-1 0 0 0,0 0 0 0 0,-1 0 0 0 0,1 0 0 0 0,0 0 0 0 0,0 0 0 0 0,0 0 0 0 0,0 1 0 0 0,0-1 0 0 0,0 0 0 0 0,0 0 0 0 0,1 0 0 0 0,-1 0 0 0 0,0 0 0 0 0,0 1 0 0 0,1-1 0 0 0,-1 0 0 0 0,0 0 0 0 0,1 0 0 0 0,-1 1 0 0 0,1-1 1 0 0,-1 0-1 0 0,1 1 0 0 0,-1-1 0 0 0,1 0 0 0 0,-1 1 0 0 0,1-1 0 0 0,0 0 0 0 0,-1 1 0 0 0,1-1 0 0 0,0 1 0 0 0,0 0 0 0 0,0-1 0 0 0,-1 1 0 0 0,2-1 0 0 0,40-21 2246 0 0,-41 21-2243 0 0,37-12 423 0 0,0 1 0 0 0,0 2 0 0 0,78-9 1 0 0,-76 13-482 0 0,-32 5 0 0 0,-4 0 27 0 0,1 0-1 0 0,0 0 1 0 0,0 1-1 0 0,0 0 1 0 0,0 0-1 0 0,-1 0 1 0 0,7 1-1 0 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1:24.3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115 1 1376 0 0,'-13'7'624'0'0,"0"2"0"0"0,1-1 0 0 0,0 2 0 0 0,0 0 0 0 0,1 0 0 0 0,0 1 0 0 0,0 0 0 0 0,-9 14 0 0 0,20-25-569 0 0,0 1-1 0 0,1-1 1 0 0,-1 0-1 0 0,0 0 1 0 0,0 1-1 0 0,0-1 1 0 0,0 0-1 0 0,0 1 1 0 0,0-1-1 0 0,0 0 1 0 0,0 0-1 0 0,0 1 1 0 0,1-1-1 0 0,-1 0 1 0 0,0 0-1 0 0,0 1 1 0 0,0-1-1 0 0,1 0 1 0 0,-1 0-1 0 0,0 0 1 0 0,0 1-1 0 0,0-1 1 0 0,1 0-1 0 0,-1 0 1 0 0,0 0-1 0 0,0 0 1 0 0,1 1-1 0 0,-1-1 1 0 0,0 0 0 0 0,1 0-1 0 0,-1 0 1 0 0,0 0-1 0 0,0 0 1 0 0,1 0-1 0 0,-1 0 1 0 0,0 0-1 0 0,1 0 1 0 0,-1 0-1 0 0,0 0 1 0 0,1 0-1 0 0,-1 0 1 0 0,0 0-1 0 0,0 0 1 0 0,1 0-1 0 0,-1 0 1 0 0,1-1-1 0 0,23 2 709 0 0,-18-1-400 0 0,88 2 2235 0 0,141-17 0 0 0,-145 7-1662 0 0,165 4 0 0 0,-121 18-687 0 0,83 3-239 0 0,-184-17-148 0 0,-1-1 0 0 0,1-1 1 0 0,-1-3-1 0 0,53-12 0 0 0,-48 7-1923 0 0,-22 6-3498 0 0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1:24.7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842 0 5065 0 0,'0'0'451'0'0,"-1"0"-304"0"0,-19 29 4017 0 0,-162 232 1333 0 0,-111 139-2802 0 0,158-260-2388 0 0,73-79-944 0 0,-54 70 0 0 0,89-94-2333 0 0,22-28 1867 0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1:25.1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151 36 6449 0 0,'-7'-12'-58'0'0,"7"9"514"0"0,-2 1 0 0 0,1 0 1 0 0,0 0-1 0 0,0 0 1 0 0,-1 0-1 0 0,1 0 0 0 0,-1 0 1 0 0,1 0-1 0 0,-4-2 1 0 0,5 4-384 0 0,0 0-1 0 0,0 0 1 0 0,-1 0 0 0 0,1 0 0 0 0,0 0 0 0 0,0 0 0 0 0,-1 0 0 0 0,1 0 0 0 0,0 0 0 0 0,0 0 0 0 0,-1 0 0 0 0,1 0 0 0 0,0 0 0 0 0,0 0 0 0 0,-1 0 0 0 0,1 1 0 0 0,0-1 0 0 0,0 0-1 0 0,-1 0 1 0 0,1 0 0 0 0,0 0 0 0 0,0 0 0 0 0,0 1 0 0 0,-1-1 0 0 0,1 0 0 0 0,0 0 0 0 0,0 0 0 0 0,0 1 0 0 0,0-1 0 0 0,0 0 0 0 0,-1 0 0 0 0,1 0 0 0 0,0 1 0 0 0,-7 20 848 0 0,-4 56 77 0 0,-3 132-1 0 0,8-74-808 0 0,-38 416-189 0 0,9-183-4105 0 0,32-306 2351 0 0,3-38 859 0 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1:25.5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258 1391 3681 0 0,'-2'0'120'0'0,"0"1"-1"0"0,0-1 1 0 0,0 1 0 0 0,0-1-1 0 0,0 0 1 0 0,0 0 0 0 0,0 0 0 0 0,0 0-1 0 0,0 0 1 0 0,0 0 0 0 0,0-1 0 0 0,0 1-1 0 0,0-1 1 0 0,0 1 0 0 0,0-1 0 0 0,0 0-1 0 0,1 0 1 0 0,-1 0 0 0 0,0 0-1 0 0,0 0 1 0 0,1 0 0 0 0,-1 0 0 0 0,1-1-1 0 0,-1 1 1 0 0,1 0 0 0 0,-1-1 0 0 0,1 1-1 0 0,0-1 1 0 0,0 0 0 0 0,0 1 0 0 0,0-1-1 0 0,0 0 1 0 0,0 0 0 0 0,-1-2-1 0 0,-3-9 713 0 0,0-1-1 0 0,1 1 0 0 0,-5-27 0 0 0,5 24-255 0 0,-67-417 6768 0 0,34 169-6434 0 0,15 146-699 0 0,-11-77 5 0 0,28 158-450 0 0,3-1-1 0 0,1 0 1 0 0,4-43 0 0 0,-2 75 183 0 0,4-25-875 0 0,-5 29 804 0 0,0 1 0 0 0,0 0 0 0 0,1-1 0 0 0,-1 1-1 0 0,1 0 1 0 0,0 0 0 0 0,-1 0 0 0 0,1-1 0 0 0,0 1 0 0 0,-1 0-1 0 0,1 0 1 0 0,0 0 0 0 0,0 0 0 0 0,0 0 0 0 0,0 0 0 0 0,0 0-1 0 0,0 1 1 0 0,2-2 0 0 0,6 0-949 0 0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1:30.4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29 172 920 0 0,'-29'2'5700'0'0,"39"-4"-4253"0"0,-7 2-1335 0 0,25-4 382 0 0,-1 2-1 0 0,1 1 1 0 0,0 1-1 0 0,41 6 1 0 0,10 0-260 0 0,5-7-17 0 0,1-3-1 0 0,-1-3 1 0 0,-1-5-1 0 0,101-27 1 0 0,241-60 686 0 0,-352 86-1002 0 0,-69 12-36 0 0,1 1 0 0 0,0-1 0 0 0,0 1 0 0 0,0 1 0 0 0,0-1-1 0 0,0 1 1 0 0,0 0 0 0 0,0 0 0 0 0,0 0 0 0 0,-1 0 0 0 0,1 1 0 0 0,6 3 0 0 0,-3 2-419 0 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1:32.0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86 188 3681 0 0,'-85'72'5909'0'0,"131"-122"-2816"0"0,-9 19-2425 0 0,1 1 0 0 0,65-41 0 0 0,-82 59-1316 0 0,1 1 1 0 0,0 1-1 0 0,0 1 1 0 0,1 1 0 0 0,0 0-1 0 0,1 2 1 0 0,25-4-1 0 0,-22 7-2914 0 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1:32.4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37 233 2761 0 0,'-4'3'49'0'0,"2"0"-18"0"0,0-1 0 0 0,-1 0 1 0 0,1 0-1 0 0,-1 0 0 0 0,1 0 0 0 0,-1-1 0 0 0,0 1 1 0 0,0-1-1 0 0,-3 2 0 0 0,6-3 42 0 0,-1-1 0 0 0,1 1 0 0 0,0 0-1 0 0,0 0 1 0 0,-1-1 0 0 0,1 1 0 0 0,0 0 0 0 0,0-1 0 0 0,-1 1-1 0 0,1 0 1 0 0,0-1 0 0 0,0 1 0 0 0,0-1 0 0 0,0 1 0 0 0,0 0-1 0 0,0-1 1 0 0,0 1 0 0 0,-1-1 0 0 0,1 1 0 0 0,0 0 0 0 0,0-1 0 0 0,0 1-1 0 0,1-1 1 0 0,-1 1 0 0 0,0 0 0 0 0,0-1 0 0 0,0 1 0 0 0,0 0-1 0 0,0-1 1 0 0,0 1 0 0 0,0-1 0 0 0,1 1 0 0 0,-1 0 0 0 0,0-1 0 0 0,0 1-1 0 0,1 0 1 0 0,-1 0 0 0 0,0-1 0 0 0,0 1 0 0 0,1 0 0 0 0,-1-1-1 0 0,11-16 1255 0 0,11-11 372 0 0,1 1 0 0 0,1 1 0 0 0,36-29 1 0 0,-37 36-2774 0 0,1 2 1 0 0,31-18 0 0 0,-25 19-3675 0 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1:33.0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 0 1840 0 0,'-2'2'182'0'0,"-1"-1"-1"0"0,1 1 1 0 0,0 0-1 0 0,0-1 0 0 0,0 1 1 0 0,0 0-1 0 0,0 0 0 0 0,0 1 1 0 0,0-1-1 0 0,1 0 1 0 0,-1 1-1 0 0,1-1 0 0 0,-1 3 1 0 0,1-4-100 0 0,1 0-1 0 0,-1 0 1 0 0,1 0 0 0 0,-1 0 0 0 0,1 0 0 0 0,0 0-1 0 0,0 0 1 0 0,0 0 0 0 0,-1 0 0 0 0,1 0-1 0 0,0 0 1 0 0,0 0 0 0 0,0 0 0 0 0,0 0 0 0 0,1 0-1 0 0,-1 0 1 0 0,0 0 0 0 0,0 0 0 0 0,1 0 0 0 0,-1 0-1 0 0,0 0 1 0 0,1 0 0 0 0,-1 0 0 0 0,1 0 0 0 0,-1 0-1 0 0,1 0 1 0 0,0-1 0 0 0,-1 1 0 0 0,1 0-1 0 0,0 0 1 0 0,0-1 0 0 0,-1 1 0 0 0,1 0 0 0 0,0-1-1 0 0,2 2 1 0 0,9 3 469 0 0,1-1 0 0 0,0 0-1 0 0,0-1 1 0 0,0 0 0 0 0,18 0-1 0 0,23 6-57 0 0,-34-5-367 0 0,17 2-338 0 0,-35-5 250 0 0,-1-1-1 0 0,1 1 1 0 0,0-1-1 0 0,-1 1 1 0 0,1 0 0 0 0,-1 0-1 0 0,1 0 1 0 0,-1 0 0 0 0,1 0-1 0 0,-1 0 1 0 0,1 0-1 0 0,-1 0 1 0 0,0 0 0 0 0,0 1-1 0 0,0-1 1 0 0,2 2-1 0 0,-5 3 435 0 0,-1 1 0 0 0,0-1 0 0 0,0-1 0 0 0,-5 10 0 0 0,-24 45-3069 0 0,24-40-1630 0 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1:33.4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66 87 2761 0 0,'-6'-1'48'0'0,"1"0"0"0"0,-1-1 0 0 0,1 1 0 0 0,0-1 1 0 0,-1-1-1 0 0,1 1 0 0 0,0-1 0 0 0,-9-6 0 0 0,14 9 103 0 0,-1-1 1 0 0,0 0-1 0 0,0 1 0 0 0,1-1 0 0 0,-1 0 0 0 0,0 0 0 0 0,1 0 1 0 0,-1 0-1 0 0,1 1 0 0 0,-1-1 0 0 0,1 0 0 0 0,-1 0 0 0 0,1 0 1 0 0,0 0-1 0 0,0 0 0 0 0,-1 0 0 0 0,1 0 0 0 0,0 0 0 0 0,0 0 1 0 0,0 0-1 0 0,0-2 0 0 0,1 1 48 0 0,-1 1 1 0 0,1-1 0 0 0,0 0-1 0 0,0 0 1 0 0,0 1-1 0 0,0-1 1 0 0,0 0-1 0 0,0 1 1 0 0,0-1-1 0 0,1 1 1 0 0,-1-1 0 0 0,0 1-1 0 0,1 0 1 0 0,-1-1-1 0 0,4 0 1 0 0,-3 0-42 0 0,1 0 0 0 0,0 0 0 0 0,0 1-1 0 0,0-1 1 0 0,0 1 0 0 0,0 0 0 0 0,0 0 0 0 0,0 0 0 0 0,0 0 0 0 0,1 0 0 0 0,-1 1 0 0 0,0-1 0 0 0,0 1 0 0 0,1 0 0 0 0,-1 0 0 0 0,6 1-1 0 0,3 2-66 0 0,-1 0-1 0 0,0 0 0 0 0,17 8 0 0 0,-20-7-53 0 0,1-1 0 0 0,-1 0-1 0 0,1 0 1 0 0,0 0 0 0 0,0-1 0 0 0,14 1 0 0 0,-22-3-6 0 0,0 0-1 0 0,0 0 1 0 0,0 0 0 0 0,0 0-1 0 0,0 0 1 0 0,0 0 0 0 0,0 0-1 0 0,0 0 1 0 0,0 1-1 0 0,0-1 1 0 0,0 0 0 0 0,0 1-1 0 0,0-1 1 0 0,-1 1 0 0 0,1-1-1 0 0,0 1 1 0 0,0 0-1 0 0,0-1 1 0 0,-1 1 0 0 0,1 0-1 0 0,0-1 1 0 0,-1 1 0 0 0,1 0-1 0 0,0 0 1 0 0,-1-1 0 0 0,1 1-1 0 0,-1 0 1 0 0,1 0-1 0 0,-1 0 1 0 0,0 0 0 0 0,1 0-1 0 0,-1 0 1 0 0,0 0 0 0 0,0 0-1 0 0,0 0 1 0 0,0 0-1 0 0,1 0 1 0 0,-1 0 0 0 0,-1 0-1 0 0,1 0 1 0 0,0 0 0 0 0,0 0-1 0 0,0 0 1 0 0,0 0 0 0 0,-1 1-1 0 0,-1 7-79 0 0,-1 0 0 0 0,0 0 0 0 0,-7 16-1 0 0,4-12-80 0 0,-21 62-1219 0 0,16-42-2335 0 0,4-12-228 0 0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1:33.9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 6 3681 0 0,'0'-1'93'0'0,"0"1"1"0"0,-1-1-1 0 0,1 1 0 0 0,-1 0 1 0 0,1-1-1 0 0,0 1 0 0 0,-1 0 1 0 0,1-1-1 0 0,-1 1 1 0 0,1 0-1 0 0,-1-1 0 0 0,1 1 1 0 0,-1 0-1 0 0,1 0 0 0 0,-1 0 1 0 0,1 0-1 0 0,-1-1 1 0 0,1 1-1 0 0,-1 0 0 0 0,1 0 1 0 0,-1 0-1 0 0,1 0 0 0 0,-1 0 1 0 0,1 0-1 0 0,-1 0 1 0 0,1 1-1 0 0,-1-1 0 0 0,1 0 1 0 0,-1 0-1 0 0,1 0 0 0 0,-1 0 1 0 0,1 1-1 0 0,-1-1 1 0 0,1 0-1 0 0,-1 0 0 0 0,1 1 1 0 0,-1-1-1 0 0,1 0 0 0 0,0 1 1 0 0,-1-1-1 0 0,1 0 1 0 0,-1 1-1 0 0,1-1 0 0 0,0 1 1 0 0,0-1-1 0 0,-1 1 0 0 0,1-1 1 0 0,0 1-1 0 0,0-1 1 0 0,-1 1-1 0 0,1-1 0 0 0,0 1 1 0 0,0-1-1 0 0,0 1 0 0 0,0-1 1 0 0,0 1-1 0 0,0-1 1 0 0,0 1-1 0 0,0-1 0 0 0,0 2 1 0 0,7 32 606 0 0,2 1 1 0 0,1-1 0 0 0,2 0-1 0 0,28 58 1 0 0,-10-25-726 0 0,29 76-2290 0 0,-45-111-1568 0 0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1:34.4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43 103 3225 0 0,'-2'1'-15'0'0,"0"0"1"0"0,1 1 0 0 0,-1 0 0 0 0,1-1 0 0 0,0 1-1 0 0,-1 0 1 0 0,1 0 0 0 0,0 0 0 0 0,0 0-1 0 0,0 0 1 0 0,0 0 0 0 0,1 0 0 0 0,-2 4-1 0 0,-8 34 343 0 0,9-32-51 0 0,-4 19 208 0 0,1 0 0 0 0,1 1-1 0 0,2 29 1 0 0,2-63-576 0 0,0 0 0 0 0,0 1 0 0 0,1-1 0 0 0,0 1 0 0 0,3-7 0 0 0,-1 1 61 0 0,5-28 16 0 0,6-61 1 0 0,-1 2 2322 0 0,-14 97-2228 0 0,0-1 1 0 0,0 1-1 0 0,0 0 0 0 0,1-1 1 0 0,-1 1-1 0 0,0 0 1 0 0,1 0-1 0 0,-1-1 0 0 0,1 1 1 0 0,-1 0-1 0 0,1 0 0 0 0,0 0 1 0 0,0 0-1 0 0,-1-1 1 0 0,1 1-1 0 0,0 0 0 0 0,0 1 1 0 0,0-1-1 0 0,0 0 1 0 0,0 0-1 0 0,0 0 0 0 0,0 0 1 0 0,0 1-1 0 0,1-1 0 0 0,-1 1 1 0 0,0-1-1 0 0,0 1 1 0 0,0-1-1 0 0,1 1 0 0 0,-1-1 1 0 0,0 1-1 0 0,1 0 1 0 0,-1 0-1 0 0,0 0 0 0 0,1 0 1 0 0,-1 0-1 0 0,0 0 0 0 0,1 0 1 0 0,-1 0-1 0 0,0 1 1 0 0,0-1-1 0 0,1 0 0 0 0,-1 1 1 0 0,0-1-1 0 0,0 1 1 0 0,1-1-1 0 0,-1 1 0 0 0,1 1 1 0 0,10 4 281 0 0,-1 1 0 0 0,0 0-1 0 0,-1 1 1 0 0,11 9 0 0 0,-8-6-277 0 0,-3-4-330 0 0,0 0 0 0 0,0-1 0 0 0,1 0 0 0 0,0 0 1 0 0,0-1-1 0 0,16 4 0 0 0,-6-3-666 0 0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1:34.7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0 3225 0 0,'0'0'101'0'0,"-1"0"0"0"0,1 0 0 0 0,-1 0 0 0 0,1 0 0 0 0,0 0 0 0 0,-1 0 1 0 0,1 0-1 0 0,0 0 0 0 0,-1 0 0 0 0,1 0 0 0 0,-1 0 0 0 0,1 1 0 0 0,0-1 0 0 0,-1 0 1 0 0,1 0-1 0 0,0 0 0 0 0,-1 0 0 0 0,1 1 0 0 0,0-1 0 0 0,-1 0 0 0 0,1 0 0 0 0,0 1 1 0 0,0-1-1 0 0,-1 0 0 0 0,1 0 0 0 0,0 1 0 0 0,0-1 0 0 0,-1 0 0 0 0,1 1 0 0 0,0-1 0 0 0,0 0 1 0 0,0 1-1 0 0,0-1 0 0 0,-1 0 0 0 0,1 1 0 0 0,5 15 2611 0 0,9 6-1503 0 0,16 19 344 0 0,25 30-348 0 0,-49-64-1214 0 0,1-1 0 0 0,-1 0 0 0 0,1 0 0 0 0,0 0 0 0 0,0-1 0 0 0,1 0 0 0 0,10 5 0 0 0,-14-8-297 0 0,0 0 1 0 0,0-1-1 0 0,1 0 0 0 0,-1 1 1 0 0,0-2-1 0 0,7 2 0 0 0,14-5-5278 0 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1:35.1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111 46 3193 0 0,'-10'-11'18'0'0,"6"7"190"0"0,1 0 1 0 0,0 1-1 0 0,-1-1 1 0 0,0 1-1 0 0,1 0 1 0 0,-7-4-1 0 0,9 7-139 0 0,0-1 0 0 0,0 1 0 0 0,0 0 0 0 0,0 0 0 0 0,1 0 0 0 0,-1-1 0 0 0,0 1 0 0 0,0 0 0 0 0,0 0 0 0 0,0 0-1 0 0,0 0 1 0 0,0 0 0 0 0,0 1 0 0 0,1-1 0 0 0,-1 0 0 0 0,0 0 0 0 0,0 1 0 0 0,0-1 0 0 0,0 0 0 0 0,1 1 0 0 0,-1-1 0 0 0,0 1 0 0 0,0-1 0 0 0,1 1 0 0 0,-1-1 0 0 0,0 1 0 0 0,1-1-1 0 0,-1 1 1 0 0,0 0 0 0 0,1 0 0 0 0,-1-1 0 0 0,1 1 0 0 0,-1 0 0 0 0,1 0 0 0 0,-1-1 0 0 0,1 1 0 0 0,0 0 0 0 0,0 0 0 0 0,-1 0 0 0 0,1 0 0 0 0,0 1 0 0 0,-9 24 388 0 0,2 0 0 0 0,0 0 0 0 0,2 1 1 0 0,-3 51-1 0 0,6-53-672 0 0,-1-12 2320 0 0,3-32-1113 0 0,3-36-897 0 0,-3 45-68 0 0,1-1 0 0 0,1 1-1 0 0,-1 0 1 0 0,2-1-1 0 0,0 1 1 0 0,0 0-1 0 0,0 0 1 0 0,2 1-1 0 0,5-11 1 0 0,-8 15-23 0 0,1 1 1 0 0,0 0-1 0 0,1 0 1 0 0,-1 0-1 0 0,1 0 1 0 0,-1 1-1 0 0,1 0 1 0 0,0-1-1 0 0,0 1 1 0 0,1 1-1 0 0,-1-1 1 0 0,1 1-1 0 0,-1-1 1 0 0,1 1-1 0 0,0 1 1 0 0,0-1-1 0 0,0 1 1 0 0,0-1-1 0 0,0 1 1 0 0,9 0-1 0 0,12 0-1569 0 0,-12 1-2665 0 0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1:37.1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270 230 1376 0 0,'-14'-7'490'0'0,"0"1"0"0"0,0 0 0 0 0,0 1 0 0 0,-1 1-1 0 0,0 0 1 0 0,0 1 0 0 0,0 1 0 0 0,0 0 0 0 0,0 1-1 0 0,0 1 1 0 0,0 0 0 0 0,0 1 0 0 0,-28 5 0 0 0,40-5-320 0 0,0-1 1 0 0,1 1 0 0 0,0 0-1 0 0,-1 0 1 0 0,1 1 0 0 0,-1-1 0 0 0,1 0-1 0 0,0 1 1 0 0,0-1 0 0 0,0 1-1 0 0,0 0 1 0 0,-3 3 0 0 0,4-4-120 0 0,1-1 1 0 0,0 0 0 0 0,-1 1 0 0 0,1-1-1 0 0,0 1 1 0 0,0-1 0 0 0,0 0-1 0 0,0 1 1 0 0,-1-1 0 0 0,1 1 0 0 0,0-1-1 0 0,0 1 1 0 0,0-1 0 0 0,0 0-1 0 0,0 1 1 0 0,0-1 0 0 0,0 1 0 0 0,0-1-1 0 0,0 1 1 0 0,0-1 0 0 0,0 1 0 0 0,1-1-1 0 0,-1 0 1 0 0,0 1 0 0 0,0-1-1 0 0,0 1 1 0 0,1 0 0 0 0,0 0 6 0 0,0 0 0 0 0,0-1 0 0 0,0 1 0 0 0,0 0 0 0 0,1 0 0 0 0,-1-1 0 0 0,0 1 0 0 0,0-1 0 0 0,1 1 0 0 0,-1-1 0 0 0,0 1 0 0 0,1-1 0 0 0,-1 0 0 0 0,2 1 0 0 0,12 0 265 0 0,0-1 0 0 0,0-1 1 0 0,0 0-1 0 0,0 0 1 0 0,0-2-1 0 0,0 0 0 0 0,19-6 1 0 0,32-6 337 0 0,809-69 266 0 0,-552 57-296 0 0,-249 15 108 0 0,0-4 0 0 0,91-32 0 0 0,-150 43-496 0 0,-1 1 1 0 0,26-4 0 0 0,-36 7-206 0 0,0 0 0 0 0,0 1 0 0 0,0 0 0 0 0,0 0 1 0 0,0 0-1 0 0,0 0 0 0 0,0 1 0 0 0,0 0 0 0 0,0-1 0 0 0,0 1 0 0 0,0 1 1 0 0,0-1-1 0 0,-1 0 0 0 0,1 1 0 0 0,4 3 0 0 0,-7-5-46 0 0,-1 1 0 0 0,1-1 1 0 0,-1 1-1 0 0,1 0 0 0 0,-1-1 0 0 0,1 1 0 0 0,-1 0 0 0 0,0-1 0 0 0,1 1 0 0 0,-1 0 1 0 0,0-1-1 0 0,0 1 0 0 0,0 0 0 0 0,1-1 0 0 0,-1 1 0 0 0,0 0 0 0 0,0 0 1 0 0,0-1-1 0 0,0 1 0 0 0,0 0 0 0 0,0 0 0 0 0,0-1 0 0 0,-1 1 0 0 0,1 0 0 0 0,0 0 1 0 0,0-1-1 0 0,0 1 0 0 0,-1 0 0 0 0,1-1 0 0 0,0 1 0 0 0,-1 0 0 0 0,0 0 1 0 0,-18 26-1126 0 0,9-12-586 0 0,7-8-175 0 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1:40.9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64 920 0 0,'-6'0'2798'0'0,"14"-2"-1161"0"0,10-1-1077 0 0,198-12 4069 0 0,43-2-1949 0 0,-72 3-1720 0 0,-63 3-525 0 0,-102 10-579 0 0,0 0 0 0 0,0 2 0 0 0,0 0 0 0 0,35 7 0 0 0,-56-8 60 0 0,0 0 1 0 0,0 1-1 0 0,-1-1 0 0 0,1 0 1 0 0,0 0-1 0 0,-1 0 0 0 0,1 1 0 0 0,0-1 1 0 0,-1 0-1 0 0,1 1 0 0 0,0-1 1 0 0,-1 0-1 0 0,1 1 0 0 0,-1-1 1 0 0,1 1-1 0 0,-1-1 0 0 0,1 1 1 0 0,-1-1-1 0 0,1 1 0 0 0,-1-1 1 0 0,1 1-1 0 0,-1 0 0 0 0,0-1 1 0 0,1 1-1 0 0,-1 0 0 0 0,0-1 0 0 0,1 1 1 0 0,-1 0-1 0 0,0-1 0 0 0,0 1 1 0 0,0 0-1 0 0,0 0 0 0 0,0-1 1 0 0,0 1-1 0 0,0 0 0 0 0,0-1 1 0 0,0 1-1 0 0,0 0 0 0 0,0 0 1 0 0,0-1-1 0 0,-1 1 0 0 0,1 0 1 0 0,0-1-1 0 0,0 1 0 0 0,-1 0 0 0 0,1-1 1 0 0,-1 2-1 0 0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1:41.4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 10 1376 0 0,'0'-1'130'0'0,"-1"0"1"0"0,0 0-1 0 0,0 1 0 0 0,0-1 0 0 0,1 0 0 0 0,-1 1 0 0 0,0-1 0 0 0,0 0 0 0 0,0 1 1 0 0,0-1-1 0 0,0 1 0 0 0,0 0 0 0 0,0-1 0 0 0,0 1 0 0 0,0 0 0 0 0,0-1 1 0 0,0 1-1 0 0,-1 0 0 0 0,1 0 0 0 0,0 0 0 0 0,0 0 0 0 0,0 0 0 0 0,-1 0 1 0 0,1 1-4 0 0,1-1 1 0 0,-1 1-1 0 0,1-1 1 0 0,-1 1-1 0 0,1-1 1 0 0,0 1-1 0 0,-1 0 1 0 0,1-1-1 0 0,0 1 1 0 0,-1-1-1 0 0,1 1 1 0 0,0 0 0 0 0,0-1-1 0 0,0 1 1 0 0,-1 0-1 0 0,1-1 1 0 0,0 1-1 0 0,0 0 1 0 0,0-1-1 0 0,0 1 1 0 0,0 0-1 0 0,0-1 1 0 0,0 1-1 0 0,1 0 1 0 0,-1-1 0 0 0,0 1-1 0 0,0 0 1 0 0,0-1-1 0 0,1 1 1 0 0,-1 0-1 0 0,0-1 1 0 0,1 1-1 0 0,-1-1 1 0 0,1 1-1 0 0,-1-1 1 0 0,0 1-1 0 0,2 0 1 0 0,8 15 363 0 0,0-1 0 0 0,1-1 0 0 0,1 1 0 0 0,1-2 0 0 0,21 19 0 0 0,80 56 482 0 0,-58-47-403 0 0,-1-4-257 0 0,2-2 0 0 0,81 37 0 0 0,-105-55-291 0 0,-33-17-15 0 0,1 0 0 0 0,-1 1-1 0 0,1-1 1 0 0,-1 1-1 0 0,0-1 1 0 0,1 0-1 0 0,-1 1 1 0 0,0-1-1 0 0,1 1 1 0 0,-1-1-1 0 0,0 1 1 0 0,0-1-1 0 0,0 1 1 0 0,1-1-1 0 0,-1 1 1 0 0,0 0-1 0 0,0-1 1 0 0,0 1-1 0 0,0-1 1 0 0,0 1-1 0 0,0-1 1 0 0,0 1-1 0 0,0-1 1 0 0,0 1-1 0 0,0 0 1 0 0,-1-1-1 0 0,1 1 1 0 0,0-1-1 0 0,0 1 1 0 0,0-1-1 0 0,-1 1 1 0 0,1-1-1 0 0,0 1 1 0 0,0-1-1 0 0,-1 1 1 0 0,-12 20-642 0 0,12-20 634 0 0,-11 18-2470 0 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1:42.7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443 6 920 0 0,'5'-6'6191'0'0,"-13"20"-4404"0"0,6 7 1261 0 0,11-23-1851 0 0,-8 1-1174 0 0,0 1 0 0 0,1-1-1 0 0,-1 1 1 0 0,1-1 0 0 0,-1 1-1 0 0,1 0 1 0 0,-1 0-1 0 0,1 0 1 0 0,-1 0 0 0 0,1 0-1 0 0,-1 0 1 0 0,1 0 0 0 0,-1 0-1 0 0,3 1 1 0 0,51 37 3250 0 0,-53-40-3213 0 0,-2 2-63 0 0,0 0 1 0 0,0 0-1 0 0,0 1 1 0 0,0-1-1 0 0,0 0 0 0 0,0 0 1 0 0,0 0-1 0 0,0 0 0 0 0,0 0 1 0 0,0 0-1 0 0,0 0 1 0 0,0 0-1 0 0,0 0 0 0 0,0 0 1 0 0,0 0-1 0 0,0 0 0 0 0,0 0 1 0 0,0 0-1 0 0,0 0 1 0 0,0 1-1 0 0,1-1 0 0 0,-1 0 1 0 0,0 0-1 0 0,0 0 1 0 0,0 0-1 0 0,0 0 0 0 0,0 0 1 0 0,0 0-1 0 0,0 0 0 0 0,0 0 1 0 0,0 0-1 0 0,0 0 1 0 0,0 0-1 0 0,0 0 0 0 0,0 0 1 0 0,0 0-1 0 0,0 0 0 0 0,0 0 1 0 0,1 0-1 0 0,-1 0 1 0 0,0 0-1 0 0,0 0 0 0 0,0 0 1 0 0,0 0-1 0 0,0 0 1 0 0,0 0-1 0 0,0 0 0 0 0,1 30 1482 0 0,-6-25 512 0 0,-5 0-1929 0 0,0 1-1 0 0,0 0 1 0 0,1 0-1 0 0,0 1 1 0 0,0 0-1 0 0,1 1 1 0 0,-10 10-1 0 0,-202 197-1962 0 0,192-184 1298 0 0,0 1 1 0 0,2 2 0 0 0,2 0 0 0 0,-32 58-1 0 0,32-87-8699 0 0,20-4 8856 0 0,0-1 0 0 0,0 1 0 0 0,0 0 0 0 0,1 0 0 0 0,-8 3 0 0 0,11-4 465 0 0,-1 0 1 0 0,1 0-1 0 0,0 0 1 0 0,-1 0-1 0 0,1 1 1 0 0,0-1-1 0 0,0 0 0 0 0,-1 0 1 0 0,1 0-1 0 0,0 0 1 0 0,-1 0-1 0 0,1 1 1 0 0,0-1-1 0 0,0 0 1 0 0,-1 0-1 0 0,1 1 1 0 0,0-1-1 0 0,0 0 0 0 0,0 0 1 0 0,-1 1-1 0 0,1-1 1 0 0,0 0-1 0 0,0 0 1 0 0,0 1-1 0 0,0-1 1 0 0,0 0-1 0 0,-1 1 1 0 0,1-1-1 0 0,0 0 1 0 0,0 1-1 0 0,0-1 0 0 0,0 0 1 0 0,0 1-1 0 0,0-1 1 0 0,0 0-1 0 0,0 1 1 0 0,0-1-1 0 0,0 0 1 0 0,0 1-1 0 0,1-1 1 0 0,-1 0-1 0 0,0 1 0 0 0,0-1 1 0 0,0 0-1 0 0,0 0 1 0 0,0 1-1 0 0,1-1 1 0 0,-1 0-1 0 0,0 1 1 0 0,0-1-1 0 0,0 0 1 0 0,1 0-1 0 0,-1 0 0 0 0,1 1 1 0 0,19 9-265 0 0,-11-7 217 0 0,13 11-142 0 0,-21-12 159 0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1:43.3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0 212 2304 0 0,'35'-14'1946'0'0,"-17"5"-1179"0"0,74-24 3118 0 0,134-31 0 0 0,-156 52-3264 0 0,0 3-1 0 0,0 3 1 0 0,137 7 0 0 0,-173 0-726 0 0,0-2 1 0 0,55-7-1 0 0,-70 5-489 0 0,-1-1-1 0 0,0-1 0 0 0,1-1 0 0 0,-2-1 1 0 0,1 0-1 0 0,20-12 0 0 0,-26 13-308 0 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1:43.9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192 158 456 0 0,'-8'-13'532'0'0,"1"0"-1"0"0,-1-1 1 0 0,-8-26-1 0 0,10 25 1561 0 0,0-1-1 0 0,-19-30 1211 0 0,24 46-3245 0 0,1 0 1 0 0,0 0 0 0 0,0-1-1 0 0,0 1 1 0 0,0 0-1 0 0,0 0 1 0 0,-1 0 0 0 0,1 0-1 0 0,0 0 1 0 0,0 0 0 0 0,-2 1 979 0 0,1 0-980 0 0,-3 9 1047 0 0,0 15-465 0 0,4-25-630 0 0,-14 298 837 0 0,7-115-1213 0 0,-1 55-190 0 0,-12 159 659 0 0,-7-249 169 0 0,1 2-2244 0 0,26-128-2576 0 0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1:46.1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61 16 6913 0 0,'0'-1'40'0'0,"-33"-11"383"0"0,33 11-362 0 0,-1 1-1 0 0,0 0 1 0 0,0-1-1 0 0,0 1 1 0 0,1 0 0 0 0,-1 0-1 0 0,0 0 1 0 0,0 0-1 0 0,0-1 1 0 0,0 1-1 0 0,1 0 1 0 0,-1 0-1 0 0,0 1 1 0 0,0-1 0 0 0,0 0-1 0 0,0 0 1 0 0,0 0-1 0 0,1 0 1 0 0,-1 1-1 0 0,0-1 1 0 0,0 0 0 0 0,1 1-1 0 0,-1-1 1 0 0,0 1-1 0 0,0-1 1 0 0,1 1-1 0 0,-1-1 1 0 0,0 1-1 0 0,1 0 1 0 0,-1-1 0 0 0,1 1-1 0 0,-1 0 1 0 0,1-1-1 0 0,-1 1 1 0 0,1 0-1 0 0,-1-1 1 0 0,1 1 0 0 0,-1 1-1 0 0,1-1 40 0 0,1 0-1 0 0,-1 0 0 0 0,0 0 1 0 0,0 0-1 0 0,0 0 1 0 0,1 0-1 0 0,-1-1 1 0 0,0 1-1 0 0,1 0 1 0 0,-1 0-1 0 0,1 0 1 0 0,-1-1-1 0 0,1 1 1 0 0,-1 0-1 0 0,1 0 0 0 0,0-1 1 0 0,-1 1-1 0 0,1 0 1 0 0,0-1-1 0 0,0 1 1 0 0,-1-1-1 0 0,1 1 1 0 0,0-1-1 0 0,0 1 1 0 0,1-1-1 0 0,28 14 810 0 0,-20-10-555 0 0,66 30 1142 0 0,-22-12-876 0 0,-1 3-1 0 0,-1 3 1 0 0,69 47-1 0 0,-10 2-1915 0 0,-34-32-3313 0 0,-67-38 3258 0 0,-4 1-8 0 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1:46.4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1 138 4145 0 0,'0'-4'143'0'0,"-1"0"1"0"0,1 0-1 0 0,0-1 1 0 0,1 1-1 0 0,-1 0 1 0 0,1 0-1 0 0,0 0 1 0 0,-1 0-1 0 0,2 0 1 0 0,-1 1-1 0 0,0-1 1 0 0,1 0-1 0 0,0 0 1 0 0,0 1-1 0 0,0-1 1 0 0,0 1-1 0 0,1 0 1 0 0,-1-1-1 0 0,1 1 1 0 0,0 0-1 0 0,0 0 1 0 0,0 1-1 0 0,0-1 1 0 0,0 1-1 0 0,6-4 1 0 0,0 0 253 0 0,0 1 0 0 0,1 0-1 0 0,0 0 1 0 0,0 1 0 0 0,1 0 0 0 0,-1 0 0 0 0,1 1 0 0 0,15-2 0 0 0,-17 4-285 0 0,1 0 1 0 0,-1 1-1 0 0,0 0 0 0 0,1 1 1 0 0,-1 0-1 0 0,0 0 1 0 0,0 1-1 0 0,0 0 1 0 0,0 0-1 0 0,0 1 0 0 0,0 1 1 0 0,-1-1-1 0 0,0 1 1 0 0,1 1-1 0 0,-1-1 0 0 0,-1 2 1 0 0,1-1-1 0 0,-1 1 1 0 0,7 6-1 0 0,-4-1-186 0 0,0 0 1 0 0,-1 0-1 0 0,0 1 0 0 0,-1 0 0 0 0,-1 1 0 0 0,0-1 1 0 0,0 2-1 0 0,-1-1 0 0 0,-1 1 0 0 0,0-1 1 0 0,3 21-1 0 0,-2-3-472 0 0,-3 0-1 0 0,1 46 1 0 0,-3-30-1281 0 0,0-29-1629 0 0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1:46.8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1 165 2304 0 0,'4'-4'169'0'0,"1"1"-1"0"0,0 0 0 0 0,0 0 0 0 0,1 0 1 0 0,-1 1-1 0 0,0-1 0 0 0,1 1 0 0 0,0 0 1 0 0,-1 1-1 0 0,1 0 0 0 0,7-1 0 0 0,67-5 1846 0 0,-10 8-134 0 0,-63-1-1670 0 0,0 1-1 0 0,0 0 1 0 0,-1 1-1 0 0,1-1 0 0 0,0 1 1 0 0,0 1-1 0 0,10 4 1 0 0,-17-7-183 0 0,0 0 0 0 0,0 0 0 0 0,0 0 0 0 0,-1 0 0 0 0,1 0 0 0 0,0 0 0 0 0,0 0 0 0 0,0 0 0 0 0,0 0 1 0 0,0 0-1 0 0,0 0 0 0 0,0 1 0 0 0,0-1 0 0 0,0 0 0 0 0,0 0 0 0 0,0 0 0 0 0,-1 0 0 0 0,1 0 0 0 0,0 0 0 0 0,0 0 0 0 0,0 0 0 0 0,0 0 0 0 0,0 0 1 0 0,0 0-1 0 0,0 0 0 0 0,0 0 0 0 0,0 0 0 0 0,0 1 0 0 0,0-1 0 0 0,0 0 0 0 0,0 0 0 0 0,0 0 0 0 0,0 0 0 0 0,0 0 0 0 0,0 0 0 0 0,0 0 1 0 0,0 0-1 0 0,0 0 0 0 0,0 1 0 0 0,0-1 0 0 0,0 0 0 0 0,0 0 0 0 0,0 0 0 0 0,0 0 0 0 0,0 0 0 0 0,0 0 0 0 0,0 0 0 0 0,0 0 0 0 0,0 0 0 0 0,0 0 1 0 0,0 0-1 0 0,0 1 0 0 0,0-1 0 0 0,0 0 0 0 0,0 0 0 0 0,0 0 0 0 0,1 0 0 0 0,-1 0 0 0 0,0 0 0 0 0,0 0 0 0 0,0 0 0 0 0,0 0 0 0 0,0 0 1 0 0,0 0-1 0 0,-13 2 1009 0 0,-17-4 350 0 0,23 1-1158 0 0,0-1 0 0 0,-1 0 0 0 0,1-1 0 0 0,0 0 0 0 0,1 0 0 0 0,-1-1 0 0 0,0 1 0 0 0,1-1 0 0 0,0-1 0 0 0,0 1 0 0 0,0-1 0 0 0,1 0 0 0 0,-10-11 0 0 0,11 10-508 0 0,0 0 1 0 0,0-1-1 0 0,0 1 1 0 0,1 0-1 0 0,0-1 0 0 0,1 0 1 0 0,-1 0-1 0 0,1 0 1 0 0,-1-9-1 0 0,1 1-5029 0 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1:47.1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158 211 5985 0 0,'2'0'114'0'0,"0"0"-1"0"0,0 0 0 0 0,-1 0 1 0 0,1 1-1 0 0,0-1 0 0 0,0 0 1 0 0,0 1-1 0 0,0-1 0 0 0,0 1 0 0 0,0 0 1 0 0,0-1-1 0 0,-1 1 0 0 0,1 0 1 0 0,0 0-1 0 0,-1 0 0 0 0,1 1 1 0 0,-1-1-1 0 0,3 2 0 0 0,28 24 940 0 0,-19-13-602 0 0,1 1 0 0 0,-2 1 0 0 0,0 0 0 0 0,0 1 0 0 0,-2 0 0 0 0,15 31-1 0 0,-19-35-1391 0 0,-1 1 0 0 0,-1-1 0 0 0,3 17 0 0 0,-5-16-2753 0 0</inkml:trace>
  <inkml:trace contextRef="#ctx0" brushRef="#br0" timeOffset="1">168 227 1376 0 0,'-53'-61'717'0'0,"-56"-90"6871"0"0,104 137-7155 0 0,15 18-1985 0 0,25 21-2673 0 0,-31-21 3832 0 0,54 43-1507 0 0,-40-28 1888 0 0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1:47.4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0 323 1376 0 0,'7'-5'353'0'0,"-1"1"0"0"0,1 0 0 0 0,0 0 0 0 0,1 0 0 0 0,-1 1 1 0 0,0 0-1 0 0,11-2 0 0 0,8-4 504 0 0,56-21 2077 0 0,-57 23-1850 0 0,-1-2 0 0 0,1-1 0 0 0,-1-1 0 0 0,22-14 0 0 0,-45 25-1050 0 0,0 0-1 0 0,0-1 0 0 0,0 1 1 0 0,0-1-1 0 0,0 1 1 0 0,0-1-1 0 0,0 0 0 0 0,0 1 1 0 0,-1-1-1 0 0,1 0 0 0 0,0 0 1 0 0,-1 0-1 0 0,1 1 1 0 0,0-1-1 0 0,-1 0 0 0 0,1 0 1 0 0,-1 0-1 0 0,1 0 1 0 0,-1 0-1 0 0,0 0 0 0 0,1 0 1 0 0,-1 0-1 0 0,0 0 0 0 0,0 0 1 0 0,0 0-1 0 0,0 0 1 0 0,0 0-1 0 0,0 0 0 0 0,0 0 1 0 0,0 0-1 0 0,0 0 1 0 0,0 0-1 0 0,0 0 0 0 0,-1-1 1 0 0,1 0-1 0 0,-3-2 11 0 0,0 1-1 0 0,0-1 1 0 0,0 0 0 0 0,0 1-1 0 0,0 0 1 0 0,-8-6 0 0 0,-6-5-19 0 0,11 7-153 0 0,0 1 1 0 0,0-1 0 0 0,0 1-1 0 0,1-2 1 0 0,0 1 0 0 0,1 0-1 0 0,-1-1 1 0 0,1 0 0 0 0,1 0 0 0 0,-6-17-1 0 0,7 8-933 0 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1:47.9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196 739 3225 0 0,'3'-5'154'0'0,"-1"0"0"0"0,0-1 1 0 0,0 1-1 0 0,0-1 0 0 0,-1 1 0 0 0,0-1 1 0 0,0 1-1 0 0,0-1 0 0 0,-1 0 1 0 0,0 0-1 0 0,0 1 0 0 0,0-1 0 0 0,-1 0 1 0 0,1 0-1 0 0,-2 1 0 0 0,1-1 1 0 0,0 1-1 0 0,-1-1 0 0 0,-5-9 1 0 0,5 9 74 0 0,-1 0 0 0 0,-1 0 1 0 0,1 1-1 0 0,-1-1 0 0 0,0 1 1 0 0,0 0-1 0 0,0 0 1 0 0,-1 0-1 0 0,0 0 0 0 0,0 1 1 0 0,0 0-1 0 0,0 0 1 0 0,-1 0-1 0 0,1 1 0 0 0,-1 0 1 0 0,0 0-1 0 0,-8-3 1 0 0,11 5-270 0 0,0 0 0 0 0,0 1 0 0 0,0-1 1 0 0,0 1-1 0 0,0-1 0 0 0,-1 1 0 0 0,1 0 1 0 0,0 0-1 0 0,0 1 0 0 0,0-1 1 0 0,0 0-1 0 0,0 1 0 0 0,0 0 0 0 0,0 0 1 0 0,0 0-1 0 0,0 0 0 0 0,0 0 1 0 0,0 1-1 0 0,1-1 0 0 0,-1 1 0 0 0,0 0 1 0 0,1 0-1 0 0,-1 0 0 0 0,1 0 0 0 0,0 0 1 0 0,0 0-1 0 0,0 0 0 0 0,0 1 1 0 0,0-1-1 0 0,0 1 0 0 0,1 0 0 0 0,-1 0 1 0 0,1-1-1 0 0,0 1 0 0 0,-2 6 0 0 0,0 0-156 0 0,0 0 0 0 0,1 1-1 0 0,0-1 1 0 0,0 1 0 0 0,1-1-1 0 0,1 1 1 0 0,-1-1 0 0 0,2 1-1 0 0,-1-1 1 0 0,4 16-1 0 0,-2-16 166 0 0,1 0 0 0 0,0 0 0 0 0,1 0 0 0 0,0-1 0 0 0,0 0 0 0 0,1 0 0 0 0,0 0 0 0 0,0 0 0 0 0,1-1 0 0 0,0 0 0 0 0,0 0 0 0 0,1 0 0 0 0,0-1 0 0 0,0 0 0 0 0,0 0 0 0 0,1-1 0 0 0,14 8 0 0 0,-17-10 77 0 0,1-1 0 0 0,-1 0 0 0 0,0 0 0 0 0,0-1 0 0 0,1 1 0 0 0,-1-1-1 0 0,1 0 1 0 0,-1-1 0 0 0,1 1 0 0 0,0-1 0 0 0,-1 0 0 0 0,1 0 0 0 0,-1-1 0 0 0,1 0 0 0 0,0 0-1 0 0,-1 0 1 0 0,0-1 0 0 0,1 1 0 0 0,-1-1 0 0 0,0-1 0 0 0,0 1 0 0 0,0-1 0 0 0,0 0-1 0 0,0 0 1 0 0,-1 0 0 0 0,1 0 0 0 0,-1-1 0 0 0,0 0 0 0 0,0 0 0 0 0,5-7 0 0 0,-3 4 30 0 0,-1-1 1 0 0,0 0 0 0 0,0 0 0 0 0,-1 0 0 0 0,0-1 0 0 0,0 0 0 0 0,-1 1-1 0 0,0-1 1 0 0,-1 0 0 0 0,0-1 0 0 0,0 1 0 0 0,-1 0 0 0 0,0-1-1 0 0,0-12 1 0 0,-3-12 519 0 0,-2 0-1 0 0,-13-57 0 0 0,10 59 208 0 0,1 0-1 0 0,-2-50 0 0 0,8 78-759 0 0,0 1 0 0 0,0 0 0 0 0,0 0 1 0 0,1 0-1 0 0,-1-1 0 0 0,1 1 0 0 0,0 0 0 0 0,0 0 1 0 0,0 0-1 0 0,0 0 0 0 0,0 0 0 0 0,1 0 0 0 0,-1 1 1 0 0,1-1-1 0 0,0 0 0 0 0,0 1 0 0 0,3-4 0 0 0,-4 5-38 0 0,1 1-1 0 0,-1-1 0 0 0,1 0 1 0 0,-1 0-1 0 0,1 1 0 0 0,0-1 1 0 0,-1 1-1 0 0,1-1 0 0 0,0 1 1 0 0,0 0-1 0 0,-1-1 0 0 0,1 1 1 0 0,0 0-1 0 0,0 0 0 0 0,-1 0 1 0 0,1 1-1 0 0,0-1 0 0 0,-1 0 0 0 0,1 1 1 0 0,0-1-1 0 0,-1 1 0 0 0,1-1 1 0 0,0 1-1 0 0,-1 0 0 0 0,1 0 1 0 0,-1 0-1 0 0,1 0 0 0 0,-1 0 1 0 0,1 0-1 0 0,-1 0 0 0 0,0 0 1 0 0,2 2-1 0 0,25 23 22 0 0,-14-13-142 0 0,29 21 1 0 0,-38-31 99 0 0,-1 0-1 0 0,1 0 1 0 0,0-1 0 0 0,0 0 0 0 0,0 0-1 0 0,0 0 1 0 0,0-1 0 0 0,0 1 0 0 0,1-1-1 0 0,-1 0 1 0 0,8 0 0 0 0,-37-63 3890 0 0,16 32-3646 0 0,1-1 1 0 0,2 1-1 0 0,1-1 0 0 0,2 0 1 0 0,0 0-1 0 0,3 0 0 0 0,0 0 1 0 0,6-31-1 0 0,0 28-956 0 0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1:49.6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41 144 920 0 0,'-3'-11'417'0'0,"1"1"1"0"0,1 0-1 0 0,0-1 0 0 0,0 0 0 0 0,1-11 1 0 0,0 9 468 0 0,0 1 1 0 0,-1 0-1 0 0,-5-19 1382 0 0,5 34-1327 0 0,0 15 10 0 0,0 24 2 0 0,13 192 1492 0 0,-5-146-2462 0 0,-4-1-1 0 0,-11 128 0 0 0,5-199-86 0 0,0-1 0 0 0,-9 23 0 0 0,8-27-621 0 0,1 0-1 0 0,-1 1 0 0 0,2-1 0 0 0,0 0 1 0 0,-1 18-1 0 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1:50.0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99 3225 0 0,'-16'-9'3358'0'0,"16"9"-3306"0"0,88-5 2614 0 0,173-15 3132 0 0,125-14-2369 0 0,-357 32-3510 0 0,-13 1-401 0 0,67-7-841 0 0,-30-6-4831 0 0,-39 9 1619 0 0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1:51.0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6913 0 0,'33'69'1669'0'0,"38"68"1372"0"0,-60-120-3235 0 0,1 0 0 0 0,0-1-1 0 0,1 0 1 0 0,1-1 0 0 0,26 23 0 0 0,-26-27-3647 0 0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1:51.4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116 44 1376 0 0,'0'0'-3'0'0,"19"-27"2123"0"0,-18 26-1914 0 0,0 0 1 0 0,0 0 0 0 0,0-1-1 0 0,0 1 1 0 0,0 0 0 0 0,0 0-1 0 0,0 0 1 0 0,0 0 0 0 0,1 1-1 0 0,-1-1 1 0 0,0 0-1 0 0,0 0 1 0 0,1 1 0 0 0,-1-1-1 0 0,1 1 1 0 0,-1-1 0 0 0,0 1-1 0 0,3-1 1 0 0,-3 1-132 0 0,-1 1 1 0 0,0-1-1 0 0,0 0 0 0 0,1 1 1 0 0,-1-1-1 0 0,0 0 0 0 0,0 1 1 0 0,0-1-1 0 0,1 0 0 0 0,-1 1 1 0 0,0-1-1 0 0,0 1 0 0 0,0-1 1 0 0,0 1-1 0 0,0-1 1 0 0,0 0-1 0 0,0 1 0 0 0,0-1 1 0 0,0 1-1 0 0,0-1 0 0 0,0 0 1 0 0,0 1-1 0 0,0-1 0 0 0,0 1 1 0 0,0-1-1 0 0,-1 0 0 0 0,1 1 1 0 0,0-1-1 0 0,0 1 0 0 0,-1-1 1 0 0,-5 17 737 0 0,5-15-555 0 0,-39 86 1903 0 0,18-45-1748 0 0,2 2 0 0 0,2 0 0 0 0,2 1-1 0 0,-11 57 1 0 0,18-46-2567 0 0,7-29-2589 0 0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1:53.0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0 915 4609 0 0,'0'-1'353'0'0,"8"-197"4521"0"0,-2 61-3154 0 0,22-423-1107 0 0,-27 553-1043 0 0,1-4-441 0 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1:53.4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 30 1376 0 0,'-12'2'-466'0'0,"-8"-6"8344"0"0,36 3-6036 0 0,125 9 1916 0 0,144-12-1229 0 0,100 1-129 0 0,-9-11-1522 0 0,-85 1 114 0 0,-219 16-817 0 0,1 3-1 0 0,-1 3 0 0 0,116 31 1 0 0,-168-36-426 0 0,0-1 0 0 0,1-1 0 0 0,-1-1-1 0 0,1-1 1 0 0,0 0 0 0 0,-1-2 0 0 0,29-5 0 0 0,-46 6-1026 0 0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1:54.5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132 189 456 0 0,'-5'-13'564'0'0,"1"-1"0"0"0,1-1-1 0 0,0 1 1 0 0,-2-25 0 0 0,3 21 745 0 0,-1-1 0 0 0,-5-19 0 0 0,8 37-1147 0 0,-1 0 0 0 0,1 0 0 0 0,0 0 0 0 0,-1 0 0 0 0,1 0 0 0 0,-1 0 0 0 0,1 0 0 0 0,-1 0 0 0 0,1 0 0 0 0,-1 0 0 0 0,1 0 0 0 0,-1 0 0 0 0,0 0 0 0 0,0 1 0 0 0,1-1 0 0 0,-1 0 0 0 0,0 1 0 0 0,-1-2 0 0 0,1 2-42 0 0,0 0 0 0 0,1 0-1 0 0,-1 0 1 0 0,0 0-1 0 0,1 0 1 0 0,-1 0-1 0 0,0 0 1 0 0,1 0-1 0 0,-1 0 1 0 0,0 0-1 0 0,1 0 1 0 0,-1 0-1 0 0,0 0 1 0 0,1 1-1 0 0,-1-1 1 0 0,1 0-1 0 0,-1 1 1 0 0,0-1-1 0 0,1 0 1 0 0,-1 1-1 0 0,0 0 1 0 0,-1 1 109 0 0,-1 0 1 0 0,1 1-1 0 0,0-1 0 0 0,0 1 1 0 0,0 0-1 0 0,0-1 0 0 0,1 1 1 0 0,-1 0-1 0 0,1 0 0 0 0,-2 4 1 0 0,-11 45-84 0 0,3 0 1 0 0,1 1-1 0 0,3 0 1 0 0,0 70-1 0 0,19 217 792 0 0,-1-142-717 0 0,54 779 35 0 0,-60-941-394 0 0,-2 0 0 0 0,-1 0 0 0 0,-2 0 0 0 0,-1 0 0 0 0,-2 0 0 0 0,-1 0 0 0 0,-2 0 0 0 0,-1-1-1 0 0,-14 37 1 0 0,6-26-27 0 0,6-17-5344 0 0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1:55.1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54 189 3225 0 0,'-12'-29'662'0'0,"1"-1"0"0"0,-13-60 0 0 0,17 63 116 0 0,7 27-656 0 0,0-1 0 0 0,0 1 0 0 0,0 0-1 0 0,0-1 1 0 0,1 1 0 0 0,-1-1 0 0 0,0 1-1 0 0,0 0 1 0 0,0-1 0 0 0,2-1 1096 0 0,-1 1-1097 0 0,-1 1 1 0 0,0 0 0 0 0,0 0 0 0 0,1 0-1 0 0,-1 0 1 0 0,0-1 0 0 0,1 1 0 0 0,-1 0-1 0 0,0 0 1 0 0,1 0 0 0 0,-1 0 0 0 0,1 0-1 0 0,20-4 1496 0 0,24 3 179 0 0,-24 5-1206 0 0,0 0-1 0 0,0 2 0 0 0,-1 0 1 0 0,1 2-1 0 0,34 17 1 0 0,94 63 327 0 0,-58-31-386 0 0,46 19-35 0 0,131 81-252 0 0,-112-49-231 0 0,-61-40-14 0 0,142 76 0 0 0,-75-53 101 0 0,9 5 32 0 0,-156-89-119 0 0,1 0-1 0 0,-1-1 1 0 0,1 0-1 0 0,0-1 0 0 0,0-1 1 0 0,29 3-1 0 0,-35-6-384 0 0,0-1 0 0 0,1 0 0 0 0,-1-1 0 0 0,19-4-1 0 0,-20 3-559 0 0,0 0 0 0 0,-1-1 0 0 0,1-1 0 0 0,-1 1 0 0 0,0-1 0 0 0,8-6 0 0 0,-3 3-3333 0 0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1:55.5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1805 0 3225 0 0,'2'22'8786'0'0,"-7"-8"-8609"0"0,-1 1 0 0 0,0-1 1 0 0,-1 0-1 0 0,0-1 0 0 0,-1 0 1 0 0,0 0-1 0 0,-1 0 1 0 0,-11 11-1 0 0,1-4 228 0 0,-1-2 1 0 0,0 1-1 0 0,-45 28 1 0 0,4-3 416 0 0,-83 75 1 0 0,-44 64-582 0 0,-98 85-1361 0 0,110-124-343 0 0,-219 233 0 0 0,42-14-649 0 0,349-360 702 0 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1:56.2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2 174 1840 0 0,'0'-1'53'0'0,"-1"0"-1"0"0,1 0 0 0 0,0 0 0 0 0,0 0 1 0 0,-1 0-1 0 0,1 0 0 0 0,0 0 0 0 0,0 0 1 0 0,0 0-1 0 0,0 0 0 0 0,0 0 0 0 0,0 0 1 0 0,1 1-1 0 0,-1-1 0 0 0,0 0 0 0 0,0 0 1 0 0,1 0-1 0 0,-1 0 0 0 0,0 0 1 0 0,1 0-1 0 0,-1 0 0 0 0,1 1 0 0 0,-1-1 1 0 0,1 0-1 0 0,1-1 0 0 0,16-19 1391 0 0,2 8-175 0 0,0 1 0 0 0,1 0 0 0 0,0 2 0 0 0,28-10 0 0 0,92-21 2513 0 0,-116 35-3509 0 0,1 1 0 0 0,0 1 0 0 0,27 0 0 0 0,-45 4-419 0 0,0 0 0 0 0,0 0 0 0 0,0 1 0 0 0,0-1 0 0 0,-1 2 0 0 0,1-1 0 0 0,0 1 0 0 0,-1 0 0 0 0,1 1 0 0 0,-1 0 0 0 0,0 0 0 0 0,0 1 0 0 0,0-1 0 0 0,10 8 0 0 0,-14-7-169 0 0,1 0-1 0 0,-1 0 1 0 0,0 0 0 0 0,0 0 0 0 0,0 1 0 0 0,4 9 0 0 0,4 11-819 0 0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1:56.5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13 136 2304 0 0,'-12'-1'10259'0'0,"123"-57"-5359"0"0,-85 48-5161 0 0,0 0 0 0 0,48-11 1 0 0,0 2-2308 0 0,-25 2-3863 0 0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1:56.9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81 13 1376 0 0,'-1'-2'-80'0'0,"-7"-9"3413"0"0,8 11-3160 0 0,-1 0 0 0 0,1 0 1 0 0,-1 0-1 0 0,1 1 0 0 0,-1-1 0 0 0,1 0 0 0 0,-1 0 1 0 0,1 0-1 0 0,-1 1 0 0 0,-2 1 1212 0 0,3-1-1211 0 0,-1-1-1 0 0,1 1 0 0 0,0-1 0 0 0,-1 1 0 0 0,1-1 1 0 0,0 0-1 0 0,0 1 0 0 0,0-1 0 0 0,0 1 0 0 0,-1-1 1 0 0,1 1-1 0 0,0 0 0 0 0,0-1 0 0 0,0 1 0 0 0,0-1 0 0 0,0 1 1 0 0,0-1-1 0 0,0 2 0 0 0,-13 53 2507 0 0,-7 61 1 0 0,0 68-950 0 0,18-162-1707 0 0,-3 83-2624 0 0,5-67-3079 0 0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1:57.6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 14 920 0 0,'-7'-2'17'0'0,"2"0"676"0"0,0 0 0 0 0,-1 0 0 0 0,1 1 0 0 0,-1-1 0 0 0,1 1 0 0 0,-1 0 0 0 0,-7 1 0 0 0,12 4-325 0 0,0 1 0 0 0,1-1 0 0 0,-1 1 0 0 0,1 0 0 0 0,0-1 0 0 0,0 1 0 0 0,1 6 0 0 0,0-7-152 0 0,16 398 2482 0 0,-15-358-2656 0 0,-1 13-303 0 0,-1-19-3080 0 0,-2-15-429 0 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1:57.9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1 151 920 0 0,'22'-20'1169'0'0,"1"0"0"0"0,0 2 0 0 0,2 1 1 0 0,0 0-1 0 0,1 2 0 0 0,1 1 0 0 0,32-12 0 0 0,-48 23-4817 0 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1:58.4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128 0 6913 0 0,'-1'3'193'0'0,"-1"-1"-1"0"0,1 0 1 0 0,0 1-1 0 0,1-1 1 0 0,-1 1-1 0 0,0 0 1 0 0,1-1-1 0 0,-1 1 1 0 0,1-1-1 0 0,0 6 1 0 0,-1 5 370 0 0,-29 340 3096 0 0,28 4-2741 0 0,3-264-698 0 0,23 572 421 0 0,0 124-360 0 0,-27-688 265 0 0,-5 0 1 0 0,-5 0 0 0 0,-39 154 0 0 0,34-182-221 0 0,-5 22-391 0 0,4-32-6115 0 0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1:59.3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627 17 3681 0 0,'-60'-15'4431'0'0,"41"14"-4094"0"0,0 1 0 0 0,0 0 0 0 0,0 1 0 0 0,0 1 0 0 0,0 1 0 0 0,0 1 0 0 0,-28 10 0 0 0,-126 57 3127 0 0,82-31-2725 0 0,-18 5-3631 0 0,95-37-1593 0 0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1:59.6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 25 456 0 0,'-18'-25'10125'0'0,"15"38"-8791"0"0,-16 153 2826 0 0,18 85-3145 0 0,3-121-628 0 0,-2-86-235 0 0,6 424 656 0 0,37-3 63 0 0,-35-402-760 0 0,2 118 0 0 0,-21-19-5257 0 0,9-148-188 0 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2:00.5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27 4145 0 0,'-13'10'2306'0'0,"13"-9"-2248"0"0,0-1-1 0 0,0 0 0 0 0,0 1 0 0 0,0-1 0 0 0,0 1 0 0 0,0-1 1 0 0,0 0-1 0 0,0 1 0 0 0,0-1 0 0 0,0 0 0 0 0,0 1 0 0 0,0-1 1 0 0,0 0-1 0 0,0 1 0 0 0,0-1 0 0 0,0 0 0 0 0,1 1 0 0 0,-1-1 1 0 0,0 0-1 0 0,0 0 0 0 0,0 1 0 0 0,0-1 0 0 0,1 0 0 0 0,-1 1 0 0 0,0-1 1 0 0,0 0-1 0 0,1 0 0 0 0,-1 0 0 0 0,0 1 0 0 0,1-1 0 0 0,-1 0 1 0 0,2 1 610 0 0,5 2-112 0 0,14 5-186 0 0,30 12 842 0 0,1-2 1 0 0,1-2-1 0 0,97 16 0 0 0,-133-31-1188 0 0,0 0-1 0 0,1 0 1 0 0,-1-2 0 0 0,0 0 0 0 0,0-1-1 0 0,0-1 1 0 0,18-5 0 0 0,-23 4-312 0 0,-2 0 1 0 0,1-1-1 0 0,0 0 0 0 0,-1 0 1 0 0,0-1-1 0 0,0 0 1 0 0,-1-1-1 0 0,1 0 0 0 0,-1-1 1 0 0,-1 0-1 0 0,13-15 0 0 0,-18 20-28 0 0,-1 0 0 0 0,0 0 0 0 0,0 0 0 0 0,0 0 0 0 0,0 0 0 0 0,0 0 0 0 0,-1-1 0 0 0,1 1 0 0 0,0-4 0 0 0,-1-2-456 0 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2:00.9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 1 3225 0 0,'-5'4'-19'0'0,"2"-2"229"0"0,-1 1-1 0 0,1-1 1 0 0,0 1 0 0 0,0 0-1 0 0,1 0 1 0 0,-5 6 0 0 0,7-8-170 0 0,-1 0 0 0 0,1 0 0 0 0,-1 0 0 0 0,1 0 0 0 0,0 1 1 0 0,-1-1-1 0 0,1 0 0 0 0,0 0 0 0 0,0 1 0 0 0,0-1 0 0 0,0 0 0 0 0,0 0 0 0 0,0 1 1 0 0,0-1-1 0 0,0 0 0 0 0,1 0 0 0 0,-1 1 0 0 0,0-1 0 0 0,1 0 0 0 0,-1 0 0 0 0,1 0 1 0 0,-1 0-1 0 0,1 0 0 0 0,0 1 0 0 0,-1-1 0 0 0,2 1 0 0 0,4 4 291 0 0,-1 0-1 0 0,1 0 0 0 0,1 0 1 0 0,-1-1-1 0 0,1 0 1 0 0,0 0-1 0 0,0-1 0 0 0,0 1 1 0 0,1-2-1 0 0,10 5 1 0 0,6 1 624 0 0,1 0 1 0 0,27 4 0 0 0,-8-4-52 0 0,1-2 1 0 0,59 1-1 0 0,-62-8-1636 0 0,44-5 0 0 0,-62 1-572 0 0,-8-1-2317 0 0,-7 2-89 0 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2:01.2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226 32 2761 0 0,'-2'-3'128'0'0,"-1"0"0"0"0,0 1 0 0 0,0-1 0 0 0,0 1 0 0 0,0-1 0 0 0,0 1 0 0 0,0 0 0 0 0,-1 0 0 0 0,1 1 0 0 0,0-1 1 0 0,-1 1-1 0 0,0-1 0 0 0,1 1 0 0 0,-1 0 0 0 0,-6 0 0 0 0,8 1 69 0 0,-1 0 1 0 0,0 1-1 0 0,0 0 0 0 0,0-1 1 0 0,1 1-1 0 0,-1 0 0 0 0,0 0 1 0 0,1 1-1 0 0,-1-1 0 0 0,1 0 1 0 0,0 1-1 0 0,-1 0 0 0 0,1-1 1 0 0,0 1-1 0 0,0 0 0 0 0,0 0 1 0 0,0 0-1 0 0,0 1 0 0 0,0-1 1 0 0,-2 5-1 0 0,-8 15 436 0 0,0 1 0 0 0,2 0 0 0 0,0 1 0 0 0,2 0 0 0 0,-10 43 0 0 0,-1 1-473 0 0,0-3-811 0 0,12-36-128 0 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2:01.7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1 6913 0 0,'0'0'49'0'0,"-1"0"-1"0"0,0 0 0 0 0,0 0 0 0 0,1 1 1 0 0,-1-1-1 0 0,0 0 0 0 0,1 1 0 0 0,-1-1 0 0 0,0 0 1 0 0,1 1-1 0 0,-1-1 0 0 0,1 1 0 0 0,-1-1 1 0 0,1 1-1 0 0,-1-1 0 0 0,1 1 0 0 0,-1 0 0 0 0,1-1 1 0 0,-1 1-1 0 0,1 0 0 0 0,0-1 0 0 0,-1 1 1 0 0,1 0-1 0 0,0-1 0 0 0,-1 2 0 0 0,1-1 21 0 0,1-1-1 0 0,-1 1 0 0 0,0-1 1 0 0,0 1-1 0 0,0 0 1 0 0,1-1-1 0 0,-1 1 0 0 0,0-1 1 0 0,1 1-1 0 0,-1-1 0 0 0,0 0 1 0 0,1 1-1 0 0,-1-1 1 0 0,1 1-1 0 0,-1-1 0 0 0,1 1 1 0 0,-1-1-1 0 0,1 0 1 0 0,-1 0-1 0 0,1 1 0 0 0,-1-1 1 0 0,1 0-1 0 0,-1 0 0 0 0,1 1 1 0 0,-1-1-1 0 0,1 0 1 0 0,0 0-1 0 0,-1 0 0 0 0,1 0 1 0 0,-1 0-1 0 0,2 0 1 0 0,116 10 3762 0 0,-25-4-1486 0 0,160 4-293 0 0,-84-22-9338 0 0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2:02.1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1 2761 0 0,'-4'5'3703'0'0,"4"-5"-3640"0"0,4 19 1764 0 0,13 26-814 0 0,88 179 493 0 0,-83-184-1804 0 0,2-2 0 0 0,1-1 0 0 0,46 51 0 0 0,-52-67-125 0 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2:02.4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69 3225 0 0,'33'-16'1963'0'0,"14"-2"-1752"0"0,-24 8-2119 0 0,35-9 0 0 0,-52 17 1993 0 0,0 1 1 0 0,1 0-1 0 0,-1 0 1 0 0,0 1 0 0 0,0 0-1 0 0,8 0 1 0 0,-13 1-83 0 0,0-1-1 0 0,-1 0 1 0 0,1 0 0 0 0,0 0 0 0 0,0 1 0 0 0,-1-1-1 0 0,1 0 1 0 0,-1 1 0 0 0,1-1 0 0 0,0 1-1 0 0,-1-1 1 0 0,1 1 0 0 0,-1-1 0 0 0,1 1 0 0 0,-1-1-1 0 0,1 1 1 0 0,-1-1 0 0 0,1 1 0 0 0,-1 0 0 0 0,0-1-1 0 0,1 1 1 0 0,-1 0 0 0 0,0-1 0 0 0,1 1-1 0 0,-1 0 1 0 0,0 0 0 0 0,0-1 0 0 0,0 1 0 0 0,0 0-1 0 0,0 0 1 0 0,0-1 0 0 0,0 1 0 0 0,0 0 0 0 0,0 0-1 0 0,0-1 1 0 0,0 1 0 0 0,0 1 0 0 0,-9 33-18 0 0,5-23 22 0 0,2-3-1 0 0,1 1-21 0 0,-1-1 0 0 0,0 1 0 0 0,-1-1-1 0 0,1 0 1 0 0,-2 1 0 0 0,0-1-1 0 0,0-1 1 0 0,0 1 0 0 0,-1-1 0 0 0,0 1-1 0 0,-9 9 1 0 0,17-22-7 0 0,0 0 0 0 0,-1 0 0 0 0,1-1 0 0 0,-1 1 0 0 0,0-1 0 0 0,3-8 0 0 0,8-16-95 0 0,26-31 181 0 0,-28 35-64 0 0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2:04.4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157 1252 3225 0 0,'-14'18'-419'0'0,"-22"37"1"0"0,25-36 812 0 0,-1-1 1 0 0,-17 20-1 0 0,28-37-288 0 0,1-1-1 0 0,0 1 0 0 0,-1-1 0 0 0,1 1 0 0 0,-1-1 0 0 0,1 1 0 0 0,-1-1 0 0 0,1 1 0 0 0,-1-1 0 0 0,1 0 0 0 0,-1 1 0 0 0,1-1 0 0 0,-1 1 1 0 0,0-1-1 0 0,1 0 0 0 0,-1 0 0 0 0,1 1 0 0 0,-1-1 0 0 0,0 0 0 0 0,1 0 0 0 0,-1 0 0 0 0,0 0 0 0 0,1 0 0 0 0,-1 0 0 0 0,0 0 1 0 0,1 0-1 0 0,-1 0 0 0 0,0 0 0 0 0,1 0 0 0 0,-1 0 0 0 0,0 0 0 0 0,1-1 0 0 0,-2 1 0 0 0,1-2 102 0 0,-1 1 0 0 0,1 0 0 0 0,0-1 0 0 0,0 1 0 0 0,0-1 0 0 0,0 0 0 0 0,0 1 0 0 0,0-1 0 0 0,0 0 0 0 0,0 0 0 0 0,1 1 0 0 0,-1-3 0 0 0,-11-59 2444 0 0,12 62-2624 0 0,-3-57 754 0 0,3 0-1 0 0,10-81 0 0 0,-4 78-464 0 0,-6 58-297 0 0,21-334 1704 0 0,-19 238-1412 0 0,-16-138 0 0 0,4 156-281 0 0,0 4-175 0 0,-1-78 0 0 0,12 144 146 0 0,0 7-750 0 0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2:04.8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95 3201 0 0,'0'-1'13'0'0,"-1"1"0"0"0,1-1 0 0 0,0 1 0 0 0,0-1 0 0 0,-1 1 0 0 0,1-1 0 0 0,0 1 0 0 0,0-1 0 0 0,0 0 0 0 0,0 1 0 0 0,0-1 0 0 0,-1 1 0 0 0,1-1 0 0 0,0 1 1 0 0,0-1-1 0 0,0 1 0 0 0,1-1 0 0 0,-1 0 0 0 0,0 1 0 0 0,0-1 0 0 0,0 1 0 0 0,0-1 0 0 0,0 1 0 0 0,1-1 0 0 0,-1 1 0 0 0,0-1 0 0 0,0 1 0 0 0,1-2 0 0 0,17-11 858 0 0,32-4 1061 0 0,-41 14-1639 0 0,26-6 864 0 0,0 1 1 0 0,0 1 0 0 0,72-2-1 0 0,109 14 1940 0 0,74 2-1261 0 0,-26-2-1857 0 0,-30 3-2193 0 0,-213-13 831 0 0,-20 4 857 0 0,0 0-1 0 0,1 0 1 0 0,-1-1 0 0 0,0 1-1 0 0,0 0 1 0 0,0-1 0 0 0,0 1-1 0 0,0-1 1 0 0,0 1 0 0 0,0-1 0 0 0,-1 0-1 0 0,2-2 1 0 0,2-7-2916 0 0,14 23 3539 0 0,-16-10-97 0 0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2:05.5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0 415 3225 0 0,'4'-11'218'0'0,"-1"0"1"0"0,0 1-1 0 0,0-1 0 0 0,-1-1 1 0 0,-1 1-1 0 0,0 0 1 0 0,0-17-1 0 0,-1 13 365 0 0,1-1 0 0 0,6-30 0 0 0,6 9 358 0 0,-12 35-871 0 0,-1 1 1 0 0,1-1-1 0 0,0 1 1 0 0,-1-1-1 0 0,1 1 1 0 0,0 0-1 0 0,0-1 0 0 0,0 1 1 0 0,0 0-1 0 0,0 0 1 0 0,0 0-1 0 0,1 0 1 0 0,-1 0-1 0 0,0 0 0 0 0,0 0 1 0 0,1 0-1 0 0,-1 0 1 0 0,1 0-1 0 0,-1 1 1 0 0,1-1-1 0 0,-1 1 1 0 0,3-1-1 0 0,-3 1-26 0 0,-1 0 0 0 0,1 0 0 0 0,0 1 0 0 0,0-1 0 0 0,-1 1 0 0 0,1-1 0 0 0,0 0 0 0 0,0 1 0 0 0,-1-1 0 0 0,1 1 0 0 0,0-1 0 0 0,-1 1 0 0 0,1 0 0 0 0,-1-1 0 0 0,1 1 0 0 0,-1 0 0 0 0,1-1 0 0 0,-1 1 0 0 0,1 0 0 0 0,-1 0 0 0 0,0-1 0 0 0,1 1 0 0 0,-1 0 0 0 0,0 1 0 0 0,8 25 343 0 0,-6-18-282 0 0,5 15 70 0 0,-4-10-251 0 0,0-1 1 0 0,1 0-1 0 0,1 0 0 0 0,0-1 0 0 0,0 1 1 0 0,1-1-1 0 0,1 0 0 0 0,16 21 1 0 0,-23-33 98 0 0,0 1 0 0 0,0-1 0 0 0,1 0 0 0 0,-1 0 1 0 0,0 0-1 0 0,0 1 0 0 0,1-1 0 0 0,-1 0 0 0 0,0 0 1 0 0,0 0-1 0 0,1 0 0 0 0,-1 0 0 0 0,0 0 0 0 0,1 1 1 0 0,-1-1-1 0 0,0 0 0 0 0,0 0 0 0 0,1 0 1 0 0,-1 0-1 0 0,0 0 0 0 0,1 0 0 0 0,-1 0 0 0 0,0 0 1 0 0,1 0-1 0 0,-1-1 0 0 0,0 1 0 0 0,0 0 0 0 0,1 0 1 0 0,-1 0-1 0 0,0 0 0 0 0,1 0 0 0 0,-1 0 0 0 0,0-1 1 0 0,0 1-1 0 0,1 0 0 0 0,9-14 471 0 0,3-19-96 0 0,-13 30-364 0 0,5-15 53 0 0,-1 0-1 0 0,-2 0 0 0 0,0-1 1 0 0,0 1-1 0 0,-3-27 1 0 0,0 29-41 0 0,1 0 0 0 0,1 0 0 0 0,0 0 0 0 0,1 0 0 0 0,0 1 0 0 0,1-1 0 0 0,10-28 0 0 0,-13 44-35 0 0,1-1 1 0 0,-1 1-1 0 0,0 0 0 0 0,0-1 0 0 0,0 1 1 0 0,0 0-1 0 0,0-1 0 0 0,0 1 0 0 0,1 0 1 0 0,-1-1-1 0 0,0 1 0 0 0,0 0 0 0 0,1-1 1 0 0,-1 1-1 0 0,0 0 0 0 0,0 0 0 0 0,1-1 1 0 0,-1 1-1 0 0,0 0 0 0 0,1 0 1 0 0,-1-1-1 0 0,0 1 0 0 0,1 0 0 0 0,-1 0 1 0 0,0 0-1 0 0,1 0 0 0 0,-1 0 0 0 0,0 0 1 0 0,1-1-1 0 0,-1 1 0 0 0,0 0 0 0 0,1 0 1 0 0,-1 0-1 0 0,1 0 0 0 0,-1 0 0 0 0,0 0 1 0 0,1 0-1 0 0,0 1 0 0 0,12 14 264 0 0,8 36-5 0 0,-17-40-206 0 0,18 40-383 0 0,2-1 0 0 0,2-1-1 0 0,59 85 1 0 0,-79-127 183 0 0,23 28-557 0 0,-28-33 657 0 0,1-1-1 0 0,-1 0 1 0 0,0 1-1 0 0,0-1 1 0 0,1 0-1 0 0,-1 0 1 0 0,1 0-1 0 0,-1 0 0 0 0,1-1 1 0 0,-1 1-1 0 0,1 0 1 0 0,-1-1-1 0 0,1 1 1 0 0,0-1-1 0 0,-1 1 1 0 0,1-1-1 0 0,0 0 1 0 0,-1 1-1 0 0,1-1 0 0 0,0 0 1 0 0,2 0-1 0 0,-3-1 50 0 0,1 0-1 0 0,0-1 0 0 0,-1 1 0 0 0,1 0 1 0 0,0 0-1 0 0,-1-1 0 0 0,0 1 0 0 0,1-1 0 0 0,-1 1 1 0 0,0-1-1 0 0,0 0 0 0 0,1 1 0 0 0,-2-1 1 0 0,1 0-1 0 0,0 0 0 0 0,0 0 0 0 0,0 0 0 0 0,-1 1 1 0 0,1-3-1 0 0,10-44 619 0 0,-10 38-498 0 0,11-63-318 0 0,12-61-821 0 0,-20 121 980 0 0,0 0 1 0 0,1-1-1 0 0,0 2 0 0 0,1-1 0 0 0,1 0 0 0 0,0 1 0 0 0,12-16 0 0 0,-16 24 69 0 0,-1 1 0 0 0,1 0 0 0 0,0 0 0 0 0,0 0 0 0 0,0 0 0 0 0,0 1 0 0 0,0-1 0 0 0,1 1-1 0 0,-1 0 1 0 0,1 0 0 0 0,0 0 0 0 0,6-2 0 0 0,-8 4 28 0 0,0 0 0 0 0,0-1 0 0 0,1 1 0 0 0,-1 0-1 0 0,0 1 1 0 0,0-1 0 0 0,0 0 0 0 0,0 1 0 0 0,0-1 0 0 0,0 1 0 0 0,0-1-1 0 0,0 1 1 0 0,0 0 0 0 0,0 0 0 0 0,0 0 0 0 0,0 0 0 0 0,-1 0 0 0 0,1 0-1 0 0,0 1 1 0 0,-1-1 0 0 0,1 1 0 0 0,-1-1 0 0 0,1 1 0 0 0,-1-1 0 0 0,2 4-1 0 0,7 9 194 0 0,-2 0-1 0 0,0 1 1 0 0,0 0-1 0 0,8 24 1 0 0,-9-20-313 0 0,2 1 0 0 0,14 23 0 0 0,-15-30-1 0 0,0-1-1 0 0,1-1 0 0 0,1 0 0 0 0,0 0 0 0 0,0-1 0 0 0,18 14 0 0 0,-22-20-483 0 0,0 0 0 0 0,0-1-1 0 0,0 0 1 0 0,0 0 0 0 0,10 3-1 0 0,-7-4-2241 0 0,1-2-685 0 0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2:05.9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 50 3225 0 0,'-1'4'-71'0'0,"1"1"0"0"0,-2 0 1 0 0,1-1-1 0 0,0 0 1 0 0,-1 1-1 0 0,0-1 0 0 0,0 0 1 0 0,-4 6-1 0 0,-10 27 2515 0 0,16-37-2360 0 0,-1 0 0 0 0,1 1 0 0 0,0-1 0 0 0,0 1 1 0 0,0-1-1 0 0,0 0 0 0 0,0 1 0 0 0,0-1 0 0 0,0 0 0 0 0,0 1 0 0 0,0-1 0 0 0,1 1 0 0 0,-1-1 0 0 0,0 0 0 0 0,0 1 0 0 0,0-1 1 0 0,0 0-1 0 0,0 1 0 0 0,1-1 0 0 0,-1 0 0 0 0,0 1 0 0 0,0-1 0 0 0,0 0 0 0 0,1 0 0 0 0,-1 1 0 0 0,0-1 0 0 0,1 0 1 0 0,-1 0-1 0 0,0 1 0 0 0,0-1 0 0 0,1 0 0 0 0,-1 0 0 0 0,0 0 0 0 0,1 1 0 0 0,-1-1 0 0 0,1 0 0 0 0,-1 0 0 0 0,0 0 1 0 0,1 0-1 0 0,22-1 2007 0 0,21-13-120 0 0,-12 1-1298 0 0,0 2 0 0 0,2 1 0 0 0,-1 2 1 0 0,1 1-1 0 0,41-3 0 0 0,295-38 264 0 0,-336 43-890 0 0,19-3 69 0 0,0 3 1 0 0,82 2-1 0 0,-106 5-200 0 0,0 0-1 0 0,-1 2 1 0 0,1 2 0 0 0,-1 0 0 0 0,0 2 0 0 0,33 14 0 0 0,-56-20-197 0 0,1 0-1 0 0,-1 0 1 0 0,1 0-1 0 0,-1-1 1 0 0,1 1 0 0 0,0-1-1 0 0,0-1 1 0 0,0 1-1 0 0,-1-1 1 0 0,1 0-1 0 0,0 0 1 0 0,0-1-1 0 0,0 0 1 0 0,-1 0-1 0 0,1 0 1 0 0,0 0-1 0 0,-1-1 1 0 0,10-4 0 0 0,-4 1-404 0 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2:06.3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1 968 0 0,'-2'0'295'0'0,"1"1"0"0"0,0 0-1 0 0,-1 0 1 0 0,1-1 0 0 0,0 1-1 0 0,0 0 1 0 0,0 0-1 0 0,0 0 1 0 0,-1 0 0 0 0,1 1-1 0 0,1-1 1 0 0,-1 0 0 0 0,0 0-1 0 0,0 1 1 0 0,0-1 0 0 0,1 0-1 0 0,-1 1 1 0 0,1-1 0 0 0,-1 1-1 0 0,0 1 1 0 0,2 34 3885 0 0,1-22-4402 0 0,11 118 1563 0 0,29 352 465 0 0,-29 0-2013 0 0,-14-419 41 0 0,-3 52-528 0 0,16 165-1 0 0,-10-205-1706 0 0,-2-52-670 0 0,4-38-691 0 0,0-4 3946 0 0,-5 6-120 0 0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2:06.8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1 175 5985 0 0,'12'-12'285'0'0,"1"0"0"0"0,0 1 0 0 0,1 1 0 0 0,0 0 0 0 0,1 0 0 0 0,27-11 0 0 0,1 3 394 0 0,1 3 0 0 0,1 1-1 0 0,1 3 1 0 0,-1 1 0 0 0,2 3-1 0 0,-1 1 1 0 0,65 1 0 0 0,52 3 1255 0 0,122 2 750 0 0,-224 3-1980 0 0,0 4 0 0 0,101 23 0 0 0,-102-14-536 0 0,0-2 0 0 0,1-3 0 0 0,118 5 0 0 0,-92-15-232 0 0,1 4-1 0 0,97 18 0 0 0,-166-20-604 0 0,0-1 1 0 0,1-1 0 0 0,-1-1-1 0 0,1 0 1 0 0,32-6 0 0 0,-13-1-3230 0 0,67-24 1 0 0,-88 25 2822 0 0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2:07.6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79 584 1840 0 0,'-4'4'-37'0'0,"-5"3"554"0"0,1 1-1 0 0,0 1 1 0 0,1-1-1 0 0,0 1 1 0 0,0 0-1 0 0,1 1 1 0 0,0 0-1 0 0,0 0 1 0 0,-4 12-1 0 0,10-22-473 0 0,0 0 1 0 0,0 0-1 0 0,0 1 0 0 0,0-1 0 0 0,0 0 0 0 0,0 0 1 0 0,0 0-1 0 0,0 0 0 0 0,0 0 0 0 0,0 1 0 0 0,0-1 1 0 0,0 0-1 0 0,0 0 0 0 0,0 0 0 0 0,0 0 0 0 0,0 0 1 0 0,0 1-1 0 0,0-1 0 0 0,0 0 0 0 0,0 0 0 0 0,0 0 1 0 0,0 0-1 0 0,0 0 0 0 0,0 0 0 0 0,0 1 0 0 0,0-1 1 0 0,0 0-1 0 0,0 0 0 0 0,1 0 0 0 0,-1 0 0 0 0,0 0 1 0 0,0 0-1 0 0,0 0 0 0 0,0 0 0 0 0,0 1 0 0 0,0-1 1 0 0,0 0-1 0 0,1 0 0 0 0,-1 0 0 0 0,0 0 0 0 0,0 0 1 0 0,0 0-1 0 0,0 0 0 0 0,0 0 0 0 0,1 0 0 0 0,-1 0 1 0 0,0 0-1 0 0,0 0 0 0 0,0 0 0 0 0,0 0 0 0 0,0 0 1 0 0,1 0-1 0 0,-1 0 0 0 0,0 0 0 0 0,0 0 0 0 0,0 0 1 0 0,0 0-1 0 0,0 0 0 0 0,0 0 0 0 0,1 0 0 0 0,-1-1 1 0 0,0 1-1 0 0,16-7 1264 0 0,15-15 147 0 0,42-43 1488 0 0,82-98 0 0 0,-93 95-2732 0 0,123-107 1 0 0,-158 154-328 0 0,19-17-890 0 0,2 2 0 0 0,87-48 0 0 0,-107 72-889 0 0,-19 9 785 0 0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2:08.0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4 920 0 0,'10'-1'625'0'0,"0"0"0"0"0,1 0 0 0 0,-1 1 0 0 0,1 0 1 0 0,-1 1-1 0 0,0 0 0 0 0,1 1 0 0 0,-1 0 0 0 0,15 5 0 0 0,3 0 222 0 0,34 6 1119 0 0,-2 3 1 0 0,64 26 0 0 0,-90-28-1323 0 0,-1 1 0 0 0,0 2 1 0 0,-2 2-1 0 0,59 43 1 0 0,36 58 877 0 0,-18-15-1025 0 0,-89-89-762 0 0,1 0 0 0 0,0-1 1 0 0,41 21-1 0 0,-59-34-12 0 0,0-1 1 0 0,-1-1-1 0 0,1 1 1 0 0,0 0-1 0 0,0 0 1 0 0,0-1-1 0 0,-1 1 1 0 0,1-1-1 0 0,0 1 1 0 0,0-1-1 0 0,0 0 1 0 0,0 0-1 0 0,0 0 0 0 0,0 0 1 0 0,0 0-1 0 0,3-1 1 0 0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2:08.6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15 108 1840 0 0,'-1'-1'170'0'0,"0"0"0"0"0,-1 0 0 0 0,1 0 0 0 0,0 0 0 0 0,0 0-1 0 0,1 0 1 0 0,-1 0 0 0 0,0 0 0 0 0,0-1 0 0 0,1 1-1 0 0,-1 0 1 0 0,0 0 0 0 0,1-1 0 0 0,-1 1 0 0 0,1-1 0 0 0,0 1-1 0 0,-1 0 1 0 0,1-1 0 0 0,0 1 0 0 0,0-3 0 0 0,0 3-17 0 0,1 0 1 0 0,-1 0-1 0 0,1 0 0 0 0,0 0 1 0 0,-1 0-1 0 0,1 0 1 0 0,0 0-1 0 0,-1 0 1 0 0,1 0-1 0 0,0 0 0 0 0,0 0 1 0 0,0 1-1 0 0,0-1 1 0 0,0 0-1 0 0,0 1 1 0 0,0-1-1 0 0,0 1 0 0 0,0-1 1 0 0,2 0-1 0 0,8-2 598 0 0,-1 0 0 0 0,1 1-1 0 0,0 0 1 0 0,13 0 0 0 0,-13 1-481 0 0,126-15 2620 0 0,173-15 166 0 0,-250 28-2659 0 0,0 4 1 0 0,0 1 0 0 0,72 14 0 0 0,490 59 1301 0 0,-620-75-1699 0 0,598 30 54 0 0,-436-33-4175 0 0,264-41 0 0 0,-388 37-1720 0 0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2:09.2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3225 0 0,'41'6'1557'0'0,"1"-2"1"0"0,57-2-1 0 0,-14-1-116 0 0,343-2 5823 0 0,-225-4-5081 0 0,-99 3-1311 0 0,16-1-903 0 0,197 20 0 0 0,-272-11-143 0 0,37 4 5 0 0,-1 4 0 0 0,152 45-1 0 0,-162-27-938 0 0,2 2-5761 0 0,-53-28 2142 0 0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2:09.6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 14 1840 0 0,'-18'-14'9626'0'0,"14"19"-9383"0"0,0 1 0 0 0,0-1 0 0 0,1 1-1 0 0,-1 0 1 0 0,1 0 0 0 0,1 0-1 0 0,-1 0 1 0 0,1 0 0 0 0,0 0 0 0 0,1 1-1 0 0,-1-1 1 0 0,0 11 0 0 0,-2 70 899 0 0,3 0 0 0 0,12 87 1 0 0,-5-93-828 0 0,48 440 866 0 0,-38-388-906 0 0,-4 32-251 0 0,-5-45-2858 0 0,-5-103-1424 0 0,1-2-1244 0 0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2:10.2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203 62 1840 0 0,'24'-61'5942'0'0,"-70"187"1593"0"0,-5 4-5384 0 0,-51 140-3179 0 0,99-260 639 0 0,-4 11-380 0 0,-8 39 0 0 0,14-54-74 0 0,0 0-1 0 0,1 0 1 0 0,0 1 0 0 0,0-1-1 0 0,0 0 1 0 0,2 9 0 0 0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2:10.5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1 107 456 0 0,'3'-9'903'0'0,"1"-1"0"0"0,-1 1-1 0 0,2 0 1 0 0,0 0 0 0 0,0 0 0 0 0,0 1-1 0 0,1 0 1 0 0,0 0 0 0 0,1 0-1 0 0,10-9 1 0 0,-16 16-718 0 0,1 1-1 0 0,0 0 0 0 0,-1-1 0 0 0,1 1 1 0 0,-1 0-1 0 0,1-1 0 0 0,0 1 1 0 0,-1 0-1 0 0,1 0 0 0 0,-1 0 0 0 0,1 1 1 0 0,0-1-1 0 0,-1 0 0 0 0,1 1 1 0 0,-1-1-1 0 0,1 1 0 0 0,-1-1 1 0 0,1 1-1 0 0,-1 0 0 0 0,1-1 0 0 0,-1 1 1 0 0,0 0-1 0 0,1 0 0 0 0,-1 0 1 0 0,0 0-1 0 0,0 0 0 0 0,0 1 0 0 0,0-1 1 0 0,0 0-1 0 0,2 3 0 0 0,32 44 1249 0 0,-32-44-1213 0 0,20 36 411 0 0,-3 1 1 0 0,18 47-1 0 0,-25-53-950 0 0,2 0-1 0 0,2-2 1 0 0,1 0 0 0 0,25 36-1 0 0,-24-49-5274 0 0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2:10.9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84 248 2304 0 0,'-62'13'3086'0'0,"41"-9"710"0"0,42-16-256 0 0,3-2-3805 0 0,17-5-2407 0 0,-25 12-980 0 0</inkml:trace>
  <inkml:trace contextRef="#ctx0" brushRef="#br0" timeOffset="1">571 14 2705 0 0,'18'-5'-29'0'0,"-15"3"387"0"0,0 1 0 0 0,-1 0 0 0 0,1 0 0 0 0,0 0 0 0 0,0 0 0 0 0,0 1 0 0 0,0-1-1 0 0,0 1 1 0 0,0 0 0 0 0,0 0 0 0 0,0 0 0 0 0,0 0 0 0 0,0 0 0 0 0,0 0 0 0 0,0 1 0 0 0,5 1 0 0 0,-6 2 72 0 0,-1-1 0 0 0,1 1 1 0 0,-1 0-1 0 0,1 0 1 0 0,-1-1-1 0 0,0 1 1 0 0,0 0-1 0 0,-1 0 1 0 0,1 0-1 0 0,-1 0 1 0 0,0 7-1 0 0,1 6 175 0 0,21 93 451 0 0,3 21-984 0 0,-22-100-342 0 0,2 0 0 0 0,1 0 0 0 0,1-1-1 0 0,1 0 1 0 0,17 38 0 0 0,-18-55-4774 0 0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2:11.2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36 456 0 0,'6'-4'458'0'0,"-1"0"1"0"0,1 0-1 0 0,0 0 0 0 0,0 1 1 0 0,0 0-1 0 0,0 1 0 0 0,1-1 1 0 0,-1 1-1 0 0,1 0 0 0 0,-1 1 0 0 0,1 0 1 0 0,0 0-1 0 0,0 0 0 0 0,-1 1 1 0 0,1 0-1 0 0,0 0 0 0 0,0 0 1 0 0,-1 1-1 0 0,1 0 0 0 0,10 4 0 0 0,-12-4-281 0 0,1 1 0 0 0,-1 0 0 0 0,0 0 0 0 0,0 0 0 0 0,0 0 0 0 0,-1 1-1 0 0,1 0 1 0 0,-1 0 0 0 0,1 1 0 0 0,-1-1 0 0 0,6 7 0 0 0,-7-7-186 0 0,-1 0 1 0 0,0 0-1 0 0,0 1 1 0 0,0-1-1 0 0,-1 0 1 0 0,1 1 0 0 0,-1-1-1 0 0,1 1 1 0 0,-1-1-1 0 0,0 1 1 0 0,-1 0 0 0 0,1-1-1 0 0,-1 1 1 0 0,0 0-1 0 0,1-1 1 0 0,-1 1-1 0 0,-1 0 1 0 0,0 4 0 0 0,-5 21-332 0 0,-1 0 1 0 0,-22 53 0 0 0,16-48-602 0 0,-10 42 0 0 0,21-66-2401 0 0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9:02:11.5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1 142 920 0 0,'45'-47'1686'0'0,"-18"18"817"0"0,50-36 2145 0 0,-77 65-4608 0 0,-7 16 1250 0 0,-11 17 475 0 0,3-13-1096 0 0,1 1 0 0 0,1 1 0 0 0,1 0 0 0 0,-10 27 0 0 0,17-34-512 0 0,0 1-1 0 0,1-1 1 0 0,1 1 0 0 0,0 0-1 0 0,1 0 1 0 0,1 0 0 0 0,1 27-1 0 0,1-30-35 0 0,1 1 0 0 0,0-1-1 0 0,1 1 1 0 0,0-1-1 0 0,1 0 1 0 0,1 0-1 0 0,0 0 1 0 0,1-1-1 0 0,0 0 1 0 0,1 0-1 0 0,0-1 1 0 0,1 1 0 0 0,10 10-1 0 0,-13-16-72 0 0,0-1 0 0 0,0 0-1 0 0,0-1 1 0 0,1 1 0 0 0,-1-1 0 0 0,1 0 0 0 0,0 0-1 0 0,1-1 1 0 0,-1 1 0 0 0,0-2 0 0 0,1 1 0 0 0,0-1-1 0 0,0 0 1 0 0,0 0 0 0 0,0-1 0 0 0,0 1-1 0 0,0-2 1 0 0,0 1 0 0 0,0-1 0 0 0,0 0 0 0 0,0-1-1 0 0,0 1 1 0 0,0-1 0 0 0,0-1 0 0 0,0 1 0 0 0,12-6-1 0 0,-2-1-192 0 0,0 0 0 0 0,-1-2-1 0 0,0 0 1 0 0,0-1 0 0 0,-1-1-1 0 0,-1 0 1 0 0,15-15-1 0 0,-8 6-635 0 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1:18.9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2016 0 0,'1'1'176'0'0,"0"0"-176"0"0,-1 1 0 0 0,0-1 0 0 0,1-1 0 0 0,1 1 0 0 0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1:19.4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 47 4609 0 0,'-6'-5'471'0'0,"3"2"-215"0"0,0 0-1 0 0,-1 0 1 0 0,1-1-1 0 0,1 1 1 0 0,-1-1-1 0 0,0 1 1 0 0,1-1-1 0 0,-1 0 1 0 0,-2-7-1 0 0,32 55 3200 0 0,16 68-1993 0 0,-31-76-1126 0 0,1-1-1 0 0,2 0 1 0 0,1-1 0 0 0,22 34 0 0 0,-29-56-268 0 0,1 1 0 0 0,-1-1 0 0 0,2 0 0 0 0,0-1 0 0 0,0 0 0 0 0,1-1 0 0 0,17 11 0 0 0,-25-18-5 0 0,1 0 0 0 0,-1-1 0 0 0,1 1 0 0 0,-1-1 0 0 0,1 0 0 0 0,0 0 0 0 0,0-1 0 0 0,0 0 0 0 0,0 0 0 0 0,0 0 0 0 0,1 0 0 0 0,-1-1-1 0 0,0 0 1 0 0,0 0 0 0 0,0 0 0 0 0,0-1 0 0 0,1 1 0 0 0,-1-1 0 0 0,0-1 0 0 0,0 1 0 0 0,0-1 0 0 0,0 0 0 0 0,-1 0 0 0 0,1 0 0 0 0,8-5 0 0 0,-6 1 30 0 0,0 0 1 0 0,0 0 0 0 0,-1 0 0 0 0,1-1 0 0 0,-1 0-1 0 0,-1 0 1 0 0,9-14 0 0 0,29-63-511 0 0,-15 27-630 0 0,-15 35 57 0 0,-1 1-203 0 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1:19.8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8754 0 0,'1'5'300'0'0,"0"1"1"0"0,1-1-1 0 0,0 0 1 0 0,0 0-1 0 0,0 0 0 0 0,0 0 1 0 0,7 9-1 0 0,1 5 475 0 0,3 10-30 0 0,47 88 2087 0 0,-53-106-3281 0 0,0 0 0 0 0,1 0 1 0 0,0-1-1 0 0,0 0 1 0 0,1 0-1 0 0,1-1 0 0 0,18 14 1 0 0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1:20.2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11 8754 0 0,'0'0'-5'0'0,"0"0"1"0"0,-1 0-1 0 0,1 0 1 0 0,0 0-1 0 0,0 0 1 0 0,-1-1-1 0 0,1 1 1 0 0,0 0-1 0 0,0 0 1 0 0,-1 0-1 0 0,1 0 1 0 0,0 0-1 0 0,0-1 1 0 0,0 1-1 0 0,-1 0 1 0 0,1 0-1 0 0,0 0 1 0 0,0-1-1 0 0,0 1 1 0 0,-1 0-1 0 0,1 0 1 0 0,0 0-1 0 0,0-1 1 0 0,0 1-1 0 0,0 0 1 0 0,0 0-1 0 0,0-1 1 0 0,0 1-1 0 0,0 0 1 0 0,0 0-1 0 0,0-1 1 0 0,0 1-1 0 0,0 0 1 0 0,0-1-1 0 0,0 1 1 0 0,0 0-1 0 0,0 0 1 0 0,0-1-1 0 0,0 1 1 0 0,0 0-1 0 0,0 0 1 0 0,0-1-1 0 0,0 1 0 0 0,0 0 1 0 0,0 0-1 0 0,1-1 1 0 0,-1 1-1 0 0,1 0-205 0 0,0 0-1 0 0,0 0 0 0 0,0 0 0 0 0,-1 0 0 0 0,1 0 0 0 0,0 0 1 0 0,0 0-1 0 0,0 1 0 0 0,0-1 0 0 0,0 0 0 0 0,-1 1 1 0 0,1-1-1 0 0,0 0 0 0 0,0 1 0 0 0,-1-1 0 0 0,1 1 0 0 0,0-1 1 0 0,-1 1-1 0 0,2 0 0 0 0,10 9 98 0 0,0 0-1 0 0,-1 1 1 0 0,0 0-1 0 0,-1 1 1 0 0,10 14 0 0 0,-8-4 113 0 0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1:20.6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158 18 3681 0 0,'-3'-3'207'0'0,"0"1"1"0"0,0 0 0 0 0,0 1-1 0 0,0-1 1 0 0,-1 1-1 0 0,1-1 1 0 0,-1 1 0 0 0,1 0-1 0 0,-1 0 1 0 0,1 0-1 0 0,-1 1 1 0 0,1-1 0 0 0,-1 1-1 0 0,0 0 1 0 0,1 0-1 0 0,-1 0 1 0 0,0 1 0 0 0,1-1-1 0 0,-1 1 1 0 0,1 0 0 0 0,-1 0-1 0 0,1 0 1 0 0,-5 2-1 0 0,3 0-4 0 0,1 0 0 0 0,0 0 0 0 0,0 0-1 0 0,0 1 1 0 0,0-1 0 0 0,1 1 0 0 0,-1 0 0 0 0,1 0-1 0 0,0 0 1 0 0,0 1 0 0 0,0-1 0 0 0,1 1-1 0 0,-1-1 1 0 0,1 1 0 0 0,0 0 0 0 0,-1 6 0 0 0,-1 1-68 0 0,1 0 1 0 0,0 0 0 0 0,1 0-1 0 0,1 0 1 0 0,0 1 0 0 0,0-1-1 0 0,1 0 1 0 0,1 1 0 0 0,0-1 0 0 0,0 1-1 0 0,4 11 1 0 0,-4-22-149 0 0,-1-1 0 0 0,1 0 0 0 0,-1 0 0 0 0,1 1 0 0 0,-1-1 0 0 0,1 0 0 0 0,0 0 0 0 0,-1 0 0 0 0,1 0 0 0 0,0 0 0 0 0,0 0 0 0 0,0 0 0 0 0,0 0 0 0 0,0 0 0 0 0,0 0 0 0 0,0 0 0 0 0,0 0 0 0 0,0-1 0 0 0,0 1 0 0 0,0 0 0 0 0,1-1 0 0 0,-1 1 0 0 0,0-1 0 0 0,0 0 0 0 0,3 1 0 0 0,-1-1-25 0 0,0 0-1 0 0,0 0 0 0 0,0 0 0 0 0,1-1 1 0 0,-1 0-1 0 0,0 1 0 0 0,-1-1 0 0 0,1 0 1 0 0,0 0-1 0 0,5-3 0 0 0,4-3-260 0 0,0-1 0 0 0,-1 1 0 0 0,19-19 0 0 0,-26 23 219 0 0,-1-1 6 0 0,1 1 0 0 0,0-1 0 0 0,0 1 0 0 0,0 0 0 0 0,1 0 0 0 0,-1 0 0 0 0,6-2 0 0 0,-9 5 75 0 0,0 0 0 0 0,1-1-1 0 0,-1 1 1 0 0,1 0 0 0 0,-1 0-1 0 0,0 0 1 0 0,1 0 0 0 0,-1 0 0 0 0,1 0-1 0 0,-1 1 1 0 0,0-1 0 0 0,1 0 0 0 0,-1 1-1 0 0,0-1 1 0 0,1 1 0 0 0,-1-1-1 0 0,0 1 1 0 0,0 0 0 0 0,1 0 0 0 0,-1-1-1 0 0,0 1 1 0 0,0 0 0 0 0,0 0 0 0 0,0 0-1 0 0,0 0 1 0 0,0 0 0 0 0,0 0-1 0 0,-1 0 1 0 0,1 1 0 0 0,0-1 0 0 0,0 1-1 0 0,6 11 33 0 0,0 0 0 0 0,-1 0 0 0 0,-1 1 0 0 0,0 0 0 0 0,-1 0 0 0 0,0 0 0 0 0,-1 0 0 0 0,0 0-1 0 0,-2 1 1 0 0,0-1 0 0 0,0 1 0 0 0,-1 0 0 0 0,-1-1 0 0 0,0 1 0 0 0,-2-1 0 0 0,1 0 0 0 0,-10 28 0 0 0,11-39-39 0 0,0 1 0 0 0,-1-1 1 0 0,1 0-1 0 0,-1 0 1 0 0,0 0-1 0 0,0 0 1 0 0,0 0-1 0 0,-3 2 1 0 0,4-4 3 0 0,1 0 1 0 0,-1-1 0 0 0,0 1-1 0 0,0 0 1 0 0,1-1 0 0 0,-1 1-1 0 0,0-1 1 0 0,0 1 0 0 0,0-1-1 0 0,0 0 1 0 0,0 1-1 0 0,0-1 1 0 0,0 0 0 0 0,0 0-1 0 0,0 1 1 0 0,0-1 0 0 0,0 0-1 0 0,0 0 1 0 0,0 0 0 0 0,0 0-1 0 0,0-1 1 0 0,0 1-1 0 0,0 0 1 0 0,0 0 0 0 0,0 0-1 0 0,0-1 1 0 0,0 1 0 0 0,0 0-1 0 0,1-1 1 0 0,-1 1 0 0 0,0-1-1 0 0,-1 0 1 0 0,-6-5-353 0 0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1:21.0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0 317 5065 0 0,'9'43'3786'0'0,"7"13"-1618"0"0,37 81 0 0 0,-44-117-2003 0 0,2 0-1 0 0,0 0 1 0 0,1-1 0 0 0,1 0-1 0 0,1-1 1 0 0,0-1 0 0 0,18 17-1 0 0,-28-31-257 0 0,-1 0-1 0 0,1 1 0 0 0,0-2 0 0 0,-1 1 0 0 0,1 0 0 0 0,1-1 0 0 0,-1 0 0 0 0,0 1 0 0 0,0-2 0 0 0,1 1 0 0 0,6 1 1 0 0,-10-3 46 0 0,0 0 0 0 0,0-1 0 0 0,-1 1 0 0 0,1-1 0 0 0,0 1 0 0 0,0-1 0 0 0,-1 1 0 0 0,1-1 0 0 0,0 1 0 0 0,-1-1 0 0 0,1 0 0 0 0,-1 1 0 0 0,1-1 0 0 0,-1 0 0 0 0,1 1 0 0 0,-1-1 0 0 0,1 0 0 0 0,-1 0 0 0 0,0 0 0 0 0,1 1 0 0 0,-1-1 1 0 0,0 0-1 0 0,0 0 0 0 0,0 0 0 0 0,0 0 0 0 0,1 0 0 0 0,2-27-704 0 0,-3 27 706 0 0,1-23-527 0 0,-2-1-1 0 0,-1 0 1 0 0,-7-36-1 0 0,4 31-106 0 0,-2-52 0 0 0,7 79 676 0 0,0 0 1 0 0,0 0 0 0 0,1 0-1 0 0,-1-1 1 0 0,1 1-1 0 0,0 0 1 0 0,0 0 0 0 0,0 0-1 0 0,0 0 1 0 0,0 0 0 0 0,1 0-1 0 0,-1 0 1 0 0,3-3-1 0 0,-3 6 32 0 0,-1-1-1 0 0,1 0 0 0 0,-1 1 0 0 0,1-1 0 0 0,-1 1 1 0 0,1 0-1 0 0,0-1 0 0 0,-1 1 0 0 0,1-1 0 0 0,0 1 0 0 0,-1 0 1 0 0,1 0-1 0 0,0-1 0 0 0,-1 1 0 0 0,1 0 0 0 0,0 0 1 0 0,0 0-1 0 0,-1 0 0 0 0,1 0 0 0 0,0 0 0 0 0,0 0 1 0 0,0 0-1 0 0,1 0 48 0 0,0 1 1 0 0,-1 0-1 0 0,1-1 1 0 0,-1 1-1 0 0,1 0 1 0 0,-1 0-1 0 0,1 0 0 0 0,-1 0 1 0 0,1 0-1 0 0,-1 0 1 0 0,0 1-1 0 0,0-1 1 0 0,2 3-1 0 0,11 15 1016 0 0,18 32 0 0 0,-25-37-1194 0 0,1-1-1 0 0,1 0 0 0 0,0 0 1 0 0,0-1-1 0 0,1 0 1 0 0,15 13-1 0 0,-11-15-512 0 0</inkml:trace>
  <inkml:trace contextRef="#ctx0" brushRef="#br0" timeOffset="1">493 12 6913 0 0,'0'-10'645'0'0,"3"8"13"0"0,12 17 659 0 0,14 29 1073 0 0,86 155 1462 0 0,-86-157-4516 0 0,1-2-1 0 0,55 57 1 0 0,-67-80-403 0 0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1:21.4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7 346 7834 0 0,'0'0'32'0'0,"-1"0"0"0"0,1-1 0 0 0,-1 1-1 0 0,1 0 1 0 0,0-1 0 0 0,-1 1 0 0 0,1-1 0 0 0,-1 1 0 0 0,1-1 0 0 0,0 1 0 0 0,-1-1 0 0 0,1 1 0 0 0,0-1 0 0 0,0 1 0 0 0,-1-1 0 0 0,1 1 0 0 0,0-1 0 0 0,0 0 0 0 0,0 1 0 0 0,0-1 0 0 0,0 1 0 0 0,0-1 0 0 0,0 1 0 0 0,0-1 0 0 0,0 0-1 0 0,0 1 1 0 0,0-1 0 0 0,0 1 0 0 0,0-1 0 0 0,0 1 0 0 0,1-1 0 0 0,-1 0 0 0 0,0 1 0 0 0,0-1 0 0 0,1 1 0 0 0,-1-1 0 0 0,0 1 0 0 0,1-1 0 0 0,-1 1 0 0 0,1-1 0 0 0,19-29 581 0 0,-15 23-445 0 0,22-30 619 0 0,1 0 0 0 0,2 3 0 0 0,38-37 0 0 0,-43 49-1736 0 0,2 0-1 0 0,45-29 1 0 0,-47 38-66 0 0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1:21.7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119 361 4609 0 0,'2'12'385'0'0,"-2"-8"-181"0"0,0 0 1 0 0,1 0-1 0 0,0-1 1 0 0,0 1-1 0 0,0 0 1 0 0,0 0-1 0 0,0 0 1 0 0,1-1-1 0 0,-1 1 1 0 0,1-1-1 0 0,0 1 1 0 0,0-1-1 0 0,1 0 1 0 0,-1 0-1 0 0,5 5 1 0 0,-7-8-162 0 0,0 0 0 0 0,1 0 0 0 0,-1 0 0 0 0,1 0 0 0 0,-1 0 1 0 0,1 0-1 0 0,-1 0 0 0 0,1 0 0 0 0,-1 0 0 0 0,1 0 0 0 0,-1 0 0 0 0,1-1 1 0 0,-1 1-1 0 0,0 0 0 0 0,1 0 0 0 0,-1 0 0 0 0,1-1 0 0 0,-1 1 0 0 0,0 0 1 0 0,1-1-1 0 0,-1 1 0 0 0,1 0 0 0 0,-1 0 0 0 0,0-1 0 0 0,0 1 0 0 0,1-1 1 0 0,-1 1-1 0 0,0 0 0 0 0,0-1 0 0 0,1 1 0 0 0,-1-1 0 0 0,0 1 0 0 0,0-1 1 0 0,0 1-1 0 0,0 0 0 0 0,1-1 0 0 0,-1 1 0 0 0,0-1 0 0 0,0 1 0 0 0,0-1 1 0 0,0 1-1 0 0,0-2 0 0 0,3-22 612 0 0,-1-7-259 0 0,-2 0 0 0 0,-1 0 1 0 0,-10-58-1 0 0,7 69-224 0 0,0 0-1 0 0,-2 1 0 0 0,0 0 0 0 0,-2 0 0 0 0,0 0 1 0 0,-1 1-1 0 0,-11-18 0 0 0,17 31-128 0 0,0 1 1 0 0,-1-1 0 0 0,0 1-1 0 0,1 0 1 0 0,-1 0-1 0 0,-1 0 1 0 0,1 0-1 0 0,-7-4 1 0 0,10 8-34 0 0,0-1 1 0 0,0 1-1 0 0,0-1 1 0 0,0 1-1 0 0,-1-1 1 0 0,1 1-1 0 0,0 0 1 0 0,0 0-1 0 0,-1-1 1 0 0,1 1-1 0 0,0 0 1 0 0,-1 0-1 0 0,1 0 1 0 0,0 1-1 0 0,0-1 1 0 0,-1 0-1 0 0,1 0 1 0 0,0 1-1 0 0,0-1 1 0 0,-1 0-1 0 0,1 1 1 0 0,0 0-1 0 0,0-1 0 0 0,0 1 1 0 0,0-1-1 0 0,0 1 1 0 0,0 0-1 0 0,0 0 1 0 0,0 0-1 0 0,0 0 1 0 0,0 0-1 0 0,0 0 1 0 0,0 0-1 0 0,1 0 1 0 0,-1 0-1 0 0,0 0 1 0 0,1 0-1 0 0,-1 0 1 0 0,1 0-1 0 0,-1 1 1 0 0,0 0-1 0 0,1 1 3 0 0,-1 0 1 0 0,0 0-1 0 0,0-1 0 0 0,1 1 1 0 0,0 0-1 0 0,0 0 0 0 0,-1 0 1 0 0,1 0-1 0 0,1 0 0 0 0,-1 0 1 0 0,0-1-1 0 0,1 1 0 0 0,0 0 1 0 0,-1 0-1 0 0,3 3 0 0 0,19 44 10 0 0,-16-39-16 0 0,0 1 49 0 0,1 1 0 0 0,1-1 0 0 0,0 0 0 0 0,0-1 0 0 0,1 0 0 0 0,19 19 0 0 0,-23-26-246 0 0,0 0-1 0 0,0 0 1 0 0,0-1-1 0 0,1 1 1 0 0,-1-1 0 0 0,1 0-1 0 0,0-1 1 0 0,0 1-1 0 0,0-1 1 0 0,0-1-1 0 0,0 1 1 0 0,0-1 0 0 0,1 0-1 0 0,-1 0 1 0 0,0-1-1 0 0,1 1 1 0 0,9-2 0 0 0,1-3-4171 0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1:22.2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1 206 5065 0 0,'0'-1'79'0'0,"1"1"0"0"0,-1-1-1 0 0,1 1 1 0 0,0 0 0 0 0,-1 0 0 0 0,1-1-1 0 0,-1 1 1 0 0,1 0 0 0 0,0 0 0 0 0,-1-1-1 0 0,1 1 1 0 0,0 0 0 0 0,-1 0 0 0 0,1 0-1 0 0,0 0 1 0 0,-1 0 0 0 0,1 0 0 0 0,0 0-1 0 0,-1 0 1 0 0,1 0 0 0 0,0 1 0 0 0,-1-1 0 0 0,1 0-1 0 0,-1 0 1 0 0,1 0 0 0 0,0 1 0 0 0,-1-1-1 0 0,1 0 1 0 0,-1 1 0 0 0,1-1 0 0 0,-1 1-1 0 0,1-1 1 0 0,-1 0 0 0 0,1 1 0 0 0,0 0-1 0 0,26 21 1370 0 0,-21-18-898 0 0,103 94 3164 0 0,-62-54-2683 0 0,-33-30-1021 0 0,-1 2-1 0 0,0 0 1 0 0,12 20 0 0 0,-23-38-674 0 0,-3-13 412 0 0,-4-17-39 0 0,-9-20-5 0 0,-17-71 304 0 0,29 109-64 0 0,0 0 0 0 0,1-1 0 0 0,1 1-1 0 0,0-1 1 0 0,0 1 0 0 0,5-23-1 0 0,-5 36 76 0 0,0-1-1 0 0,0 1 1 0 0,1-1-1 0 0,-1 1 1 0 0,0-1-1 0 0,1 1 1 0 0,-1 0-1 0 0,1-1 1 0 0,-1 1-1 0 0,1 0 1 0 0,-1-1-1 0 0,1 1 1 0 0,0 0-1 0 0,0 0 1 0 0,0-1-1 0 0,0 1 1 0 0,0 0-1 0 0,0 0 1 0 0,0 0-1 0 0,0 0 1 0 0,0 0-1 0 0,0 1 1 0 0,1-1-1 0 0,0-1 1 0 0,0 2 41 0 0,-1 0-1 0 0,1 1 1 0 0,-1-1 0 0 0,1 0 0 0 0,-1 0-1 0 0,1 1 1 0 0,-1-1 0 0 0,0 1 0 0 0,1 0-1 0 0,-1-1 1 0 0,0 1 0 0 0,0 0 0 0 0,1-1-1 0 0,-1 1 1 0 0,0 0 0 0 0,0 0 0 0 0,0 0 0 0 0,0 0-1 0 0,1 2 1 0 0,6 6 229 0 0,0 0 0 0 0,-1 1 0 0 0,0 0 1 0 0,7 15-1 0 0,-13-21-295 0 0,26 44-1 0 0,-25-45-63 0 0,1 1 0 0 0,-1-1 0 0 0,1 0-1 0 0,-1 0 1 0 0,1 0 0 0 0,0 0 0 0 0,0-1 0 0 0,0 1 0 0 0,1-1 0 0 0,-1 0 0 0 0,4 2 0 0 0,-7-4 45 0 0,1 0 0 0 0,-1 0-1 0 0,1 0 1 0 0,-1 0 0 0 0,0 0-1 0 0,1-1 1 0 0,-1 1 0 0 0,0 0-1 0 0,1 0 1 0 0,-1 0 0 0 0,0-1-1 0 0,0 1 1 0 0,1 0 0 0 0,-1 0 0 0 0,0-1-1 0 0,1 1 1 0 0,-1 0 0 0 0,0-1-1 0 0,0 1 1 0 0,0 0 0 0 0,0-1-1 0 0,1 1 1 0 0,-1 0 0 0 0,0-1-1 0 0,0 1 1 0 0,0-1 0 0 0,0 1-1 0 0,0 0 1 0 0,0-1 0 0 0,0 1 0 0 0,0 0-1 0 0,0-1 1 0 0,0 1 0 0 0,0-1-1 0 0,0 1 1 0 0,0 0 0 0 0,0-1-1 0 0,0 1 1 0 0,0-1 0 0 0,-1-21-205 0 0,1 19 169 0 0,-5-53-196 0 0,2 35 380 0 0,2 0 0 0 0,0 0 0 0 0,1 0 0 0 0,4-32 0 0 0,-4 53-80 0 0,0-1 0 0 0,1 0 0 0 0,-1 1 0 0 0,0-1 0 0 0,0 0 0 0 0,0 1 0 0 0,1-1 1 0 0,-1 1-1 0 0,0-1 0 0 0,1 0 0 0 0,-1 1 0 0 0,1-1 0 0 0,-1 1 0 0 0,0-1 0 0 0,1 1 0 0 0,-1-1 1 0 0,1 1-1 0 0,0-1 0 0 0,-1 1 0 0 0,1 0 0 0 0,-1-1 0 0 0,1 1 0 0 0,-1 0 0 0 0,1-1 0 0 0,0 1 1 0 0,-1 0-1 0 0,1 0 0 0 0,0 0 0 0 0,0-1 0 0 0,24 6 868 0 0,-19-2-832 0 0,1 0-1 0 0,-1 1 0 0 0,0-1 1 0 0,-1 1-1 0 0,8 7 1 0 0,-2 0-658 0 0,0 0 1 0 0,0 0-1 0 0,0-2 1 0 0,2 1-1 0 0,-1-1 1 0 0,1-1-1 0 0,0 0 1 0 0,1-1-1 0 0,0 0 0 0 0,18 6 1 0 0,-14-8-557 0 0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1:22.6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5985 0 0,'7'20'342'0'0,"0"-1"0"0"0,2 0-1 0 0,0 0 1 0 0,1-1 0 0 0,0 0-1 0 0,2-1 1 0 0,0 0-1 0 0,1-1 1 0 0,1 0 0 0 0,17 15-1 0 0,0-4-954 0 0,-15-15 293 0 0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1:22.9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12 169 10594 0 0,'-1'-1'13'0'0,"1"1"0"0"0,0 0 1 0 0,0 0-1 0 0,-1 0 0 0 0,1 0 0 0 0,0 0 0 0 0,-1-1 0 0 0,1 1 0 0 0,0 0 0 0 0,-1 0 0 0 0,1 0 0 0 0,0 0 1 0 0,-1 0-1 0 0,1 0 0 0 0,0 0 0 0 0,-1 0 0 0 0,1 0 0 0 0,0 1 0 0 0,-1-1 0 0 0,1 0 0 0 0,0 0 0 0 0,0 0 0 0 0,-1 0 1 0 0,1 0-1 0 0,0 0 0 0 0,-1 1 0 0 0,1-1 0 0 0,0 0 0 0 0,0 0 0 0 0,-1 0 0 0 0,1 1 0 0 0,0-1 0 0 0,0 0 1 0 0,0 0-1 0 0,-1 1 0 0 0,1-1 0 0 0,0 0 0 0 0,0 1 0 0 0,5 13-576 0 0,18 13-2751 0 0,33 18 164 0 0,-38-30 3137 0 0</inkml:trace>
  <inkml:trace contextRef="#ctx0" brushRef="#br0" timeOffset="1">224 0 10594 0 0,'0'0'51'0'0,"-1"1"0"0"0,1-1-1 0 0,-1 0 1 0 0,1 1 0 0 0,-1-1 0 0 0,1 0-1 0 0,-1 1 1 0 0,1-1 0 0 0,-1 0-1 0 0,1 1 1 0 0,-1-1 0 0 0,1 1-1 0 0,0-1 1 0 0,-1 1 0 0 0,1-1 0 0 0,0 1-1 0 0,-1-1 1 0 0,1 1 0 0 0,0-1-1 0 0,0 1 1 0 0,0-1 0 0 0,-1 1 0 0 0,1 0-1 0 0,0-1 1 0 0,0 1 0 0 0,0-1-1 0 0,0 1 1 0 0,0-1 0 0 0,0 1 0 0 0,0 0-1 0 0,0-1 1 0 0,0 1 0 0 0,0-1-1 0 0,1 1 1 0 0,-1 0 0 0 0,0-1 0 0 0,0 1-1 0 0,1 0 1 0 0,7 29 1157 0 0,-7-27-844 0 0,13 33 822 0 0,0-1 0 0 0,34 57-1 0 0,53 57-2405 0 0,-80-123-2806 0 0,2-2-1331 0 0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1:23.3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17 244 6913 0 0,'-16'12'893'0'0,"15"-9"-386"0"0,12-7 286 0 0,5-6-290 0 0,1-1-1 0 0,-2-1 1 0 0,0 0-1 0 0,25-26 1 0 0,1-1-295 0 0,-10 13-409 0 0,60-57-4454 0 0,-70 59 1629 0 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1:23.7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3 456 0 0,'0'0'71'0'0,"0"-1"0"0"0,0 1 0 0 0,0 0-1 0 0,0 0 1 0 0,0 0 0 0 0,-1 0 0 0 0,1-1 0 0 0,0 1-1 0 0,0 0 1 0 0,0 0 0 0 0,-1 0 0 0 0,1 0 0 0 0,0 0 0 0 0,0 0-1 0 0,-1-1 1 0 0,1 1 0 0 0,0 0 0 0 0,0 0 0 0 0,-1 0-1 0 0,1 0 1 0 0,0 0 0 0 0,0 0 0 0 0,-1 0 0 0 0,1 0 0 0 0,0 0-1 0 0,0 0 1 0 0,-1 0 0 0 0,1 0 0 0 0,0 0 0 0 0,0 0-1 0 0,0 1 1 0 0,-1-1 0 0 0,1 0 0 0 0,0 0 0 0 0,0 0 0 0 0,-1 0-1 0 0,1 0 1 0 0,0 1 0 0 0,-6 10 2347 0 0,2 14 346 0 0,8-5-1939 0 0,0-1 0 0 0,1 0 0 0 0,0 0 0 0 0,2 0 0 0 0,0-1-1 0 0,2 0 1 0 0,12 21 0 0 0,0 2-318 0 0,89 191-2515 0 0,-97-204 1065 0 0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1:24.1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1 735 6913 0 0,'21'-38'1689'0'0,"-9"14"-1186"0"0,-1 1 0 0 0,-1-2-1 0 0,-1 1 1 0 0,-1-1 0 0 0,9-46 0 0 0,-15 56-521 0 0,0 0 0 0 0,-1 0 0 0 0,-1 0 0 0 0,0 0 0 0 0,-1 0 0 0 0,-1 0 0 0 0,0 0 1 0 0,-1 0-1 0 0,0 0 0 0 0,-2 1 0 0 0,-9-23 0 0 0,14 35 9 0 0,-1 1-1 0 0,0-1 1 0 0,1 1 0 0 0,-1-1 0 0 0,0 1 0 0 0,0-1-1 0 0,0 1 1 0 0,0 0 0 0 0,0-1 0 0 0,-1 1 0 0 0,1 0-1 0 0,0 0 1 0 0,-1 0 0 0 0,1 0 0 0 0,-3-1-1 0 0,3 1 11 0 0,1 1 0 0 0,-1 0-1 0 0,0 0 1 0 0,0 0 0 0 0,0 0-1 0 0,0 0 1 0 0,0 0-1 0 0,1 0 1 0 0,-1 0 0 0 0,0 0-1 0 0,0 0 1 0 0,0 0-1 0 0,1 1 1 0 0,-1-1 0 0 0,0 0-1 0 0,0 1 1 0 0,0-1-1 0 0,1 0 1 0 0,-1 1 0 0 0,0-1-1 0 0,1 1 1 0 0,-2 0-1 0 0,0 2 18 0 0,-1-1 0 0 0,1 1 0 0 0,0 0 0 0 0,0 0 0 0 0,0 0-1 0 0,0 0 1 0 0,0 0 0 0 0,1 0 0 0 0,0 1 0 0 0,-1-1-1 0 0,1 0 1 0 0,0 1 0 0 0,0 4 0 0 0,1 0 37 0 0,-1 0 1 0 0,2 0-1 0 0,-1 0 0 0 0,1 0 1 0 0,0-1-1 0 0,1 1 0 0 0,0 0 1 0 0,0 0-1 0 0,0-1 1 0 0,1 1-1 0 0,1-1 0 0 0,-1 0 1 0 0,1 0-1 0 0,0 0 1 0 0,1 0-1 0 0,-1-1 0 0 0,1 1 1 0 0,1-1-1 0 0,-1-1 0 0 0,1 1 1 0 0,7 5-1 0 0,-3-3-82 0 0,-1-1 1 0 0,1 0-1 0 0,0 0 0 0 0,1-1 0 0 0,-1 0 0 0 0,1-1 0 0 0,0 0 1 0 0,1-1-1 0 0,-1 0 0 0 0,1-1 0 0 0,0-1 0 0 0,0 1 0 0 0,19 0 1 0 0,-29-3-59 0 0,0 0 0 0 0,0 0 0 0 0,0-1 0 0 0,0 1 1 0 0,0 0-1 0 0,0-1 0 0 0,0 1 0 0 0,0-1 0 0 0,0 0 1 0 0,0 1-1 0 0,0-1 0 0 0,-1 0 0 0 0,1 0 0 0 0,0 0 1 0 0,0-1-1 0 0,-1 1 0 0 0,1 0 0 0 0,-1-1 0 0 0,1 1 1 0 0,1-3-1 0 0,-1 1 45 0 0,0-1 0 0 0,0 1 1 0 0,0-1-1 0 0,-1 0 0 0 0,0 1 0 0 0,1-1 1 0 0,-1 0-1 0 0,-1 0 0 0 0,1 0 0 0 0,0-4 0 0 0,0-10 94 0 0,-2 0-1 0 0,0 0 0 0 0,-5-30 0 0 0,5 42-114 0 0,-7-32-127 0 0,6 28 184 0 0,-1 0 0 0 0,1 0 0 0 0,1 0-1 0 0,0-1 1 0 0,0 1 0 0 0,1 0-1 0 0,2-18 1 0 0,-1 26 31 0 0,-1 1 0 0 0,1-1 0 0 0,0 1 0 0 0,0-1 0 0 0,0 1 1 0 0,0-1-1 0 0,0 1 0 0 0,0 0 0 0 0,1 0 0 0 0,-1 0 0 0 0,0-1 0 0 0,1 1 0 0 0,-1 0 0 0 0,1 1 0 0 0,-1-1 0 0 0,1 0 0 0 0,-1 0 0 0 0,1 1 0 0 0,-1-1 0 0 0,1 1 0 0 0,0-1 1 0 0,-1 1-1 0 0,1-1 0 0 0,0 1 0 0 0,0 0 0 0 0,-1 0 0 0 0,1 0 0 0 0,0 0 0 0 0,-1 0 0 0 0,3 1 0 0 0,2-1 138 0 0,-1 1 1 0 0,1-1-1 0 0,-1 1 1 0 0,1 0-1 0 0,-1 1 0 0 0,0 0 1 0 0,0-1-1 0 0,7 5 0 0 0,17 18 547 0 0,-25-20-298 0 0,0 0 0 0 0,1 0 0 0 0,-1-1 0 0 0,0 1 0 0 0,1-1 0 0 0,0 0 0 0 0,7 3 531 0 0,-15-22 1311 0 0,-2-14-1766 0 0,3 1-1 0 0,0-1 1 0 0,3-31-1 0 0,1 30-1980 0 0,9-38 0 0 0,-4 34-5151 0 0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1:24.9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108 5 3681 0 0,'-1'0'142'0'0,"0"-1"0"0"0,-1 1 0 0 0,1-1-1 0 0,0 0 1 0 0,0 1 0 0 0,0 0 0 0 0,-1-1 0 0 0,1 1 0 0 0,0 0 0 0 0,-1 0 0 0 0,1 0 0 0 0,0 0 0 0 0,-1 0 0 0 0,1 0 0 0 0,0 0 0 0 0,0 0-1 0 0,-1 0 1 0 0,1 0 0 0 0,0 1 0 0 0,-1-1 0 0 0,1 1 0 0 0,0-1 0 0 0,0 1 0 0 0,0-1 0 0 0,0 1 0 0 0,-1 0 0 0 0,0 1 0 0 0,-29 22 2748 0 0,27-18-2561 0 0,-1 0-1 0 0,1 1 1 0 0,0 0 0 0 0,1-1-1 0 0,-1 1 1 0 0,1 1 0 0 0,1-1-1 0 0,-1 0 1 0 0,1 1 0 0 0,-1 11-1 0 0,2-12-230 0 0,0 0 0 0 0,0-1 0 0 0,1 1 0 0 0,0 0 0 0 0,0-1 0 0 0,0 1 0 0 0,1 0 0 0 0,0-1 0 0 0,1 1 0 0 0,-1-1 0 0 0,1 1 0 0 0,4 8 0 0 0,-4-11-85 0 0,1-1 1 0 0,-1 0-1 0 0,1 1 0 0 0,-1-1 1 0 0,1 0-1 0 0,0 0 0 0 0,0 0 1 0 0,1-1-1 0 0,-1 1 0 0 0,0-1 1 0 0,1 0-1 0 0,-1 0 0 0 0,1 0 1 0 0,0 0-1 0 0,5 1 0 0 0,5 1 80 0 0,0-1 1 0 0,0 0-1 0 0,17 0 0 0 0,-21-3-54 0 0,0 1 0 0 0,0 1-1 0 0,0 0 1 0 0,-1 0 0 0 0,1 0 0 0 0,17 9-1 0 0,-25-10-35 0 0,-1 0-1 0 0,1 0 1 0 0,-1 0-1 0 0,1 0 1 0 0,-1 1-1 0 0,0-1 1 0 0,1 0-1 0 0,-1 1 1 0 0,0-1-1 0 0,0 1 0 0 0,0 0 1 0 0,0-1-1 0 0,-1 1 1 0 0,1 0-1 0 0,0-1 1 0 0,-1 1-1 0 0,1 0 1 0 0,-1 0-1 0 0,1 0 0 0 0,-1 0 1 0 0,0-1-1 0 0,0 1 1 0 0,0 0-1 0 0,0 0 1 0 0,0 0-1 0 0,0 0 1 0 0,-1 0-1 0 0,1-1 1 0 0,0 1-1 0 0,-2 2 0 0 0,-1 7-4 0 0,-1 0-1 0 0,-1 0 1 0 0,-10 18-1 0 0,10-20-43 0 0,-31 52-630 0 0,14-28 324 0 0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1:29.1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52 66 1376 0 0,'-3'-3'557'0'0,"-1"0"1"0"0,1 0-1 0 0,0 0 0 0 0,-1-1 0 0 0,1 1 0 0 0,1-1 0 0 0,-1 1 0 0 0,-3-8 0 0 0,-15-17 7976 0 0,52 65-4404 0 0,10 31-3569 0 0,-16-25-104 0 0,57 88 202 0 0,15 25-1237 0 0,-33-52-7039 0 0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1:29.5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74 6913 0 0,'0'0'-1'0'0,"-1"0"0"0"0,1 0 0 0 0,-1 0 0 0 0,1 0 0 0 0,-1 0 0 0 0,1-1 0 0 0,-1 1-1 0 0,1 0 1 0 0,-1 0 0 0 0,1 0 0 0 0,-1 0 0 0 0,1-1 0 0 0,-1 1 0 0 0,1 0-1 0 0,-1-1 1 0 0,1 1 0 0 0,-1 0 0 0 0,1-1 0 0 0,0 1 0 0 0,-1 0 0 0 0,1-1 0 0 0,-1 1-1 0 0,1-1 1 0 0,0 1 0 0 0,0-1 0 0 0,-1 1 0 0 0,1-1 0 0 0,0 1 0 0 0,0-1-1 0 0,-1 1 1 0 0,1-1 0 0 0,0 1 0 0 0,0-1 0 0 0,0 1 0 0 0,0-2 0 0 0,0 1 142 0 0,1-1 0 0 0,0 0 1 0 0,-1 1-1 0 0,1-1 0 0 0,0 1 0 0 0,0-1 1 0 0,0 1-1 0 0,-1-1 0 0 0,2 1 1 0 0,-1-1-1 0 0,2-1 0 0 0,2-2 345 0 0,0 0 1 0 0,1 1-1 0 0,-1 0 0 0 0,1-1 0 0 0,10-4 0 0 0,-10 7-423 0 0,-1 0 0 0 0,0 1 0 0 0,0 0 0 0 0,0 0 0 0 0,1 0-1 0 0,-1 1 1 0 0,1 0 0 0 0,-1 0 0 0 0,0 0 0 0 0,1 1 0 0 0,-1-1 0 0 0,0 1 0 0 0,0 1 0 0 0,1-1-1 0 0,-1 1 1 0 0,0 0 0 0 0,0 0 0 0 0,0 0 0 0 0,-1 1 0 0 0,1-1 0 0 0,0 1 0 0 0,-1 0 0 0 0,0 1-1 0 0,0-1 1 0 0,0 1 0 0 0,0 0 0 0 0,0 0 0 0 0,-1 0 0 0 0,0 0 0 0 0,0 1 0 0 0,0-1 0 0 0,0 1-1 0 0,-1 0 1 0 0,0-1 0 0 0,0 1 0 0 0,0 1 0 0 0,0-1 0 0 0,-1 0 0 0 0,0 0 0 0 0,0 0 0 0 0,0 1-1 0 0,-1-1 1 0 0,0 1 0 0 0,0 7 0 0 0,-4 7-718 0 0,-1 0 0 0 0,-1-1 0 0 0,0 0 0 0 0,-2 0 0 0 0,-10 20 0 0 0,-14 36-1379 0 0,29-65 1125 0 0,2-1-4 0 0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1:29.9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16 7370 0 0,'0'-1'83'0'0,"1"0"1"0"0,-1 0 0 0 0,0 1 0 0 0,0-1 0 0 0,1 0-1 0 0,-1 0 1 0 0,0 1 0 0 0,1-1 0 0 0,-1 0-1 0 0,1 1 1 0 0,-1-1 0 0 0,1 0 0 0 0,-1 1 0 0 0,1-1-1 0 0,0 1 1 0 0,-1-1 0 0 0,1 1 0 0 0,-1-1 0 0 0,1 1-1 0 0,0-1 1 0 0,0 1 0 0 0,-1 0 0 0 0,1-1 0 0 0,0 1-1 0 0,0 0 1 0 0,-1 0 0 0 0,1 0 0 0 0,0-1-1 0 0,0 1 1 0 0,0 0 0 0 0,1 0 0 0 0,0 1 86 0 0,0 0 0 0 0,0 0 0 0 0,0-1-1 0 0,-1 1 1 0 0,1 0 0 0 0,0 1 0 0 0,0-1 0 0 0,-1 0 0 0 0,1 0 0 0 0,0 1 0 0 0,-1-1 0 0 0,2 3-1 0 0,6 7 672 0 0,0 0-1 0 0,12 22 0 0 0,-20-32-795 0 0,44 83 1341 0 0,25 38-86 0 0,-61-108-1546 0 0,1-1 0 0 0,1 0-1 0 0,0 0 1 0 0,1-1 0 0 0,1 0 0 0 0,15 11-1 0 0,-26-22 2 0 0,-1 0 0 0 0,0 0-1 0 0,0 0 1 0 0,1-1 0 0 0,-1 1 0 0 0,1-1-1 0 0,-1 1 1 0 0,1-1 0 0 0,-1 1-1 0 0,1-1 1 0 0,-1 0 0 0 0,1 0-1 0 0,-1 0 1 0 0,1 0 0 0 0,-1 0-1 0 0,3 0 1 0 0,2-1-1010 0 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1:30.3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3 150 6913 0 0,'-1'-1'63'0'0,"1"-1"-1"0"0,-1 1 0 0 0,1 0 0 0 0,0-1 0 0 0,0 1 0 0 0,0 0 1 0 0,-1-1-1 0 0,1 1 0 0 0,0 0 0 0 0,1-1 0 0 0,-1 1 0 0 0,0 0 0 0 0,0-1 1 0 0,1 1-1 0 0,-1 0 0 0 0,0-1 0 0 0,1 1 0 0 0,-1 0 0 0 0,1 0 0 0 0,0-1 1 0 0,-1 1-1 0 0,3-2 0 0 0,20-33 944 0 0,-20 31-630 0 0,2-2-94 0 0,0 0 0 0 0,0 1-1 0 0,0-1 1 0 0,1 2 0 0 0,0-1 0 0 0,0 0 0 0 0,0 1 0 0 0,1 0 0 0 0,0 1 0 0 0,11-7 0 0 0,-14 9-165 0 0,0 1 0 0 0,0 0 0 0 0,0 0 0 0 0,0 0 0 0 0,0 0 0 0 0,0 1 0 0 0,0-1 0 0 0,0 1 0 0 0,0 0 0 0 0,0 0 0 0 0,0 1 0 0 0,0-1 0 0 0,0 1 0 0 0,0 0 0 0 0,0 0 0 0 0,-1 0 0 0 0,1 0 0 0 0,0 1 0 0 0,0-1 0 0 0,-1 1 0 0 0,1 0 0 0 0,-1 0 0 0 0,6 5 0 0 0,0 0-31 0 0,-1 1-1 0 0,0 0 1 0 0,0 1-1 0 0,0 0 1 0 0,-1 0 0 0 0,0 1-1 0 0,-1 0 1 0 0,0 0-1 0 0,-1 0 1 0 0,0 1 0 0 0,0 0-1 0 0,-1 0 1 0 0,-1 0-1 0 0,0 0 1 0 0,0 1 0 0 0,-1-1-1 0 0,1 24 1 0 0,-3-7-292 0 0,0-1-1 0 0,-2 0 1 0 0,0 0 0 0 0,-2 0 0 0 0,-1 0 0 0 0,-14 42-1 0 0,12-49-5450 0 0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03.5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138 137 10594 0 0,'-11'-47'1900'0'0,"9"34"-1458"0"0,-1 1 0 0 0,0-1 1 0 0,-1 1-1 0 0,0 0 0 0 0,-8-15 0 0 0,1 72 2143 0 0,-47 500-1533 0 0,48-472-1035 0 0,2-31-5 0 0,2 1 0 0 0,3-1 0 0 0,1 1-1 0 0,7 79 1 0 0,-5-120-6 0 0,0 0 1 0 0,0 0-1 0 0,1 0 0 0 0,-1 0 1 0 0,1 0-1 0 0,-1 0 0 0 0,1 0 1 0 0,0 0-1 0 0,0-1 0 0 0,0 1 1 0 0,0 0-1 0 0,0 0 0 0 0,0-1 1 0 0,0 1-1 0 0,1-1 0 0 0,-1 1 1 0 0,1-1-1 0 0,-1 0 0 0 0,1 1 1 0 0,-1-1-1 0 0,1 0 0 0 0,2 1 1 0 0,-1-1 16 0 0,0 0 1 0 0,0 0-1 0 0,1-1 1 0 0,-1 1 0 0 0,0-1-1 0 0,0 0 1 0 0,0 0-1 0 0,0 0 1 0 0,0-1 0 0 0,0 1-1 0 0,0-1 1 0 0,0 0 0 0 0,4 0-1 0 0,6-4 74 0 0,0-1-1 0 0,0 0 1 0 0,-1-1 0 0 0,1 0 0 0 0,13-11-1 0 0,69-64 469 0 0,-72 59-615 0 0,1 2 0 0 0,1 0 0 0 0,36-22 1 0 0,-34 28-1048 0 0,0 2-3593 0 0,1 2-1547 0 0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03.9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 13 10594 0 0,'-1'-1'85'0'0,"0"0"0"0"0,0 0 0 0 0,-1 0 0 0 0,1 0-1 0 0,0 0 1 0 0,-1 0 0 0 0,1 0 0 0 0,0 1 0 0 0,-1-1 0 0 0,1 0 0 0 0,-1 1-1 0 0,1-1 1 0 0,-1 1 0 0 0,1 0 0 0 0,-1-1 0 0 0,0 1 0 0 0,1 0-1 0 0,-1 0 1 0 0,1 0 0 0 0,-1 0 0 0 0,1 0 0 0 0,-1 0 0 0 0,0 0-1 0 0,1 1 1 0 0,-3 0 0 0 0,2 0 57 0 0,1 1-1 0 0,-1-1 1 0 0,1 1-1 0 0,0-1 1 0 0,-1 1-1 0 0,1 0 1 0 0,0-1 0 0 0,0 1-1 0 0,0 0 1 0 0,0 0-1 0 0,1 0 1 0 0,-1 0-1 0 0,0 0 1 0 0,1 0 0 0 0,-1 0-1 0 0,1 0 1 0 0,0 0-1 0 0,-1 0 1 0 0,1 4-1 0 0,-1 88 1012 0 0,4 1-1 0 0,17 105 0 0 0,5-67-2320 0 0,-17-97-2102 0 0,-5-22-2210 0 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04.2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0 181 7370 0 0,'9'-11'875'0'0,"1"0"1"0"0,-1 0 0 0 0,2 2 0 0 0,12-11 0 0 0,-2 2-141 0 0,1-1 811 0 0,38-28 0 0 0,-53 43-1434 0 0,0-1 1 0 0,0 1 0 0 0,0 1 0 0 0,1-1-1 0 0,-1 1 1 0 0,1 0 0 0 0,0 1-1 0 0,0 0 1 0 0,0 0 0 0 0,15-1 0 0 0,-9 4-1406 0 0,-1 3-4292 0 0</inkml:trace>
  <inkml:trace contextRef="#ctx0" brushRef="#br0" timeOffset="1">222 550 10594 0 0,'55'-94'1345'0'0,"-30"49"-73"0"0,59-81 0 0 0,-64 107-1122 0 0,-8 14-1049 0 0,-12 5 810 0 0,1 0 1 0 0,-1 0 0 0 0,0 0-1 0 0,0 0 1 0 0,1 0 0 0 0,-1 0-1 0 0,0 0 1 0 0,1 0 0 0 0,-1 0-1 0 0,0 0 1 0 0,0 0 0 0 0,1 1-1 0 0,-1-1 1 0 0,0 0 0 0 0,0 0-1 0 0,0 0 1 0 0,1 0 0 0 0,0 2-442 0 0,-1-2 441 0 0,0 0 1 0 0,0 0 0 0 0,0 0-1 0 0,0 1 1 0 0,0-1 0 0 0,0 0-1 0 0,0 1 1 0 0,1-1 0 0 0,-1 0-1 0 0,0 0 1 0 0,0 1 0 0 0,0-1 0 0 0,0 0-1 0 0,0 1 1 0 0,-1 6-1415 0 0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04.6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3 621 5529 0 0,'0'2'85'0'0,"-1"0"0"0"0,1 0 0 0 0,-1 0 1 0 0,1 0-1 0 0,0 0 0 0 0,0 0 0 0 0,-1 0 0 0 0,1 0 0 0 0,1 0 0 0 0,-1 0 0 0 0,0 0 0 0 0,0 0 0 0 0,1 0 0 0 0,0 0 1 0 0,-1 0-1 0 0,2 3 0 0 0,-1-4 4 0 0,0 0 0 0 0,0 0 1 0 0,0-1-1 0 0,0 1 0 0 0,0 0 1 0 0,0-1-1 0 0,0 1 0 0 0,0-1 1 0 0,0 1-1 0 0,0-1 0 0 0,0 0 1 0 0,0 1-1 0 0,1-1 0 0 0,-1 0 1 0 0,0 0-1 0 0,0 1 0 0 0,0-1 1 0 0,0 0-1 0 0,1 0 0 0 0,-1-1 1 0 0,0 1-1 0 0,0 0 0 0 0,0 0 1 0 0,0 0-1 0 0,0-1 0 0 0,1 1 0 0 0,-1-1 1 0 0,0 1-1 0 0,0-1 0 0 0,0 1 1 0 0,1-2-1 0 0,6-2 275 0 0,-1 0 0 0 0,0 0 1 0 0,0-1-1 0 0,-1 0 0 0 0,1 0 0 0 0,-1-1 0 0 0,10-10 0 0 0,-4 1-871 0 0,0-1 0 0 0,11-19 0 0 0,-11 15-229 0 0</inkml:trace>
  <inkml:trace contextRef="#ctx0" brushRef="#br0" timeOffset="1">329 0 8754 0 0,'10'23'3882'0'0,"1"31"-2213"0"0,-7-32-888 0 0,32 188 1151 0 0,-20-103-1811 0 0,35 120 0 0 0,-40-186-3353 0 0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05.0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5 186 6913 0 0,'-2'-9'356'0'0,"1"-1"-1"0"0,0 1 0 0 0,1 0 1 0 0,0-1-1 0 0,0 1 0 0 0,1-1 1 0 0,1 1-1 0 0,-1 0 0 0 0,1 0 1 0 0,1-1-1 0 0,3-8 0 0 0,-4 14-219 0 0,0 0 0 0 0,0 0 1 0 0,1 0-1 0 0,-1 0 0 0 0,1 0 0 0 0,0 1 0 0 0,0-1 0 0 0,0 1 0 0 0,1 0 0 0 0,-1 0 0 0 0,1 0 0 0 0,0 0 0 0 0,-1 1 0 0 0,1-1 0 0 0,0 1 0 0 0,1 0 1 0 0,-1 0-1 0 0,0 0 0 0 0,1 1 0 0 0,-1 0 0 0 0,1 0 0 0 0,-1 0 0 0 0,10-1 0 0 0,-3 2 39 0 0,-1 1 0 0 0,1 0 0 0 0,0 0 0 0 0,0 1-1 0 0,-1 1 1 0 0,1-1 0 0 0,-1 2 0 0 0,0 0 0 0 0,0 0 0 0 0,0 0 0 0 0,0 1 0 0 0,-1 1 0 0 0,0 0-1 0 0,13 10 1 0 0,-9-5-40 0 0,0 0 0 0 0,-1 1 0 0 0,0 0 0 0 0,0 1 0 0 0,-1 0 0 0 0,-1 0 0 0 0,-1 2 0 0 0,13 22 0 0 0,-13-17-48 0 0,-2 1 1 0 0,0 0-1 0 0,-1 1 0 0 0,-1-1 0 0 0,0 1 1 0 0,-2 0-1 0 0,-1 0 0 0 0,-1 0 0 0 0,-3 42 1 0 0,0-44 5 0 0,0 0 0 0 0,-2-1 0 0 0,0 0 0 0 0,-2 0 0 0 0,0 0 0 0 0,-1 0 0 0 0,-1-1 0 0 0,0 0 0 0 0,-1-1 0 0 0,-1 1 0 0 0,-17 20 0 0 0,6-16-1571 0 0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05.5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233 286 11522 0 0,'-3'-1'99'0'0,"0"1"0"0"0,0 0 0 0 0,0 0 0 0 0,-1 0 0 0 0,1 0 0 0 0,0 0 0 0 0,0 1 0 0 0,0-1 0 0 0,0 1 0 0 0,0 0 0 0 0,0 0 0 0 0,0 0 0 0 0,0 0 0 0 0,0 1 0 0 0,0-1 0 0 0,0 1 0 0 0,0 0 0 0 0,1-1 0 0 0,-1 1 0 0 0,-2 4 0 0 0,-8 5 46 0 0,0 1 0 0 0,-14 18 0 0 0,26-28-127 0 0,-13 16-72 0 0,1 1 0 0 0,1 0-1 0 0,1 1 1 0 0,0 0 0 0 0,2 0 0 0 0,0 1 0 0 0,1 1 0 0 0,1 0 0 0 0,1 0 0 0 0,2 0 0 0 0,0 0 0 0 0,1 1 0 0 0,1-1 0 0 0,2 40 0 0 0,0-54 32 0 0,1 0 0 0 0,0 0 0 0 0,1 0 0 0 0,0 0 1 0 0,0 0-1 0 0,1 0 0 0 0,0 0 0 0 0,0-1 0 0 0,7 11 0 0 0,-9-16 9 0 0,1 0-1 0 0,-1 0 1 0 0,1 0-1 0 0,-1 0 0 0 0,1 0 1 0 0,0-1-1 0 0,0 1 1 0 0,0 0-1 0 0,0-1 0 0 0,0 0 1 0 0,0 1-1 0 0,0-1 1 0 0,0 0-1 0 0,0 0 0 0 0,1 0 1 0 0,-1 0-1 0 0,0-1 1 0 0,1 1-1 0 0,-1 0 0 0 0,1-1 1 0 0,-1 0-1 0 0,1 0 1 0 0,-1 0-1 0 0,1 0 0 0 0,-1 0 1 0 0,1 0-1 0 0,-1 0 0 0 0,1-1 1 0 0,-1 1-1 0 0,0-1 1 0 0,1 0-1 0 0,-1 0 0 0 0,0 0 1 0 0,1 0-1 0 0,1-2 1 0 0,1 1-57 0 0,-1-2 0 0 0,1 1 1 0 0,-1 0-1 0 0,0-1 0 0 0,0 0 1 0 0,0 0-1 0 0,0 0 0 0 0,-1-1 1 0 0,1 1-1 0 0,4-10 0 0 0,24-55-469 0 0,-24 52 392 0 0,4-16 135 0 0,-1 0-1 0 0,-1-1 0 0 0,-2 0 0 0 0,-1 0 0 0 0,-2 0 1 0 0,1-50-1 0 0,-6 23 735 0 0,-2 0 1 0 0,-19-110-1 0 0,19 157-252 0 0,1 6-14 0 0,0 1-1 0 0,0-1 1 0 0,0 1 0 0 0,-1-1-1 0 0,-1 1 1 0 0,1-1-1 0 0,-1 1 1 0 0,0 0-1 0 0,-1 0 1 0 0,-6-10-1 0 0,10 17-395 0 0,-1 0 0 0 0,1 0 0 0 0,0 0 1 0 0,0-1-1 0 0,0 1 0 0 0,0 0 0 0 0,-1 0 0 0 0,1 0 0 0 0,0 0 0 0 0,0 0 0 0 0,0-1 0 0 0,-1 1 0 0 0,1 0 0 0 0,0 0 0 0 0,0 0 0 0 0,-1 0 0 0 0,1 0 0 0 0,0 0 0 0 0,0 0 0 0 0,0 0 0 0 0,-1 0 0 0 0,1 0 0 0 0,0 0 0 0 0,0 0 1 0 0,-1 0-1 0 0,1 0 0 0 0,0 0 0 0 0,0 0 0 0 0,-1 0 0 0 0,1 0 0 0 0,0 0 0 0 0,0 0 0 0 0,-1 0 0 0 0,1 0 0 0 0,0 0 0 0 0,0 1 0 0 0,0-1 0 0 0,-1 0 0 0 0,1 0 0 0 0,0 0 0 0 0,-6 13 759 0 0,2 13-472 0 0,3 19-273 0 0,1 0 0 0 0,3-1 0 0 0,1 1 0 0 0,2-1 0 0 0,3 0 0 0 0,1 0 0 0 0,19 51 0 0 0,-20-74-369 0 0,1 0 0 0 0,1-1 0 0 0,1-1-1 0 0,1 1 1 0 0,0-2 0 0 0,27 29 0 0 0,-20-25-416 0 0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05.9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1 153 3225 0 0,'3'-4'341'0'0,"1"1"1"0"0,0 0 0 0 0,0 0 0 0 0,0 0-1 0 0,0 0 1 0 0,0 0 0 0 0,1 1-1 0 0,-1 0 1 0 0,1 0 0 0 0,-1 0 0 0 0,1 1-1 0 0,0 0 1 0 0,0-1 0 0 0,0 2-1 0 0,0-1 1 0 0,-1 0 0 0 0,1 1 0 0 0,0 0-1 0 0,0 0 1 0 0,8 2 0 0 0,-7-1-109 0 0,0 1 0 0 0,0-1 0 0 0,0 2 0 0 0,-1-1 0 0 0,1 1 0 0 0,0-1 0 0 0,-1 2 0 0 0,0-1 0 0 0,0 0 0 0 0,0 1-1 0 0,0 0 1 0 0,0 0 0 0 0,-1 1 0 0 0,0-1 0 0 0,8 11 0 0 0,4 11 556 0 0,-1 0-1 0 0,-2 1 0 0 0,18 46 0 0 0,-22-50-60 0 0,-39-71 2610 0 0,22 26-3218 0 0,1-1 1 0 0,1 1-1 0 0,0-1 0 0 0,-2-27 0 0 0,7 36-754 0 0,0 0 0 0 0,0 0 0 0 0,2-1-1 0 0,0 1 1 0 0,0 0 0 0 0,1 0 0 0 0,1 0 0 0 0,6-16 0 0 0,-1 7-1172 0 0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06.2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54 347 7370 0 0,'11'11'1350'0'0,"0"0"0"0"0,-1 2 0 0 0,-1-1 0 0 0,10 15 1 0 0,-14-16-908 0 0,0-1 1 0 0,0 1-1 0 0,-1 0 1 0 0,0 0-1 0 0,-1 1 1 0 0,3 12-1 0 0,2 25-1819 0 0,-5-35-4319 0 0</inkml:trace>
  <inkml:trace contextRef="#ctx0" brushRef="#br0" timeOffset="1">8 177 920 0 0,'-2'-19'-879'0'0,"-4"-58"4612"0"0,6 70-2627 0 0,1 0-1 0 0,-1-1 0 0 0,1 1 0 0 0,0 0 1 0 0,1 0-1 0 0,0 0 0 0 0,0 0 0 0 0,4-9 1 0 0,-6 16-1033 0 0,0 0 0 0 0,0-1 0 0 0,1 1 0 0 0,-1-1 0 0 0,0 1 0 0 0,0-1 0 0 0,1 1 0 0 0,-1 0 0 0 0,0-1 0 0 0,1 1 0 0 0,-1 0 0 0 0,0-1 0 0 0,1 1 1 0 0,-1 0-1 0 0,0 0 0 0 0,1-1 0 0 0,-1 1 0 0 0,1 0 0 0 0,-1 0 0 0 0,0-1 0 0 0,1 1 0 0 0,-1 0 0 0 0,1 0 0 0 0,-1 0 0 0 0,1 0 0 0 0,-1 0 0 0 0,1 0 0 0 0,-1 0 0 0 0,1 0 1 0 0,-1 0-1 0 0,1 0 0 0 0,13 10 165 0 0,8 20-1907 0 0,-22-29 1619 0 0,21 37-889 0 0,-12-18 918 0 0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06.6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51 9674 0 0,'2'1'147'0'0,"0"-1"0"0"0,-1 1 0 0 0,1-1-1 0 0,0 1 1 0 0,-1 0 0 0 0,1-1 0 0 0,0 1 0 0 0,-1 0 0 0 0,1 0 0 0 0,-1 0 0 0 0,0 1-1 0 0,1-1 1 0 0,-1 0 0 0 0,0 0 0 0 0,0 1 0 0 0,1-1 0 0 0,-1 1 0 0 0,0-1-1 0 0,1 4 1 0 0,17 34 690 0 0,-17-36-642 0 0,9 29 705 0 0,-6-18-732 0 0,1 1 0 0 0,0-1 0 0 0,12 21 0 0 0,-16-32-18 0 0,-1-1 0 0 0,1 1 0 0 0,0 0 0 0 0,1-1 0 0 0,-1 1 0 0 0,0-1 0 0 0,1 0 0 0 0,-1 0 0 0 0,1 0 0 0 0,0 0 0 0 0,-1 0 0 0 0,1 0 0 0 0,0-1 0 0 0,0 1 0 0 0,0-1 0 0 0,1 0 0 0 0,-1 0 0 0 0,0 0 0 0 0,0 0 0 0 0,0-1 0 0 0,6 1 0 0 0,-7-1-71 0 0,-1-1 0 0 0,0 1 0 0 0,0 0 0 0 0,0-1 0 0 0,0 1 0 0 0,0-1 0 0 0,0 1 0 0 0,0-1 0 0 0,0 1 0 0 0,0-1 0 0 0,0 0 0 0 0,0 1 0 0 0,0-1 0 0 0,0 0 0 0 0,-1 0 0 0 0,1 0 0 0 0,0 0 0 0 0,-1 0 1 0 0,1 0-1 0 0,0 0 0 0 0,-1 0 0 0 0,1 0 0 0 0,-1 0 0 0 0,1 0 0 0 0,-1 0 0 0 0,0 0 0 0 0,0 0 0 0 0,1 0 0 0 0,-1-1 0 0 0,0 0 0 0 0,3-42 261 0 0,-2 37-218 0 0,1-145-1746 0 0,0 115-5488 0 0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07.0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1 344 4609 0 0,'7'-1'313'0'0,"0"0"0"0"0,0-1-1 0 0,0 1 1 0 0,0-1 0 0 0,0-1 0 0 0,0 0 0 0 0,0 0 0 0 0,-1 0-1 0 0,1 0 1 0 0,-1-1 0 0 0,0 0 0 0 0,0-1 0 0 0,0 1 0 0 0,-1-1-1 0 0,0 0 1 0 0,0-1 0 0 0,0 1 0 0 0,0-1 0 0 0,-1 0 0 0 0,6-11-1 0 0,-7 8-260 0 0,-1 0-1 0 0,-1 0 0 0 0,1 0 0 0 0,-1 0 0 0 0,-1 0 1 0 0,0-1-1 0 0,0 1 0 0 0,-1 0 0 0 0,0 0 1 0 0,-1 0-1 0 0,1 0 0 0 0,-2 0 0 0 0,1 0 0 0 0,-7-13 1 0 0,9 21-50 0 0,-1 0 1 0 0,1 0-1 0 0,-1 0 1 0 0,1 0-1 0 0,-1 0 1 0 0,1 0-1 0 0,-1 0 1 0 0,1 0-1 0 0,-1 0 1 0 0,0 0-1 0 0,1 1 1 0 0,-1-1-1 0 0,0 0 1 0 0,0 1-1 0 0,1-1 1 0 0,-1 0-1 0 0,0 1 1 0 0,0-1-1 0 0,0 1 1 0 0,0-1-1 0 0,0 1 1 0 0,0-1-1 0 0,0 1 1 0 0,0 0-1 0 0,0 0 1 0 0,0-1-1 0 0,0 1 1 0 0,0 0-1 0 0,0 0 1 0 0,0 0-1 0 0,0 0 1 0 0,-1 0-1 0 0,1 0 1 0 0,0 1-1 0 0,0-1 1 0 0,0 0-1 0 0,0 0 1 0 0,0 1-1 0 0,0-1 1 0 0,0 1-1 0 0,0-1 1 0 0,0 1-1 0 0,1-1 1 0 0,-1 1-1 0 0,0 0 1 0 0,0-1 0 0 0,0 1-1 0 0,1 0 1 0 0,-1 0-1 0 0,-1 1 1 0 0,-2 2 5 0 0,1 0 0 0 0,0 1 1 0 0,0-1-1 0 0,0 1 1 0 0,1 0-1 0 0,-1 0 1 0 0,1 0-1 0 0,-2 9 1 0 0,2-7-72 0 0,0 1 1 0 0,1 0 0 0 0,0-1 0 0 0,0 1 0 0 0,1 0 0 0 0,0 0 0 0 0,1 0-1 0 0,-1 0 1 0 0,2 0 0 0 0,-1-1 0 0 0,1 1 0 0 0,0 0 0 0 0,0-1 0 0 0,1 1 0 0 0,0-1-1 0 0,1 0 1 0 0,4 8 0 0 0,-3-9 60 0 0,-1 0 0 0 0,1-1 0 0 0,1 1 0 0 0,-1-1 0 0 0,1 0 0 0 0,0-1 0 0 0,0 1 0 0 0,0-1 0 0 0,0 0 0 0 0,1-1 0 0 0,0 1 0 0 0,0-1 0 0 0,0-1 0 0 0,0 1 0 0 0,0-1 0 0 0,0 0 0 0 0,1-1 0 0 0,7 1 0 0 0,-11-1 97 0 0,0-1-1 0 0,0 0 1 0 0,0 1 0 0 0,0-1-1 0 0,0-1 1 0 0,0 1-1 0 0,1-1 1 0 0,-1 1-1 0 0,0-1 1 0 0,-1 0-1 0 0,1-1 1 0 0,0 1 0 0 0,0-1-1 0 0,0 0 1 0 0,-1 1-1 0 0,1-2 1 0 0,-1 1-1 0 0,1 0 1 0 0,-1-1-1 0 0,0 1 1 0 0,0-1 0 0 0,0 0-1 0 0,-1 0 1 0 0,4-4-1 0 0,2-6 159 0 0,-1 0-1 0 0,0-1 1 0 0,-1 0-1 0 0,-1 0 1 0 0,6-20-1 0 0,-8 21-59 0 0,1 0-1 0 0,1 1 0 0 0,0-1 1 0 0,0 1-1 0 0,1 0 0 0 0,12-17 0 0 0,-17 28-188 0 0,0 0 0 0 0,0 0-1 0 0,0 0 1 0 0,0 0-1 0 0,0 0 1 0 0,0 0-1 0 0,0 0 1 0 0,1 0-1 0 0,-1 0 1 0 0,0 1-1 0 0,1-1 1 0 0,-1 1 0 0 0,1-1-1 0 0,-1 1 1 0 0,0-1-1 0 0,1 1 1 0 0,-1 0-1 0 0,1-1 1 0 0,-1 1-1 0 0,1 0 1 0 0,-1 0-1 0 0,1 0 1 0 0,-1 0-1 0 0,3 1 1 0 0,-1 0 37 0 0,0 0 1 0 0,1 0 0 0 0,-1 1-1 0 0,0-1 1 0 0,0 1-1 0 0,0 0 1 0 0,0 0-1 0 0,-1 0 1 0 0,1 0-1 0 0,3 4 1 0 0,2 2 150 0 0,-1 0 0 0 0,0 1 1 0 0,-1 0-1 0 0,1 0 0 0 0,8 20 1 0 0,-11-21 2 0 0,9 23-276 0 0,-6-22 2821 0 0,-7-9-2695 0 0,-2-23 274 0 0,-2-12 310 0 0,2-38 1 0 0,2 63-1169 0 0,1 1 0 0 0,0-1 0 0 0,0 1 0 0 0,1-1 0 0 0,1 1 0 0 0,-1 0 0 0 0,1 0 0 0 0,9-18 0 0 0,-2 10-5988 0 0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12.2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12899 0 0,'2'17'4741'0'0,"7"42"-3836"0"0,-5-39-302 0 0,28 199 1356 0 0,35 185-2683 0 0,-51-340-2337 0 0,-9-38-3323 0 0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12.6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7 191 10594 0 0,'-1'0'16'0'0,"1"0"1"0"0,0 0-1 0 0,0 0 0 0 0,0 0 0 0 0,-1 0 1 0 0,1 0-1 0 0,0 0 0 0 0,0 0 0 0 0,0 0 1 0 0,-1 0-1 0 0,1 0 0 0 0,0 0 0 0 0,0 0 0 0 0,0 0 1 0 0,0 0-1 0 0,-1 0 0 0 0,1 0 0 0 0,0 0 1 0 0,0 0-1 0 0,0-1 0 0 0,-1 1 0 0 0,1 0 0 0 0,0 0 1 0 0,0 0-1 0 0,0 0 0 0 0,0 0 0 0 0,0 0 1 0 0,0-1-1 0 0,-1 1 0 0 0,1 0 0 0 0,0 0 0 0 0,0 0 1 0 0,0 0-1 0 0,0-1 0 0 0,0 1 0 0 0,0 0 1 0 0,0 0-1 0 0,0 0 0 0 0,0-1 0 0 0,0 1 0 0 0,0 0 1 0 0,0 0-1 0 0,0 0 0 0 0,0-1 0 0 0,0 1 1 0 0,0 0-1 0 0,0 0 0 0 0,0 0 0 0 0,0-1 0 0 0,0 1 1 0 0,0 0-1 0 0,0 0 0 0 0,0 0 0 0 0,0 0 1 0 0,0-1-1 0 0,0 1 0 0 0,1 0 0 0 0,-1 0 0 0 0,0 0 1 0 0,0 0-1 0 0,0-1 0 0 0,0 1 0 0 0,1 0 1 0 0,17-14 251 0 0,33-12 260 0 0,-49 25-424 0 0,38-18 764 0 0,1 2 0 0 0,1 2 0 0 0,1 1 0 0 0,0 2 0 0 0,0 2 0 0 0,90-8 0 0 0,-126 18-782 0 0,1 0 0 0 0,0 0-1 0 0,0 0 1 0 0,-1 1 0 0 0,1 1 0 0 0,-1-1-1 0 0,13 5 1 0 0,-18-5-83 0 0,0 0 0 0 0,0 0-1 0 0,0 0 1 0 0,-1 0 0 0 0,1 0 0 0 0,0 1-1 0 0,0-1 1 0 0,-1 1 0 0 0,1-1-1 0 0,-1 1 1 0 0,1 0 0 0 0,-1-1 0 0 0,0 1-1 0 0,0 0 1 0 0,1 0 0 0 0,-2 0 0 0 0,1 0-1 0 0,0 0 1 0 0,0 0 0 0 0,0 0 0 0 0,-1 1-1 0 0,1-1 1 0 0,-1 0 0 0 0,0 0 0 0 0,0 0-1 0 0,0 1 1 0 0,0-1 0 0 0,0 0 0 0 0,0 0-1 0 0,-1 4 1 0 0,-15 57-52 0 0,11-48 72 0 0,1-1 0 0 0,0 1 0 0 0,1 0-1 0 0,1 0 1 0 0,-1 18 0 0 0,3-29 2 0 0,0 0 1 0 0,1-1-1 0 0,-1 1 1 0 0,1-1-1 0 0,-1 1 1 0 0,1-1-1 0 0,1 1 1 0 0,-1-1-1 0 0,0 1 1 0 0,1-1-1 0 0,-1 0 1 0 0,1 0-1 0 0,0 0 1 0 0,0 0-1 0 0,1 0 1 0 0,-1 0-1 0 0,0 0 1 0 0,1-1-1 0 0,0 1 1 0 0,0-1-1 0 0,-1 0 1 0 0,1 0-1 0 0,1 0 1 0 0,-1 0-1 0 0,0 0 1 0 0,6 1-1 0 0,-5-1 18 0 0,0-1 0 0 0,0 0 0 0 0,0 0-1 0 0,1-1 1 0 0,-1 1 0 0 0,0-1 0 0 0,1 0 0 0 0,-1 0-1 0 0,0 0 1 0 0,1-1 0 0 0,-1 0 0 0 0,0 0-1 0 0,0 0 1 0 0,1 0 0 0 0,-1 0 0 0 0,0-1 0 0 0,0 0-1 0 0,-1 0 1 0 0,1 0 0 0 0,0 0 0 0 0,0 0 0 0 0,-1-1-1 0 0,0 0 1 0 0,1 0 0 0 0,2-3 0 0 0,-1 1-13 0 0,0-1 1 0 0,0 1-1 0 0,0-1 1 0 0,-1 0-1 0 0,1 0 1 0 0,-2-1 0 0 0,1 1-1 0 0,-1-1 1 0 0,0 0-1 0 0,0 1 1 0 0,-1-2-1 0 0,0 1 1 0 0,3-14 0 0 0,-5 9-12 0 0,0 0 1 0 0,-1 0-1 0 0,0 1 1 0 0,-1-1-1 0 0,0 0 0 0 0,-1 1 1 0 0,-1-1-1 0 0,1 1 1 0 0,-2 0-1 0 0,-5-11 1 0 0,7 16-91 0 0,0 0 0 0 0,0 0 0 0 0,0 1 0 0 0,-1 0-1 0 0,0-1 1 0 0,0 1 0 0 0,0 1 0 0 0,-1-1 0 0 0,0 1 0 0 0,1 0 0 0 0,-2 0 0 0 0,1 0 0 0 0,0 0 0 0 0,-1 1 0 0 0,1 0 0 0 0,-1 0 0 0 0,0 1 0 0 0,0 0 0 0 0,-13-4 0 0 0,0 6-775 0 0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13.4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29 13363 0 0,'0'-2'290'0'0,"1"0"0"0"0,0-1 1 0 0,0 1-1 0 0,0 0 0 0 0,0 0 0 0 0,0 1 0 0 0,0-1 1 0 0,1 0-1 0 0,-1 0 0 0 0,1 1 0 0 0,-1-1 1 0 0,4-2-1 0 0,-5 4-208 0 0,1-1-1 0 0,-1 1 1 0 0,1 0 0 0 0,-1 0 0 0 0,1 0-1 0 0,-1-1 1 0 0,0 1 0 0 0,1 0 0 0 0,-1 0 0 0 0,1 0-1 0 0,-1 0 1 0 0,1 0 0 0 0,-1 0 0 0 0,1 0-1 0 0,-1 0 1 0 0,1 0 0 0 0,-1 0 0 0 0,1 0-1 0 0,-1 0 1 0 0,1 1 0 0 0,-1-1 0 0 0,0 0-1 0 0,1 0 1 0 0,0 1 0 0 0,9 15 805 0 0,-1 21-368 0 0,-1 0 1 0 0,-2 0-1 0 0,3 62 1 0 0,0 4-444 0 0,6-11-1458 0 0,32 108 0 0 0,-42-179-463 0 0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14.0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0 181 5985 0 0,'8'-9'213'0'0,"1"0"0"0"0,-1 1 0 0 0,1 0 1 0 0,1 0-1 0 0,-1 1 0 0 0,2 0 0 0 0,14-7 0 0 0,-2 0 116 0 0,2-1 33 0 0,1 1 1 0 0,0 1-1 0 0,1 2 0 0 0,45-14 1 0 0,-52 20-556 0 0,-1 0 0 0 0,2 2 1 0 0,-1 0-1 0 0,0 1 1 0 0,0 1-1 0 0,1 1 0 0 0,30 4 1 0 0,-48-4 184 0 0,1 0 1 0 0,-1 1-1 0 0,0-1 1 0 0,1 1-1 0 0,-1 0 1 0 0,0 0-1 0 0,0 0 1 0 0,0 0-1 0 0,1 1 1 0 0,-1-1-1 0 0,-1 1 1 0 0,1 0-1 0 0,0 0 1 0 0,0 0-1 0 0,-1 0 1 0 0,1 0-1 0 0,-1 1 1 0 0,1-1-1 0 0,-1 1 1 0 0,0-1-1 0 0,0 1 1 0 0,0 0-1 0 0,-1 0 1 0 0,1 0-1 0 0,-1 0 1 0 0,1 0-1 0 0,-1 0 1 0 0,0 0-1 0 0,0 1 1 0 0,-1-1-1 0 0,1 0 1 0 0,-1 1-1 0 0,1-1 1 0 0,-1 4-1 0 0,1 6 1533 0 0,0-1 0 0 0,1 1 0 0 0,0-1 0 0 0,1 1 0 0 0,1-1 0 0 0,5 13 0 0 0,34 68 2419 0 0,-38-83-4018 0 0,0 0-1 0 0,0 0 1 0 0,1-1 0 0 0,1 0-1 0 0,-1 0 1 0 0,1 0-1 0 0,1-1 1 0 0,11 10 0 0 0,-19-17-88 0 0,1-1 1 0 0,-1 1-1 0 0,1-1 1 0 0,0 0-1 0 0,-1 1 1 0 0,1-1-1 0 0,0 0 1 0 0,-1 1-1 0 0,1-1 1 0 0,0 0 0 0 0,0 0-1 0 0,-1 0 1 0 0,1 1-1 0 0,0-1 1 0 0,0 0-1 0 0,-1 0 1 0 0,1 0-1 0 0,0 0 1 0 0,0-1-1 0 0,-1 1 1 0 0,1 0-1 0 0,0 0 1 0 0,0 0-1 0 0,-1 0 1 0 0,1-1-1 0 0,0 1 1 0 0,15-18-3734 0 0,3-35-1737 0 0,-17 46 4870 0 0,16-59-3350 0 0,7-22 1834 0 0,-18 67 3902 0 0,20-41-1 0 0,-27 61-1280 0 0,1 0 1 0 0,-1 0-1 0 0,1-1 1 0 0,-1 1-1 0 0,1 0 1 0 0,0 0-1 0 0,0 0 0 0 0,-1 0 1 0 0,1 0-1 0 0,0 0 1 0 0,0 0-1 0 0,0 0 1 0 0,0 0-1 0 0,0 0 0 0 0,1 1 1 0 0,-1-1-1 0 0,0 0 1 0 0,0 1-1 0 0,0-1 1 0 0,0 1-1 0 0,3-1 1 0 0,-3 1-67 0 0,0 0 1 0 0,0 0 0 0 0,0 1-1 0 0,0-1 1 0 0,0 0 0 0 0,0 1 0 0 0,0-1-1 0 0,0 1 1 0 0,0-1 0 0 0,-1 1 0 0 0,1-1-1 0 0,0 1 1 0 0,0 0 0 0 0,0 0-1 0 0,-1-1 1 0 0,1 1 0 0 0,0 0 0 0 0,-1 0-1 0 0,1 0 1 0 0,0 1 0 0 0,3 5 313 0 0,0 0 1 0 0,0 1 0 0 0,-1-1 0 0 0,0 1-1 0 0,2 10 1 0 0,5 27-73 0 0,-4-16-964 0 0,1 0-1 0 0,1-1 1 0 0,2 0-1 0 0,16 36 1 0 0,-16-48-950 0 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14.5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74 10594 0 0,'0'-1'192'0'0,"1"0"-1"0"0,0 1 1 0 0,1-1-1 0 0,-1 1 0 0 0,0-1 1 0 0,0 1-1 0 0,0 0 1 0 0,0-1-1 0 0,0 1 0 0 0,0 0 1 0 0,1 0-1 0 0,-1 0 1 0 0,0 0-1 0 0,0 0 0 0 0,0 0 1 0 0,0 0-1 0 0,1 0 1 0 0,-1 0-1 0 0,0 1 1 0 0,0-1-1 0 0,0 0 0 0 0,0 1 1 0 0,0-1-1 0 0,0 1 1 0 0,0-1-1 0 0,0 1 0 0 0,0-1 1 0 0,0 1-1 0 0,0 0 1 0 0,0 0-1 0 0,0-1 0 0 0,0 1 1 0 0,1 1-1 0 0,27 31 1823 0 0,-16-10-1624 0 0,0 1-1 0 0,-2 0 1 0 0,-1 1 0 0 0,-1 0-1 0 0,-1 0 1 0 0,7 37 0 0 0,-9-39-341 0 0,-4-11 118 0 0,-6-20 129 0 0,-5-21 40 0 0,4-15-358 0 0,0-53 1 0 0,5 75-388 0 0,1 1-1 0 0,1 0 1 0 0,1 0-1 0 0,10-35 1 0 0,-7 38-1049 0 0,3 0-3404 0 0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14.9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76 5985 0 0,'2'-3'385'0'0,"0"0"-1"0"0,0 0 0 0 0,0 0 1 0 0,0 1-1 0 0,1-1 0 0 0,-1 1 1 0 0,1-1-1 0 0,-1 1 1 0 0,1 0-1 0 0,0 0 0 0 0,0 0 1 0 0,0 1-1 0 0,0-1 0 0 0,1 0 1 0 0,-1 1-1 0 0,0 0 0 0 0,0 0 1 0 0,1 0-1 0 0,-1 0 0 0 0,1 1 1 0 0,5-1-1 0 0,-6 1-154 0 0,1 0 0 0 0,-1 0 0 0 0,1 0 0 0 0,0 0-1 0 0,-1 0 1 0 0,1 1 0 0 0,-1 0 0 0 0,1 0 0 0 0,-1 0 0 0 0,0 0 0 0 0,1 0-1 0 0,-1 1 1 0 0,0-1 0 0 0,0 1 0 0 0,0 0 0 0 0,0 0 0 0 0,0 0 0 0 0,0 1-1 0 0,-1-1 1 0 0,5 6 0 0 0,0 3-97 0 0,0 1 0 0 0,-2 0-1 0 0,1 1 1 0 0,-2-1 0 0 0,0 1 0 0 0,0 0-1 0 0,3 22 1 0 0,12 40-208 0 0,-16-68 54 0 0,-1-1 0 0 0,1 0-1 0 0,1 1 1 0 0,-1-1-1 0 0,1-1 1 0 0,0 1 0 0 0,0 0-1 0 0,10 9 1 0 0,-14-15 10 0 0,1 1 1 0 0,0 0-1 0 0,-1-1 1 0 0,1 1-1 0 0,0 0 1 0 0,0-1-1 0 0,-1 1 0 0 0,1-1 1 0 0,0 1-1 0 0,0-1 1 0 0,0 1-1 0 0,0-1 1 0 0,0 0-1 0 0,-1 0 0 0 0,1 1 1 0 0,0-1-1 0 0,0 0 1 0 0,0 0-1 0 0,0 0 1 0 0,0 0-1 0 0,0 0 1 0 0,0 0-1 0 0,0 0 0 0 0,0 0 1 0 0,0 0-1 0 0,0-1 1 0 0,0 1-1 0 0,0 0 1 0 0,0 0-1 0 0,0-1 0 0 0,-1 1 1 0 0,1-1-1 0 0,0 1 1 0 0,0-1-1 0 0,0 1 1 0 0,-1-1-1 0 0,1 0 1 0 0,0 1-1 0 0,0-1 0 0 0,-1 0 1 0 0,1 1-1 0 0,-1-1 1 0 0,1 0-1 0 0,-1 0 1 0 0,1 0-1 0 0,-1 0 0 0 0,1 1 1 0 0,-1-1-1 0 0,0 0 1 0 0,1 0-1 0 0,-1 0 1 0 0,0-1-1 0 0,4-8-173 0 0,-1-1 0 0 0,0 0 1 0 0,3-17-1 0 0,-5 20 68 0 0,2-7-100 0 0,1-9 171 0 0,0 1 0 0 0,1 0 0 0 0,2 0-1 0 0,0 1 1 0 0,2-1 0 0 0,21-40 0 0 0,-28 61 87 0 0,-1 0 0 0 0,0 0 1 0 0,1 0-1 0 0,0 0 0 0 0,-1 0 0 0 0,1 0 0 0 0,0 0 1 0 0,0 1-1 0 0,0-1 0 0 0,0 1 0 0 0,0 0 0 0 0,0-1 1 0 0,0 1-1 0 0,1 0 0 0 0,-1 0 0 0 0,0 0 1 0 0,1 0-1 0 0,-1 1 0 0 0,1-1 0 0 0,-1 1 0 0 0,1 0 1 0 0,2-1-1 0 0,-3 2 5 0 0,1-1-1 0 0,-1 1 1 0 0,0-1 0 0 0,0 1-1 0 0,0 0 1 0 0,0 0 0 0 0,0 0 0 0 0,0 0-1 0 0,0 0 1 0 0,0 1 0 0 0,0-1 0 0 0,0 1-1 0 0,0-1 1 0 0,-1 1 0 0 0,1 0-1 0 0,-1-1 1 0 0,1 1 0 0 0,-1 0 0 0 0,0 0-1 0 0,0 0 1 0 0,0 0 0 0 0,0 0 0 0 0,2 4-1 0 0,6 16 123 0 0,60 129-1698 0 0,-56-129-562 0 0,1 0 0 0 0,22 27 0 0 0,-17-27 170 0 0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15.3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82 109 7370 0 0,'-1'-1'138'0'0,"1"0"0"0"0,-1 0 0 0 0,0 0 0 0 0,1 1 1 0 0,-1-1-1 0 0,0 0 0 0 0,1 0 0 0 0,-1 1 1 0 0,0-1-1 0 0,0 0 0 0 0,0 1 0 0 0,0-1 0 0 0,0 1 1 0 0,0-1-1 0 0,0 1 0 0 0,0 0 0 0 0,0-1 0 0 0,0 1 1 0 0,0 0-1 0 0,0 0 0 0 0,-2-1 0 0 0,2 2 88 0 0,-1-1 0 0 0,1 1 0 0 0,-1-1 0 0 0,0 1 0 0 0,1 0 0 0 0,0-1 0 0 0,-1 1 0 0 0,1 0-1 0 0,-1 0 1 0 0,1 0 0 0 0,0 0 0 0 0,0 1 0 0 0,-1-1 0 0 0,0 2 0 0 0,-2 1 59 0 0,0 1-1 0 0,0 1 1 0 0,0-1 0 0 0,1 0-1 0 0,0 1 1 0 0,0 0 0 0 0,1 0 0 0 0,-1 0-1 0 0,1 0 1 0 0,0 0 0 0 0,1 0-1 0 0,0 0 1 0 0,0 0 0 0 0,-1 13 0 0 0,2-10-206 0 0,1 0 0 0 0,0 0 0 0 0,0 0 0 0 0,1 0 0 0 0,0 0 1 0 0,0 0-1 0 0,1 0 0 0 0,0-1 0 0 0,9 17 0 0 0,-8-17-121 0 0,1-1-1 0 0,0 0 0 0 0,0 0 0 0 0,0 0 1 0 0,1-1-1 0 0,0 1 0 0 0,0-1 1 0 0,1-1-1 0 0,0 1 0 0 0,11 6 0 0 0,-12-9 74 0 0,-1 0-1 0 0,0-1 1 0 0,1 0-1 0 0,0 0 0 0 0,0 0 1 0 0,-1-1-1 0 0,1 1 0 0 0,0-1 1 0 0,0-1-1 0 0,0 1 1 0 0,1-1-1 0 0,-1 0 0 0 0,0 0 1 0 0,0-1-1 0 0,10-2 0 0 0,-9 1-57 0 0,-1-1 0 0 0,0 1-1 0 0,0-1 1 0 0,0 0 0 0 0,-1-1 0 0 0,1 1-1 0 0,-1-1 1 0 0,0 0 0 0 0,0 0-1 0 0,0-1 1 0 0,0 0 0 0 0,-1 0 0 0 0,1 0-1 0 0,-2 0 1 0 0,1 0 0 0 0,0-1-1 0 0,-1 0 1 0 0,0 0 0 0 0,0 0 0 0 0,2-10-1 0 0,0 4-26 0 0,-2 0 0 0 0,0 0-1 0 0,0-1 1 0 0,-1 1 0 0 0,-1-1-1 0 0,0 0 1 0 0,-1 1 0 0 0,0-1-1 0 0,-4-23 1 0 0,1 24-58 0 0,0-1-1 0 0,-1 1 1 0 0,0 0 0 0 0,-1 0-1 0 0,0 0 1 0 0,-14-21-1 0 0,17 29-60 0 0,0 1-1 0 0,0-1 0 0 0,-1 1 0 0 0,1 0 0 0 0,-1 0 0 0 0,0 0 0 0 0,0 0 0 0 0,0 0 0 0 0,-1 1 0 0 0,1-1 0 0 0,0 1 0 0 0,-1 0 0 0 0,0 0 0 0 0,1 0 0 0 0,-1 0 0 0 0,0 1 0 0 0,0 0 1 0 0,0 0-1 0 0,0 0 0 0 0,0 0 0 0 0,0 0 0 0 0,0 1 0 0 0,0 0 0 0 0,0 0 0 0 0,-7 0 0 0 0,-7 5-4444 0 0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15.7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6913 0 0,'2'1'73'0'0,"1"1"-1"0"0,-1-1 0 0 0,1 0 0 0 0,-1 1 0 0 0,1 0 0 0 0,-1-1 0 0 0,0 1 0 0 0,0 0 1 0 0,0 0-1 0 0,0 0 0 0 0,0 1 0 0 0,-1-1 0 0 0,1 0 0 0 0,-1 1 0 0 0,1-1 1 0 0,-1 1-1 0 0,0-1 0 0 0,0 1 0 0 0,0 0 0 0 0,0-1 0 0 0,-1 1 0 0 0,2 4 0 0 0,1 12 407 0 0,0 0 0 0 0,1 24 0 0 0,-2-22 61 0 0,2 55 1100 0 0,-3-45-946 0 0,1 0-1 0 0,11 49 1 0 0,17-164 2038 0 0,33-37-3452 0 0,-52 103 578 0 0,0 1 0 0 0,1 0 0 0 0,2 1-1 0 0,22-23 1 0 0,-35 37 233 0 0,1 0 0 0 0,0 0 0 0 0,0 1 0 0 0,0-1-1 0 0,-1 1 1 0 0,2-1 0 0 0,-1 1 0 0 0,0 0 0 0 0,0 0 0 0 0,0 0-1 0 0,1 0 1 0 0,-1 0 0 0 0,0 0 0 0 0,1 1 0 0 0,-1-1-1 0 0,0 1 1 0 0,1-1 0 0 0,-1 1 0 0 0,1 0 0 0 0,-1 0 0 0 0,1 0-1 0 0,-1 1 1 0 0,1-1 0 0 0,-1 0 0 0 0,0 1 0 0 0,3 0 0 0 0,-1 1 66 0 0,-1 1 0 0 0,0-1 0 0 0,0 0 0 0 0,0 1 0 0 0,0-1 0 0 0,-1 1 0 0 0,1 0 0 0 0,-1 0 0 0 0,0 0 0 0 0,0 0 0 0 0,0 1 0 0 0,0-1 0 0 0,0 0 1 0 0,-1 1-1 0 0,1-1 0 0 0,0 5 0 0 0,5 14-231 0 0,1-1 0 0 0,1 0 1 0 0,19 32-1 0 0,-15-35-7234 0 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17.4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340 49 5529 0 0,'0'-3'223'0'0,"0"0"-1"0"0,0 1 0 0 0,-1-1 1 0 0,1 1-1 0 0,-1-1 0 0 0,1 0 1 0 0,-1 1-1 0 0,0 0 0 0 0,0-1 1 0 0,0 1-1 0 0,-1-1 0 0 0,1 1 1 0 0,0 0-1 0 0,-1 0 0 0 0,0 0 1 0 0,1 0-1 0 0,-4-3 1 0 0,3 4-56 0 0,1 1 0 0 0,-1 0 0 0 0,0-1 0 0 0,1 1 0 0 0,-1 0 0 0 0,0 0 0 0 0,1 0 0 0 0,-1 0 1 0 0,0 0-1 0 0,1 0 0 0 0,-1 0 0 0 0,0 1 0 0 0,1-1 0 0 0,-1 0 0 0 0,0 1 0 0 0,1 0 0 0 0,-1-1 1 0 0,1 1-1 0 0,-1 0 0 0 0,1 0 0 0 0,-1 0 0 0 0,1 0 0 0 0,0 0 0 0 0,-1 0 0 0 0,1 0 0 0 0,0 0 1 0 0,0 0-1 0 0,-2 3 0 0 0,-15 15 388 0 0,1 0 0 0 0,1 2-1 0 0,1-1 1 0 0,1 2 0 0 0,-12 24 0 0 0,-51 121-525 0 0,68-147 34 0 0,1-1-79 0 0,-10 22 37 0 0,2 1-1 0 0,-13 53 0 0 0,26-83 81 0 0,0-1 0 0 0,1 1 1 0 0,1 0-1 0 0,0 0 1 0 0,1 0-1 0 0,0 1 0 0 0,1-1 1 0 0,0 0-1 0 0,1 0 0 0 0,0-1 1 0 0,1 1-1 0 0,0 0 0 0 0,6 14 1 0 0,-6-20-55 0 0,0-1 1 0 0,0 0-1 0 0,0 1 1 0 0,1-1-1 0 0,0 0 1 0 0,0-1-1 0 0,0 1 1 0 0,0-1 0 0 0,1 0-1 0 0,0 0 1 0 0,-1 0-1 0 0,1 0 1 0 0,1-1-1 0 0,-1 0 1 0 0,1 0-1 0 0,-1-1 1 0 0,1 1-1 0 0,0-1 1 0 0,0 0-1 0 0,-1-1 1 0 0,1 1-1 0 0,1-1 1 0 0,-1-1-1 0 0,0 1 1 0 0,7-1-1 0 0,0 0-468 0 0,0-1-1 0 0,1 0 1 0 0,-1-1-1 0 0,17-4 0 0 0,-8 0-3254 0 0,35-15 1 0 0,-33 10-1145 0 0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17.8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 52 10138 0 0,'-1'0'201'0'0,"1"0"-1"0"0,-1 0 1 0 0,0 1-1 0 0,1-1 0 0 0,-1 0 1 0 0,0 0-1 0 0,1 1 1 0 0,-1-1-1 0 0,0 0 1 0 0,1 1-1 0 0,-1-1 1 0 0,1 0-1 0 0,-1 1 1 0 0,1-1-1 0 0,-1 1 0 0 0,1-1 1 0 0,-1 1-1 0 0,1-1 1 0 0,-1 1-1 0 0,1 0 1 0 0,0-1-1 0 0,-1 2 1 0 0,-11 15 981 0 0,7-7-825 0 0,1 1 1 0 0,-1 0-1 0 0,2 0 0 0 0,-1 0 0 0 0,2 1 0 0 0,-1-1 0 0 0,2 1 0 0 0,-1 0 0 0 0,2-1 0 0 0,-1 1 0 0 0,3 12 0 0 0,-2-17-264 0 0,1-1 0 0 0,0 1 0 0 0,1 0 0 0 0,0 0 0 0 0,0-1 0 0 0,0 1 0 0 0,1-1 0 0 0,0 0 0 0 0,4 7 0 0 0,-5-10-28 0 0,0 0 0 0 0,1 0 0 0 0,-1 1 0 0 0,1-2 0 0 0,0 1 0 0 0,0 0 0 0 0,1 0 0 0 0,-1-1 0 0 0,0 0 0 0 0,1 0-1 0 0,-1 0 1 0 0,1 0 0 0 0,0 0 0 0 0,0-1 0 0 0,-1 0 0 0 0,6 2 0 0 0,-5-3-53 0 0,1 0-1 0 0,-1 1 0 0 0,0-2 1 0 0,1 1-1 0 0,-1 0 1 0 0,1-1-1 0 0,-1 0 1 0 0,0 0-1 0 0,0 0 1 0 0,1 0-1 0 0,-1-1 1 0 0,0 0-1 0 0,0 0 0 0 0,0 0 1 0 0,-1 0-1 0 0,1 0 1 0 0,0-1-1 0 0,-1 0 1 0 0,0 0-1 0 0,1 0 1 0 0,-1 0-1 0 0,4-5 0 0 0,3-5 33 0 0,1 0 0 0 0,-2-1 0 0 0,0 0 0 0 0,11-24 0 0 0,-14 27-73 0 0,-2-1 0 0 0,0 0-1 0 0,0-1 1 0 0,-1 1 0 0 0,0 0 0 0 0,-1-1 0 0 0,0-19 0 0 0,-2 27 4 0 0,0 0 0 0 0,0 0 0 0 0,-1 0 0 0 0,0 0 1 0 0,0 1-1 0 0,0-1 0 0 0,0 0 0 0 0,-1 0 0 0 0,-4-8 0 0 0,4 10 10 0 0,1 1-1 0 0,-1 0 0 0 0,0-1 0 0 0,0 1 1 0 0,0 0-1 0 0,0 0 0 0 0,0 0 1 0 0,0 0-1 0 0,-1 1 0 0 0,1-1 0 0 0,-1 0 1 0 0,1 1-1 0 0,-1 0 0 0 0,0 0 1 0 0,1 0-1 0 0,-1 0 0 0 0,0 0 0 0 0,-3 0 1 0 0,3 0-187 0 0,0 1 0 0 0,0 0 1 0 0,0 0-1 0 0,0 0 1 0 0,-1 0-1 0 0,1 1 0 0 0,0-1 1 0 0,0 1-1 0 0,0 0 1 0 0,1 0-1 0 0,-1 0 0 0 0,0 0 1 0 0,0 0-1 0 0,0 1 1 0 0,1-1-1 0 0,-5 4 0 0 0,-4 5-1311 0 0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18.1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0 147 6913 0 0,'4'-3'253'0'0,"0"1"0"0"0,0 0 0 0 0,0 0 0 0 0,0 0-1 0 0,1 1 1 0 0,-1 0 0 0 0,1-1 0 0 0,-1 1 0 0 0,0 1-1 0 0,7-1 1 0 0,-8 1-76 0 0,-1 0-1 0 0,0 1 1 0 0,0-1-1 0 0,1 1 1 0 0,-1-1-1 0 0,0 1 1 0 0,0 0-1 0 0,0 0 1 0 0,0 0-1 0 0,0 0 1 0 0,0 0-1 0 0,0 1 1 0 0,0-1-1 0 0,-1 0 1 0 0,1 1-1 0 0,0 0 1 0 0,-1-1-1 0 0,1 1 1 0 0,-1 0-1 0 0,0 0 1 0 0,1 0-1 0 0,1 3 1 0 0,2 8 149 0 0,0-1-1 0 0,0 1 1 0 0,-1 0 0 0 0,-1 0 0 0 0,3 15 0 0 0,-5-18-265 0 0,1 1 0 0 0,0-1 1 0 0,1 1-1 0 0,0-1 0 0 0,1 0 0 0 0,0 0 0 0 0,0-1 0 0 0,1 1 1 0 0,7 8-1 0 0,-12-17-54 0 0,0-1 1 0 0,1 1-1 0 0,-1-1 0 0 0,0 1 1 0 0,1-1-1 0 0,-1 1 1 0 0,0-1-1 0 0,1 1 0 0 0,-1-1 1 0 0,1 0-1 0 0,-1 1 0 0 0,1-1 1 0 0,-1 0-1 0 0,1 1 1 0 0,0-1-1 0 0,-1 0 0 0 0,1 0 1 0 0,-1 0-1 0 0,1 1 1 0 0,-1-1-1 0 0,1 0 0 0 0,0 0 1 0 0,-1 0-1 0 0,1 0 1 0 0,0 0-1 0 0,-1 0 0 0 0,1 0 1 0 0,-1 0-1 0 0,1 0 0 0 0,0 0 1 0 0,0-1-1 0 0,0 0 24 0 0,0 0 0 0 0,0 0 0 0 0,1 0-1 0 0,-1 0 1 0 0,0 0 0 0 0,-1 0 0 0 0,1 0-1 0 0,0 0 1 0 0,0-1 0 0 0,0 1 0 0 0,-1 0 0 0 0,2-3-1 0 0,12-46 663 0 0,-14 48-667 0 0,11-73 422 0 0,8-35-242 0 0,-17 100-134 0 0,1-1 0 0 0,1 1 1 0 0,0-1-1 0 0,0 1 0 0 0,1 0 0 0 0,0 1 1 0 0,10-14-1 0 0,-14 21-49 0 0,-1 1-1 0 0,1 0 1 0 0,0-1 0 0 0,0 1-1 0 0,0 0 1 0 0,0 0 0 0 0,0 0-1 0 0,0 0 1 0 0,1 0 0 0 0,-1 0-1 0 0,0 0 1 0 0,1 0 0 0 0,-1 1-1 0 0,0-1 1 0 0,1 0 0 0 0,-1 1-1 0 0,1-1 1 0 0,-1 1-1 0 0,0 0 1 0 0,1-1 0 0 0,-1 1-1 0 0,1 0 1 0 0,0 0 0 0 0,-1 0-1 0 0,1 0 1 0 0,-1 0 0 0 0,1 0-1 0 0,-1 0 1 0 0,1 1 0 0 0,-1-1-1 0 0,1 1 1 0 0,-1-1 0 0 0,0 1-1 0 0,1-1 1 0 0,-1 1 0 0 0,1 0-1 0 0,-1-1 1 0 0,0 1 0 0 0,0 0-1 0 0,1 0 1 0 0,-1 0 0 0 0,0 0-1 0 0,0 0 1 0 0,0 0 0 0 0,0 1-1 0 0,0-1 1 0 0,0 2-1 0 0,6 6 199 0 0,-1 0-1 0 0,0 0 0 0 0,0 1 0 0 0,7 19 1 0 0,0 3-83 0 0,19 42-547 0 0,-4-29-2865 0 0,-14-29-3196 0 0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18.5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0 228 9994 0 0,'3'-27'596'0'0,"0"0"0"0"0,2-1 1 0 0,1 1-1 0 0,1 1 0 0 0,16-40 0 0 0,-23 64-359 0 0,1-1 0 0 0,0 1 0 0 0,0 0-1 0 0,0 0 1 0 0,0 0 0 0 0,0 0 0 0 0,0 0 0 0 0,0 0 0 0 0,1 1 0 0 0,-1-1-1 0 0,3-2 1 0 0,4 6 1670 0 0,-2 16-840 0 0,18 113 1819 0 0,-16-79-2771 0 0,1-1 1 0 0,3 0-1 0 0,2 0 1 0 0,26 59-1 0 0,-2-34-1031 0 0,-7-29-3841 0 0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18.8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0 172 5985 0 0,'2'-3'536'0'0,"0"-1"-432"0"0,4 0-104 0 0,-4 0 0 0 0,2 2 633 0 0,-1-2 103 0 0,2 0 16 0 0,3-4 8 0 0,5-3 160 0 0,4-4 32 0 0,2-2 9 0 0,2 0-1 0 0,-1 1-616 0 0,-2 1-120 0 0,2 2-32 0 0,-3 0 0 0 0,1 2-192 0 0,-3 1 0 0 0</inkml:trace>
  <inkml:trace contextRef="#ctx0" brushRef="#br0" timeOffset="1">503 130 3225 0 0,'2'1'448'0'0,"1"0"1"0"0,-1 0 0 0 0,1-1-1 0 0,0 1 1 0 0,0-1 0 0 0,-1 1-1 0 0,1-1 1 0 0,0 0 0 0 0,0 0-1 0 0,4-1 1 0 0,11 2 889 0 0,-10 1-935 0 0,0 0 0 0 0,-1 0 0 0 0,1 1 0 0 0,-1 0-1 0 0,0 0 1 0 0,0 1 0 0 0,0 0 0 0 0,0 0 0 0 0,0 1 0 0 0,-1 0 0 0 0,0 0 0 0 0,0 0 0 0 0,8 10 0 0 0,4 7 1156 0 0,-2 0 0 0 0,22 39 1 0 0,-26-41-100 0 0,-14-30-1219 0 0,0 1 0 0 0,1-1 0 0 0,0 0 0 0 0,0 0 1 0 0,1 0-1 0 0,2-14 0 0 0,-2 22-192 0 0,2-27-464 0 0,1 1 0 0 0,11-42-1 0 0,-9 50-840 0 0,2 0-1 0 0,9-20 1 0 0,-5 17-5365 0 0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19.2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31 119 7370 0 0,'-14'31'3477'0'0,"8"-21"-2986"0"0,4-5-406 0 0,1 0-1 0 0,-1 0 0 0 0,1 1 0 0 0,-1-1 0 0 0,1 0 0 0 0,1 0 0 0 0,-1 1 0 0 0,1-1 0 0 0,0 0 1 0 0,0 1-1 0 0,1-1 0 0 0,-1 0 0 0 0,1 0 0 0 0,0 1 0 0 0,1-1 0 0 0,-1 0 0 0 0,3 5 1 0 0,-2-6 103 0 0,1 0 0 0 0,-1 0 0 0 0,1 0 0 0 0,0 0 1 0 0,0-1-1 0 0,0 1 0 0 0,1-1 0 0 0,-1 0 1 0 0,1 0-1 0 0,0 0 0 0 0,0-1 0 0 0,0 1 0 0 0,0-1 1 0 0,0 0-1 0 0,0 0 0 0 0,1 0 0 0 0,-1 0 0 0 0,0-1 1 0 0,9 2-1 0 0,-10-3-156 0 0,-1 1 0 0 0,1-1 0 0 0,0 1 0 0 0,-1-1 0 0 0,1 0 0 0 0,0 0-1 0 0,-1 0 1 0 0,1-1 0 0 0,0 1 0 0 0,-1-1 0 0 0,1 1 0 0 0,0-1 0 0 0,-1 0 0 0 0,1 0 0 0 0,-1 0 0 0 0,1 0 0 0 0,-1 0 0 0 0,0-1 0 0 0,1 1 0 0 0,1-3 0 0 0,-1 2 54 0 0,0-1 0 0 0,-1 0-1 0 0,0-1 1 0 0,1 1 0 0 0,-1 0 0 0 0,0-1 0 0 0,-1 1 0 0 0,1-1 0 0 0,-1 0 0 0 0,1 1 0 0 0,-1-1 0 0 0,1-6 0 0 0,-1 1 51 0 0,0-1 0 0 0,0 0 1 0 0,-1 1-1 0 0,0-1 1 0 0,0 0-1 0 0,-1 0 1 0 0,-1 1-1 0 0,1-1 0 0 0,-2 1 1 0 0,-4-13-1 0 0,1 8-264 0 0,-1 0 1 0 0,-1 1-1 0 0,0 0 0 0 0,-13-15 0 0 0,18 23-14 0 0,-1 0-1 0 0,0 1 0 0 0,-1-1 1 0 0,1 1-1 0 0,-1 0 1 0 0,1 1-1 0 0,-1-1 0 0 0,0 1 1 0 0,-1 0-1 0 0,1 0 1 0 0,0 0-1 0 0,-1 1 0 0 0,-10-3 1 0 0,1 5-4158 0 0,0 3-1308 0 0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19.5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36 6913 0 0,'9'-10'493'0'0,"-7"6"-377"0"0,1 1 0 0 0,0 0 0 0 0,-1 0-1 0 0,1 0 1 0 0,0 0 0 0 0,6-4-1 0 0,-9 7 25 0 0,1 0 0 0 0,-1 1 0 0 0,4 2 1679 0 0,-4-3-1679 0 0,1 0 0 0 0,-1 1 0 0 0,0-1 0 0 0,0 0 0 0 0,0 1 0 0 0,1-1 0 0 0,-1 0 0 0 0,0 1 0 0 0,0-1 0 0 0,0 1 0 0 0,0-1 0 0 0,0 0 0 0 0,0 1 0 0 0,0-1 0 0 0,0 1-1 0 0,0-1 1 0 0,0 1 0 0 0,0-1 0 0 0,1 18 1222 0 0,-2 20 693 0 0,-11 55-1 0 0,0-1-943 0 0,9-52-949 0 0,2 0 0 0 0,2 0 0 0 0,1 0 0 0 0,2 0 0 0 0,2-1-1 0 0,1 1 1 0 0,15 43 0 0 0,-10-47-469 0 0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20.2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45 8754 0 0,'13'-18'2643'0'0,"-12"16"-2322"0"0,1 0 1 0 0,-1-1 0 0 0,1 1-1 0 0,-1 0 1 0 0,1 0-1 0 0,0 0 1 0 0,0 0-1 0 0,0 0 1 0 0,0 0-1 0 0,0 1 1 0 0,4-3-1 0 0,-6 4-256 0 0,1 0 0 0 0,-1 1 0 0 0,1-1 0 0 0,-1 0 0 0 0,0 1 0 0 0,1-1 0 0 0,-1 0 0 0 0,1 1 0 0 0,-1-1 0 0 0,0 0 0 0 0,1 1 0 0 0,-1-1 0 0 0,0 1 0 0 0,0-1 0 0 0,1 1 0 0 0,-1-1 0 0 0,0 1 0 0 0,0-1 0 0 0,0 1 0 0 0,0-1 0 0 0,1 1 0 0 0,-1-1 0 0 0,0 1 0 0 0,0-1 0 0 0,0 1-1 0 0,0-1 1 0 0,0 1 0 0 0,0-1 0 0 0,0 1 0 0 0,-1-1 0 0 0,1 1 0 0 0,0 0 0 0 0,0 26 569 0 0,-1-24-440 0 0,1-3-174 0 0,-1 46 906 0 0,1 0 1 0 0,11 82 0 0 0,-8-113-804 0 0,0 0 0 0 0,1-1-1 0 0,1 0 1 0 0,0 1-1 0 0,10 17 1 0 0,-11-25-41 0 0,1 1 0 0 0,0-1-1 0 0,0-1 1 0 0,0 1 0 0 0,1-1 0 0 0,0 0 0 0 0,0 0 0 0 0,0 0 0 0 0,1-1 0 0 0,11 7 0 0 0,-9-7-37 0 0,0-1 0 0 0,0 0 0 0 0,0-1 0 0 0,1 0 0 0 0,-1-1 1 0 0,1 1-1 0 0,0-2 0 0 0,0 0 0 0 0,0 0 0 0 0,-1 0 1 0 0,1-1-1 0 0,0-1 0 0 0,0 0 0 0 0,0 0 0 0 0,0-1 1 0 0,9-2-1 0 0,1-2-451 0 0,0-1 1 0 0,0-1 0 0 0,21-11-1 0 0,21-15-5038 0 0,-36 18-1592 0 0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20.6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 71 10138 0 0,'-17'-38'1634'0'0,"-10"5"7162"0"0,27 33-8746 0 0,0 10 1018 0 0,3 11-460 0 0,11 71-452 0 0,12 55 1372 0 0,-3-78-3545 0 0,-17-55 30 0 0,0-1 0 0 0,16 24 1 0 0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20.9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8 192 7370 0 0,'-2'-3'125'0'0,"1"0"1"0"0,0-1 0 0 0,0 1 0 0 0,0-1 0 0 0,1 1 0 0 0,-1-1 0 0 0,1 0 0 0 0,-1 1 0 0 0,1-1-1 0 0,0 1 1 0 0,1-1 0 0 0,-1 0 0 0 0,1 1 0 0 0,-1-1 0 0 0,1 1 0 0 0,0-1 0 0 0,0 1-1 0 0,1-1 1 0 0,-1 1 0 0 0,1 0 0 0 0,0 0 0 0 0,3-5 0 0 0,3-3 577 0 0,0 0 1 0 0,1 1-1 0 0,0 0 1 0 0,1 1-1 0 0,0 0 1 0 0,0 0-1 0 0,17-9 1 0 0,-23 15-690 0 0,0 0 1 0 0,0 1 0 0 0,1 0-1 0 0,-1 0 1 0 0,1 0-1 0 0,0 1 1 0 0,-1-1-1 0 0,1 1 1 0 0,0 0-1 0 0,0 0 1 0 0,-1 1 0 0 0,1-1-1 0 0,0 1 1 0 0,0 0-1 0 0,0 1 1 0 0,0-1-1 0 0,0 1 1 0 0,0 0-1 0 0,-1 0 1 0 0,1 1-1 0 0,0-1 1 0 0,-1 1 0 0 0,9 4-1 0 0,-2 2-517 0 0</inkml:trace>
  <inkml:trace contextRef="#ctx0" brushRef="#br0" timeOffset="1">90 423 9218 0 0,'3'0'109'0'0,"0"-1"1"0"0,-1 1-1 0 0,1-1 1 0 0,0 0-1 0 0,-1 0 1 0 0,1 0-1 0 0,-1 0 1 0 0,1-1-1 0 0,-1 1 0 0 0,0-1 1 0 0,0 1-1 0 0,3-3 1 0 0,30-29 772 0 0,-19 17-648 0 0,11-9-571 0 0,31-25-912 0 0,-53 46 1219 0 0,0 0 1 0 0,1 1 0 0 0,-1-1-1 0 0,1 1 1 0 0,0 1-1 0 0,0-1 1 0 0,0 1 0 0 0,0 0-1 0 0,6-1 1 0 0,-11 3 25 0 0,0-1 0 0 0,0 1 1 0 0,0 0-1 0 0,0 0 0 0 0,0 0 0 0 0,0 0 1 0 0,1 0-1 0 0,-1 0 0 0 0,0 0 1 0 0,0 0-1 0 0,0 0 0 0 0,0 1 0 0 0,0-1 1 0 0,-1 0-1 0 0,1 1 0 0 0,0-1 0 0 0,0 0 1 0 0,0 1-1 0 0,0 0 0 0 0,0-1 1 0 0,0 1-1 0 0,-1-1 0 0 0,1 1 0 0 0,0 0 1 0 0,0-1-1 0 0,0 2 0 0 0,0 0-10 0 0,0 0 0 0 0,-1-1 0 0 0,1 1 0 0 0,-1 0 0 0 0,1 0 0 0 0,-1 0 0 0 0,0-1 0 0 0,0 1 0 0 0,0 0-1 0 0,0 0 1 0 0,0 0 0 0 0,0 0 0 0 0,-1 2 0 0 0,-1 8-102 0 0,-2-1-1 0 0,1 1 0 0 0,-8 15 1 0 0,9-24 78 0 0,-29 63-396 0 0,21-50 332 0 0,2 1 0 0 0,0 0 1 0 0,0 0-1 0 0,2 1 0 0 0,0 0 0 0 0,1 0 1 0 0,-4 28-1 0 0,9-44 152 0 0,0 0 0 0 0,0 0 0 0 0,0 0 1 0 0,0 0-1 0 0,0 1 0 0 0,1-1 0 0 0,-1 0 0 0 0,1 0 0 0 0,-1 0 0 0 0,1 0 0 0 0,0 0 1 0 0,0 0-1 0 0,-1-1 0 0 0,1 1 0 0 0,2 3 0 0 0,-1-4 239 0 0,-1 0 0 0 0,1 0 0 0 0,0 0 0 0 0,-1 1 0 0 0,1-2 0 0 0,0 1 0 0 0,0 0 1 0 0,-1 0-1 0 0,1-1 0 0 0,0 1 0 0 0,0-1 0 0 0,0 1 0 0 0,0-1 0 0 0,0 0 0 0 0,0 0 0 0 0,0 0 0 0 0,0 0 0 0 0,0 0 0 0 0,0 0 0 0 0,0 0 0 0 0,2-1 0 0 0,5-1 952 0 0,0 0 0 0 0,-1-1-1 0 0,1 0 1 0 0,9-5 0 0 0,11-7-716 0 0,57-41 187 0 0,-27 16-3091 0 0,-34 24-4868 0 0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21.3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40 456 0 0,'16'-40'11537'0'0,"-15"41"-11299"0"0,16 11 1894 0 0,-7 1-1325 0 0,0 0-1 0 0,-1 0 1 0 0,-1 1-1 0 0,0 0 1 0 0,-1 0-1 0 0,9 26 1 0 0,21 97 492 0 0,-9-26-2323 0 0,-21-87 272 0 0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21.6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52 11234 0 0,'0'-2'69'0'0,"0"0"0"0"0,1 0 0 0 0,0 0 0 0 0,-1 0 0 0 0,1 0 0 0 0,0 0 0 0 0,0 0 0 0 0,0 0 0 0 0,1 0-1 0 0,-1 0 1 0 0,0 1 0 0 0,1-1 0 0 0,-1 0 0 0 0,1 1 0 0 0,-1 0 0 0 0,1-1 0 0 0,0 1 0 0 0,-1 0 0 0 0,1 0-1 0 0,0-1 1 0 0,0 2 0 0 0,0-1 0 0 0,0 0 0 0 0,0 0 0 0 0,0 1 0 0 0,2-1 0 0 0,5-2 147 0 0,-1 1 1 0 0,1 0 0 0 0,0 0 0 0 0,-1 1-1 0 0,12 0 1 0 0,-9 1 38 0 0,1 2-1 0 0,-1 0 1 0 0,0 0 0 0 0,0 1-1 0 0,0 0 1 0 0,0 1-1 0 0,0 0 1 0 0,-1 1 0 0 0,1 0-1 0 0,-1 1 1 0 0,10 7 0 0 0,-7-4-56 0 0,0 1 0 0 0,-1 0 1 0 0,0 1-1 0 0,-1 0 0 0 0,0 0 1 0 0,0 1-1 0 0,12 21 0 0 0,-17-24-92 0 0,-1 0 0 0 0,-1 0 0 0 0,0 1-1 0 0,0-1 1 0 0,-1 1 0 0 0,0 0 0 0 0,0 0-1 0 0,-1 0 1 0 0,-1 1 0 0 0,0-1 0 0 0,0 0-1 0 0,-1 1 1 0 0,0-1 0 0 0,-1 1 0 0 0,0-1-1 0 0,-3 12 1 0 0,-1-4-132 0 0,-1 0 1 0 0,0-1-1 0 0,-2 0 0 0 0,0 0 1 0 0,-1-1-1 0 0,0 0 0 0 0,-1 0 0 0 0,-15 17 1 0 0,8-12-778 0 0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22.0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 1 9674 0 0,'-5'32'4510'0'0,"3"-22"-3939"0"0,-4 19 294 0 0,1 1 0 0 0,2-1 0 0 0,0 45 0 0 0,3-65-699 0 0,1 0 0 0 0,0 0 0 0 0,1 0 1 0 0,0 0-1 0 0,1 0 0 0 0,6 15 1 0 0,-7-19-66 0 0,1 0 0 0 0,-1-1 0 0 0,1 1 1 0 0,1-1-1 0 0,-1 0 0 0 0,0 0 1 0 0,1 0-1 0 0,0-1 0 0 0,0 1 0 0 0,0-1 1 0 0,0 0-1 0 0,0 0 0 0 0,6 3 0 0 0,-7-5-141 0 0,1 1-1 0 0,-1-1 0 0 0,1 0 0 0 0,-1 0 0 0 0,1 0 0 0 0,0 0 0 0 0,-1-1 1 0 0,1 1-1 0 0,0-1 0 0 0,0 0 0 0 0,-1 0 0 0 0,1-1 0 0 0,6 0 1 0 0,28-13-6553 0 0,-23 5 715 0 0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22.3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1 174 3225 0 0,'86'-168'13667'0'0,"-80"180"-11394"0"0,11 56 1022 0 0,3 8-2573 0 0,-18-70-764 0 0,0 0-1 0 0,0 0 1 0 0,1-1-1 0 0,0 1 1 0 0,1-1 0 0 0,-1 0-1 0 0,1 0 1 0 0,0 0-1 0 0,0-1 1 0 0,5 6 0 0 0,-7-9 9 0 0,-1 0 0 0 0,0 0 0 0 0,0-1 0 0 0,1 1 0 0 0,-1 0 0 0 0,0 0 0 0 0,1-1 0 0 0,-1 1 0 0 0,1-1 0 0 0,-1 1 0 0 0,1-1 0 0 0,-1 1 0 0 0,1-1 0 0 0,-1 0 0 0 0,1 0 0 0 0,-1 0 0 0 0,1 0 0 0 0,-1 0 0 0 0,1 0 1 0 0,-1 0-1 0 0,1-1 0 0 0,2 0 0 0 0,-1 0-126 0 0,0 0 0 0 0,0-1 1 0 0,0 0-1 0 0,0 0 0 0 0,-1 0 0 0 0,1 0 1 0 0,0 0-1 0 0,-1 0 0 0 0,0-1 1 0 0,3-2-1 0 0,3-5-302 0 0,-1 0 0 0 0,0-1 1 0 0,-1 0-1 0 0,8-17 0 0 0,-1-15 70 0 0,-12 36 501 0 0,1 0-1 0 0,-1 0 0 0 0,2 1 1 0 0,-1-1-1 0 0,1 0 0 0 0,0 1 1 0 0,0-1-1 0 0,0 1 0 0 0,1 0 1 0 0,0 0-1 0 0,9-9 0 0 0,-12 14-19 0 0,1 0 0 0 0,-1 0-1 0 0,1 0 1 0 0,-1 1-1 0 0,1-1 1 0 0,-1 0 0 0 0,1 1-1 0 0,-1 0 1 0 0,1-1 0 0 0,-1 1-1 0 0,1 0 1 0 0,0 0-1 0 0,-1 0 1 0 0,1 0 0 0 0,0 0-1 0 0,-1 0 1 0 0,1 0-1 0 0,-1 0 1 0 0,1 1 0 0 0,0-1-1 0 0,-1 1 1 0 0,1-1 0 0 0,-1 1-1 0 0,1 0 1 0 0,-1-1-1 0 0,0 1 1 0 0,1 0 0 0 0,-1 0-1 0 0,0 0 1 0 0,1 0-1 0 0,-1 0 1 0 0,0 0 0 0 0,0 1-1 0 0,0-1 1 0 0,1 2 0 0 0,7 7-6 0 0,-1 1 1 0 0,-1 0-1 0 0,10 17 1 0 0,-6-8-66 0 0,-6-14-194 0 0,-1 0 0 0 0,1 0 0 0 0,0 0 1 0 0,0 0-1 0 0,0-1 0 0 0,1 0 0 0 0,0 0 0 0 0,0-1 0 0 0,0 1 1 0 0,1-1-1 0 0,7 3 0 0 0,8 2-616 0 0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22.8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7 209 10594 0 0,'0'-1'256'0'0,"-1"-1"0"0"0,0 1 0 0 0,0-1 1 0 0,1 1-1 0 0,-1 0 0 0 0,1-1 0 0 0,-1 1 0 0 0,1-1 0 0 0,-1 1 0 0 0,1-1 0 0 0,0 0 0 0 0,0 1 0 0 0,0-1 0 0 0,0 1 0 0 0,0-1 0 0 0,0 1 1 0 0,0-1-1 0 0,1-1 0 0 0,0 2-148 0 0,-1 0 0 0 0,1 1 0 0 0,-1-1 0 0 0,1 1 0 0 0,-1-1 0 0 0,1 1 0 0 0,0-1 0 0 0,-1 1 0 0 0,1-1 0 0 0,0 1 0 0 0,-1-1 0 0 0,1 1 0 0 0,0 0 0 0 0,0 0 0 0 0,-1-1 0 0 0,1 1 0 0 0,0 0 0 0 0,0 0 0 0 0,0 0 0 0 0,0 0 0 0 0,-1 0 0 0 0,1 0 0 0 0,0 0 0 0 0,1 0 0 0 0,3 0 110 0 0,1 1 1 0 0,-1 0-1 0 0,1 1 1 0 0,-1-1-1 0 0,0 1 0 0 0,1 0 1 0 0,-1 1-1 0 0,8 3 1 0 0,5 9 116 0 0,0 0 0 0 0,0 0 0 0 0,-1 2 0 0 0,-1 0 0 0 0,25 36 1 0 0,-21-28-190 0 0,-29-113-271 0 0,7 56 61 0 0,6-61 0 0 0,-3 81-521 0 0,1-1 1 0 0,0 0 0 0 0,2 1-1 0 0,-1-1 1 0 0,1 1-1 0 0,1 0 1 0 0,10-19-1 0 0,-5 16-5791 0 0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23.2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1 127 1840 0 0,'0'5'476'0'0,"1"0"0"0"0,0-1 0 0 0,0 1-1 0 0,1 0 1 0 0,-1-1 0 0 0,1 0-1 0 0,0 1 1 0 0,0-1 0 0 0,0 0 0 0 0,1 0-1 0 0,0 0 1 0 0,-1 0 0 0 0,1-1-1 0 0,1 1 1 0 0,-1-1 0 0 0,7 6 0 0 0,-9-7-198 0 0,1-1 0 0 0,0 1 0 0 0,0-1 0 0 0,0 0 1 0 0,0 1-1 0 0,0-1 0 0 0,0 0 0 0 0,0 0 1 0 0,0 0-1 0 0,0 0 0 0 0,0-1 0 0 0,1 1 1 0 0,-1-1-1 0 0,0 1 0 0 0,1-1 0 0 0,-1 0 1 0 0,0 0-1 0 0,0 0 0 0 0,1 0 0 0 0,-1 0 1 0 0,0 0-1 0 0,1-1 0 0 0,-1 1 0 0 0,0-1 1 0 0,0 0-1 0 0,1 1 0 0 0,-1-1 0 0 0,0 0 1 0 0,0 0-1 0 0,0-1 0 0 0,0 1 0 0 0,0 0 1 0 0,0-1-1 0 0,-1 1 0 0 0,4-4 0 0 0,6-8 331 0 0,-3 4-278 0 0,0 0 0 0 0,1 0 0 0 0,10-8 0 0 0,-17 15-289 0 0,0 0 0 0 0,1 1 0 0 0,-1-1 1 0 0,1 1-1 0 0,-1-1 0 0 0,1 1 0 0 0,-1 0 1 0 0,1 0-1 0 0,0 0 0 0 0,0 1 1 0 0,-1-1-1 0 0,1 0 0 0 0,0 1 0 0 0,0 0 1 0 0,0 0-1 0 0,-1 0 0 0 0,1 0 0 0 0,6 1 1 0 0,-6 0-33 0 0,1 1 0 0 0,0 0 1 0 0,-1 0-1 0 0,0 0 0 0 0,1 0 1 0 0,-1 1-1 0 0,0-1 0 0 0,0 1 1 0 0,0 0-1 0 0,0 0 0 0 0,-1 0 1 0 0,1 0-1 0 0,-1 0 0 0 0,3 5 1 0 0,26 51 142 0 0,-29-56-152 0 0,9 21 124 0 0,-1 0 1 0 0,14 49-1 0 0,-44-124 34 0 0,17 27-242 0 0,2 1 1 0 0,1-1-1 0 0,1 1 0 0 0,1-1 1 0 0,1 1-1 0 0,1-1 1 0 0,1 1-1 0 0,1 0 1 0 0,17-41-1 0 0,-12 37-954 0 0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23.8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1 200 11058 0 0,'0'0'45'0'0,"0"0"-1"0"0,0 1 0 0 0,0-1 0 0 0,0 0 1 0 0,0 0-1 0 0,0 0 0 0 0,0 1 0 0 0,0-1 1 0 0,0 0-1 0 0,0 0 0 0 0,0 0 0 0 0,0 1 1 0 0,0-1-1 0 0,1 0 0 0 0,-1 0 0 0 0,0 0 1 0 0,0 1-1 0 0,0-1 0 0 0,0 0 0 0 0,0 0 1 0 0,0 0-1 0 0,1 0 0 0 0,-1 1 0 0 0,0-1 1 0 0,0 0-1 0 0,0 0 0 0 0,1 0 0 0 0,-1 0 1 0 0,0 0-1 0 0,0 0 0 0 0,0 0 0 0 0,1 0 1 0 0,-1 1-1 0 0,0-1 0 0 0,0 0 0 0 0,0 0 0 0 0,1 0 1 0 0,-1 0-1 0 0,0 0 0 0 0,0 0 0 0 0,1 0 1 0 0,-1 0-1 0 0,0 0 0 0 0,1-1 0 0 0,13-4 2138 0 0,13-14 815 0 0,-19 12-2565 0 0,-1 0 0 0 0,0 0 1 0 0,-1-1-1 0 0,0 0 0 0 0,0 0 0 0 0,-1 0 1 0 0,6-12-1 0 0,-9 15-386 0 0,1 0 1 0 0,-1 1 0 0 0,0-1 0 0 0,-1 0-1 0 0,1 0 1 0 0,-1 0 0 0 0,0 0-1 0 0,0 0 1 0 0,-1-1 0 0 0,1 1-1 0 0,-1 0 1 0 0,0 0 0 0 0,-1 0-1 0 0,1-1 1 0 0,-3-7 0 0 0,3 12-82 0 0,0 0 1 0 0,-1 0-1 0 0,1 0 0 0 0,-1 0 1 0 0,1 0-1 0 0,-1 0 1 0 0,1 0-1 0 0,-1 0 0 0 0,1 0 1 0 0,-1 1-1 0 0,0-1 0 0 0,1 0 1 0 0,-1 0-1 0 0,0 1 1 0 0,0-1-1 0 0,1 0 0 0 0,-1 1 1 0 0,0-1-1 0 0,0 1 1 0 0,0-1-1 0 0,0 1 0 0 0,0 0 1 0 0,0-1-1 0 0,0 1 1 0 0,0 0-1 0 0,-2-1 0 0 0,1 1-124 0 0,0 1 0 0 0,0-1 0 0 0,0 0 0 0 0,0 1-1 0 0,0-1 1 0 0,0 1 0 0 0,0 0 0 0 0,0 0 0 0 0,0 0 0 0 0,0 0-1 0 0,1 0 1 0 0,-3 2 0 0 0,-2 1-232 0 0,0 1-1 0 0,0 0 1 0 0,1 0 0 0 0,0 1 0 0 0,0-1-1 0 0,-6 11 1 0 0,9-13 388 0 0,0 1-1 0 0,0 0 0 0 0,0 0 1 0 0,1 0-1 0 0,0 0 1 0 0,0 1-1 0 0,0-1 0 0 0,0 0 1 0 0,1 0-1 0 0,-1 1 0 0 0,1-1 1 0 0,0 0-1 0 0,1 1 1 0 0,-1-1-1 0 0,1 0 0 0 0,-1 0 1 0 0,1 1-1 0 0,1-1 0 0 0,-1 0 1 0 0,0 0-1 0 0,1 0 1 0 0,0 0-1 0 0,0 0 0 0 0,0-1 1 0 0,4 5-1 0 0,-4-5-6 0 0,0-1 0 0 0,1 1 0 0 0,-1-1 0 0 0,1 0 0 0 0,-1 0 0 0 0,1 0 0 0 0,0 0 0 0 0,0 0 0 0 0,0-1 0 0 0,0 1 1 0 0,0-1-1 0 0,0 0 0 0 0,0 0 0 0 0,1 0 0 0 0,-1 0 0 0 0,0 0 0 0 0,1-1 0 0 0,-1 0 0 0 0,0 1 0 0 0,1-1 0 0 0,-1-1 0 0 0,0 1 0 0 0,1 0 0 0 0,-1-1 0 0 0,0 1 0 0 0,1-1 0 0 0,-1 0 0 0 0,0 0 0 0 0,0-1 0 0 0,0 1 0 0 0,0-1 0 0 0,5-2 0 0 0,1-3-124 0 0,1 0 0 0 0,-2 0 0 0 0,1-1 0 0 0,-1 0-1 0 0,10-13 1 0 0,-11 13 214 0 0,1 0-1 0 0,0 0 1 0 0,0 0 0 0 0,0 1-1 0 0,1 0 1 0 0,10-6-1 0 0,-17 12-71 0 0,-1 0-1 0 0,1 0 1 0 0,0 0 0 0 0,-1 0-1 0 0,1 1 1 0 0,0-1-1 0 0,0 1 1 0 0,-1-1-1 0 0,1 1 1 0 0,0 0-1 0 0,0 0 1 0 0,0-1-1 0 0,0 1 1 0 0,0 1-1 0 0,0-1 1 0 0,-1 0-1 0 0,1 0 1 0 0,0 1 0 0 0,0-1-1 0 0,0 1 1 0 0,0-1-1 0 0,-1 1 1 0 0,1 0-1 0 0,0 0 1 0 0,-1 0-1 0 0,1 0 1 0 0,-1 0-1 0 0,1 0 1 0 0,2 3-1 0 0,2 3 93 0 0,0 0-1 0 0,-1 0 1 0 0,0 1 0 0 0,0 0-1 0 0,4 11 1 0 0,-6-13-33 0 0,0 0 1 0 0,0 0-1 0 0,1-1 1 0 0,-1 1-1 0 0,1-1 0 0 0,0 0 1 0 0,7 7-1 0 0,-10-12-51 0 0,1 1-1 0 0,-1 0 0 0 0,0-1 0 0 0,1 0 0 0 0,-1 1 0 0 0,0-1 1 0 0,1 0-1 0 0,-1 0 0 0 0,1 0 0 0 0,-1 0 0 0 0,1 0 0 0 0,-1 0 1 0 0,0 0-1 0 0,1 0 0 0 0,-1 0 0 0 0,1-1 0 0 0,-1 1 0 0 0,0 0 1 0 0,1-1-1 0 0,-1 0 0 0 0,0 1 0 0 0,0-1 0 0 0,1 0 0 0 0,-1 1 1 0 0,0-1-1 0 0,0 0 0 0 0,0 0 0 0 0,0 0 0 0 0,0 0 0 0 0,0 0 1 0 0,0 0-1 0 0,1-2 0 0 0,32-43 676 0 0,-29 37-725 0 0,-4 8 44 0 0,6-9 95 0 0,0-1-1 0 0,0 1 0 0 0,2 0 1 0 0,-1 1-1 0 0,14-12 0 0 0,-20 19-74 0 0,0 1 0 0 0,0 0 1 0 0,-1 0-1 0 0,1 0 0 0 0,0 0 0 0 0,0 0 0 0 0,0 0 1 0 0,0 0-1 0 0,0 1 0 0 0,1-1 0 0 0,-1 1 0 0 0,0-1 1 0 0,0 1-1 0 0,0 0 0 0 0,0 0 0 0 0,4 0 0 0 0,-4 1 19 0 0,0 0 0 0 0,1 0 0 0 0,-1 0 1 0 0,0 0-1 0 0,1 0 0 0 0,-1 1 0 0 0,0-1 0 0 0,0 0 0 0 0,0 1 0 0 0,0 0 0 0 0,0-1 0 0 0,-1 1 0 0 0,1 0 0 0 0,0 0 0 0 0,-1 0 0 0 0,1 0 0 0 0,1 4 0 0 0,12 22 518 0 0,-6-12-139 0 0,0 0-1 0 0,13 17 1 0 0,-19-30-678 0 0,-1 0 1 0 0,1 0-1 0 0,0 0 1 0 0,0 0-1 0 0,0-1 0 0 0,0 1 1 0 0,0-1-1 0 0,0 0 0 0 0,1 1 1 0 0,-1-2-1 0 0,1 1 0 0 0,0 0 1 0 0,-1-1-1 0 0,1 1 1 0 0,5 0-1 0 0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24.2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96 2304 0 0,'5'-23'670'0'0,"29"-49"12406"0"0,-34 72-12972 0 0,4 16 1984 0 0,-2 16-716 0 0,14 147 1877 0 0,-5-116-3197 0 0,2-2 1 0 0,28 78 0 0 0,-30-110-21 0 0,54 184-1651 0 0,-58-179-6092 0 0</inkml:trace>
  <inkml:trace contextRef="#ctx0" brushRef="#br0" timeOffset="1">30 392 10138 0 0,'-2'-4'896'0'0,"4"0"-712"0"0,0 1-184 0 0,2 2 0 0 0,0-2 641 0 0,1 0 95 0 0,4-4 24 0 0,6-3 0 0 0,6-5-928 0 0,6-3-184 0 0,3 1-40 0 0,3 0-8 0 0,-2 1 296 0 0,2 3 104 0 0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24.7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11979 0 0,'1'1'252'0'0,"1"-1"1"0"0,-1 1 0 0 0,1 0 0 0 0,-1-1 0 0 0,0 1 0 0 0,1 0 0 0 0,-1 0 0 0 0,0 0 0 0 0,0 0-1 0 0,1 0 1 0 0,-1 0 0 0 0,0 0 0 0 0,0 0 0 0 0,0 1 0 0 0,0-1 0 0 0,0 0 0 0 0,-1 1 0 0 0,1-1 0 0 0,0 0-1 0 0,-1 1 1 0 0,2 2 0 0 0,12 35 1684 0 0,-13-35-1717 0 0,9 40 1011 0 0,-1 0 1 0 0,4 84-1 0 0,2 9-1260 0 0,-15-133-26 0 0,37 205 129 0 0,-18-121-3513 0 0,-14-64-3854 0 0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25.1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1 175 5985 0 0,'7'1'261'0'0,"0"-1"0"0"0,0 1 0 0 0,1-1-1 0 0,-1-1 1 0 0,0 0 0 0 0,0 0 0 0 0,1 0 0 0 0,-1 0-1 0 0,0-1 1 0 0,10-5 0 0 0,3 2 386 0 0,23-9 1140 0 0,-2-2 1 0 0,73-38-1 0 0,-15 6-415 0 0,-96 47-1486 0 0,1-1-1 0 0,-1 1 1 0 0,0-1-1 0 0,1 1 1 0 0,-1 0-1 0 0,1 0 1 0 0,-1 1-1 0 0,1-1 0 0 0,0 1 1 0 0,-1-1-1 0 0,1 1 1 0 0,0 1-1 0 0,-1-1 1 0 0,1 0-1 0 0,-1 1 0 0 0,1 0 1 0 0,6 1-1 0 0,-8 0-46 0 0,1 0 0 0 0,-1 0 0 0 0,0-1 1 0 0,0 1-1 0 0,0 1 0 0 0,0-1 0 0 0,0 0 0 0 0,0 0 0 0 0,-1 1 0 0 0,1-1 0 0 0,-1 1 0 0 0,1-1 0 0 0,-1 1 0 0 0,0 0 0 0 0,0 0 0 0 0,0-1 0 0 0,-1 1 0 0 0,1 0 0 0 0,-1 0 0 0 0,1 0 0 0 0,-1 0 1 0 0,0 4-1 0 0,1 5 789 0 0,0 1 1 0 0,2-1 0 0 0,-1 1 0 0 0,1-1 0 0 0,1 0 0 0 0,0 0 0 0 0,1 0 0 0 0,0-1 0 0 0,12 18-1 0 0,-12-21-299 0 0,1 0 0 0 0,0-1 0 0 0,0 0 0 0 0,0 0 0 0 0,1-1 0 0 0,1 1 0 0 0,-1-2 0 0 0,1 1 0 0 0,0-1 0 0 0,0 0 0 0 0,0 0 0 0 0,1-1 0 0 0,13 5 0 0 0,-17-8-289 0 0,0 0-1 0 0,1 0 1 0 0,-1-1 0 0 0,0 1 0 0 0,0-1-1 0 0,1-1 1 0 0,-1 1 0 0 0,0 0 0 0 0,0-1 0 0 0,1 0-1 0 0,-1-1 1 0 0,0 1 0 0 0,0-1 0 0 0,0 0-1 0 0,0 0 1 0 0,-1 0 0 0 0,1-1 0 0 0,-1 0-1 0 0,1 1 1 0 0,-1-2 0 0 0,0 1 0 0 0,0 0-1 0 0,5-6 1 0 0,-2 1-25 0 0,0 1 1 0 0,0-2-1 0 0,0 1 0 0 0,-1-1 1 0 0,0 0-1 0 0,-1 0 0 0 0,0 0 1 0 0,-1-1-1 0 0,0 1 0 0 0,5-19 1 0 0,-6 14 25 0 0,0 0-1 0 0,-2-1 1 0 0,1-25 0 0 0,-2 37-55 0 0,0 0 0 0 0,0-1 0 0 0,0 1 0 0 0,0 0-1 0 0,-1 0 1 0 0,1 0 0 0 0,-1-1 0 0 0,0 1 0 0 0,0 0 0 0 0,0 0 0 0 0,0 0-1 0 0,-1 0 1 0 0,1 0 0 0 0,-1 1 0 0 0,0-1 0 0 0,1 0 0 0 0,-1 1 0 0 0,-1-1-1 0 0,1 1 1 0 0,0 0 0 0 0,0-1 0 0 0,-1 1 0 0 0,-2-2 0 0 0,3 4-410 0 0,0-1 1 0 0,1 1-1 0 0,-1 0 1 0 0,0-1-1 0 0,1 1 0 0 0,-1 0 1 0 0,0 0-1 0 0,1 0 1 0 0,-1 0-1 0 0,0 0 1 0 0,1 0-1 0 0,-1 1 1 0 0,0-1-1 0 0,-2 1 0 0 0,-13 5-6437 0 0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26.6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207 303 5985 0 0,'-48'-5'5155'0'0,"46"5"-4901"0"0,-1 0-1 0 0,0 0 1 0 0,0 1 0 0 0,0 0 0 0 0,0-1 0 0 0,1 1 0 0 0,-1 0-1 0 0,0 0 1 0 0,1 0 0 0 0,-1 1 0 0 0,1-1 0 0 0,-1 1 0 0 0,1-1 0 0 0,-1 1-1 0 0,1 0 1 0 0,0 0 0 0 0,0 0 0 0 0,0 0 0 0 0,0 0 0 0 0,-1 3 0 0 0,-36 52 644 0 0,36-52-753 0 0,-9 13-109 0 0,2 1-1 0 0,0 1 1 0 0,1 0 0 0 0,-8 28-1 0 0,15-42-28 0 0,1-1 0 0 0,0 1 0 0 0,0 0-1 0 0,1 0 1 0 0,-1 0 0 0 0,1 0 0 0 0,1 0 0 0 0,-1 0 0 0 0,2 7-1 0 0,-1-10-4 0 0,0 1 0 0 0,0-1-1 0 0,1 1 1 0 0,-1-1-1 0 0,1 0 1 0 0,0 0 0 0 0,0 0-1 0 0,0 0 1 0 0,0 0 0 0 0,0 0-1 0 0,1 0 1 0 0,-1-1-1 0 0,1 1 1 0 0,0-1 0 0 0,0 0-1 0 0,4 3 1 0 0,-3-3 6 0 0,-1-1 0 0 0,1 1 1 0 0,0-1-1 0 0,0 0 0 0 0,0 0 1 0 0,0-1-1 0 0,0 1 0 0 0,0-1 1 0 0,0 0-1 0 0,0 0 0 0 0,0 0 1 0 0,0 0-1 0 0,0-1 0 0 0,0 1 1 0 0,0-1-1 0 0,0 0 0 0 0,0 0 1 0 0,-1-1-1 0 0,1 1 0 0 0,0-1 1 0 0,5-3-1 0 0,10-6 69 0 0,-1-1 0 0 0,30-24 0 0 0,-35 26-67 0 0,11-9-191 0 0,0-1 0 0 0,-2-1 1 0 0,0-1-1 0 0,32-44 0 0 0,-42 50 66 0 0,-2-1 0 0 0,0 0 0 0 0,-1-1 1 0 0,-1 0-1 0 0,-1 0 0 0 0,0-1 0 0 0,-1 0 0 0 0,5-30 0 0 0,-7 24 119 0 0,0 0-1 0 0,-2 0 1 0 0,-1-1 0 0 0,-1 1-1 0 0,-1 0 1 0 0,-8-42 1362 0 0,8 70-457 0 0,-3 16-54 0 0,0 23-237 0 0,3 3-415 0 0,3 0 0 0 0,1 0 0 0 0,11 53 0 0 0,-10-80-261 0 0,0 1 1 0 0,1-1 0 0 0,1 0 0 0 0,1-1 0 0 0,0 1 0 0 0,2-1 0 0 0,-1-1-1 0 0,2 0 1 0 0,1 0 0 0 0,16 20 0 0 0,-26-34-4 0 0,1-1 0 0 0,-1 1-1 0 0,0-1 1 0 0,1 0 0 0 0,0 1 0 0 0,-1-1 0 0 0,1 0 0 0 0,0 0-1 0 0,-1 0 1 0 0,1 0 0 0 0,0 0 0 0 0,0-1 0 0 0,0 1-1 0 0,0 0 1 0 0,0-1 0 0 0,-1 1 0 0 0,1-1 0 0 0,0 0 0 0 0,0 0-1 0 0,0 0 1 0 0,0 0 0 0 0,4 0 0 0 0,-3-1 9 0 0,0 0 1 0 0,0-1 0 0 0,0 1-1 0 0,0 0 1 0 0,0-1-1 0 0,-1 0 1 0 0,1 0-1 0 0,0 0 1 0 0,-1 0-1 0 0,1 0 1 0 0,-1 0 0 0 0,4-5-1 0 0,3-5-43 0 0,0-1 1 0 0,-1-1-1 0 0,0 1 0 0 0,9-26 0 0 0,-4 5-66 0 0,12-29 455 0 0,-23 58-182 0 0,0 0-1 0 0,1 1 1 0 0,0-1-1 0 0,0 1 1 0 0,0 0-1 0 0,1 0 1 0 0,-1 0-1 0 0,1 0 1 0 0,7-5-1 0 0,-10 8-74 0 0,0 1 0 0 0,-1 0 0 0 0,1-1 0 0 0,0 1 0 0 0,0 0 0 0 0,0-1 0 0 0,0 1 0 0 0,0 0 0 0 0,0 0 0 0 0,0 0 0 0 0,0 0 0 0 0,0 0 0 0 0,-1 0 0 0 0,1 0 0 0 0,0 0 0 0 0,0 0 0 0 0,0 0 0 0 0,0 1 0 0 0,0-1 0 0 0,0 0 0 0 0,0 1 0 0 0,0-1 0 0 0,-1 1-1 0 0,1-1 1 0 0,0 0 0 0 0,0 1 0 0 0,0 0 0 0 0,-1-1 0 0 0,1 1 0 0 0,0 0 0 0 0,-1-1 0 0 0,1 1 0 0 0,-1 0 0 0 0,1-1 0 0 0,-1 1 0 0 0,1 0 0 0 0,-1 0 0 0 0,1 0 0 0 0,-1 0 0 0 0,0 0 0 0 0,1 1 0 0 0,14 42 635 0 0,-14-40-609 0 0,4 13 63 0 0,-4-7-222 0 0,1-1 1 0 0,0 0 0 0 0,1-1 0 0 0,0 1 0 0 0,0 0 0 0 0,1-1 0 0 0,0 0-1 0 0,1 0 1 0 0,-1 0 0 0 0,2 0 0 0 0,-1-1 0 0 0,7 7 0 0 0,-2-6-1147 0 0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27.2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135 65 6449 0 0,'1'-2'94'0'0,"-1"0"-1"0"0,1 0 0 0 0,-1 0 1 0 0,0 0-1 0 0,0-1 0 0 0,0 1 1 0 0,0 0-1 0 0,0 0 0 0 0,0 0 0 0 0,-1-3 1 0 0,1 5 22 0 0,0 0 0 0 0,0-1 0 0 0,0 1 0 0 0,-1-1-1 0 0,1 1 1 0 0,0 0 0 0 0,0-1 0 0 0,-1 1 0 0 0,1-1 0 0 0,0 1 0 0 0,-1 0 0 0 0,1 0 0 0 0,0-1 0 0 0,-1 1 0 0 0,1 0 0 0 0,0-1 0 0 0,-1 1 0 0 0,1 0 0 0 0,0 0 0 0 0,-1 0 0 0 0,1-1-1 0 0,-1 1 1 0 0,1 0 0 0 0,-1 0 0 0 0,1 0 0 0 0,0 0 0 0 0,-1 0 0 0 0,1 0 0 0 0,-1 0 0 0 0,-2 0 175 0 0,1 1 0 0 0,0 0 0 0 0,-1 0 1 0 0,1 0-1 0 0,0 0 0 0 0,0 0 0 0 0,-1 1 0 0 0,1-1 0 0 0,0 1 1 0 0,1-1-1 0 0,-1 1 0 0 0,0 0 0 0 0,0-1 0 0 0,1 1 0 0 0,-3 4 1 0 0,-10 13 5 0 0,1 0 1 0 0,-19 37-1 0 0,27-44-221 0 0,0-1 0 0 0,0 1 0 0 0,1 0-1 0 0,1-1 1 0 0,0 2 0 0 0,-2 23 0 0 0,4-34-48 0 0,1-1-1 0 0,0 1 1 0 0,0 0 0 0 0,0 0 0 0 0,0 0 0 0 0,0 0 0 0 0,0 0 0 0 0,0 0-1 0 0,1 0 1 0 0,-1 0 0 0 0,1-1 0 0 0,-1 1 0 0 0,1 0 0 0 0,0 0 0 0 0,0 0 0 0 0,-1-1-1 0 0,1 1 1 0 0,0-1 0 0 0,1 1 0 0 0,-1 0 0 0 0,0-1 0 0 0,0 0 0 0 0,3 2-1 0 0,-3-2 2 0 0,1-1-1 0 0,0 0 0 0 0,-1 0 0 0 0,1 0 0 0 0,0 0 1 0 0,-1 0-1 0 0,1 0 0 0 0,0 0 0 0 0,-1-1 0 0 0,1 1 0 0 0,-1 0 1 0 0,1-1-1 0 0,-1 0 0 0 0,1 1 0 0 0,-1-1 0 0 0,1 0 0 0 0,-1 0 1 0 0,1 0-1 0 0,-1 0 0 0 0,0 0 0 0 0,1 0 0 0 0,-1 0 1 0 0,0 0-1 0 0,0 0 0 0 0,0-1 0 0 0,1-1 0 0 0,26-30-676 0 0,-2 0 0 0 0,37-66 0 0 0,2-3-824 0 0,-64 102 1488 0 0,-1-1 0 0 0,0 1 0 0 0,0-1 0 0 0,1 1 0 0 0,-1-1 1 0 0,0 1-1 0 0,1-1 0 0 0,-1 1 0 0 0,0-1 0 0 0,1 1 0 0 0,-1 0 1 0 0,1-1-1 0 0,-1 1 0 0 0,1 0 0 0 0,-1-1 0 0 0,1 1 0 0 0,-1 0 0 0 0,1-1 1 0 0,-1 1-1 0 0,1 0 0 0 0,0 0 0 0 0,-1 0 0 0 0,1 0 0 0 0,-1 0 1 0 0,1-1-1 0 0,0 1 0 0 0,-1 0 0 0 0,1 0 0 0 0,-1 0 0 0 0,2 1 1 0 0,-2-1 39 0 0,1 1-1 0 0,0 0 1 0 0,0 0 0 0 0,0-1 0 0 0,-1 1 0 0 0,1 0 0 0 0,0 0 0 0 0,-1 0 0 0 0,1 0 0 0 0,-1 0 0 0 0,1 0 0 0 0,-1 0 0 0 0,1 0 0 0 0,-1 0 0 0 0,1 1-1 0 0,9 53 1578 0 0,-9-43-1503 0 0,1-7-119 0 0,-1 1 0 0 0,1-1 0 0 0,0 0 0 0 0,0 0 1 0 0,0 0-1 0 0,1-1 0 0 0,0 1 0 0 0,0 0 0 0 0,0-1 0 0 0,0 0 1 0 0,1 0-1 0 0,-1 0 0 0 0,1 0 0 0 0,8 6 0 0 0,-10-9-14 0 0,0 0-1 0 0,0 1 0 0 0,0-1 0 0 0,0 0 0 0 0,0 0 0 0 0,0 0 0 0 0,0-1 1 0 0,1 1-1 0 0,-1-1 0 0 0,0 1 0 0 0,0-1 0 0 0,1 0 0 0 0,-1 1 0 0 0,0-1 1 0 0,0 0-1 0 0,1 0 0 0 0,-1-1 0 0 0,0 1 0 0 0,0 0 0 0 0,1-1 0 0 0,-1 0 1 0 0,0 1-1 0 0,0-1 0 0 0,0 0 0 0 0,0 0 0 0 0,0 0 0 0 0,0 0 0 0 0,0-1 1 0 0,0 1-1 0 0,0 0 0 0 0,-1-1 0 0 0,1 1 0 0 0,0-1 0 0 0,-1 0 0 0 0,0 0 1 0 0,1 1-1 0 0,1-4 0 0 0,27-43 808 0 0,-24 36-675 0 0,1 1 0 0 0,0 1 0 0 0,0-1 0 0 0,1 1 0 0 0,0 0 0 0 0,1 1 0 0 0,16-14 0 0 0,-25 22-127 0 0,1 1 0 0 0,0-1 0 0 0,0 1 0 0 0,-1-1-1 0 0,1 1 1 0 0,0-1 0 0 0,0 1 0 0 0,0 0 0 0 0,0-1-1 0 0,0 1 1 0 0,0 0 0 0 0,0 0 0 0 0,0 0 0 0 0,0-1 0 0 0,-1 1-1 0 0,1 0 1 0 0,0 0 0 0 0,0 1 0 0 0,0-1 0 0 0,0 0 0 0 0,0 0-1 0 0,0 0 1 0 0,0 0 0 0 0,0 1 0 0 0,0-1 0 0 0,0 1-1 0 0,0-1 1 0 0,-1 0 0 0 0,1 1 0 0 0,0 0 0 0 0,0-1 0 0 0,0 1-1 0 0,-1-1 1 0 0,1 1 0 0 0,0 0 0 0 0,-1-1 0 0 0,1 1-1 0 0,-1 0 1 0 0,1 0 0 0 0,-1 0 0 0 0,1-1 0 0 0,-1 1 0 0 0,1 0-1 0 0,-1 0 1 0 0,0 0 0 0 0,1 1 0 0 0,2 8 146 0 0,1 0 1 0 0,-2 0 0 0 0,3 18-1 0 0,0-7 166 0 0,-5-18-325 0 0,1 0 0 0 0,-1-1 1 0 0,1 1-1 0 0,0-1 0 0 0,0 1 1 0 0,0-1-1 0 0,0 1 0 0 0,1-1 1 0 0,-1 0-1 0 0,0 0 0 0 0,1 0 1 0 0,0 0-1 0 0,0 0 0 0 0,-1 0 1 0 0,1 0-1 0 0,0 0 0 0 0,1-1 0 0 0,-1 1 1 0 0,0-1-1 0 0,0 1 0 0 0,1-1 1 0 0,-1 0-1 0 0,3 1 0 0 0,-1-1-39 0 0,0-1 0 0 0,0 0-1 0 0,0 0 1 0 0,-1-1 0 0 0,1 1-1 0 0,0-1 1 0 0,0 0 0 0 0,-1 0-1 0 0,1 0 1 0 0,0 0 0 0 0,-1-1 0 0 0,1 1-1 0 0,-1-1 1 0 0,0 0 0 0 0,5-3-1 0 0,27-19-226 0 0,-18 11 226 0 0,0 2 0 0 0,0 1 0 0 0,20-10 1 0 0,-34 19 79 0 0,1-1 0 0 0,0 0 0 0 0,0 1 0 0 0,0 0-1 0 0,0 0 1 0 0,0 0 0 0 0,0 1 0 0 0,0-1 0 0 0,0 1 0 0 0,1 0 0 0 0,-1 0 0 0 0,0 0 0 0 0,0 1 0 0 0,0-1 0 0 0,0 1 0 0 0,0 0 0 0 0,0 0 0 0 0,0 0 0 0 0,0 1 0 0 0,5 2 0 0 0,-6-1 91 0 0,0 0 0 0 0,0 0 0 0 0,0 0 0 0 0,-1 0 0 0 0,1 1 0 0 0,-1-1 0 0 0,0 1-1 0 0,0 0 1 0 0,0-1 0 0 0,-1 1 0 0 0,1 0 0 0 0,-1 0 0 0 0,2 8 0 0 0,-1-6-154 0 0,0 0 0 0 0,0 0 1 0 0,0 0-1 0 0,7 11 1 0 0,-8-16-197 0 0,0 1 0 0 0,0-1 0 0 0,0 0 0 0 0,0 0 1 0 0,1 1-1 0 0,-1-1 0 0 0,0 0 0 0 0,1 0 0 0 0,-1 0 1 0 0,1-1-1 0 0,-1 1 0 0 0,1 0 0 0 0,-1-1 0 0 0,1 1 1 0 0,-1 0-1 0 0,1-1 0 0 0,-1 0 0 0 0,1 1 0 0 0,0-1 1 0 0,-1 0-1 0 0,1 0 0 0 0,0 0 0 0 0,1 0 0 0 0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27.6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100 67 7834 0 0,'9'-12'298'0'0,"15"-21"1541"0"0,-17 12 2808 0 0,-31 39-1496 0 0,8 0-2832 0 0,1 0 0 0 0,-21 34 0 0 0,29-41-269 0 0,1-1 0 0 0,1 1 0 0 0,-1 1 1 0 0,2-1-1 0 0,0 1 0 0 0,0-1 1 0 0,-1 14-1 0 0,4-24-39 0 0,1 1 0 0 0,-1-1 0 0 0,1 1 0 0 0,0-1 0 0 0,-1 1 0 0 0,1-1-1 0 0,0 1 1 0 0,0 0 0 0 0,0-1 0 0 0,1 1 0 0 0,-1-1 0 0 0,0 1 0 0 0,0-1 0 0 0,1 1 0 0 0,-1-1 0 0 0,1 1 0 0 0,-1-1 0 0 0,1 1-1 0 0,0-1 1 0 0,0 0 0 0 0,0 1 0 0 0,-1-1 0 0 0,1 0 0 0 0,0 0 0 0 0,0 1 0 0 0,1-1 0 0 0,1 1 0 0 0,-2-2 37 0 0,1 1 0 0 0,0-1 0 0 0,0 0 0 0 0,-1 0 0 0 0,1 0 0 0 0,0-1 0 0 0,0 1 1 0 0,-1 0-1 0 0,1-1 0 0 0,0 1 0 0 0,-1-1 0 0 0,1 1 0 0 0,0-1 0 0 0,-1 0 0 0 0,1 0 1 0 0,-1 0-1 0 0,1 0 0 0 0,-1 0 0 0 0,1 0 0 0 0,-1 0 0 0 0,0 0 0 0 0,0 0 0 0 0,3-3 0 0 0,10-13 108 0 0,0 0 0 0 0,-1-1 1 0 0,19-33-1 0 0,-22 33-92 0 0,0 1 0 0 0,2 0 0 0 0,0 0 0 0 0,20-20 0 0 0,-31 36-45 0 0,0 0 0 0 0,0 0 0 0 0,0 0 0 0 0,0 0 0 0 0,0 1-1 0 0,0-1 1 0 0,0 0 0 0 0,0 0 0 0 0,0 1 0 0 0,1-1 0 0 0,-1 1 0 0 0,0-1 0 0 0,0 1 0 0 0,0 0 0 0 0,1-1 0 0 0,-1 1 0 0 0,0 0 0 0 0,1 0 0 0 0,-1 0 0 0 0,0 0 0 0 0,0 0 0 0 0,1 0 0 0 0,-1 0 0 0 0,2 1 0 0 0,-1 0 3 0 0,0 0 1 0 0,0 0-1 0 0,0 0 0 0 0,-1 0 0 0 0,1 1 0 0 0,0-1 0 0 0,-1 1 1 0 0,1-1-1 0 0,-1 1 0 0 0,0 0 0 0 0,1-1 0 0 0,-1 1 0 0 0,1 3 1 0 0,5 7 56 0 0,-2 1 1 0 0,0 0 0 0 0,6 23 0 0 0,-9-28-48 0 0,10 34 11 0 0,-3 0 1 0 0,0 1-1 0 0,-3 0 0 0 0,-2 0 1 0 0,-1 50-1 0 0,-4-76-30 0 0,0 0 0 0 0,0 0 0 0 0,-2-1 0 0 0,0 1 0 0 0,-1-1 0 0 0,0 0 0 0 0,-2 0 0 0 0,0 0-1 0 0,0 0 1 0 0,-1-1 0 0 0,-1 0 0 0 0,-1-1 0 0 0,0 0 0 0 0,-1 0 0 0 0,-1-1 0 0 0,-15 16 0 0 0,16-21-114 0 0,0-1 1 0 0,-1 0-1 0 0,0-1 1 0 0,0 0-1 0 0,0 0 1 0 0,0-1-1 0 0,-1-1 1 0 0,0 0-1 0 0,0-1 1 0 0,0 0-1 0 0,0 0 1 0 0,-1-2-1 0 0,-21 1 1 0 0,-4-1-7679 0 0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28.1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 0 8754 0 0,'-7'16'957'0'0,"1"1"0"0"0,0 0 1 0 0,1 0-1 0 0,1 0 0 0 0,0 1 0 0 0,2-1 0 0 0,-1 29 1 0 0,9 128 4033 0 0,-2-117-4315 0 0,-2-32-801 0 0,0 0 0 0 0,2-1 0 0 0,1 1 0 0 0,14 42 0 0 0,-13-52-981 0 0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28.5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1 312 8290 0 0,'1'-2'210'0'0,"0"0"-1"0"0,0 0 1 0 0,1 0 0 0 0,-1 0 0 0 0,1 0 0 0 0,-1 0 0 0 0,1 1-1 0 0,0-1 1 0 0,-1 1 0 0 0,1-1 0 0 0,0 1 0 0 0,0 0 0 0 0,0 0-1 0 0,0-1 1 0 0,0 1 0 0 0,1 1 0 0 0,3-2 0 0 0,-5 1-49 0 0,1 1 0 0 0,-1 1 0 0 0,0-1 0 0 0,0 0 0 0 0,1 0 0 0 0,-1 0 0 0 0,0 1 0 0 0,0-1 0 0 0,1 1 0 0 0,-1-1 0 0 0,0 1 0 0 0,0-1 1 0 0,0 1-1 0 0,0 0 0 0 0,0-1 0 0 0,0 1 0 0 0,0 0 0 0 0,0 0 0 0 0,0 0 0 0 0,0 0 0 0 0,0 0 0 0 0,0 0 0 0 0,-1 0 0 0 0,1 0 0 0 0,0 0 0 0 0,-1 0 0 0 0,1 0 0 0 0,-1 0 0 0 0,1 1 0 0 0,-1-1 1 0 0,0 0-1 0 0,1 0 0 0 0,-1 1 0 0 0,0 1 0 0 0,2 7-15 0 0,-1 0 1 0 0,0 0 0 0 0,-1 0-1 0 0,0 0 1 0 0,-1 0 0 0 0,-3 16-1 0 0,0 18-1955 0 0,4-25-4294 0 0</inkml:trace>
  <inkml:trace contextRef="#ctx0" brushRef="#br0" timeOffset="1">135 22 11979 0 0,'-5'-6'528'0'0,"2"2"112"0"0,1 1-512 0 0,1 1-128 0 0,1 0 0 0 0,0 1 240 0 0,1 0 16 0 0,-1-1 8 0 0,2 1 0 0 0,1 1-520 0 0,1 3-96 0 0,1-1-32 0 0,0 4 0 0 0,1 1 288 0 0,0 2 96 0 0,2 5 0 0 0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29.2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165 376 5065 0 0,'1'-1'44'0'0,"-1"0"-1"0"0,0 1 1 0 0,0-1 0 0 0,0 0-1 0 0,0 1 1 0 0,0-1-1 0 0,0 0 1 0 0,0 1 0 0 0,0-1-1 0 0,-1 0 1 0 0,1 1-1 0 0,0-1 1 0 0,0 0 0 0 0,0 1-1 0 0,-1-1 1 0 0,1 1-1 0 0,0-1 1 0 0,-1 1 0 0 0,1-1-1 0 0,0 0 1 0 0,-1 1 0 0 0,1-1-1 0 0,-1 1 1 0 0,1 0-1 0 0,-1-1 1 0 0,1 1 0 0 0,-1-1-1 0 0,1 1 1 0 0,-1 0-1 0 0,1-1 1 0 0,-1 1 0 0 0,0 0-1 0 0,0-1 1 0 0,-1 1 74 0 0,0 0 1 0 0,0 0 0 0 0,0 1-1 0 0,1-1 1 0 0,-1 0-1 0 0,0 1 1 0 0,0 0-1 0 0,1-1 1 0 0,-1 1-1 0 0,0 0 1 0 0,1 0-1 0 0,-3 1 1 0 0,-4 3 315 0 0,0 0 1 0 0,1 1-1 0 0,0 0 0 0 0,-8 9 1 0 0,-39 53 869 0 0,50-63-1203 0 0,0 1-1 0 0,1 0 1 0 0,-1 0 0 0 0,1 0 0 0 0,1 0 0 0 0,-1 0-1 0 0,1 1 1 0 0,0-1 0 0 0,1 1 0 0 0,-2 11-1 0 0,3-18-95 0 0,0 1 0 0 0,0-1 0 0 0,0 1 0 0 0,1-1-1 0 0,-1 1 1 0 0,0-1 0 0 0,0 1 0 0 0,0-1-1 0 0,0 1 1 0 0,1-1 0 0 0,-1 0 0 0 0,0 1 0 0 0,1-1-1 0 0,-1 1 1 0 0,0-1 0 0 0,1 0 0 0 0,-1 1 0 0 0,0-1-1 0 0,1 0 1 0 0,-1 1 0 0 0,0-1 0 0 0,1 0-1 0 0,-1 0 1 0 0,1 1 0 0 0,-1-1 0 0 0,1 0 0 0 0,-1 0-1 0 0,1 0 1 0 0,-1 1 0 0 0,1-1 0 0 0,-1 0-1 0 0,1 0 1 0 0,-1 0 0 0 0,1 0 0 0 0,-1 0 0 0 0,1 0-1 0 0,-1 0 1 0 0,1 0 0 0 0,-1 0 0 0 0,1-1 0 0 0,-1 1-1 0 0,1 0 1 0 0,-1 0 0 0 0,1 0 0 0 0,-1 0-1 0 0,0-1 1 0 0,1 1 0 0 0,-1 0 0 0 0,1 0 0 0 0,-1-1-1 0 0,1 0 1 0 0,28-15-79 0 0,-26 14 71 0 0,10-6-37 0 0,-1 0 5 0 0,1 0 0 0 0,0 1 0 0 0,0 1 0 0 0,0 0 1 0 0,16-5-1 0 0,-26 10 35 0 0,-1 0 1 0 0,1 1-1 0 0,-1-1 0 0 0,1 1 1 0 0,0 0-1 0 0,-1-1 1 0 0,1 1-1 0 0,-1 0 0 0 0,1 1 1 0 0,0-1-1 0 0,-1 0 1 0 0,1 1-1 0 0,-1-1 1 0 0,1 1-1 0 0,0 0 0 0 0,-1 0 1 0 0,0 0-1 0 0,1 0 1 0 0,-1 0-1 0 0,0 1 0 0 0,1-1 1 0 0,-1 1-1 0 0,0-1 1 0 0,0 1-1 0 0,0 0 1 0 0,-1 0-1 0 0,1 0 0 0 0,0 0 1 0 0,-1 0-1 0 0,1 0 1 0 0,-1 1-1 0 0,0-1 0 0 0,1 0 1 0 0,-1 1-1 0 0,1 3 1 0 0,2 8-117 0 0,0 0 0 0 0,0 0 1 0 0,-2 1-1 0 0,0-1 0 0 0,0 1 1 0 0,-1-1-1 0 0,-1 1 0 0 0,-1 0 1 0 0,0-1-1 0 0,-3 16 0 0 0,1-14-25 0 0,-1 1 0 0 0,0-1-1 0 0,-1 0 1 0 0,-1 0 0 0 0,0 0-1 0 0,-1-1 1 0 0,-1 0 0 0 0,-14 20-1 0 0,22-34 169 0 0,-1 0-1 0 0,1 0 0 0 0,-1 0 1 0 0,0 0-1 0 0,1-1 1 0 0,-1 1-1 0 0,0 0 0 0 0,1 0 1 0 0,-1-1-1 0 0,0 1 1 0 0,0-1-1 0 0,0 1 1 0 0,0 0-1 0 0,1-1 0 0 0,-1 0 1 0 0,0 1-1 0 0,0-1 1 0 0,0 1-1 0 0,0-1 0 0 0,-1 0 1 0 0,1 0 23 0 0,0 0 1 0 0,1 0 0 0 0,-1-1-1 0 0,1 1 1 0 0,-1 0-1 0 0,1-1 1 0 0,-1 1 0 0 0,1 0-1 0 0,-1-1 1 0 0,1 1-1 0 0,-1-1 1 0 0,1 1 0 0 0,-1-1-1 0 0,1 1 1 0 0,0-1-1 0 0,-1 1 1 0 0,1-1 0 0 0,0 1-1 0 0,0-1 1 0 0,-1 1-1 0 0,1-1 1 0 0,0 1 0 0 0,0-2-1 0 0,-2-2 164 0 0,1-1-1 0 0,1 1 1 0 0,-1-1 0 0 0,1 1-1 0 0,-1-1 1 0 0,1 1 0 0 0,1-9-1 0 0,7-15-1588 0 0,1 0 0 0 0,1 0 0 0 0,1 1-1 0 0,1 1 1 0 0,31-49 0 0 0,-3 5-572 0 0,-35 61 1695 0 0,114-231-290 0 0,-98 189 4383 0 0,-1-1-1 0 0,23-97 1 0 0,-39 114 302 0 0,-17 77-635 0 0,10-26-3404 0 0,2-1 1 0 0,-1 0 0 0 0,2 1-1 0 0,0-1 1 0 0,1 1 0 0 0,0-1-1 0 0,5 20 1 0 0,5 8-108 0 0,20 50 1 0 0,6 24-326 0 0,-32-85-193 0 0,-5-26 27 0 0,0 0 0 0 0,1 0 0 0 0,0 0 0 0 0,0 0 0 0 0,1-1 0 0 0,0 1 0 0 0,4 10 0 0 0,-5-16 420 0 0,-1 0 0 0 0,1 0 0 0 0,-1 0 0 0 0,1 0 0 0 0,-1 0 0 0 0,1 0 0 0 0,-1 0 0 0 0,1 0 0 0 0,-1 0 0 0 0,0 0 1 0 0,1-1-1 0 0,-1 1 0 0 0,1 0 0 0 0,-1 0 0 0 0,0-1 0 0 0,1 1 0 0 0,-1 0 0 0 0,0-1 0 0 0,1 1 0 0 0,-1 0 0 0 0,0-1 0 0 0,1 1 0 0 0,-1 0 0 0 0,0-1 1 0 0,0 1-1 0 0,1 0 0 0 0,-1-1 0 0 0,0 1 0 0 0,0-1 0 0 0,0 1 0 0 0,1-1 0 0 0,9-17-633 0 0,85-149-1194 0 0,-78 142 2203 0 0,0 1 0 0 0,1 1 0 0 0,2 0-1 0 0,32-29 1 0 0,-46 48-129 0 0,-1-1 0 0 0,1 1 0 0 0,0 1 0 0 0,0-1 0 0 0,0 1 0 0 0,1 0 1 0 0,-1 0-1 0 0,11-3 0 0 0,-15 6-83 0 0,0-1 0 0 0,0 1 0 0 0,0 0 0 0 0,0-1 0 0 0,0 1 0 0 0,0 0 0 0 0,0 0 0 0 0,0 1 1 0 0,0-1-1 0 0,0 0 0 0 0,0 1 0 0 0,0-1 0 0 0,0 1 0 0 0,-1-1 0 0 0,1 1 0 0 0,0 0 0 0 0,0 0 0 0 0,0 0 1 0 0,-1 0-1 0 0,1 0 0 0 0,0 0 0 0 0,-1 1 0 0 0,1-1 0 0 0,-1 0 0 0 0,1 1 0 0 0,-1-1 0 0 0,0 1 0 0 0,0 0 1 0 0,0-1-1 0 0,0 1 0 0 0,0 0 0 0 0,0 0 0 0 0,1 2 0 0 0,6 18 652 0 0,-1 0 0 0 0,5 25 0 0 0,-6-22-907 0 0,13 38-1 0 0,-15-55-1063 0 0,0 1-1 0 0,0-1 0 0 0,1 0 1 0 0,8 11-1 0 0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29.6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54 9218 0 0,'2'-8'543'0'0,"-2"5"-353"0"0,0 0 0 0 0,1 0 1 0 0,0-1-1 0 0,0 1 0 0 0,0 0 0 0 0,0 0 0 0 0,0 0 1 0 0,0 0-1 0 0,1 1 0 0 0,-1-1 0 0 0,1 0 1 0 0,0 1-1 0 0,4-6 0 0 0,-5 8 18 0 0,0 0 0 0 0,0 0-1 0 0,0 0 1 0 0,0 0 0 0 0,0 1 0 0 0,0-1 0 0 0,0 0-1 0 0,0 0 1 0 0,0 1 0 0 0,-1-1 0 0 0,1 0 0 0 0,0 1 0 0 0,0-1-1 0 0,0 1 1 0 0,0-1 0 0 0,-1 1 0 0 0,1 0 0 0 0,0-1-1 0 0,0 1 1 0 0,-1 0 0 0 0,1-1 0 0 0,-1 1 0 0 0,1 0-1 0 0,0 0 1 0 0,-1-1 0 0 0,0 1 0 0 0,1 2 0 0 0,12 23 1673 0 0,1 15-704 0 0,13 72 0 0 0,8 23-930 0 0,40 87-2693 0 0,-65-189-4862 0 0</inkml:trace>
  <inkml:trace contextRef="#ctx0" brushRef="#br0" timeOffset="1">66 395 10138 0 0,'1'-11'896'0'0,"1"4"-712"0"0,2 1-184 0 0,-1 0 0 0 0,1 2 1201 0 0,0 1 207 0 0,3-1 32 0 0,5-4 17 0 0,7-3-393 0 0,7-3-72 0 0,8-2-24 0 0,4 1 0 0 0,2-1-728 0 0,3 2-144 0 0,4-2-31 0 0,2 0-65 0 0,3 1-1729 0 0,-3-1-391 0 0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30.5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10594 0 0,'3'14'2921'0'0,"11"164"1935"0"0,2 10-5515 0 0,-11-158-5683 0 0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30.9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3 13827 0 0,'-3'-3'2921'0'0,"5"3"-2417"0"0,0 3-296 0 0,2-1-56 0 0,2 3-16 0 0,0 2 0 0 0,2 2-1056 0 0,0 2-209 0 0,0 3-47 0 0,-1 2-8 0 0,4 4 928 0 0,-1 1 176 0 0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31.3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 13827 0 0,'1'1'113'0'0,"1"0"1"0"0,-1-1-1 0 0,1 1 1 0 0,-1 0-1 0 0,0 0 1 0 0,1 0-1 0 0,-1 0 1 0 0,0 0-1 0 0,0 0 1 0 0,0 1-1 0 0,1-1 0 0 0,0 3 1 0 0,9 18 318 0 0,-2 0-1 0 0,12 37 1 0 0,-15-37-695 0 0,2 0 0 0 0,0-1 0 0 0,15 27 0 0 0,-23-47 255 0 0,1-1 1 0 0,-1 0-1 0 0,0 1 1 0 0,0-1 0 0 0,0 1-1 0 0,1-1 1 0 0,-1 1 0 0 0,0-1-1 0 0,1 0 1 0 0,-1 1-1 0 0,0-1 1 0 0,1 0 0 0 0,-1 1-1 0 0,1-1 1 0 0,-1 0-1 0 0,0 0 1 0 0,1 1 0 0 0,-1-1-1 0 0,1 0 1 0 0,-1 0-1 0 0,1 0 1 0 0,-1 1 0 0 0,1-1-1 0 0,-1 0 1 0 0,1 0 0 0 0,-1 0-1 0 0,1 0 1 0 0,-1 0-1 0 0,1 0 1 0 0,-1 0 0 0 0,1 0-1 0 0,-1 0 1 0 0,1 0-1 0 0,0-1 1 0 0,14-14-258 0 0,5-26-409 0 0,-6-7 92 0 0,-9 29 675 0 0,1 1-1 0 0,11-28 1 0 0,-15 42 147 0 0,0 0 1 0 0,1 0 0 0 0,-1 0 0 0 0,1 0 0 0 0,-1 1 0 0 0,1-1 0 0 0,0 1 0 0 0,1 0 0 0 0,-1 0 0 0 0,0 0 0 0 0,1 0 0 0 0,0 0-1 0 0,-1 1 1 0 0,1 0 0 0 0,8-4 0 0 0,-10 5-164 0 0,1 1 0 0 0,0-1 0 0 0,-1 1 0 0 0,1 0 0 0 0,-1 0 1 0 0,1 0-1 0 0,0 0 0 0 0,-1 0 0 0 0,1 0 0 0 0,0 1 0 0 0,-1-1 0 0 0,1 1 0 0 0,-1 0 0 0 0,1 0 0 0 0,-1 0 0 0 0,1 0 0 0 0,-1 0 0 0 0,0 0 0 0 0,0 1 0 0 0,1-1 1 0 0,-1 1-1 0 0,0 0 0 0 0,0 0 0 0 0,-1-1 0 0 0,1 1 0 0 0,0 0 0 0 0,0 0 0 0 0,-1 1 0 0 0,0-1 0 0 0,2 3 0 0 0,6 9-495 0 0,-1 1-1 0 0,-1 0 0 0 0,9 25 1 0 0,-11-27-494 0 0,5 14-5522 0 0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31.6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30 9218 0 0,'-1'-11'-699'0'0,"-5"-7"7792"0"0,6 34-4349 0 0,4 40-944 0 0,17 84-1 0 0,24 50-2102 0 0,-14-64-2381 0 0,-26-102-4217 0 0</inkml:trace>
  <inkml:trace contextRef="#ctx0" brushRef="#br0" timeOffset="1">1 297 13219 0 0,'1'-3'288'0'0,"3"-1"64"0"0,1 0 16 0 0,-1 1 0 0 0,0 2-296 0 0,-1-1-72 0 0,3-2 0 0 0,3-3 0 0 0,6-5 384 0 0,3-2 56 0 0,5-2 8 0 0,0-1 9 0 0,-1 3-658 0 0,-1 2-135 0 0,-2 3-24 0 0,0 4-8 0 0,0 2 272 0 0,-3 5 96 0 0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32.0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0 350 11634 0 0,'20'-14'618'0'0,"0"-1"-1"0"0,-1 0 1 0 0,-1-1-1 0 0,-1-1 1 0 0,0-1-1 0 0,-2-1 1 0 0,0 0-1 0 0,0-1 1 0 0,14-28-1 0 0,-25 40-429 0 0,0-1-1 0 0,-1 0 1 0 0,0 0-1 0 0,0 0 1 0 0,-1 0-1 0 0,-1 0 1 0 0,2-19-1 0 0,-3 25-124 0 0,0 0-1 0 0,0 0 1 0 0,0-1-1 0 0,0 1 1 0 0,-1 0-1 0 0,0 0 1 0 0,1 0-1 0 0,-1 0 0 0 0,0 1 1 0 0,0-1-1 0 0,-1 0 1 0 0,-1-4-1 0 0,1 6-43 0 0,1-1 0 0 0,0 1-1 0 0,0 0 1 0 0,-1 0 0 0 0,1 0-1 0 0,-1 0 1 0 0,1 0 0 0 0,-1 0-1 0 0,1 0 1 0 0,-1 0 0 0 0,0 1 0 0 0,1-1-1 0 0,-1 1 1 0 0,0-1 0 0 0,1 1-1 0 0,-1-1 1 0 0,0 1 0 0 0,0 0-1 0 0,1 0 1 0 0,-1 0 0 0 0,0 0-1 0 0,0 0 1 0 0,-2 1 0 0 0,0 0-3 0 0,1 0 0 0 0,-1 1 0 0 0,0-1 0 0 0,1 1 1 0 0,0 0-1 0 0,-1 0 0 0 0,1 0 0 0 0,0 0 0 0 0,0 0 0 0 0,0 1 1 0 0,0 0-1 0 0,1-1 0 0 0,-1 1 0 0 0,1 0 0 0 0,-1 0 1 0 0,1 1-1 0 0,0-1 0 0 0,0 0 0 0 0,1 1 0 0 0,-1-1 0 0 0,1 1 1 0 0,-2 3-1 0 0,-2 6-9 0 0,1-1 0 0 0,1 1-1 0 0,0 0 1 0 0,0 0 0 0 0,0 14 0 0 0,3-20 18 0 0,0-1 0 0 0,0 1 0 0 0,1-1 0 0 0,0 1 0 0 0,0-1 0 0 0,0 1 0 0 0,1-1 0 0 0,0 0 0 0 0,0 0 0 0 0,0 0 0 0 0,1 0 0 0 0,0 0 0 0 0,0 0 0 0 0,1 0 0 0 0,0-1 0 0 0,-1 0 0 0 0,2 0 0 0 0,-1 0 1 0 0,8 7-1 0 0,-4-6-240 0 0,0 0 0 0 0,1-1 1 0 0,-1 1-1 0 0,1-2 1 0 0,0 1-1 0 0,0-1 1 0 0,0-1-1 0 0,1 1 1 0 0,-1-2-1 0 0,1 1 1 0 0,0-1-1 0 0,12 0 1 0 0,0-1-6566 0 0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32.4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18 122 8754 0 0,'-2'-3'345'0'0,"0"0"0"0"0,0-1 1 0 0,0 1-1 0 0,0-1 0 0 0,1 1 0 0 0,-1-1 1 0 0,1 0-1 0 0,0 0 0 0 0,0 1 1 0 0,0-1-1 0 0,1 0 0 0 0,-1 0 0 0 0,1 0 1 0 0,0 0-1 0 0,0 0 0 0 0,1 0 0 0 0,-1 0 1 0 0,2-5-1 0 0,-2 9-296 0 0,0-1 0 0 0,0 1 0 0 0,0 0 0 0 0,0 0 0 0 0,0 0 1 0 0,0-1-1 0 0,1 1 0 0 0,-1 0 0 0 0,0 0 0 0 0,0 0 0 0 0,0-1 0 0 0,0 1 0 0 0,1 0 0 0 0,-1 0 0 0 0,0 0 1 0 0,0 0-1 0 0,0-1 0 0 0,1 1 0 0 0,-1 0 0 0 0,0 0 0 0 0,0 0 0 0 0,1 0 0 0 0,-1 0 0 0 0,0 0 0 0 0,0 0 1 0 0,0 0-1 0 0,1 0 0 0 0,-1 0 0 0 0,0 0 0 0 0,0 0 0 0 0,1 0 0 0 0,-1 0 0 0 0,0 0 0 0 0,0 0 1 0 0,1 0-1 0 0,-1 0 0 0 0,0 0 0 0 0,0 0 0 0 0,1 0 0 0 0,-1 0 0 0 0,0 0 0 0 0,12 11 976 0 0,5 15 14 0 0,-7-4-603 0 0,11 35 0 0 0,-16-41-251 0 0,0 0 0 0 0,1 0-1 0 0,1-1 1 0 0,1 0 0 0 0,11 18 0 0 0,-18-33-192 0 0,-1 1 0 0 0,0-1 0 0 0,1 1 0 0 0,-1-1 0 0 0,1 1 0 0 0,-1-1 0 0 0,1 1 0 0 0,-1-1 0 0 0,1 1 0 0 0,-1-1 0 0 0,1 0 0 0 0,-1 1 0 0 0,1-1 0 0 0,0 0 0 0 0,-1 0 0 0 0,1 1 0 0 0,-1-1 0 0 0,1 0 0 0 0,0 0 0 0 0,-1 0 0 0 0,1 0 0 0 0,0 0 0 0 0,-1 0 0 0 0,1 0 0 0 0,0 0 0 0 0,-1 0 0 0 0,1 0 0 0 0,0 0 0 0 0,-1 0 0 0 0,1 0 0 0 0,-1 0 0 0 0,1-1 0 0 0,0 1 0 0 0,-1 0 0 0 0,1-1 0 0 0,-1 1 0 0 0,1 0 0 0 0,0-1 0 0 0,-1 1 1 0 0,1-1-1 0 0,-1 1 0 0 0,0 0 0 0 0,1-1 0 0 0,-1 1 0 0 0,1-1 0 0 0,-1 0 0 0 0,0 1 0 0 0,1-1 0 0 0,-1 1 0 0 0,0-1 0 0 0,1 1 0 0 0,-1-1 0 0 0,0-1 0 0 0,20-41-631 0 0,-17 32 495 0 0,19-53-1012 0 0,-18 49 951 0 0,1 0 0 0 0,0 0 0 0 0,1 0 0 0 0,0 1 0 0 0,1-1 0 0 0,1 2 0 0 0,11-16 0 0 0,-18 28 244 0 0,0-1 0 0 0,0 1 0 0 0,0 0-1 0 0,0 0 1 0 0,0 0 0 0 0,0 0 0 0 0,0 1 0 0 0,0-1 0 0 0,0 0 0 0 0,0 0 0 0 0,0 1 0 0 0,1-1 0 0 0,-1 0 0 0 0,0 1 0 0 0,0 0 0 0 0,1-1 0 0 0,-1 1 0 0 0,0 0-1 0 0,1-1 1 0 0,-1 1 0 0 0,1 0 0 0 0,-1 0 0 0 0,3 0 0 0 0,-2 1 48 0 0,-1 0 0 0 0,1 0 0 0 0,0 0 0 0 0,0 0 0 0 0,0 0 0 0 0,-1 0 0 0 0,1 0 0 0 0,-1 0 0 0 0,1 1-1 0 0,-1-1 1 0 0,1 1 0 0 0,-1-1 0 0 0,0 1 0 0 0,2 2 0 0 0,4 7 379 0 0,-1 1 0 0 0,0 0 1 0 0,8 24-1 0 0,-11-27-456 0 0,13 36 368 0 0,-7-17-1209 0 0,1-2 1 0 0,25 50 0 0 0,-20-54-6260 0 0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32.8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147 6 7834 0 0,'0'-1'73'0'0,"-1"1"1"0"0,1 0-1 0 0,0-1 1 0 0,0 1-1 0 0,0 0 0 0 0,-1-1 1 0 0,1 1-1 0 0,0 0 1 0 0,0 0-1 0 0,-1-1 1 0 0,1 1-1 0 0,0 0 1 0 0,-1 0-1 0 0,1 0 1 0 0,0-1-1 0 0,-1 1 1 0 0,1 0-1 0 0,0 0 1 0 0,-1 0-1 0 0,1 0 1 0 0,-1 0-1 0 0,1 0 0 0 0,0 0 1 0 0,-1 0-1 0 0,1 0 1 0 0,0 0-1 0 0,-1 0 1 0 0,1 0-1 0 0,-1 0 1 0 0,1 0-1 0 0,0 0 1 0 0,-1 0-1 0 0,1 0 1 0 0,-17 10 2139 0 0,-12 18 370 0 0,29-27-2541 0 0,-14 15 681 0 0,0 0 1 0 0,-19 33-1 0 0,29-43-572 0 0,0 1 1 0 0,1 0-1 0 0,-1 0 0 0 0,1 1 0 0 0,1-1 1 0 0,0 1-1 0 0,0-1 0 0 0,0 1 1 0 0,1 0-1 0 0,-1 13 0 0 0,2-18-162 0 0,1-1 0 0 0,0 1-1 0 0,-1 0 1 0 0,1-1 0 0 0,0 1 0 0 0,0-1-1 0 0,0 1 1 0 0,0-1 0 0 0,1 0 0 0 0,-1 1-1 0 0,1-1 1 0 0,-1 0 0 0 0,1 0 0 0 0,0 0-1 0 0,0 0 1 0 0,0 0 0 0 0,0-1 0 0 0,0 1-1 0 0,0-1 1 0 0,1 1 0 0 0,-1-1 0 0 0,0 0-1 0 0,1 0 1 0 0,-1 0 0 0 0,1 0 0 0 0,3 1 0 0 0,9 3-97 0 0,1-1 0 0 0,0-1 0 0 0,21 1 0 0 0,-13 0 59 0 0,-14-3 36 0 0,0 1-1 0 0,0 0 1 0 0,0 0-1 0 0,0 1 1 0 0,0 1 0 0 0,-1 0-1 0 0,10 5 1 0 0,-16-7-38 0 0,0-1 0 0 0,-1 1 1 0 0,0 0-1 0 0,1 1 0 0 0,-1-1 0 0 0,0 0 0 0 0,0 1 0 0 0,0-1 1 0 0,0 1-1 0 0,-1-1 0 0 0,1 1 0 0 0,-1 0 0 0 0,0 0 1 0 0,1 0-1 0 0,-1 0 0 0 0,-1 0 0 0 0,1 0 0 0 0,0 0 1 0 0,-1 0-1 0 0,1 0 0 0 0,-1 0 0 0 0,0 0 0 0 0,0 0 0 0 0,0 0 1 0 0,-1 0-1 0 0,1 1 0 0 0,-1 2 0 0 0,-8 27-1980 0 0,2-17-3314 0 0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33.1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1 335 9674 0 0,'1'0'125'0'0,"1"-1"0"0"0,0 1-1 0 0,0-1 1 0 0,0 1 0 0 0,-1 0 0 0 0,1 0 0 0 0,0 0-1 0 0,0 0 1 0 0,0 0 0 0 0,-1 0 0 0 0,1 0 0 0 0,0 0-1 0 0,0 1 1 0 0,0-1 0 0 0,-1 1 0 0 0,1-1 0 0 0,3 3-1 0 0,-2-1 405 0 0,0 1 0 0 0,0 0 0 0 0,0 0 0 0 0,-1 1 0 0 0,1-1-1 0 0,-1 1 1 0 0,3 3 0 0 0,-5-7-499 0 0,9 16 795 0 0,-1 0 0 0 0,0 1 0 0 0,-1-1 0 0 0,-1 1 1 0 0,6 25-1 0 0,3 46-3229 0 0</inkml:trace>
  <inkml:trace contextRef="#ctx0" brushRef="#br0" timeOffset="1">84 59 9674 0 0,'-6'-14'864'0'0,"0"3"-696"0"0,4 3 2393 0 0,1 3-1137 0 0,-3-4 8 0 0,1 1-519 0 0,2 4-105 0 0,2 7-16 0 0,2 5-8 0 0,2 6-1368 0 0,1 6-280 0 0,3 3-48 0 0,3 2-17 0 0,0 0 769 0 0,2-2 160 0 0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33.6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 5985 0 0,'9'-4'5873'0'0,"-8"4"-5739"0"0,6 15 3102 0 0,0 20-312 0 0,24 198 1573 0 0,53 111-5103 0 0,-76-314-24 0 0</inkml:trace>
  <inkml:trace contextRef="#ctx0" brushRef="#br0" timeOffset="1">24 448 8754 0 0,'0'1'776'0'0,"2"-1"-616"0"0,-1 0-160 0 0,2 0 0 0 0,-1-1 680 0 0,2 0 112 0 0,3-2 17 0 0,2-2 7 0 0,4-2-400 0 0,5-2-72 0 0,2-2-24 0 0,1-2 0 0 0,2 1-1176 0 0,-2 0-232 0 0,0 0-57 0 0,0 1-7 0 0,1 0 912 0 0,0 3 240 0 0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34.0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10138 0 0,'1'6'677'0'0,"0"0"0"0"0,0 0-1 0 0,0-1 1 0 0,1 1 0 0 0,-1-1 0 0 0,1 1-1 0 0,4 5 1 0 0,-3-3 152 0 0,1 4 116 0 0,3 9 38 0 0,2 0 0 0 0,11 22 0 0 0,-18-39-925 0 0,1 0 1 0 0,-1 0-1 0 0,1 0 1 0 0,0 0-1 0 0,0 0 1 0 0,0-1-1 0 0,0 1 0 0 0,1-1 1 0 0,-1 0-1 0 0,1 0 1 0 0,0 0-1 0 0,0 0 1 0 0,0-1-1 0 0,1 0 1 0 0,-1 1-1 0 0,6 0 1 0 0,-8-2-43 0 0,1-1 0 0 0,-1 0 0 0 0,1 0 0 0 0,0 0 0 0 0,-1 0 0 0 0,1 0 0 0 0,0 0 0 0 0,-1-1 1 0 0,1 1-1 0 0,-1-1 0 0 0,1 0 0 0 0,-1 0 0 0 0,1 0 0 0 0,-1 0 0 0 0,0 0 0 0 0,0-1 0 0 0,1 1 1 0 0,2-3-1 0 0,38-38-28 0 0,-17 16 22 0 0,-20 20-46 0 0,1 0 0 0 0,1 1 0 0 0,-1-1 0 0 0,1 2 1 0 0,0-1-1 0 0,14-5 0 0 0,-21 9 37 0 0,1 1 1 0 0,0-1-1 0 0,0 1 0 0 0,0 0 1 0 0,0-1-1 0 0,-1 1 0 0 0,1 0 1 0 0,0 0-1 0 0,0 0 0 0 0,0 0 1 0 0,0 0-1 0 0,0 1 0 0 0,0-1 1 0 0,-1 0-1 0 0,1 1 0 0 0,0 0 1 0 0,0-1-1 0 0,-1 1 0 0 0,1 0 1 0 0,0 0-1 0 0,-1 0 0 0 0,1 0 1 0 0,0 0-1 0 0,-1 0 0 0 0,0 0 1 0 0,1 1-1 0 0,-1-1 0 0 0,0 1 1 0 0,0-1-1 0 0,1 1 0 0 0,-1-1 1 0 0,0 1-1 0 0,0-1 0 0 0,-1 1 1 0 0,1 0-1 0 0,0 0 0 0 0,0 3 1 0 0,5 11 83 0 0,-2 1 0 0 0,0 0 1 0 0,-1-1-1 0 0,-1 1 1 0 0,0 1-1 0 0,-1-1 0 0 0,-1 0 1 0 0,-1 0-1 0 0,-4 24 1 0 0,-1-3-24 0 0,-2-1 1 0 0,-2 1-1 0 0,-16 39 1 0 0,-6-1-1561 0 0,15-43-5990 0 0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08.1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 63 4145 0 0,'-25'14'8618'0'0,"31"-15"-8351"0"0,0 0 1 0 0,0-1-1 0 0,0 0 1 0 0,0 0-1 0 0,0-1 1 0 0,-1 1 0 0 0,1-1-1 0 0,6-5 1 0 0,17-7 255 0 0,-5 7-92 0 0,1 0 0 0 0,-1 2-1 0 0,1 1 1 0 0,1 0 0 0 0,-1 2-1 0 0,40 0 1 0 0,156 19 1469 0 0,-34-2-1483 0 0,263-25-1943 0 0,-428 10 998 0 0,13 1-3722 0 0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08.5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77 80 3225 0 0,'-27'-33'594'0'0,"26"29"-52"0"0,-1 1 0 0 0,-1-1 0 0 0,1 1 0 0 0,0 0 0 0 0,-1 0 0 0 0,0-1 0 0 0,1 2 0 0 0,-1-1 0 0 0,0 0 0 0 0,-1 1 0 0 0,1-1 0 0 0,0 1 0 0 0,-1 0 0 0 0,1 0 0 0 0,-6-1 0 0 0,69 18 7525 0 0,6 9-6279 0 0,-52-17-1797 0 0,0 0 0 0 0,0 1 1 0 0,-1 0-1 0 0,0 1 1 0 0,0 1-1 0 0,-1 0 0 0 0,17 18 1 0 0,-19-17 32 0 0,0 1-1 0 0,-2 0 1 0 0,1 0 0 0 0,-1 0 0 0 0,-1 1-1 0 0,8 20 1 0 0,-13-28-22 0 0,0 0-1 0 0,-1 0 1 0 0,1 0 0 0 0,-1 1-1 0 0,0-1 1 0 0,-1 1-1 0 0,1-1 1 0 0,-1 0 0 0 0,0 1-1 0 0,-1-1 1 0 0,1 1-1 0 0,-1-1 1 0 0,0 1 0 0 0,0-1-1 0 0,-1 0 1 0 0,0 0-1 0 0,0 0 1 0 0,0 0 0 0 0,0 0-1 0 0,-5 7 1 0 0,-24 28-1500 0 0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09.1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1 128 10594 0 0,'7'-5'329'0'0,"0"1"0"0"0,1-1 0 0 0,0 1 0 0 0,-1 1 0 0 0,2-1 1 0 0,12-3-1 0 0,4-2 583 0 0,23-7 486 0 0,0 1 0 0 0,96-16 0 0 0,104 8 2243 0 0,-232 21-4155 0 0,0 2 0 0 0,0 0 1 0 0,0 1-1 0 0,0 1 0 0 0,0 0 1 0 0,24 7-1 0 0,-18 0-6101 0 0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09.4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 1 6913 0 0,'-1'0'193'0'0,"1"0"0"0"0,-1-1 0 0 0,1 1-1 0 0,-1 0 1 0 0,1 0 0 0 0,-1 0 0 0 0,1 0-1 0 0,-9 5 3663 0 0,8-4-3662 0 0,-8 18 2633 0 0,3 24-891 0 0,4 26-831 0 0,11 90 0 0 0,-3-70-892 0 0,8 80 426 0 0,1-85-1529 0 0,8-3-4536 0 0,-14-60-599 0 0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09.8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3 213 2304 0 0,'0'-1'161'0'0,"-1"0"-1"0"0,1 0 0 0 0,0 1 0 0 0,-1-1 0 0 0,1 0 0 0 0,0 0 0 0 0,0 0 1 0 0,0 0-1 0 0,0 0 0 0 0,0 0 0 0 0,0 0 0 0 0,0 1 0 0 0,0-1 1 0 0,0 0-1 0 0,0 0 0 0 0,0 0 0 0 0,1 0 0 0 0,-1 0 0 0 0,0 1 0 0 0,1-1 1 0 0,-1 0-1 0 0,0 0 0 0 0,1 0 0 0 0,-1 1 0 0 0,1-1 0 0 0,-1 0 0 0 0,1 1 1 0 0,0-1-1 0 0,-1 0 0 0 0,1 1 0 0 0,0-1 0 0 0,-1 1 0 0 0,1-1 0 0 0,0 1 1 0 0,0-1-1 0 0,-1 1 0 0 0,1-1 0 0 0,0 1 0 0 0,0 0 0 0 0,0 0 0 0 0,0-1 1 0 0,-1 1-1 0 0,1 0 0 0 0,0 0 0 0 0,0 0 0 0 0,0 0 0 0 0,0 0 0 0 0,1 0 1 0 0,1 0 168 0 0,0 1 0 0 0,0-1 1 0 0,0 1-1 0 0,0 0 1 0 0,0 0-1 0 0,0 0 0 0 0,0 1 1 0 0,0-1-1 0 0,0 1 1 0 0,0-1-1 0 0,-1 1 0 0 0,1 0 1 0 0,2 3-1 0 0,9 10 189 0 0,-1 0 0 0 0,-1 1 0 0 0,-1 1 1 0 0,0-1-1 0 0,-1 2 0 0 0,0 0 0 0 0,-2 0 0 0 0,0 1 0 0 0,-1 0 0 0 0,-1 0 0 0 0,5 30 0 0 0,-28-115 1184 0 0,14 23-1860 0 0,1 0 0 0 0,5-51 0 0 0,-1 72-873 0 0,0 0 1 0 0,2 1-1 0 0,1-1 1 0 0,1 1-1 0 0,0 0 0 0 0,12-25 1 0 0,-6 25-857 0 0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10.2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48 330 10138 0 0,'3'0'224'0'0,"0"1"0"0"0,0-1 0 0 0,0 0 0 0 0,-1 1-1 0 0,1 0 1 0 0,0-1 0 0 0,0 1 0 0 0,-1 0 0 0 0,1 1 0 0 0,-1-1-1 0 0,1 0 1 0 0,-1 1 0 0 0,1-1 0 0 0,-1 1 0 0 0,0 0 0 0 0,0 0 0 0 0,0 0-1 0 0,0 0 1 0 0,0 0 0 0 0,0 0 0 0 0,-1 0 0 0 0,1 1 0 0 0,-1-1 0 0 0,1 1-1 0 0,-1-1 1 0 0,0 1 0 0 0,0 0 0 0 0,0-1 0 0 0,0 1 0 0 0,-1 0-1 0 0,1-1 1 0 0,0 4 0 0 0,1 12 232 0 0,0 1 0 0 0,0-1 0 0 0,-4 37 0 0 0,1-25-605 0 0,0 10-1157 0 0,1-33 168 0 0</inkml:trace>
  <inkml:trace contextRef="#ctx0" brushRef="#br0" timeOffset="1">12 26 9218 0 0,'-7'-10'816'0'0,"3"3"-656"0"0,3-2 3793 0 0,2 11-3737 0 0,2 1-24 0 0,0 5-8 0 0,-1 4-1016 0 0,4 4-192 0 0,-1 2-48 0 0,3 3-9 0 0,3 2 833 0 0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10.6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180 94 1840 0 0,'-1'-5'533'0'0,"1"0"0"0"0,-1-1 0 0 0,-1 1 0 0 0,1 0 0 0 0,-1 0 0 0 0,0 0 0 0 0,0 0 0 0 0,0 0 0 0 0,-6-8-1 0 0,7 11-123 0 0,0-1-1 0 0,-1 1 1 0 0,0 0-1 0 0,1 0 1 0 0,-1-1-1 0 0,0 1 0 0 0,0 0 1 0 0,0 0-1 0 0,0 1 1 0 0,-1-1-1 0 0,1 0 1 0 0,0 1-1 0 0,-1-1 0 0 0,1 1 1 0 0,-1 0-1 0 0,0 0 1 0 0,1 0-1 0 0,-1 0 1 0 0,-5 0-1 0 0,6 1-271 0 0,0 0-1 0 0,1 1 1 0 0,-1-1 0 0 0,0 1 0 0 0,0-1-1 0 0,1 1 1 0 0,-1 0 0 0 0,0 0 0 0 0,1 0-1 0 0,-1 0 1 0 0,1 0 0 0 0,-1 0 0 0 0,1 0-1 0 0,-1 1 1 0 0,1-1 0 0 0,0 0 0 0 0,0 1-1 0 0,0-1 1 0 0,0 1 0 0 0,0-1 0 0 0,0 1-1 0 0,-1 2 1 0 0,-17 43 219 0 0,14-34-207 0 0,3-7-127 0 0,-37 111-75 0 0,36-105-68 0 0,0 0 0 0 0,1 0 0 0 0,0 0 0 0 0,1 0-1 0 0,0 0 1 0 0,1 0 0 0 0,3 23 0 0 0,-3-33 38 0 0,1 0 0 0 0,-1 1 1 0 0,1-1-1 0 0,0 0 0 0 0,0 0 0 0 0,0 0 1 0 0,0 1-1 0 0,0-1 0 0 0,0 0 0 0 0,1 0 1 0 0,-1-1-1 0 0,0 1 0 0 0,1 0 0 0 0,0 0 1 0 0,-1-1-1 0 0,1 1 0 0 0,0-1 0 0 0,0 1 1 0 0,0-1-1 0 0,0 0 0 0 0,0 0 0 0 0,0 0 1 0 0,0 0-1 0 0,1 0 0 0 0,-1 0 0 0 0,0-1 1 0 0,0 1-1 0 0,1-1 0 0 0,-1 1 0 0 0,0-1 1 0 0,1 0-1 0 0,-1 0 0 0 0,0 0 0 0 0,1 0 1 0 0,-1-1-1 0 0,0 1 0 0 0,1 0 0 0 0,2-2 1 0 0,2 0-202 0 0,-1 1 0 0 0,1-1-1 0 0,-1-1 1 0 0,0 1 0 0 0,0-1 0 0 0,0 0 0 0 0,0-1 0 0 0,0 1 0 0 0,-1-1 0 0 0,1-1 0 0 0,-1 1 0 0 0,7-8 0 0 0,-5 2 125 0 0,0-1 0 0 0,-1-1 0 0 0,0 1 0 0 0,6-19-1 0 0,-9 21 331 0 0,0 0 0 0 0,1 0-1 0 0,0 0 1 0 0,1 1 0 0 0,-1-1-1 0 0,2 1 1 0 0,-1 1-1 0 0,1-1 1 0 0,8-7 0 0 0,-13 14-126 0 0,-1 1 0 0 0,1-1 0 0 0,-1 1 0 0 0,1-1 0 0 0,-1 1 0 0 0,1-1 0 0 0,0 1 1 0 0,-1 0-1 0 0,1 0 0 0 0,0-1 0 0 0,-1 1 0 0 0,1 0 0 0 0,0 0 0 0 0,0 0 1 0 0,-1-1-1 0 0,1 1 0 0 0,0 0 0 0 0,-1 0 0 0 0,1 0 0 0 0,0 0 0 0 0,0 1 0 0 0,-1-1 1 0 0,1 0-1 0 0,0 0 0 0 0,0 0 0 0 0,-1 0 0 0 0,2 1 0 0 0,0 0 51 0 0,-1 1-1 0 0,1-1 0 0 0,-1 0 1 0 0,0 1-1 0 0,0-1 0 0 0,1 0 0 0 0,-1 1 1 0 0,0-1-1 0 0,0 1 0 0 0,1 3 1 0 0,15 46 1564 0 0,-17-48-1518 0 0,6 22 221 0 0,-2 0 0 0 0,0 0 0 0 0,-2 1 0 0 0,-1-1 0 0 0,-2 31 0 0 0,-1-36-1479 0 0,-1-1 0 0 0,-1 0 1 0 0,0 0-1 0 0,-9 23 0 0 0,7-24-4334 0 0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11.0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146 39 3225 0 0,'0'-1'213'0'0,"1"0"1"0"0,-1-1-1 0 0,0 1 1 0 0,0 0 0 0 0,0-1-1 0 0,0 1 1 0 0,0-1-1 0 0,-1 1 1 0 0,1 0 0 0 0,0-1-1 0 0,0 1 1 0 0,-1 0-1 0 0,1-1 1 0 0,-1 1 0 0 0,0 0-1 0 0,1 0 1 0 0,-1-1-1 0 0,0 1 1 0 0,0 0 0 0 0,1 0-1 0 0,-1 0 1 0 0,0 0-1 0 0,0 0 1 0 0,0 0 0 0 0,0 0-1 0 0,-1 1 1 0 0,1-1-1 0 0,0 0 1 0 0,0 0 0 0 0,0 1-1 0 0,-1-1 1 0 0,1 1-1 0 0,0-1 1 0 0,-1 1 0 0 0,1 0-1 0 0,0-1 1 0 0,-1 1-1 0 0,1 0 1 0 0,0 0-1 0 0,-1 0 1 0 0,1 0 0 0 0,-1 0-1 0 0,1 0 1 0 0,-3 1-1 0 0,0 0 297 0 0,-1 0 0 0 0,0 1-1 0 0,0-1 1 0 0,0 1 0 0 0,1 0-1 0 0,-1 0 1 0 0,1 1 0 0 0,0 0-1 0 0,-1 0 1 0 0,1 0-1 0 0,-4 4 1 0 0,2-1-411 0 0,1 1-1 0 0,1-1 0 0 0,-1 1 1 0 0,1 0-1 0 0,0 0 1 0 0,0 0-1 0 0,1 1 1 0 0,0-1-1 0 0,1 1 1 0 0,0 0-1 0 0,0 0 1 0 0,0 0-1 0 0,1 0 1 0 0,0 0-1 0 0,1 0 1 0 0,-1 0-1 0 0,3 13 0 0 0,-2-20-172 0 0,0 0-1 0 0,0 0 0 0 0,0 0 0 0 0,1 1 0 0 0,-1-1 1 0 0,0 0-1 0 0,1 0 0 0 0,-1 0 0 0 0,1 0 0 0 0,-1 0 1 0 0,1 0-1 0 0,-1 0 0 0 0,1 0 0 0 0,0 0 0 0 0,0 0 1 0 0,-1-1-1 0 0,1 1 0 0 0,0 0 0 0 0,0 0 1 0 0,0-1-1 0 0,0 1 0 0 0,0 0 0 0 0,0-1 0 0 0,0 1 1 0 0,0-1-1 0 0,0 1 0 0 0,1-1 0 0 0,0 0-146 0 0,0 0-1 0 0,0 0 0 0 0,0 0 1 0 0,0-1-1 0 0,0 1 1 0 0,0-1-1 0 0,0 1 0 0 0,0-1 1 0 0,0 0-1 0 0,0 1 1 0 0,0-1-1 0 0,-1 0 0 0 0,1 0 1 0 0,1-2-1 0 0,7-4-373 0 0,-1-1 0 0 0,0 0 0 0 0,14-18-1 0 0,-22 24 706 0 0,0 1 0 0 0,0 0 0 0 0,0-1 0 0 0,1 1 0 0 0,-1-1 0 0 0,0 1 0 0 0,1 0 0 0 0,-1 0 0 0 0,1 0 0 0 0,-1 0 0 0 0,1 0 0 0 0,-1 0 0 0 0,1 0 0 0 0,0 1-1 0 0,-1-1 1 0 0,1 1 0 0 0,0-1 0 0 0,0 1 0 0 0,0-1 0 0 0,-1 1 0 0 0,1 0 0 0 0,0 0 0 0 0,0 0 0 0 0,3 0 0 0 0,-2 1 68 0 0,0 1 0 0 0,0-1-1 0 0,-1 0 1 0 0,1 1 0 0 0,0 0 0 0 0,-1-1 0 0 0,1 1 0 0 0,-1 0 0 0 0,1 0 0 0 0,-1 1-1 0 0,0-1 1 0 0,0 0 0 0 0,2 4 0 0 0,5 7 280 0 0,-1 1-1 0 0,0-1 1 0 0,-2 2 0 0 0,10 25-1 0 0,-11-27-431 0 0,-1 1 0 0 0,3 22 0 0 0,-7 8-3651 0 0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11.7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1 442 8290 0 0,'17'-18'1207'0'0,"0"-1"1"0"0,-1-1 0 0 0,-1-1 0 0 0,-1 0-1 0 0,17-34 1 0 0,-18 26-1085 0 0,-2 0 1 0 0,0 0-1 0 0,-2-1 1 0 0,-1-1-1 0 0,-1 1 1 0 0,-2-1-1 0 0,2-35 1 0 0,-7 65-123 0 0,0 1 1 0 0,0 0 0 0 0,0-1 0 0 0,1 1-1 0 0,-1-1 1 0 0,0 1 0 0 0,0 0 0 0 0,0-1 0 0 0,0 1-1 0 0,0 0 1 0 0,0-1 0 0 0,0 1 0 0 0,0 0 0 0 0,0-1-1 0 0,0 1 1 0 0,0-1 0 0 0,0 1 0 0 0,0 0 0 0 0,0-1-1 0 0,0 1 1 0 0,0 0 0 0 0,-1-1 0 0 0,1 1-1 0 0,0 0 1 0 0,0-1 0 0 0,0 1 0 0 0,-1 0 0 0 0,1-1-1 0 0,0 1 1 0 0,0 0 0 0 0,-1-1 0 0 0,1 1 0 0 0,0 0-1 0 0,0 0 1 0 0,-1-1 0 0 0,1 1 0 0 0,-10 12 10 0 0,-9 28-22 0 0,18-38 14 0 0,-4 9-45 0 0,0 1 1 0 0,1-1-1 0 0,1 1 1 0 0,0 0-1 0 0,0 0 1 0 0,1 0-1 0 0,0 21 1 0 0,2-27 19 0 0,0 0-1 0 0,1 1 1 0 0,0-1 0 0 0,0 0 0 0 0,1 0 0 0 0,0 0 0 0 0,0 0 0 0 0,0 0 0 0 0,0-1-1 0 0,1 1 1 0 0,0-1 0 0 0,1 0 0 0 0,-1 1 0 0 0,1-1 0 0 0,0-1 0 0 0,0 1 0 0 0,5 4-1 0 0,-4-4-11 0 0,0 0 0 0 0,1-1 0 0 0,-1 1 0 0 0,1-1-1 0 0,0 0 1 0 0,0-1 0 0 0,1 0 0 0 0,-1 0-1 0 0,12 4 1 0 0,-15-6-65 0 0,-1-1 0 0 0,1 0-1 0 0,-1 0 1 0 0,1 0 0 0 0,-1 0 0 0 0,1 0 0 0 0,0 0-1 0 0,-1 0 1 0 0,1-1 0 0 0,-1 0 0 0 0,1 1-1 0 0,-1-1 1 0 0,0 0 0 0 0,1 0 0 0 0,-1 0-1 0 0,0 0 1 0 0,1-1 0 0 0,-1 1 0 0 0,0-1-1 0 0,0 1 1 0 0,0-1 0 0 0,0 0 0 0 0,-1 0-1 0 0,1 0 1 0 0,0 0 0 0 0,-1 0 0 0 0,1 0 0 0 0,-1 0-1 0 0,2-4 1 0 0,21-51-1375 0 0,-19 41 1867 0 0,1 1 0 0 0,1-1-1 0 0,10-16 1 0 0,-15 29-288 0 0,0 0 0 0 0,0 0 0 0 0,0 0 0 0 0,0 1 0 0 0,0-1 0 0 0,1 1 0 0 0,-1-1 0 0 0,1 1 0 0 0,0 0 0 0 0,0 0 0 0 0,-1 0 0 0 0,1 0 0 0 0,0 1 0 0 0,1-1-1 0 0,-1 1 1 0 0,0 0 0 0 0,0 0 0 0 0,1 0 0 0 0,-1 0 0 0 0,5 0 0 0 0,-5 1-11 0 0,1 1 0 0 0,-1 0 0 0 0,0 0-1 0 0,1 0 1 0 0,-1 0 0 0 0,0 0 0 0 0,0 1 0 0 0,0-1-1 0 0,0 1 1 0 0,0 0 0 0 0,0 0 0 0 0,0 0 0 0 0,-1 0-1 0 0,1 0 1 0 0,-1 1 0 0 0,0-1 0 0 0,1 1 0 0 0,-1-1-1 0 0,0 1 1 0 0,-1 0 0 0 0,1 0 0 0 0,0 0 0 0 0,2 6-1 0 0,-1-2 92 0 0,0 0 0 0 0,0 1-1 0 0,0-1 1 0 0,-1 1 0 0 0,0 0-1 0 0,0 0 1 0 0,-1-1-1 0 0,0 1 1 0 0,0 11 0 0 0,-1-19-131 0 0,0 1 1 0 0,1-1-1 0 0,-1 1 0 0 0,0 0 1 0 0,0-1-1 0 0,0 1 1 0 0,0-1-1 0 0,0 1 0 0 0,-1-1 1 0 0,1 1-1 0 0,0-1 1 0 0,0 1-1 0 0,0-1 0 0 0,0 1 1 0 0,-1-1-1 0 0,1 1 1 0 0,0-1-1 0 0,0 1 0 0 0,-1-1 1 0 0,1 0-1 0 0,0 1 1 0 0,-1-1-1 0 0,1 1 0 0 0,0-1 1 0 0,-1 0-1 0 0,1 1 1 0 0,-1-1-1 0 0,1 0 1 0 0,-1 0-1 0 0,1 1 0 0 0,0-1 1 0 0,-1 0-1 0 0,1 0 1 0 0,-1 1-1 0 0,1-1 0 0 0,-1 0 1 0 0,0 0-1 0 0,1 0 1 0 0,-1 0-1 0 0,1 0 0 0 0,-1 0 1 0 0,1 0-1 0 0,-1 0 1 0 0,1 0-1 0 0,-1 0 0 0 0,-1-1 14 0 0,1 1 0 0 0,0-1 0 0 0,0 0 0 0 0,0 1 0 0 0,0-1 0 0 0,0 0 0 0 0,0 0 0 0 0,0 1 0 0 0,0-1 0 0 0,0 0 0 0 0,0 0 0 0 0,0 0 0 0 0,0 0 0 0 0,1 0 0 0 0,-1-1 0 0 0,1 1 0 0 0,-2-2 0 0 0,0-5 30 0 0,0 0 1 0 0,0 1-1 0 0,1-1 0 0 0,0-1 1 0 0,1 1-1 0 0,-1 0 1 0 0,2 0-1 0 0,-1 0 0 0 0,3-12 1 0 0,8-28-1196 0 0,3 5-4718 0 0,0 9-1465 0 0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34.5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14283 0 0,'4'19'4126'0'0,"14"53"-2815"0"0,11 45-920 0 0,8 39-5127 0 0,-31-125 2468 0 0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35.0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362 17 6913 0 0,'-2'-2'246'0'0,"0"1"-1"0"0,0-1 0 0 0,0 1 0 0 0,0-1 0 0 0,0 1 0 0 0,0 0 0 0 0,-1 0 0 0 0,1 0 0 0 0,0 0 0 0 0,-1 0 0 0 0,1 1 0 0 0,-1-1 0 0 0,1 1 0 0 0,-1-1 0 0 0,1 1 0 0 0,0 0 0 0 0,-1 0 0 0 0,1 0 0 0 0,-1 0 0 0 0,1 1 0 0 0,-1-1 0 0 0,1 1 0 0 0,-1-1 0 0 0,1 1 1 0 0,0 0-1 0 0,-3 1 0 0 0,-5 1 168 0 0,1 1 0 0 0,0 0 1 0 0,0 1-1 0 0,0 0 1 0 0,-11 9-1 0 0,3 0-110 0 0,1 1 0 0 0,0 1 0 0 0,1 0 0 0 0,1 1 0 0 0,1 1 0 0 0,-15 23 0 0 0,9-8-240 0 0,2 0 0 0 0,-25 68 0 0 0,33-73-245 0 0,2 1 0 0 0,1 0 1 0 0,1 1-1 0 0,2-1 0 0 0,1 1 0 0 0,1 0 1 0 0,6 54-1 0 0,3-23-688 0 0,2-1 1 0 0,33 105 0 0 0,-33-133 22 0 0,1 1 0 0 0,2-2 0 0 0,1 0 0 0 0,2 0 0 0 0,26 40 0 0 0,-34-60 529 0 0,1 0 1 0 0,0-1 0 0 0,1 0 0 0 0,0 0 0 0 0,0-1-1 0 0,1 0 1 0 0,0-1 0 0 0,1 0 0 0 0,-1-1 0 0 0,1 0 0 0 0,1-1-1 0 0,0 0 1 0 0,-1-1 0 0 0,2-1 0 0 0,-1 0 0 0 0,16 3-1 0 0,-16-5 274 0 0,-1 0-1 0 0,1-1 0 0 0,0-1 0 0 0,0 0 0 0 0,-1 0 0 0 0,1-1 1 0 0,0-1-1 0 0,-1 0 0 0 0,1-1 0 0 0,-1 0 0 0 0,0-1 0 0 0,0-1 0 0 0,16-7 1 0 0,-16 5 454 0 0,-1 0 1 0 0,0-1 0 0 0,-1 0-1 0 0,0-1 1 0 0,0 0-1 0 0,0 0 1 0 0,-1-1 0 0 0,-1-1-1 0 0,0 1 1 0 0,0-1 0 0 0,-1-1-1 0 0,10-20 1 0 0,-6 5 671 0 0,-1 0 0 0 0,-2-1-1 0 0,0 0 1 0 0,-2 0 0 0 0,-1 0 0 0 0,-1-1 0 0 0,-1-52 0 0 0,-4 9 994 0 0,-23-139 0 0 0,-18 15-905 0 0,34 170-1066 0 0,-1 0 0 0 0,-1 0 0 0 0,-2 0-1 0 0,0 2 1 0 0,-19-28 0 0 0,27 46-96 0 0,0 0 0 0 0,-1 0 0 0 0,0 1 0 0 0,0-1 0 0 0,0 1 0 0 0,-1 1 1 0 0,0-1-1 0 0,0 1 0 0 0,0 0 0 0 0,0 0 0 0 0,-1 1 0 0 0,1 0 0 0 0,-1 0 0 0 0,0 0 0 0 0,0 1 0 0 0,0 0 0 0 0,-13-2 1 0 0,11 4-80 0 0,0-1 0 0 0,0 1 0 0 0,0 1 1 0 0,0 0-1 0 0,0 0 0 0 0,0 1 1 0 0,0 0-1 0 0,0 0 0 0 0,0 1 1 0 0,1 0-1 0 0,-1 1 0 0 0,1 0 0 0 0,-15 9 1 0 0,-14 14-1841 0 0,-1 7-5482 0 0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35.5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19 7370 0 0,'1'-2'145'0'0,"0"1"1"0"0,-1 0-1 0 0,1 0 1 0 0,0-1 0 0 0,0 1-1 0 0,1 0 1 0 0,-1 0 0 0 0,0 0-1 0 0,0 0 1 0 0,0 0-1 0 0,1 1 1 0 0,-1-1 0 0 0,0 0-1 0 0,1 0 1 0 0,-1 1 0 0 0,0-1-1 0 0,1 1 1 0 0,-1-1-1 0 0,1 1 1 0 0,-1 0 0 0 0,1 0-1 0 0,-1 0 1 0 0,1-1-1 0 0,0 1 1 0 0,-1 1 0 0 0,2-1-1 0 0,2 0 23 0 0,-1 0 0 0 0,0 1-1 0 0,1-1 1 0 0,-1 1 0 0 0,0 0 0 0 0,1 0-1 0 0,-1 0 1 0 0,5 3 0 0 0,-4-1-118 0 0,-1 1-1 0 0,1 0 1 0 0,-1 0 0 0 0,1 0 0 0 0,-1 0-1 0 0,0 1 1 0 0,-1 0 0 0 0,1 0 0 0 0,-1 0 0 0 0,0 0-1 0 0,0 0 1 0 0,0 1 0 0 0,-1-1 0 0 0,0 1-1 0 0,0-1 1 0 0,0 1 0 0 0,-1 0 0 0 0,0 0 0 0 0,0 0-1 0 0,0 6 1 0 0,1 14-114 0 0,-2 0 1 0 0,0-1-1 0 0,-6 33 1 0 0,0-16 201 0 0,3-29 88 0 0,1 1 0 0 0,0-1 0 0 0,1 1 0 0 0,1 19 0 0 0,0-33-150 0 0,1 0 1 0 0,-1 1-1 0 0,1-1 1 0 0,-1 1-1 0 0,0-1 0 0 0,1 0 1 0 0,-1 1-1 0 0,1-1 1 0 0,-1 0-1 0 0,1 1 0 0 0,-1-1 1 0 0,1 0-1 0 0,-1 0 1 0 0,1 1-1 0 0,-1-1 1 0 0,1 0-1 0 0,-1 0 0 0 0,1 0 1 0 0,-1 0-1 0 0,1 0 1 0 0,-1 0-1 0 0,1 0 0 0 0,-1 0 1 0 0,1 0-1 0 0,0 0 1 0 0,-1 0-1 0 0,1 0 1 0 0,-1 0-1 0 0,1 0 0 0 0,-1-1 1 0 0,1 1-1 0 0,-1 0 1 0 0,1 0-1 0 0,0-1 1 0 0,27-9 734 0 0,-21 8-568 0 0,10-4-142 0 0,0 1 0 0 0,0 0 1 0 0,1 1-1 0 0,0 2 0 0 0,31-2 1 0 0,-25 4-1152 0 0,0 2-1 0 0,0 0 1 0 0,42 11 0 0 0,-39-7 668 0 0,-3-2 273 0 0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35.8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617 207 10138 0 0,'-26'-30'1410'0'0,"0"2"-1"0"0,-3 0 1 0 0,-58-45 0 0 0,78 67-1205 0 0,0 0 1 0 0,-1 1-1 0 0,1 0 1 0 0,-1 0-1 0 0,0 1 1 0 0,-1 0-1 0 0,1 1 1 0 0,0 0-1 0 0,-1 1 1 0 0,0 0-1 0 0,0 1 1 0 0,1 0-1 0 0,-1 0 1 0 0,0 1-1 0 0,0 1 1 0 0,0 0-1 0 0,0 0 1 0 0,1 1-1 0 0,-12 3 1 0 0,12-1-125 0 0,0 0 0 0 0,0 0-1 0 0,0 1 1 0 0,0 0 0 0 0,1 0 0 0 0,0 1 0 0 0,0 0 0 0 0,0 1 0 0 0,1 0-1 0 0,0 1 1 0 0,-11 12 0 0 0,9-7-56 0 0,0 1-1 0 0,1 1 1 0 0,0-1 0 0 0,1 2 0 0 0,1-1-1 0 0,-9 29 1 0 0,4-1-44 0 0,3 0 0 0 0,1 1 0 0 0,2 0 0 0 0,1 80 0 0 0,6-38-363 0 0,4 0 0 0 0,4-1-1 0 0,4 0 1 0 0,28 98 0 0 0,-35-158-327 0 0,2-1 0 0 0,0 0 0 0 0,2-1 1 0 0,1 0-1 0 0,23 37 0 0 0,-27-51 288 0 0,0 1 1 0 0,0-2 0 0 0,1 1-1 0 0,0-1 1 0 0,0 0 0 0 0,1 0-1 0 0,0-1 1 0 0,0-1 0 0 0,1 1-1 0 0,0-2 1 0 0,0 1 0 0 0,0-1-1 0 0,1-1 1 0 0,20 7 0 0 0,-19-8 66 0 0,1-1 0 0 0,-1 1 1 0 0,1-2-1 0 0,0 0 0 0 0,-1-1 1 0 0,1 0-1 0 0,0 0 0 0 0,0-2 1 0 0,19-3-1 0 0,-24 2 483 0 0,1 0 1 0 0,-1 0 0 0 0,1-1-1 0 0,-1 0 1 0 0,0 0 0 0 0,-1-1-1 0 0,1 0 1 0 0,-1 0 0 0 0,0-1-1 0 0,0 0 1 0 0,-1 0 0 0 0,1 0-1 0 0,-1-1 1 0 0,6-9-1 0 0,13-21 1645 0 0,-2-1 0 0 0,-1-1 0 0 0,-2-1 0 0 0,16-44 0 0 0,-17 28-146 0 0,-2-1 0 0 0,16-94 0 0 0,-22 62-1208 0 0,-4 1-1 0 0,-3-1 1 0 0,-4 0-1 0 0,-14-99 1 0 0,12 175-414 0 0,0-1-1 0 0,0 1 1 0 0,-2-1 0 0 0,1 1 0 0 0,-2 0 0 0 0,0 1-1 0 0,0-1 1 0 0,-8-12 0 0 0,10 21-31 0 0,1 0 0 0 0,-1 0 0 0 0,0 0 0 0 0,-1 0 1 0 0,1 0-1 0 0,-1 1 0 0 0,1-1 0 0 0,-1 1 0 0 0,0 0 0 0 0,-1 0 0 0 0,1 0 0 0 0,0 1 1 0 0,-1 0-1 0 0,1 0 0 0 0,-1 0 0 0 0,0 0 0 0 0,0 1 0 0 0,1-1 0 0 0,-1 1 0 0 0,0 1 0 0 0,0-1 1 0 0,0 1-1 0 0,0-1 0 0 0,0 1 0 0 0,-6 1 0 0 0,-16 6-1723 0 0,-1 4-5599 0 0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47.6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91 94 8754 0 0,'-2'-8'730'0'0,"1"1"-112"0"0,-1-1 1 0 0,0 1-1 0 0,0 0 0 0 0,0 0 0 0 0,-1 0 1 0 0,0 0-1 0 0,0 0 0 0 0,-1 0 0 0 0,0 1 1 0 0,-6-7-1 0 0,10 13-560 0 0,0-1 0 0 0,0 1 0 0 0,-1 0 0 0 0,1 0 1 0 0,0-1-1 0 0,0 1 0 0 0,-1 0 0 0 0,1 0 0 0 0,0 0 0 0 0,-1 0 1 0 0,1-1-1 0 0,0 1 0 0 0,-1 0 0 0 0,1 0 0 0 0,0 0 0 0 0,-1 0 0 0 0,1 0 1 0 0,0 0-1 0 0,-1 0 0 0 0,1 0 0 0 0,0 0 0 0 0,-1 0 0 0 0,1 0 1 0 0,0 0-1 0 0,-1 0 0 0 0,1 0 0 0 0,0 0 0 0 0,-1 1 0 0 0,1-1 1 0 0,0 0-1 0 0,-1 0 0 0 0,1 0 0 0 0,0 0 0 0 0,0 1 0 0 0,-1-1 0 0 0,1 0 1 0 0,0 0-1 0 0,-1 1 0 0 0,-6 16 1051 0 0,2 21-89 0 0,-6 346 158 0 0,4-83-577 0 0,3-226-847 0 0,0-40-175 0 0,2 0 0 0 0,2 1 0 0 0,1-1 0 0 0,9 58 0 0 0,-10-92 351 0 0,0-1 1 0 0,-1 0 0 0 0,1 0 0 0 0,0 0-1 0 0,0 1 1 0 0,0-1 0 0 0,0 0 0 0 0,0 0-1 0 0,0 0 1 0 0,0 1 0 0 0,0-1 0 0 0,0 0-1 0 0,0 0 1 0 0,0 0 0 0 0,0 1 0 0 0,1-1-1 0 0,-1 0 1 0 0,0 0 0 0 0,0 0 0 0 0,0 0 0 0 0,0 1-1 0 0,0-1 1 0 0,0 0 0 0 0,0 0 0 0 0,2 2-762 0 0,-2-2 761 0 0,1 0 1 0 0,-1 0 0 0 0,0 0 0 0 0,0 0-1 0 0,0 0 1 0 0,1 0 0 0 0,-1 0 0 0 0,0 0-1 0 0,0 0 1 0 0,0 0 0 0 0,1 0 0 0 0,-1 0-1 0 0,0 0 1 0 0,0 0 0 0 0,0 0 0 0 0,1 0-1 0 0,-1 0 1 0 0,0-1 0 0 0,0 1 0 0 0,0 0-1 0 0,0 0 1 0 0,1 0 0 0 0,-1 0 0 0 0,1-1-208 0 0,4-13-2668 0 0,-5-3 2260 0 0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48.4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37 106 5529 0 0,'-1'1'232'0'0,"0"-1"-1"0"0,0 1 1 0 0,0-1-1 0 0,0 1 0 0 0,0-1 1 0 0,0 1-1 0 0,0-1 1 0 0,0 0-1 0 0,0 0 1 0 0,-1 0-1 0 0,1 1 1 0 0,0-1-1 0 0,0 0 1 0 0,0-1-1 0 0,0 1 0 0 0,-1 0 1 0 0,1 0-1 0 0,0 0 1 0 0,0-1-1 0 0,0 1 1 0 0,0 0-1 0 0,0-1 1 0 0,0 1-1 0 0,0-1 1 0 0,0 1-1 0 0,0-1 0 0 0,0 0 1 0 0,-2 0-1 0 0,3 0-98 0 0,-1 0 0 0 0,1 0 0 0 0,-1 0-1 0 0,1 0 1 0 0,0 0 0 0 0,-1 0 0 0 0,1 0-1 0 0,0 0 1 0 0,-1 0 0 0 0,1 0-1 0 0,0 0 1 0 0,0 0 0 0 0,0 0 0 0 0,0 0-1 0 0,0 0 1 0 0,0 0 0 0 0,0 0 0 0 0,0 0-1 0 0,1 0 1 0 0,-1 0 0 0 0,0 0 0 0 0,1 0-1 0 0,-1 0 1 0 0,0 0 0 0 0,1 0-1 0 0,-1 0 1 0 0,1 1 0 0 0,0-1 0 0 0,-1 0-1 0 0,1 0 1 0 0,1-1 0 0 0,2-3 73 0 0,1 1 1 0 0,-1-1 0 0 0,1 1-1 0 0,0 0 1 0 0,1 0-1 0 0,-1 1 1 0 0,1-1 0 0 0,-1 1-1 0 0,1 0 1 0 0,0 1-1 0 0,0 0 1 0 0,0 0 0 0 0,1 0-1 0 0,-1 0 1 0 0,0 1-1 0 0,1 0 1 0 0,-1 1-1 0 0,1-1 1 0 0,-1 1 0 0 0,1 0-1 0 0,6 2 1 0 0,-6 6-68 0 0,-7-8-124 0 0,0 1-1 0 0,0-1 1 0 0,0 1 0 0 0,1-1 0 0 0,-1 0-1 0 0,0 1 1 0 0,0-1 0 0 0,1 1 0 0 0,-1-1-1 0 0,0 1 1 0 0,0-1 0 0 0,1 0-1 0 0,-1 1 1 0 0,1-1 0 0 0,-1 0 0 0 0,0 1-1 0 0,1-1 1 0 0,-1 0 0 0 0,1 1 0 0 0,-1-1-1 0 0,0 0 1 0 0,1 0 0 0 0,-1 0 0 0 0,1 1-1 0 0,-1-1 1 0 0,1 0 0 0 0,-1 0-1 0 0,1 0 1 0 0,-1 0 0 0 0,1 0 0 0 0,-1 0-1 0 0,1 0 1 0 0,-1 0 0 0 0,1 0 0 0 0,-1 0-1 0 0,2-1 1 0 0,39-10 175 0 0,1 2-1 0 0,0 2 1 0 0,51-3 0 0 0,-87 10-180 0 0,0 0 0 0 0,0 1 1 0 0,1 0-1 0 0,-1 0 0 0 0,0 1 0 0 0,0 0 1 0 0,0 0-1 0 0,-1 0 0 0 0,1 0 1 0 0,0 1-1 0 0,-1 0 0 0 0,0 1 0 0 0,1-1 1 0 0,-1 1-1 0 0,-1 0 0 0 0,1 0 0 0 0,0 0 1 0 0,-1 1-1 0 0,0-1 0 0 0,0 1 1 0 0,-1 0-1 0 0,1 1 0 0 0,-1-1 0 0 0,4 10 1 0 0,-2-6-61 0 0,0 1 1 0 0,-1 0 0 0 0,0 0 0 0 0,-1 0 0 0 0,0 1-1 0 0,-1-1 1 0 0,0 1 0 0 0,-1 0 0 0 0,0-1 0 0 0,-1 1-1 0 0,0 0 1 0 0,0-1 0 0 0,-4 20 0 0 0,-1-13 1 0 0,-1-1-1 0 0,0 1 1 0 0,-2-1 0 0 0,1-1 0 0 0,-2 0 0 0 0,-18 25 0 0 0,19-29 24 0 0,0-1 0 0 0,-1 1 1 0 0,-1-1-1 0 0,1-1 0 0 0,-2 0 1 0 0,1-1-1 0 0,-1 0 1 0 0,-1 0-1 0 0,-13 7 0 0 0,8-10-117 0 0,0-1 1 0 0,0 0-1 0 0,-1-1 0 0 0,1 0 0 0 0,-1-2 1 0 0,1 0-1 0 0,-34-3 0 0 0,8 1-1433 0 0,-19-4-2711 0 0,48 5 3242 0 0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48.9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31 11522 0 0,'1'-9'73'0'0,"3"-13"6654"0"0,-2 33-4817 0 0,1 49-1052 0 0,-7 101 1 0 0,-1-81-843 0 0,-1 84-423 0 0,23 263 0 0 0,-8-379-2705 0 0,-5-29-3533 0 0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49.2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30 4145 0 0,'-1'-1'307'0'0,"0"0"0"0"0,0 0 0 0 0,0 0 1 0 0,0 0-1 0 0,1 0 0 0 0,-1 0 0 0 0,0 0 0 0 0,1 0 0 0 0,-1 0 0 0 0,1 0 1 0 0,-1-1-1 0 0,1 1 0 0 0,0 0 0 0 0,-1 0 0 0 0,1 0 0 0 0,0-1 1 0 0,0 1-1 0 0,0-2 0 0 0,0 3-245 0 0,0-1 1 0 0,1 1 0 0 0,-1 0-1 0 0,0-1 1 0 0,1 1 0 0 0,-1-1-1 0 0,0 1 1 0 0,1 0-1 0 0,-1-1 1 0 0,1 1 0 0 0,-1 0-1 0 0,1-1 1 0 0,-1 1 0 0 0,1 0-1 0 0,-1 0 1 0 0,1-1-1 0 0,-1 1 1 0 0,1 0 0 0 0,-1 0-1 0 0,1 0 1 0 0,-1 0-1 0 0,1 0 1 0 0,-1 0 0 0 0,1 0-1 0 0,0 0 1 0 0,-1 0 0 0 0,1 0-1 0 0,-1 0 1 0 0,1 0-1 0 0,-1 0 1 0 0,1 0 0 0 0,-1 0-1 0 0,1 1 1 0 0,-1-1 0 0 0,1 0-1 0 0,-1 0 1 0 0,1 1-1 0 0,-1-1 1 0 0,1 0 0 0 0,-1 1-1 0 0,0-1 1 0 0,1 0-1 0 0,0 1 1 0 0,35 19 370 0 0,-1 2 1 0 0,0 1-1 0 0,-2 2 0 0 0,-1 1 0 0 0,-1 2 1 0 0,-1 1-1 0 0,37 46 0 0 0,-54-59-405 0 0,-1 0 0 0 0,0 1 0 0 0,-1 0 0 0 0,0 1 0 0 0,-2 0 0 0 0,0 1 0 0 0,7 22 0 0 0,-13-31 1 0 0,0 0 0 0 0,-2 1 0 0 0,1-1 0 0 0,-1 1-1 0 0,0-1 1 0 0,-1 1 0 0 0,-1-1 0 0 0,1 1 0 0 0,-2-1 0 0 0,1 0 0 0 0,-1 1 0 0 0,-1-1 0 0 0,0 0 0 0 0,-1 0 0 0 0,-8 17 0 0 0,6-15 47 0 0,0 0-1 0 0,-1 0 1 0 0,-1-1-1 0 0,0 0 1 0 0,-1 0-1 0 0,0-1 1 0 0,0 0-1 0 0,-1 0 1 0 0,0-1-1 0 0,-20 12 1 0 0,22-16-689 0 0,-1 0 1 0 0,1-1-1 0 0,-1 0 1 0 0,-1-1-1 0 0,-15 5 0 0 0,10-6-4597 0 0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49.8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164 15 9674 0 0,'-2'-2'293'0'0,"0"1"0"0"0,0-1 0 0 0,0 1 0 0 0,0 0 1 0 0,0 0-1 0 0,0 0 0 0 0,0 0 0 0 0,0 0 0 0 0,0 0 0 0 0,-1 1 0 0 0,1-1 0 0 0,0 1 0 0 0,-1-1 0 0 0,1 1 1 0 0,0 0-1 0 0,-1 0 0 0 0,1 0 0 0 0,0 0 0 0 0,-1 0 0 0 0,1 1 0 0 0,0-1 0 0 0,0 1 0 0 0,-1-1 0 0 0,1 1 1 0 0,0 0-1 0 0,0 0 0 0 0,-3 2 0 0 0,-1-1-71 0 0,1 1 1 0 0,0 1-1 0 0,0-1 1 0 0,0 1-1 0 0,0 0 1 0 0,1 0-1 0 0,-1 0 1 0 0,1 1-1 0 0,-5 6 1 0 0,2 1-126 0 0,0 0 0 0 0,2 0 0 0 0,-1 1 0 0 0,2-1 0 0 0,-1 1 0 0 0,2 0 1 0 0,0 1-1 0 0,0-1 0 0 0,2 0 0 0 0,-1 1 0 0 0,2-1 0 0 0,1 26 0 0 0,-1-30-99 0 0,1 0 0 0 0,0 0 0 0 0,1 0-1 0 0,0 0 1 0 0,0 0 0 0 0,1 0 0 0 0,0 0-1 0 0,1-1 1 0 0,-1 0 0 0 0,2 0 0 0 0,-1 0-1 0 0,1 0 1 0 0,0 0 0 0 0,1-1 0 0 0,0 0-1 0 0,0 0 1 0 0,1-1 0 0 0,-1 0 0 0 0,15 10-1 0 0,-18-14-37 0 0,0 0 0 0 0,0-1 0 0 0,0 1-1 0 0,1-1 1 0 0,-1 0 0 0 0,1 0 0 0 0,-1 0 0 0 0,1 0-1 0 0,-1 0 1 0 0,1-1 0 0 0,0 0 0 0 0,-1 0 0 0 0,1 0-1 0 0,0 0 1 0 0,-1 0 0 0 0,1-1 0 0 0,-1 0 0 0 0,5 0 0 0 0,-2-2-287 0 0,-1 1 1 0 0,1-1 0 0 0,0 0-1 0 0,-1 0 1 0 0,0-1 0 0 0,0 0 0 0 0,0 0-1 0 0,0 0 1 0 0,7-8 0 0 0,4-8-1917 0 0,-1-1 1 0 0,0-1 0 0 0,22-46 0 0 0,-36 65 2013 0 0,36-80-2089 0 0,-28 59 3074 0 0,0 1 1 0 0,2 1-1 0 0,1 0 1 0 0,21-31-1 0 0,-32 52-477 0 0,0-1 0 0 0,0 1-1 0 0,0-1 1 0 0,1 1 0 0 0,-1 0-1 0 0,0 0 1 0 0,1-1 0 0 0,-1 1-1 0 0,1 0 1 0 0,-1 0 0 0 0,1 1-1 0 0,-1-1 1 0 0,1 0 0 0 0,3-1 0 0 0,-4 2-87 0 0,-1 0 1 0 0,1 0 0 0 0,0 0-1 0 0,0 1 1 0 0,0-1 0 0 0,0 0-1 0 0,-1 0 1 0 0,1 0 0 0 0,0 1-1 0 0,0-1 1 0 0,0 0 0 0 0,-1 1-1 0 0,1-1 1 0 0,0 0 0 0 0,-1 1-1 0 0,1-1 1 0 0,0 1 0 0 0,-1-1-1 0 0,1 1 1 0 0,0 0 0 0 0,-1-1 0 0 0,1 2-1 0 0,3 4 351 0 0,-1 0 0 0 0,1 0 0 0 0,-2 0 0 0 0,1 1 0 0 0,3 13 0 0 0,-6-20-549 0 0,28 120 1028 0 0,-24-90-1484 0 0,2-1 1 0 0,2 1-1 0 0,0-1 0 0 0,2-1 1 0 0,16 32-1 0 0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50.2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0 14283 0 0,'-4'3'1400'0'0,"4"-2"-1248"0"0,0 1-152 0 0,1-2 0 0 0,2 1 0 0 0,-1 1 192 0 0,4 1 0 0 0,4 4 9 0 0,3 2-1 0 0,3 2-457 0 0,1 4-87 0 0,1-1-16 0 0,3 2-8 0 0,0 2 272 0 0,1-2 96 0 0,-3-1 0 0 0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50.6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0 136 10594 0 0,'1'-5'298'0'0,"0"0"0"0"0,0 1 0 0 0,0-1-1 0 0,1 0 1 0 0,-1 1 0 0 0,1-1 0 0 0,0 1-1 0 0,1 0 1 0 0,-1 0 0 0 0,1-1 0 0 0,0 1-1 0 0,0 1 1 0 0,5-6 0 0 0,-7 8-184 0 0,1-1 0 0 0,-1 1 0 0 0,1 0 0 0 0,0 0 0 0 0,0 0 0 0 0,-1 0 1 0 0,1 1-1 0 0,0-1 0 0 0,0 0 0 0 0,0 1 0 0 0,0-1 0 0 0,0 1 0 0 0,0 0 0 0 0,0 0 0 0 0,0-1 0 0 0,0 1 0 0 0,0 1 1 0 0,0-1-1 0 0,0 0 0 0 0,0 0 0 0 0,0 1 0 0 0,0-1 0 0 0,0 1 0 0 0,0 0 0 0 0,0-1 0 0 0,0 1 0 0 0,-1 0 0 0 0,1 0 0 0 0,0 0 1 0 0,-1 0-1 0 0,1 1 0 0 0,0-1 0 0 0,-1 0 0 0 0,2 3 0 0 0,7 6 578 0 0,0 0-1 0 0,14 21 1 0 0,-19-23-408 0 0,1 0 0 0 0,1 0 1 0 0,0 0-1 0 0,0-1 0 0 0,0 0 1 0 0,14 10-1 0 0,-25-66-106 0 0,2 29-165 0 0,0 6-248 0 0,2-1 1 0 0,0 1 0 0 0,0 0 0 0 0,5-25 0 0 0,0 15-811 0 0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51.0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97 73 5985 0 0,'-4'-9'-66'0'0,"-14"-33"3236"0"0,18 40-2898 0 0,-1 1 0 0 0,0-1 0 0 0,0 1-1 0 0,0 0 1 0 0,0 0 0 0 0,0-1 0 0 0,0 1 0 0 0,0 0-1 0 0,0 0 1 0 0,-1 0 0 0 0,1 0 0 0 0,0 0 0 0 0,-1 1 0 0 0,1-1-1 0 0,0 0 1 0 0,-1 0 0 0 0,1 1 0 0 0,-1-1 0 0 0,1 1-1 0 0,-1 0 1 0 0,0-1 0 0 0,1 1 0 0 0,-4 0 0 0 0,4 0-101 0 0,-1 1 1 0 0,1-1 0 0 0,-1 1-1 0 0,1-1 1 0 0,0 1-1 0 0,-1 0 1 0 0,1 0 0 0 0,0 0-1 0 0,0 0 1 0 0,-1-1 0 0 0,1 2-1 0 0,0-1 1 0 0,0 0 0 0 0,0 0-1 0 0,0 0 1 0 0,0 0-1 0 0,1 1 1 0 0,-1-1 0 0 0,0 0-1 0 0,1 1 1 0 0,-1-1 0 0 0,0 0-1 0 0,1 1 1 0 0,0-1-1 0 0,-1 3 1 0 0,-7 41 572 0 0,7-38-456 0 0,-2 19-261 0 0,0 0 0 0 0,2 1 0 0 0,4 44 0 0 0,-2-63-42 0 0,0-1 0 0 0,0 1 0 0 0,1 0-1 0 0,0-1 1 0 0,0 0 0 0 0,0 1 0 0 0,1-1 0 0 0,0 0 0 0 0,1 0-1 0 0,-1-1 1 0 0,2 1 0 0 0,-1-1 0 0 0,0 1 0 0 0,1-1-1 0 0,0-1 1 0 0,1 1 0 0 0,7 6 0 0 0,-11-11-34 0 0,-1 0 1 0 0,1 0-1 0 0,-1 0 1 0 0,1 0 0 0 0,-1-1-1 0 0,1 1 1 0 0,0 0-1 0 0,0-1 1 0 0,-1 1-1 0 0,1-1 1 0 0,0 0-1 0 0,0 1 1 0 0,-1-1 0 0 0,1 0-1 0 0,0 0 1 0 0,0 0-1 0 0,0 0 1 0 0,-1-1-1 0 0,1 1 1 0 0,0 0-1 0 0,0-1 1 0 0,-1 1 0 0 0,3-2-1 0 0,0 0-105 0 0,-1 0 0 0 0,0 0-1 0 0,0-1 1 0 0,1 1 0 0 0,-2-1 0 0 0,1 0 0 0 0,0 0-1 0 0,-1 0 1 0 0,1 0 0 0 0,2-4 0 0 0,3-8-284 0 0,-1 1 0 0 0,0-1 1 0 0,-1 0-1 0 0,5-18 0 0 0,-2-4 242 0 0,-8 27 433 0 0,1 1 0 0 0,1 0 0 0 0,-1 0 0 0 0,1 0 0 0 0,1 0 0 0 0,5-12 0 0 0,-9 21-187 0 0,0 0 0 0 0,1 0 0 0 0,-1 0 0 0 0,0-1 0 0 0,0 1 0 0 0,0 0 0 0 0,0 0 0 0 0,1 0 0 0 0,-1 0 0 0 0,0 0 0 0 0,0-1 0 0 0,0 1 0 0 0,1 0 0 0 0,-1 0 0 0 0,0 0 0 0 0,0 0 0 0 0,1 0 1 0 0,-1 0-1 0 0,0 0 0 0 0,0 0 0 0 0,0 0 0 0 0,1 0 0 0 0,-1 0 0 0 0,0 0 0 0 0,0 0 0 0 0,1 0 0 0 0,-1 0 0 0 0,0 0 0 0 0,0 0 0 0 0,1 0 0 0 0,-1 0 0 0 0,0 0 0 0 0,0 0 0 0 0,0 0 0 0 0,1 0 0 0 0,-1 0 0 0 0,0 0 0 0 0,0 1 0 0 0,1-1 0 0 0,-1 0 0 0 0,10 12 867 0 0,6 16-315 0 0,-16-26-493 0 0,21 46 529 0 0,-11-23-269 0 0,25 44 0 0 0,-32-63-412 0 0,1 0 1 0 0,0-1-1 0 0,0 1 1 0 0,1-1-1 0 0,-1 0 1 0 0,1 0-1 0 0,1-1 1 0 0,-1 1-1 0 0,0-1 1 0 0,1 0-1 0 0,0-1 1 0 0,8 5-1 0 0,-12-7-92 0 0,1-1 0 0 0,-1 1 0 0 0,0-1 0 0 0,1 1 0 0 0,-1-1 0 0 0,0 0 0 0 0,1 0-1 0 0,-1 0 1 0 0,1 0 0 0 0,-1 0 0 0 0,0-1 0 0 0,1 1 0 0 0,-1-1 0 0 0,0 1 0 0 0,0-1-1 0 0,1 0 1 0 0,-1 0 0 0 0,0 0 0 0 0,0 0 0 0 0,0 0 0 0 0,0 0 0 0 0,0-1 0 0 0,0 1 0 0 0,0-1-1 0 0,-1 0 1 0 0,1 1 0 0 0,0-1 0 0 0,-1 0 0 0 0,0 0 0 0 0,3-3 0 0 0,4-8-544 0 0,0 0 0 0 0,-1 0 0 0 0,10-25-1 0 0,-10 20 393 0 0,5-10-203 0 0,-1 1-269 0 0,18-31 0 0 0,-26 52 830 0 0,1 1-1 0 0,-1-1 1 0 0,1 1-1 0 0,0 0 0 0 0,1 0 1 0 0,-1 1-1 0 0,1-1 1 0 0,0 1-1 0 0,0 0 0 0 0,0 0 1 0 0,8-5-1 0 0,-11 9 83 0 0,-1-1 0 0 0,1 1 0 0 0,-1-1 0 0 0,1 1 0 0 0,-1-1 0 0 0,1 1 0 0 0,0 0 0 0 0,-1 0 0 0 0,1 0 0 0 0,0 0 0 0 0,-1 0 0 0 0,1 0 0 0 0,-1 0 0 0 0,1 0 0 0 0,0 1 0 0 0,-1-1 0 0 0,1 1 0 0 0,-1-1 0 0 0,1 1 0 0 0,-1-1 0 0 0,1 1 0 0 0,-1 0 0 0 0,0 0 0 0 0,1 0-1 0 0,-1 0 1 0 0,0 0 0 0 0,0 0 0 0 0,1 0 0 0 0,-1 0 0 0 0,0 1 0 0 0,1 0 0 0 0,4 7 329 0 0,-1-1 0 0 0,0 1 0 0 0,0 0 0 0 0,4 11 0 0 0,5 8-184 0 0,0-5-859 0 0,1-1 0 0 0,35 39 0 0 0,-31-40-6436 0 0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51.3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13827 0 0,'7'32'5075'0'0,"-5"-23"-4479"0"0,11 44 820 0 0,30 122-4 0 0,-32-145-4911 0 0,22 50-1 0 0,-31-74 3352 0 0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51.7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14515 0 0,'-1'1'320'0'0,"1"0"64"0"0,1 1 8 0 0,1 0 24 0 0,-1 0-336 0 0,2 1-80 0 0,-2 1 0 0 0,3 5 0 0 0,4 6-536 0 0,0 3-120 0 0,1 3-24 0 0,0-1-8 0 0,1-1 592 0 0,-1-3 96 0 0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52.1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152 0 920 0 0,'7'4'24539'0'0,"-5"7"-27859"0"0,13 247 5030 0 0,-3-18-1578 0 0,25 4-1277 0 0,-30-209 722 0 0</inkml:trace>
  <inkml:trace contextRef="#ctx0" brushRef="#br0" timeOffset="1">1 515 5065 0 0,'1'-4'488'0'0,"1"0"0"0"0,0-1 1 0 0,0 1-1 0 0,0 0 0 0 0,1 0 0 0 0,-1 0 0 0 0,1 1 0 0 0,0-1 0 0 0,0 1 1 0 0,5-5-1 0 0,40-31 3235 0 0,-33 28-3375 0 0,3-3 95 0 0,1 1 0 0 0,1 1 0 0 0,40-18 0 0 0,-39 22-1258 0 0,1 0 0 0 0,-1 2 0 0 0,1 0 0 0 0,24-2 0 0 0,-8 3-754 0 0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52.7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14283 0 0,'10'23'3458'0'0,"9"37"-2226"0"0,-2 0-1 0 0,11 83 1 0 0,18 70-4095 0 0,-36-180-3875 0 0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53.3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515 297 3225 0 0,'0'-4'326'0'0,"0"-1"0"0"0,0 1 0 0 0,-1 0 1 0 0,1-1-1 0 0,-1 1 0 0 0,0 0 0 0 0,0-1 1 0 0,0 1-1 0 0,-1 0 0 0 0,0 0 0 0 0,1 0 1 0 0,-1 0-1 0 0,0 1 0 0 0,-1-1 0 0 0,1 0 0 0 0,-1 1 1 0 0,0 0-1 0 0,0-1 0 0 0,0 1 0 0 0,0 0 1 0 0,0 0-1 0 0,-1 1 0 0 0,1-1 0 0 0,-1 1 1 0 0,0 0-1 0 0,1 0 0 0 0,-1 0 0 0 0,-6-2 0 0 0,4 2-56 0 0,-1 1-1 0 0,1 0 0 0 0,-1 0 0 0 0,1 0 0 0 0,-1 1 1 0 0,1 0-1 0 0,-1 0 0 0 0,1 1 0 0 0,-1 0 0 0 0,1 0 0 0 0,-1 0 1 0 0,1 1-1 0 0,0 0 0 0 0,0 0 0 0 0,0 0 0 0 0,0 1 0 0 0,0 0 1 0 0,-7 5-1 0 0,-8 8 12 0 0,1 1 0 0 0,1 0 1 0 0,0 1-1 0 0,1 2 0 0 0,1-1 0 0 0,1 2 1 0 0,1 0-1 0 0,1 1 0 0 0,1 1 0 0 0,1 0 1 0 0,-14 35-1 0 0,5 0-270 0 0,1 1 0 0 0,4 1 0 0 0,-15 104 0 0 0,21-95-659 0 0,-1 132-1 0 0,12-175 318 0 0,0 0-1 0 0,2-1 1 0 0,1 1-1 0 0,1 0 1 0 0,1-1 0 0 0,1 0-1 0 0,1 0 1 0 0,16 32 0 0 0,-13-39 144 0 0,1 0 1 0 0,0-1 0 0 0,1 0 0 0 0,1-1 0 0 0,1-1 0 0 0,0 0 0 0 0,1-1 0 0 0,0-1-1 0 0,1 0 1 0 0,1-1 0 0 0,0-1 0 0 0,1-1 0 0 0,0 0 0 0 0,0-2 0 0 0,1 0-1 0 0,25 6 1 0 0,-14-5 292 0 0,1-2 0 0 0,-1-1-1 0 0,1-2 1 0 0,0 0 0 0 0,0-3-1 0 0,0 0 1 0 0,0-3 0 0 0,0 0-1 0 0,-1-2 1 0 0,36-9 0 0 0,-31 3 242 0 0,-1-2-1 0 0,0-2 1 0 0,-1-1 0 0 0,-1-2 0 0 0,48-32 0 0 0,-33 16 805 0 0,-1-3 1 0 0,74-74 0 0 0,-102 90-1010 0 0,-1-2 1 0 0,0 0 0 0 0,-2-1 0 0 0,-1 0 0 0 0,0-2-1 0 0,-2 1 1 0 0,-1-2 0 0 0,-1 0 0 0 0,-1 0-1 0 0,-1-1 1 0 0,-2 0 0 0 0,0-1 0 0 0,-2 1-1 0 0,-1-1 1 0 0,-1 0 0 0 0,-2 0 0 0 0,-1 0-1 0 0,-1-1 1 0 0,-5-36 0 0 0,-4 0-46 0 0,-3 0 0 0 0,-3 1 0 0 0,-2 0 0 0 0,-3 2 0 0 0,-3 0 0 0 0,-36-67 0 0 0,49 110-96 0 0,-1 1-1 0 0,-1 0 1 0 0,0 0-1 0 0,-1 1 1 0 0,-1 1-1 0 0,-1 0 0 0 0,0 2 1 0 0,-1-1-1 0 0,-1 2 1 0 0,0 0-1 0 0,-25-12 0 0 0,31 18-86 0 0,-1 1 0 0 0,1 1 1 0 0,-1 0-1 0 0,-1 1 0 0 0,1 0 0 0 0,-1 1 0 0 0,1 0 0 0 0,-1 2 0 0 0,0-1 0 0 0,0 2 0 0 0,0-1 0 0 0,1 2 0 0 0,-1 0 0 0 0,0 1 1 0 0,0 0-1 0 0,1 1 0 0 0,-1 0 0 0 0,-24 11 0 0 0,22-6-238 0 0,-1 1 0 0 0,1 1 1 0 0,0 0-1 0 0,-19 17 0 0 0,-11 14-502 0 0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54.2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127 20 8754 0 0,'-2'-4'-332'0'0,"-10"-11"3206"0"0,12 15-2769 0 0,0 0 1 0 0,-1 0 0 0 0,1 0 0 0 0,-1 0-1 0 0,1 0 1 0 0,0 0 0 0 0,-1 0-1 0 0,1 0 1 0 0,-1 0 0 0 0,1 0 0 0 0,0 0-1 0 0,-1 1 1 0 0,1-1 0 0 0,-1 0-1 0 0,1 0 1 0 0,0 0 0 0 0,-1 0 0 0 0,1 1-1 0 0,0-1 1 0 0,-1 0 0 0 0,1 0 0 0 0,0 1-1 0 0,0-1 1 0 0,-1 0 0 0 0,1 1-1 0 0,0-1 1 0 0,0 0 0 0 0,-1 1 0 0 0,1-1-1 0 0,0 0 1 0 0,0 1 0 0 0,0-1-1 0 0,0 1 1 0 0,0-1 0 0 0,-1 0 0 0 0,1 1-1 0 0,0-1 1 0 0,0 1 0 0 0,0-1 0 0 0,0 0-1 0 0,0 1 1 0 0,0-1 0 0 0,0 1-1 0 0,-12 48 1170 0 0,3 0 0 0 0,-7 75-1 0 0,7-38-1035 0 0,-3-3-333 0 0,-25 232 548 0 0,30-224-1773 0 0,8 136 0 0 0,0-199-5099 0 0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54.6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40 10538 0 0,'8'-5'412'0'0,"-1"0"0"0"0,1 0 1 0 0,0 1-1 0 0,0 1 0 0 0,1-1 0 0 0,-1 1 0 0 0,1 1 0 0 0,0-1 0 0 0,0 1 0 0 0,-1 1 0 0 0,1 0 1 0 0,11 0-1 0 0,-13 1-121 0 0,0 1 0 0 0,1 0 0 0 0,-1 1-1 0 0,0-1 1 0 0,0 1 0 0 0,0 1 0 0 0,-1-1 0 0 0,1 1 0 0 0,0 1 0 0 0,-1-1 0 0 0,0 1 0 0 0,0 0 0 0 0,0 0 0 0 0,0 1 0 0 0,8 9 0 0 0,0 1-30 0 0,0 2-1 0 0,-2-1 1 0 0,0 2-1 0 0,-1 0 1 0 0,-1 0-1 0 0,-1 1 1 0 0,0 0 0 0 0,-1 0-1 0 0,6 26 1 0 0,4 28-277 0 0,12 91 0 0 0,-23-119 28 0 0,42 213-3869 0 0,-47-243 1942 0 0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54.9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61 7114 0 0,'5'0'753'0'0,"0"0"0"0"0,0 0 1 0 0,1 0-1 0 0,-1-1 1 0 0,0 0-1 0 0,0 0 1 0 0,8-2-1 0 0,58-20 2396 0 0,19-4-4567 0 0,-65 23 605 0 0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55.3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0 137 13827 0 0,'22'34'1536'0'0,"-12"-19"-1522"0"0,-1 0-1 0 0,0 1 1 0 0,-1 0 0 0 0,10 27-1 0 0,-18-43-194 0 0,0 0 145 0 0,1-1-1 0 0,-1 1 1 0 0,0 0 0 0 0,0 0-1 0 0,0 0 1 0 0,0 0 0 0 0,0 0 0 0 0,0 0-1 0 0,0 0 1 0 0,0 0 0 0 0,1 0-1 0 0,-1 0 1 0 0,0 0 0 0 0,0 0 0 0 0,0 0-1 0 0,0 0 1 0 0,0 0 0 0 0,0 0-1 0 0,0 0 1 0 0,1 0 0 0 0,-1 0 0 0 0,0 0-1 0 0,0 0 1 0 0,0 0 0 0 0,0 1-1 0 0,0-1 1 0 0,0 0 0 0 0,0 0-1 0 0,1 1-325 0 0,-1-1 325 0 0,0 0 1 0 0,0 0 0 0 0,3-20 135 0 0,-2-29 534 0 0,-1 39-570 0 0,-1-19-9 0 0,3-35 1 0 0,-2 56-25 0 0,1 0 0 0 0,1 0 0 0 0,-1 1 0 0 0,1-1 1 0 0,1 1-1 0 0,-1-1 0 0 0,1 1 0 0 0,1 0 0 0 0,6-11 0 0 0,-10 16 5 0 0,1 1-1 0 0,0 0 1 0 0,0 0 0 0 0,0-1-1 0 0,0 1 1 0 0,0 0 0 0 0,0 0-1 0 0,0 0 1 0 0,1 0-1 0 0,-1 0 1 0 0,0 1 0 0 0,1-1-1 0 0,-1 0 1 0 0,0 1 0 0 0,1-1-1 0 0,-1 0 1 0 0,1 1-1 0 0,-1 0 1 0 0,1-1 0 0 0,-1 1-1 0 0,1 0 1 0 0,2 0 0 0 0,-2 0 35 0 0,1 1 1 0 0,-1-1 0 0 0,1 1 0 0 0,-1 0 0 0 0,0 0 0 0 0,1 0-1 0 0,-1 0 1 0 0,0 0 0 0 0,0 1 0 0 0,0-1 0 0 0,0 1-1 0 0,3 3 1 0 0,5 5 306 0 0,0 1 0 0 0,-1 1 0 0 0,14 23 0 0 0,-17-26-233 0 0,125 223-512 0 0,-130-230 311 0 0,0-1 1 0 0,0 1-1 0 0,0-1 1 0 0,0 1-1 0 0,0-1 0 0 0,0 0 1 0 0,0 1-1 0 0,1-1 1 0 0,-1 0-1 0 0,0 0 1 0 0,1 0-1 0 0,-1 0 0 0 0,1 0 1 0 0,-1 0-1 0 0,1 0 1 0 0,0-1-1 0 0,-1 1 1 0 0,1 0-1 0 0,0-1 0 0 0,1 1 1 0 0,-1-1 0 0 0,0-1 1 0 0,-1 1-1 0 0,1-1 1 0 0,-1 1-1 0 0,1-1 1 0 0,-1 0-1 0 0,1 1 1 0 0,-1-1-1 0 0,0 0 1 0 0,1 0-1 0 0,-1 0 1 0 0,0 0-1 0 0,1 0 1 0 0,-1-1-1 0 0,0 1 1 0 0,0 0-1 0 0,0 0 1 0 0,0-1-1 0 0,0 1 1 0 0,-1-1-1 0 0,1 1 1 0 0,0-3-1 0 0,7-11-366 0 0,-2-1 0 0 0,0-1-1 0 0,-1 1 1 0 0,6-35 0 0 0,-9 37 713 0 0,0 0 1 0 0,1 1-1 0 0,1-1 1 0 0,1 1-1 0 0,0 0 1 0 0,0 0-1 0 0,1 0 1 0 0,11-17-1 0 0,-16 29-229 0 0,0 0-1 0 0,-1 0 1 0 0,1 0-1 0 0,0 0 0 0 0,0 0 1 0 0,0 0-1 0 0,0 1 1 0 0,0-1-1 0 0,0 0 1 0 0,0 0-1 0 0,0 1 0 0 0,0-1 1 0 0,0 1-1 0 0,0-1 1 0 0,0 1-1 0 0,0-1 0 0 0,1 1 1 0 0,-1 0-1 0 0,0-1 1 0 0,0 1-1 0 0,0 0 0 0 0,1 0 1 0 0,-1 0-1 0 0,0 0 1 0 0,2 0-1 0 0,0 1-5 0 0,-1 0 0 0 0,0 0 0 0 0,0 0 0 0 0,0 0 0 0 0,1 0 0 0 0,-1 1 0 0 0,0-1 0 0 0,-1 1 0 0 0,1-1 0 0 0,0 1 0 0 0,0 0 0 0 0,1 2 0 0 0,4 4 66 0 0,-1 1 0 0 0,-1 0 0 0 0,1 0 0 0 0,-2 0 0 0 0,5 11 0 0 0,-6-13-98 0 0,-2-1-237 0 0,1-1-1 0 0,1 1 1 0 0,-1-1-1 0 0,1 1 1 0 0,0-1-1 0 0,0 0 1 0 0,0 0-1 0 0,1 0 0 0 0,5 5 1 0 0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55.7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4145 0 0,'7'3'184'0'0,"-5"-2"40"0"0,2 2-224 0 0,0-2 0 0 0,-1 1 0 0 0,-1-1 0 0 0,1 0 496 0 0,2 2 56 0 0,2 2 16 0 0,3 2 0 0 0,1 0-808 0 0,-4 3-160 0 0,3 1-32 0 0,-1 0-8 0 0,0-1 336 0 0,0-2 104 0 0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56.1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74 9074 0 0,'-4'3'1704'0'0,"3"-2"-1515"0"0,1-1 0 0 0,0 0 1 0 0,0 1-1 0 0,-1-1 0 0 0,1 1 1 0 0,0-1-1 0 0,0 1 0 0 0,-1 0 1 0 0,1-1-1 0 0,0 1 0 0 0,0-1 1 0 0,0 1-1 0 0,0-1 0 0 0,0 1 1 0 0,0-1-1 0 0,0 1 0 0 0,0-1 0 0 0,0 1 1 0 0,0 0-1 0 0,0-1 0 0 0,1 1 1 0 0,-1-1-1 0 0,0 1 0 0 0,1 0 1 0 0,9 26 3160 0 0,-6-18-3144 0 0,16 48 1882 0 0,25 104 1 0 0,-5 62-1899 0 0,-31-174-116 0 0,4 41-1016 0 0,-9-52-6013 0 0</inkml:trace>
  <inkml:trace contextRef="#ctx0" brushRef="#br0" timeOffset="1">46 176 10594 0 0,'6'-14'103'0'0,"2"0"0"0"0,0 1-1 0 0,0 0 1 0 0,1 1 0 0 0,0 0 0 0 0,1 1-1 0 0,19-18 1 0 0,-22 23 9 0 0,0 0 0 0 0,0 1 1 0 0,0 0-1 0 0,1 0 0 0 0,-1 0 1 0 0,1 1-1 0 0,1 0 0 0 0,-1 1 0 0 0,0-1 1 0 0,1 2-1 0 0,0-1 0 0 0,-1 1 1 0 0,1 1-1 0 0,11-2 0 0 0,-17 3-69 0 0,1 0-1 0 0,-1 0 1 0 0,0 1-1 0 0,0-1 1 0 0,0 0-1 0 0,1 1 0 0 0,-1 0 1 0 0,0 0-1 0 0,0 0 1 0 0,0 0-1 0 0,0 0 1 0 0,0 1-1 0 0,-1-1 1 0 0,1 1-1 0 0,0 0 1 0 0,-1 0-1 0 0,1 0 1 0 0,-1 0-1 0 0,1 0 1 0 0,-1 1-1 0 0,0-1 1 0 0,0 1-1 0 0,0-1 1 0 0,0 1-1 0 0,-1 0 1 0 0,1-1-1 0 0,-1 1 1 0 0,0 0-1 0 0,1 0 0 0 0,-1 0 1 0 0,-1 0-1 0 0,1 1 1 0 0,0-1-1 0 0,-1 0 1 0 0,1 0-1 0 0,-1 0 1 0 0,-1 7-1 0 0,1 2-165 0 0,-1 0-1 0 0,0 1 0 0 0,-1-1 0 0 0,0 0 0 0 0,-1 0 1 0 0,0 0-1 0 0,-1 0 0 0 0,-9 18 0 0 0,-1-5-243 0 0,-30 44 0 0 0,15-33-3128 0 0,17-21-523 0 0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56.4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14571 0 0,'0'0'331'0'0,"8"27"1069"0"0,22 114 2982 0 0,8 31-2856 0 0,-30-141-1553 0 0,3 0-1 0 0,0-1 1 0 0,21 40 0 0 0,0-21-1396 0 0,-16-29-35 0 0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56.8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0 402 14283 0 0,'0'-1'100'0'0,"0"-1"1"0"0,0 1-1 0 0,0-1 0 0 0,1 1 0 0 0,-1-1 1 0 0,0 1-1 0 0,1-1 0 0 0,-1 1 0 0 0,1 0 1 0 0,-1-1-1 0 0,1 1 0 0 0,0 0 0 0 0,0-1 1 0 0,-1 1-1 0 0,1 0 0 0 0,0 0 0 0 0,0 0 1 0 0,0 0-1 0 0,0 0 0 0 0,1 0 0 0 0,-1 0 1 0 0,2-2-1 0 0,-2 3-46 0 0,-1 0 1 0 0,1 0 0 0 0,-1 0-1 0 0,1 0 1 0 0,-1 0 0 0 0,1 0-1 0 0,-1 0 1 0 0,1 0 0 0 0,-1 0-1 0 0,1 0 1 0 0,-1 1 0 0 0,1-1-1 0 0,-1 0 1 0 0,1 0-1 0 0,-1 0 1 0 0,1 1 0 0 0,-1-1-1 0 0,1 0 1 0 0,-1 0 0 0 0,1 1-1 0 0,-1-1 1 0 0,0 0 0 0 0,1 2-1 0 0,9 18 1592 0 0,-2 19-398 0 0,4 43 0 0 0,1 11-1481 0 0,-9-77-963 0 0,0 1 1 0 0,1 0-1 0 0,9 21 0 0 0,-14-38 1160 0 0,1 1 0 0 0,-1-1-1 0 0,0 1 1 0 0,0-1 0 0 0,0 0-1 0 0,0 1 1 0 0,1-1 0 0 0,-1 1-1 0 0,0-1 1 0 0,1 1 0 0 0,-1-1-1 0 0,0 0 1 0 0,1 1 0 0 0,-1-1-1 0 0,0 1 1 0 0,1-1 0 0 0,-1 0-1 0 0,1 0 1 0 0,-1 1-1 0 0,0-1 1 0 0,1 0 0 0 0,-1 0-1 0 0,1 1 1 0 0,-1-1 0 0 0,1 0-1 0 0,-1 0 1 0 0,1 0 0 0 0,-1 0-1 0 0,1 0 1 0 0,-1 0 0 0 0,1 0-1 0 0,-1 0 1 0 0,1 0 0 0 0,-1 0-1 0 0,1 0 1 0 0,-1 0 0 0 0,1 0-1 0 0,-1 0 1 0 0,1 0 0 0 0,-1-1-1 0 0,1 1 1 0 0,-1 0 0 0 0,1-1-1 0 0,5-5 37 0 0</inkml:trace>
  <inkml:trace contextRef="#ctx0" brushRef="#br0" timeOffset="1">87 3 13827 0 0,'2'-1'1344'0'0,"0"-1"-1192"0"0,0 2-152 0 0,0 2 0 0 0,0-1 0 0 0,-1 0 128 0 0,3 2-8 0 0,2 2 0 0 0,2 6 0 0 0,1 3-1624 0 0,0 7-328 0 0,3 5-65 0 0,0 3-15 0 0,-2-1 1480 0 0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57.2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127 1 10138 0 0,'-1'0'196'0'0,"0"0"1"0"0,0 0-1 0 0,1 0 0 0 0,-1 0 1 0 0,0 0-1 0 0,0 0 0 0 0,1 0 1 0 0,-1 1-1 0 0,0-1 0 0 0,0 0 0 0 0,1 1 1 0 0,-1-1-1 0 0,0 0 0 0 0,1 1 1 0 0,-1-1-1 0 0,0 1 0 0 0,1-1 0 0 0,-1 1 1 0 0,1-1-1 0 0,-1 1 0 0 0,1 0 1 0 0,-1-1-1 0 0,1 1 0 0 0,-1 1 1 0 0,-15 17 1625 0 0,3 1-1441 0 0,1 1 0 0 0,1 0 1 0 0,1 1-1 0 0,0 0 1 0 0,2 1-1 0 0,1 0 0 0 0,0 0 1 0 0,2 1-1 0 0,1-1 1 0 0,1 1-1 0 0,1 0 1 0 0,0 0-1 0 0,4 38 0 0 0,1-24-233 0 0,2 0-1 0 0,1-1 1 0 0,2 1 0 0 0,2-1-1 0 0,1-1 1 0 0,2 0-1 0 0,33 64 1 0 0,-4-32 91 0 0,-26-44-2455 0 0,23 46 0 0 0,-32-53-4872 0 0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57.5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3 398 8754 0 0,'0'-1'45'0'0,"-1"0"0"0"0,1 0 1 0 0,0 0-1 0 0,-1 0 0 0 0,1 0 0 0 0,0 0 1 0 0,0 0-1 0 0,0 0 0 0 0,0 0 0 0 0,0 0 1 0 0,0 0-1 0 0,0 0 0 0 0,0 0 0 0 0,0 0 1 0 0,0 0-1 0 0,0 0 0 0 0,1 0 0 0 0,-1 0 1 0 0,0 0-1 0 0,1 0 0 0 0,-1 0 0 0 0,1 0 1 0 0,-1 0-1 0 0,1 1 0 0 0,0-1 0 0 0,-1 0 1 0 0,1 0-1 0 0,0 0 0 0 0,-1 1 0 0 0,1-1 1 0 0,0 0-1 0 0,0 1 0 0 0,1-2 0 0 0,37-25 1064 0 0,-27 19-844 0 0,170-101 1295 0 0,-53 52-4441 0 0,-98 46 1770 0 0</inkml:trace>
  <inkml:trace contextRef="#ctx0" brushRef="#br0" timeOffset="1">705 152 5529 0 0,'2'-1'331'0'0,"-1"1"0"0"0,1 0 0 0 0,-1-1-1 0 0,1 1 1 0 0,0 0 0 0 0,-1 0 0 0 0,1 0-1 0 0,-1 1 1 0 0,1-1 0 0 0,-1 0 0 0 0,1 1-1 0 0,0-1 1 0 0,-1 1 0 0 0,0-1 0 0 0,1 1 0 0 0,-1-1-1 0 0,1 1 1 0 0,-1 0 0 0 0,0 0 0 0 0,1 0-1 0 0,-1 0 1 0 0,0 0 0 0 0,0 0 0 0 0,0 0 0 0 0,0 0-1 0 0,0 1 1 0 0,0-1 0 0 0,0 0 0 0 0,0 1-1 0 0,1 2 1 0 0,3 6 351 0 0,-1 0 0 0 0,0 0 0 0 0,4 20-1 0 0,4 11-54 0 0,-11-39-611 0 0,0 0-1 0 0,0 0 0 0 0,0 0 1 0 0,0 0-1 0 0,0 0 0 0 0,0 0 1 0 0,1 0-1 0 0,-1 0 0 0 0,1 0 1 0 0,-1-1-1 0 0,1 1 0 0 0,0 0 1 0 0,-1-1-1 0 0,1 0 0 0 0,0 1 0 0 0,0-1 1 0 0,0 0-1 0 0,0 0 0 0 0,3 1 1 0 0,-3-2 14 0 0,0 0 1 0 0,0 0 0 0 0,0-1-1 0 0,0 1 1 0 0,0-1 0 0 0,0 1-1 0 0,0-1 1 0 0,0 0-1 0 0,-1 1 1 0 0,1-1 0 0 0,0 0-1 0 0,0 0 1 0 0,-1 0 0 0 0,1 0-1 0 0,-1-1 1 0 0,1 1 0 0 0,-1 0-1 0 0,1-1 1 0 0,-1 1-1 0 0,0-1 1 0 0,0 1 0 0 0,2-4-1 0 0,11-15 219 0 0,-1 0 0 0 0,-1-2 0 0 0,11-28 0 0 0,-9 21-427 0 0,20-34-1 0 0,-29 55 143 0 0,1 0-1 0 0,0 0 1 0 0,0 1 0 0 0,0 0-1 0 0,1 0 1 0 0,0 1 0 0 0,0 0 0 0 0,13-8-1 0 0,-19 13 37 0 0,1 0 0 0 0,-1 0 0 0 0,1 0 0 0 0,0 0 0 0 0,0 0 0 0 0,0 1 1 0 0,-1-1-1 0 0,1 1 0 0 0,0-1 0 0 0,0 1 0 0 0,0 0 0 0 0,0 0 0 0 0,0 0 0 0 0,0 0 0 0 0,0 0 0 0 0,0 0 0 0 0,0 0 0 0 0,0 1 0 0 0,0-1 0 0 0,-1 1 0 0 0,3 0 0 0 0,-1 1 40 0 0,0-1-1 0 0,0 1 1 0 0,0 0 0 0 0,0 1-1 0 0,-1-1 1 0 0,1 0 0 0 0,-1 1-1 0 0,1-1 1 0 0,-1 1 0 0 0,0 0 0 0 0,2 3-1 0 0,4 9 205 0 0,-1 0 0 0 0,0 0 0 0 0,9 31-1 0 0,-15-42-230 0 0,6 21 100 0 0,-1 0 0 0 0,-2 1 0 0 0,0-1 0 0 0,-1 1 0 0 0,-2 0 0 0 0,-1 0 0 0 0,-1 0 0 0 0,-1 0 0 0 0,-1 0 0 0 0,-11 45 0 0 0,0-27-385 0 0,-1 0 1 0 0,-2-1 0 0 0,-2 0 0 0 0,-2-2 0 0 0,-29 45 0 0 0,33-58-7451 0 0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58.9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98 103 5529 0 0,'-6'-33'1740'0'0,"4"17"1126"0"0,-1 0 0 0 0,-7-22 0 0 0,6 82 1494 0 0,-47 610-1187 0 0,30-408-5054 0 0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59.2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25 6913 0 0,'2'-2'340'0'0,"-1"0"0"0"0,0 1-1 0 0,0-1 1 0 0,1 0 0 0 0,-1 1-1 0 0,1-1 1 0 0,0 1 0 0 0,-1 0-1 0 0,1-1 1 0 0,0 1 0 0 0,0 0-1 0 0,0 0 1 0 0,0 0-1 0 0,0 0 1 0 0,0 0 0 0 0,0 1-1 0 0,0-1 1 0 0,0 1 0 0 0,0-1-1 0 0,0 1 1 0 0,0 0 0 0 0,0 0-1 0 0,0 0 1 0 0,1 0-1 0 0,-1 0 1 0 0,0 0 0 0 0,0 0-1 0 0,0 1 1 0 0,0-1 0 0 0,0 1-1 0 0,0 0 1 0 0,0 0 0 0 0,0-1-1 0 0,0 1 1 0 0,0 0 0 0 0,2 2-1 0 0,10 13 217 0 0,0 0-1 0 0,-1 0 0 0 0,-1 2 1 0 0,-1-1-1 0 0,13 29 0 0 0,-4-10-363 0 0,3 9 133 0 0,-3 1 0 0 0,20 65 0 0 0,25 56 116 0 0,-56-149-781 0 0,0-1 1 0 0,1 0-1 0 0,1 0 1 0 0,1-1-1 0 0,0-1 1 0 0,27 27-1 0 0,-33-37-915 0 0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6:59.6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1 147 10138 0 0,'17'-15'3959'0'0,"25"-15"-2467"0"0,-25 19-862 0 0,-8 5-329 0 0,13-11 56 0 0,2 2-1 0 0,31-17 1 0 0,-46 29-532 0 0,-1-1 0 0 0,1 1 1 0 0,0 0-1 0 0,-1 1 0 0 0,1 0 0 0 0,0 1 0 0 0,0 0 1 0 0,0 0-1 0 0,1 1 0 0 0,-1 0 0 0 0,10 1 1 0 0,33 5 95 0 0,-28-4 68 0 0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7:00.0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249 49 5529 0 0,'-2'-3'605'0'0,"0"-1"0"0"0,0 0-1 0 0,0 1 1 0 0,-1-1 0 0 0,1 1-1 0 0,-1 0 1 0 0,0 0-1 0 0,0 0 1 0 0,0 0 0 0 0,0 0-1 0 0,-1 1 1 0 0,-4-4 0 0 0,6 5-460 0 0,0 0-1 0 0,0 1 1 0 0,0-1 0 0 0,0 1-1 0 0,1-1 1 0 0,-1 1 0 0 0,0 0 0 0 0,0 0-1 0 0,0 0 1 0 0,0 0 0 0 0,0 0 0 0 0,0 0-1 0 0,0 1 1 0 0,0-1 0 0 0,1 1 0 0 0,-1-1-1 0 0,0 1 1 0 0,0 0 0 0 0,0-1-1 0 0,1 1 1 0 0,-1 0 0 0 0,0 0 0 0 0,1 0-1 0 0,-1 1 1 0 0,1-1 0 0 0,-1 0 0 0 0,1 0-1 0 0,0 1 1 0 0,-3 2 0 0 0,-9 12 423 0 0,0 1 0 0 0,1 0 1 0 0,1 1-1 0 0,-15 33 0 0 0,-26 82 544 0 0,46-115-1014 0 0,1 1 0 0 0,0 0 0 0 0,1 0 1 0 0,1 0-1 0 0,1 0 0 0 0,1 1 0 0 0,0-1 1 0 0,4 30-1 0 0,-2-40-52 0 0,1 0 0 0 0,0-1 0 0 0,0 0 0 0 0,1 1 0 0 0,0-1 0 0 0,0 0 0 0 0,1 0 0 0 0,0-1 0 0 0,1 1 0 0 0,-1-1 1 0 0,2 0-1 0 0,-1 0 0 0 0,1 0 0 0 0,0-1 0 0 0,0 0 0 0 0,0 0 0 0 0,1 0 0 0 0,0-1 0 0 0,0 0 0 0 0,0-1 0 0 0,11 6 0 0 0,-10-6-13 0 0,1-1 0 0 0,-1 1 0 0 0,1-1 0 0 0,0-1 0 0 0,0 0 0 0 0,0 0 0 0 0,0 0 0 0 0,0-1 0 0 0,0-1 0 0 0,0 0 0 0 0,0 0 0 0 0,0 0 0 0 0,17-4 0 0 0,-13 0-166 0 0,1 0 0 0 0,-1-1-1 0 0,-1-1 1 0 0,1 0 0 0 0,-1 0 0 0 0,0-1-1 0 0,0-1 1 0 0,15-12 0 0 0,20-21-2570 0 0,-25 21-4636 0 0</inkml:trace>
  <inkml:trace contextRef="#ctx0" brushRef="#br0" timeOffset="1">627 464 13363 0 0,'3'-4'1888'0'0,"14"-5"-890"0"0,23-8 681 0 0,51-10 1442 0 0,39-15-1580 0 0,-66 19-4659 0 0,-44 15-3983 0 0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7:00.4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1 327 17508 0 0,'1'2'194'0'0,"0"1"0"0"0,0-1 0 0 0,0 1 1 0 0,0-1-1 0 0,0 0 0 0 0,1 1 0 0 0,-1-1 1 0 0,1 0-1 0 0,0 0 0 0 0,-1 0 0 0 0,1 0 1 0 0,0 0-1 0 0,2 1 0 0 0,4 6 142 0 0,-1-1-214 0 0,-1 1 0 0 0,-1 1 0 0 0,1-1 0 0 0,-2 1 0 0 0,1 0 0 0 0,-1 0-1 0 0,-1 0 1 0 0,0 1 0 0 0,2 11 0 0 0,0 14-479 0 0,2 51-1 0 0,-2-6-2050 0 0,-1-48-4376 0 0</inkml:trace>
  <inkml:trace contextRef="#ctx0" brushRef="#br0" timeOffset="1">542 1 10138 0 0,'3'22'4945'0'0,"9"15"-1895"0"0,-2-2-1459 0 0,23 168 1550 0 0,-19 103-2646 0 0,-12-216-1252 0 0,1-52-5281 0 0,0-13-1085 0 0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7:00.7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 10138 0 0,'17'-4'870'0'0,"0"2"1"0"0,0 1-1 0 0,27 0 0 0 0,-18 2-261 0 0,0 1 0 0 0,0 1 0 0 0,0 1 0 0 0,-1 1 0 0 0,0 1 0 0 0,29 12 0 0 0,-37-12-249 0 0,0 1 1 0 0,0 1-1 0 0,-1 1 1 0 0,-1 0-1 0 0,0 1 0 0 0,0 1 1 0 0,0 0-1 0 0,-2 1 1 0 0,21 23-1 0 0,-28-29-273 0 0,-1 1-1 0 0,-1 0 1 0 0,1 0 0 0 0,-1 0-1 0 0,-1 0 1 0 0,1 1 0 0 0,-1 0-1 0 0,0-1 1 0 0,-1 1 0 0 0,0 0-1 0 0,0 0 1 0 0,-1 0 0 0 0,1 16-1 0 0,-3-11-119 0 0,0 0 0 0 0,0 0 0 0 0,-1 0 0 0 0,-1-1 0 0 0,0 1 0 0 0,-1-1 0 0 0,0 0 0 0 0,-7 14 0 0 0,-8 9-891 0 0,-1-1 1 0 0,-2 0-1 0 0,-2-1 0 0 0,-45 48 1 0 0,21-29-2873 0 0,25-33-1502 0 0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7:01.1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167 106 1376 0 0,'2'-15'-54'0'0,"0"3"3333"0"0,-1-1-1 0 0,0 1 1 0 0,-1-14-1 0 0,-6 4-382 0 0,5 21-2823 0 0,1 1 1 0 0,0 0-1 0 0,-1-1 1 0 0,1 1-1 0 0,0 0 1 0 0,-1-1-1 0 0,1 1 1 0 0,-1 0-1 0 0,1-1 1 0 0,0 1-1 0 0,-1 0 1 0 0,1 0-1 0 0,-1 0 1 0 0,1-1-1 0 0,-1 1 1 0 0,1 0-1 0 0,-1 0 1 0 0,1 0-1 0 0,-1 0 1 0 0,1 0-1 0 0,-1 0 1 0 0,1 0-1 0 0,-1 0 1 0 0,1 0-1 0 0,-1 0 1 0 0,1 0-1 0 0,-1 0 1 0 0,1 0-1 0 0,-1 1 1 0 0,1-1-1 0 0,0 0 1 0 0,-1 0-1 0 0,1 0 1 0 0,-1 1-1 0 0,1-1 1 0 0,-1 0-1 0 0,1 1 1 0 0,0-1-1 0 0,-1 0 1 0 0,1 1-1 0 0,0-1 1 0 0,-1 0-1 0 0,1 1 1 0 0,0-1-1 0 0,-1 1 1 0 0,-18 21 559 0 0,17-20-496 0 0,-12 18 44 0 0,1 0-1 0 0,0 1 0 0 0,2 0 1 0 0,0 1-1 0 0,1 1 0 0 0,-9 33 0 0 0,9-22-105 0 0,2 1-1 0 0,2 0 0 0 0,-4 62 0 0 0,9-81-15 0 0,1-1 0 0 0,1 0 1 0 0,0 0-1 0 0,1 0 0 0 0,1 0 0 0 0,0 0 0 0 0,1 0 0 0 0,9 21 0 0 0,-9-27-19 0 0,0-1-1 0 0,1 0 1 0 0,0 0-1 0 0,0 0 1 0 0,1 0-1 0 0,0-1 1 0 0,0 0-1 0 0,1 0 1 0 0,0-1-1 0 0,0 0 1 0 0,0 0-1 0 0,1-1 1 0 0,0 0-1 0 0,16 8 0 0 0,-13-8 15 0 0,1 0 0 0 0,-1-1 0 0 0,1-1 0 0 0,0 0 0 0 0,0-1-1 0 0,0 0 1 0 0,1-1 0 0 0,-1 0 0 0 0,0-1 0 0 0,0 0 0 0 0,1-1-1 0 0,-1 0 1 0 0,0-1 0 0 0,0-1 0 0 0,0 0 0 0 0,0 0-1 0 0,-1-1 1 0 0,1 0 0 0 0,12-8 0 0 0,-2 0-126 0 0,-1-2 0 0 0,0 0 1 0 0,-1-1-1 0 0,0-1 0 0 0,-1-1 0 0 0,-1-1 1 0 0,-1 0-1 0 0,20-29 0 0 0,-18 24-2267 0 0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7:02.0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139 22 5985 0 0,'6'-22'6923'0'0,"-13"35"-4356"0"0,-11 23-1566 0 0,1 1 1 0 0,2 0-1 0 0,1 2 0 0 0,-11 52 0 0 0,8-11-436 0 0,-6 95-1 0 0,18-120-373 0 0,2 0 0 0 0,3 0 0 0 0,2-1 0 0 0,2 1 0 0 0,3 0 1 0 0,21 80-1 0 0,-21-109-184 0 0,2 0 0 0 0,0-1 0 0 0,2 0 0 0 0,1-1 0 0 0,0 0 0 0 0,2-1 0 0 0,1 0 0 0 0,1-1 0 0 0,0-1 0 0 0,2 0 0 0 0,1-2 0 0 0,0 0 0 0 0,1-1 0 0 0,1-1 0 0 0,30 19 0 0 0,-14-16-486 0 0,1-1 1 0 0,1-2 0 0 0,1-2-1 0 0,1-2 1 0 0,69 14 0 0 0,-20-12-2156 0 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7:02.5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2 8290 0 0,'-6'-1'2766'0'0,"15"3"-182"0"0,21 7-573 0 0,9 16-1066 0 0,-1 1-1 0 0,-2 2 1 0 0,44 42-1 0 0,-21-18-401 0 0,4 2 22 0 0,-2 3 1 0 0,90 109-1 0 0,-130-139-499 0 0,-1 0 0 0 0,-2 1 0 0 0,-1 0 0 0 0,-1 2 0 0 0,-1 0 0 0 0,-2 1 0 0 0,-1 0 0 0 0,-1 1-1 0 0,10 55 1 0 0,-19-65-43 0 0,0 0 0 0 0,-1 1 0 0 0,-2-1 0 0 0,0 0 0 0 0,-8 39 0 0 0,-12 23-1335 0 0,-8-2-3963 0 0,-1-9-1545 0 0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7:05.2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91 8754 0 0,'-1'0'107'0'0,"0"-1"0"0"0,0 1-1 0 0,0-1 1 0 0,0 1 0 0 0,0-1 0 0 0,0 1 0 0 0,0-1-1 0 0,0 0 1 0 0,0 0 0 0 0,0 1 0 0 0,0-1 0 0 0,0 0 0 0 0,1 0-1 0 0,-1 0 1 0 0,0 0 0 0 0,0 0 0 0 0,1 0 0 0 0,-1 0 0 0 0,1 0-1 0 0,-1 0 1 0 0,1 0 0 0 0,0 0 0 0 0,-1-1 0 0 0,1 1 0 0 0,0 0-1 0 0,0 0 1 0 0,-1 0 0 0 0,1-1 0 0 0,0 1 0 0 0,1-2-1 0 0,-1 1 146 0 0,1-1-1 0 0,0 0 1 0 0,0 1-1 0 0,0-1 1 0 0,0 1-1 0 0,0-1 1 0 0,1 1-1 0 0,-1 0 1 0 0,1-1-1 0 0,0 1 1 0 0,0 0-1 0 0,-1 0 1 0 0,4-2-1 0 0,-2 1-96 0 0,0 1 0 0 0,-1-1-1 0 0,2 1 1 0 0,-1 0 0 0 0,0 0 0 0 0,0 0-1 0 0,1 0 1 0 0,-1 1 0 0 0,1 0 0 0 0,-1-1 0 0 0,1 1-1 0 0,0 0 1 0 0,-1 1 0 0 0,1-1 0 0 0,4 0-1 0 0,-6 1-116 0 0,0 1-1 0 0,0-1 0 0 0,0 0 1 0 0,0 1-1 0 0,0 0 0 0 0,0-1 1 0 0,0 1-1 0 0,-1 0 1 0 0,1 0-1 0 0,0 0 0 0 0,0 0 1 0 0,-1 0-1 0 0,1 0 0 0 0,-1 0 1 0 0,1 1-1 0 0,-1-1 0 0 0,1 0 1 0 0,-1 1-1 0 0,0 0 0 0 0,0-1 1 0 0,0 1-1 0 0,0 0 0 0 0,0-1 1 0 0,0 1-1 0 0,0 0 0 0 0,0 0 1 0 0,-1 0-1 0 0,1 0 0 0 0,-1-1 1 0 0,1 4-1 0 0,1 8-89 0 0,0 0 1 0 0,-1 0-1 0 0,0 1 0 0 0,-1-1 0 0 0,0 0 1 0 0,-1 0-1 0 0,-4 16 0 0 0,-25 93-495 0 0,16-74 447 0 0,5-16 135 0 0,4-19 198 0 0,1 1 0 0 0,1-1 0 0 0,0 1 0 0 0,-1 22 0 0 0,4-36-182 0 0,0 1-1 0 0,0-1 1 0 0,0 1 0 0 0,0 0 0 0 0,0-1 0 0 0,0 1 0 0 0,0 0-1 0 0,1-1 1 0 0,-1 1 0 0 0,0 0 0 0 0,0-1 0 0 0,1 1-1 0 0,-1-1 1 0 0,0 1 0 0 0,1-1 0 0 0,-1 1 0 0 0,1-1 0 0 0,-1 1-1 0 0,0-1 1 0 0,1 1 0 0 0,-1-1 0 0 0,1 1 0 0 0,0-1 0 0 0,-1 0-1 0 0,1 1 1 0 0,-1-1 0 0 0,1 0 0 0 0,-1 0 0 0 0,1 1-1 0 0,0-1 1 0 0,-1 0 0 0 0,1 0 0 0 0,0 0 0 0 0,-1 0 0 0 0,1 0-1 0 0,0 0 1 0 0,-1 0 0 0 0,1 0 0 0 0,-1 0 0 0 0,1 0 0 0 0,0 0-1 0 0,-1 0 1 0 0,1 0 0 0 0,0 0 0 0 0,-1-1 0 0 0,1 1-1 0 0,-1 0 1 0 0,2-1 0 0 0,35-15 476 0 0,-30 12-426 0 0,101-56 55 0 0,-3 1-1715 0 0,-84 49-444 0 0,34-11 0 0 0,-25 12-112 0 0,-2-1-19 0 0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7:05.6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469 164 5529 0 0,'-25'-9'48'0'0,"-7"-2"1753"0"0,0 1 0 0 0,-64-11 0 0 0,86 20-1462 0 0,1 0 1 0 0,-1 1-1 0 0,0 0 0 0 0,0 0 0 0 0,0 1 0 0 0,1 0 0 0 0,-1 1 0 0 0,1 0 0 0 0,-1 1 0 0 0,1 0 0 0 0,0 0 0 0 0,0 1 0 0 0,0 0 0 0 0,-14 9 0 0 0,13-5-114 0 0,0 1 0 0 0,1-1-1 0 0,1 1 1 0 0,-1 1 0 0 0,2 0-1 0 0,-1 0 1 0 0,1 0 0 0 0,1 1-1 0 0,0 0 1 0 0,0 0 0 0 0,1 1 0 0 0,1-1-1 0 0,0 1 1 0 0,-3 15 0 0 0,0 5-3 0 0,1 0 0 0 0,1 1 1 0 0,3-1-1 0 0,0 43 0 0 0,4-32-185 0 0,1-1-1 0 0,2 0 1 0 0,2-1-1 0 0,2 1 1 0 0,2-1-1 0 0,2-1 1 0 0,27 61-1 0 0,-29-77-14 0 0,2-1-1 0 0,1 0 0 0 0,1-1 0 0 0,0-1 1 0 0,31 31-1 0 0,-32-38-15 0 0,1-1-1 0 0,0-1 1 0 0,0 0 0 0 0,2-1 0 0 0,-1-1 0 0 0,1 0 0 0 0,1-1 0 0 0,24 8-1 0 0,-21-11 54 0 0,1 0-1 0 0,-1-2 1 0 0,1 0-1 0 0,0-2 1 0 0,0 0-1 0 0,0-1 1 0 0,0-2-1 0 0,24-2 1 0 0,-21-1 29 0 0,0 0 0 0 0,-1-1 1 0 0,1-1-1 0 0,-1-2 0 0 0,0 0 0 0 0,41-22 1 0 0,-45 17-29 0 0,0 0 0 0 0,-1-2 0 0 0,-1 0 1 0 0,0-1-1 0 0,-1-1 0 0 0,-1 0 0 0 0,0-2 1 0 0,-2 1-1 0 0,0-2 0 0 0,15-28 0 0 0,-4 2-17 0 0,-2-2 0 0 0,-3 0 0 0 0,24-83 1 0 0,-36 98-27 0 0,0 0 1 0 0,-3-1-1 0 0,-1 1 1 0 0,-1-1-1 0 0,-1 0 1 0 0,-3 1-1 0 0,0-1 1 0 0,-2 0-1 0 0,-2 1 1 0 0,-1-1-1 0 0,-1 1 1 0 0,-2 1-1 0 0,-19-46 1 0 0,23 67-12 0 0,-1 1 0 0 0,0 0 1 0 0,-1 0-1 0 0,0 0 0 0 0,-1 1 0 0 0,0 0 0 0 0,0 0 1 0 0,-1 1-1 0 0,0 0 0 0 0,-1 1 0 0 0,1-1 1 0 0,-1 2-1 0 0,-14-7 0 0 0,19 10-90 0 0,0 1 1 0 0,0 0-1 0 0,0 0 1 0 0,-1 0-1 0 0,1 0 1 0 0,-1 1-1 0 0,1 0 1 0 0,-1 1-1 0 0,0-1 1 0 0,1 1 0 0 0,-1 0-1 0 0,1 0 1 0 0,-1 1-1 0 0,0-1 1 0 0,1 1-1 0 0,-1 1 1 0 0,1-1-1 0 0,-1 1 1 0 0,1 0-1 0 0,0 0 1 0 0,0 0-1 0 0,0 1 1 0 0,0 0-1 0 0,0 0 1 0 0,1 0-1 0 0,-1 0 1 0 0,1 1-1 0 0,0 0 1 0 0,-7 8-1 0 0,-5 9-5041 0 0,5 3-1631 0 0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7:06.2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85 9674 0 0,'20'-84'10418'0'0,"-32"421"-8268"0"0,11-195-1985 0 0,1-122-161 0 0,-3 48-120 0 0,4 0 0 0 0,2 0 0 0 0,13 70 0 0 0,-14-129-64 0 0,1 1-1 0 0,-1-1 1 0 0,1 0-1 0 0,1-1 1 0 0,0 1-1 0 0,6 10 1 0 0,11 4-6508 0 0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7:06.6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27 8290 0 0,'9'-24'3896'0'0,"-8"24"-3683"0"0,-1 0 0 0 0,1-1 0 0 0,0 1 0 0 0,-1 0 0 0 0,1 0 0 0 0,-1-1 0 0 0,1 1 0 0 0,-1 0 0 0 0,1 0-1 0 0,0 0 1 0 0,15 8 5164 0 0,-4 5-4960 0 0,-3 3-211 0 0,0 0-1 0 0,-1 1 1 0 0,-1 0 0 0 0,0 0 0 0 0,-1 1 0 0 0,4 24 0 0 0,3 6-31 0 0,-1-7-140 0 0,-1-2 110 0 0,30 71 1 0 0,-37-101-150 0 0,0-1 0 0 0,1 1 0 0 0,0-1-1 0 0,0 0 1 0 0,1 0 0 0 0,0-1 0 0 0,0 1 0 0 0,1-1 0 0 0,0-1 0 0 0,0 1-1 0 0,1-1 1 0 0,-1-1 0 0 0,14 8 0 0 0,-20-12-48 0 0,0-1 0 0 0,1 1 1 0 0,-1 0-1 0 0,0-1 0 0 0,1 1 0 0 0,-1-1 0 0 0,0 0 0 0 0,1 1 0 0 0,-1-1 1 0 0,1 0-1 0 0,-1 0 0 0 0,1 0 0 0 0,-1 0 0 0 0,0 0 0 0 0,1 0 1 0 0,-1 0-1 0 0,1-1 0 0 0,-1 1 0 0 0,1 0 0 0 0,-1-1 0 0 0,0 1 1 0 0,1-1-1 0 0,-1 0 0 0 0,2-1 0 0 0,-1 1-75 0 0,0-1 1 0 0,0 0-1 0 0,-1-1 1 0 0,1 1-1 0 0,0 0 0 0 0,-1 0 1 0 0,0-1-1 0 0,1 1 1 0 0,-1-1-1 0 0,0 1 0 0 0,0-1 1 0 0,0-3-1 0 0,2-9-525 0 0,0 0 1 0 0,-1-1-1 0 0,0-24 1 0 0,-2 33 526 0 0,0-22-234 0 0,3-42-16 0 0,-3 67 492 0 0,0 0-1 0 0,1 0 1 0 0,0 0-1 0 0,0 0 1 0 0,0 0-1 0 0,1 1 1 0 0,-1-1-1 0 0,1 0 1 0 0,0 0-1 0 0,0 1 1 0 0,0-1-1 0 0,1 1 1 0 0,4-5-1 0 0,-5 6 6 0 0,0 1-1 0 0,0 0 0 0 0,0-1 1 0 0,1 1-1 0 0,-1 0 1 0 0,0 0-1 0 0,1 1 0 0 0,-1-1 1 0 0,1 0-1 0 0,-1 1 0 0 0,1 0 1 0 0,-1-1-1 0 0,1 1 0 0 0,-1 0 1 0 0,1 0-1 0 0,-1 1 1 0 0,1-1-1 0 0,-1 0 0 0 0,1 1 1 0 0,-1 0-1 0 0,1-1 0 0 0,-1 1 1 0 0,0 0-1 0 0,1 0 0 0 0,-1 0 1 0 0,0 1-1 0 0,3 1 1 0 0,9 5 215 0 0,-1 1 1 0 0,-1 1 0 0 0,14 13 0 0 0,-17-15-113 0 0,53 50 140 0 0,8 9-939 0 0,-17-29-6783 0 0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7:07.0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10 206 5065 0 0,'6'0'764'0'0,"0"-1"0"0"0,0 1-1 0 0,1-1 1 0 0,-1 0 0 0 0,0-1 0 0 0,0 1-1 0 0,0-1 1 0 0,0-1 0 0 0,0 1 0 0 0,-1-1-1 0 0,1 0 1 0 0,-1 0 0 0 0,10-8 0 0 0,-12 9-695 0 0,0-1 1 0 0,0 1-1 0 0,-1-1 1 0 0,0 0-1 0 0,1 0 0 0 0,-1 0 1 0 0,0 0-1 0 0,0-1 1 0 0,-1 1-1 0 0,1 0 1 0 0,-1-1-1 0 0,0 0 1 0 0,1 1-1 0 0,-2-1 1 0 0,1 1-1 0 0,0-1 1 0 0,-1 0-1 0 0,1 0 1 0 0,-1 1-1 0 0,0-1 1 0 0,-1 0-1 0 0,1 0 0 0 0,-1 1 1 0 0,0-6-1 0 0,-1 3-120 0 0,0-1 0 0 0,0 1 0 0 0,-1-1 0 0 0,0 1 0 0 0,0 0 0 0 0,0 0-1 0 0,-1 1 1 0 0,0-1 0 0 0,-7-8 0 0 0,10 13 64 0 0,0 0-1 0 0,0 0 1 0 0,-1-1 0 0 0,1 1 0 0 0,0 0-1 0 0,-1 0 1 0 0,1 0 0 0 0,-1 1 0 0 0,1-1-1 0 0,-1 0 1 0 0,1 0 0 0 0,-1 1-1 0 0,0-1 1 0 0,1 1 0 0 0,-1 0 0 0 0,0-1-1 0 0,0 1 1 0 0,1 0 0 0 0,-1 0 0 0 0,0 0-1 0 0,0 0 1 0 0,1 0 0 0 0,-1 0-1 0 0,0 1 1 0 0,1-1 0 0 0,-1 1 0 0 0,0-1-1 0 0,1 1 1 0 0,-1-1 0 0 0,1 1 0 0 0,-1 0-1 0 0,1 0 1 0 0,-1 0 0 0 0,1 0 0 0 0,-1 0-1 0 0,1 0 1 0 0,0 0 0 0 0,0 1-1 0 0,-1-1 1 0 0,1 0 0 0 0,0 1 0 0 0,-1 1-1 0 0,-2 2 222 0 0,1 1 1 0 0,0-1-1 0 0,0 1 0 0 0,0 0 0 0 0,0 0 0 0 0,1 0 0 0 0,0 1 0 0 0,0-1 0 0 0,1 0 0 0 0,0 1 0 0 0,0-1 0 0 0,1 1 1 0 0,-1-1-1 0 0,2 12 0 0 0,-1-11-128 0 0,1 1 1 0 0,0-1-1 0 0,0 0 0 0 0,1 0 1 0 0,-1 0-1 0 0,2 0 0 0 0,-1 0 1 0 0,1 0-1 0 0,0 0 1 0 0,0-1-1 0 0,1 0 0 0 0,8 12 1 0 0,-4-11-93 0 0,-1 0 0 0 0,1-1-1 0 0,0 0 1 0 0,0 0 0 0 0,0-1 0 0 0,1 0 0 0 0,0 0 0 0 0,0-1 0 0 0,0-1 0 0 0,1 1 0 0 0,16 3-1 0 0,-16-5-704 0 0,0-1-1 0 0,0 1 1 0 0,0-2-1 0 0,0 1 1 0 0,0-1-1 0 0,20-3 0 0 0,-8-2-5880 0 0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7:07.4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122 1 4145 0 0,'-8'15'3588'0'0,"-20"42"4344"0"0,-17 45-4520 0 0,37-80-3219 0 0,0-1 0 0 0,2 1 0 0 0,0 0-1 0 0,2 0 1 0 0,0 1 0 0 0,0 25 0 0 0,3-47-174 0 0,1 1 0 0 0,0 0 0 0 0,0 0 0 0 0,1 0 0 0 0,-1 0 0 0 0,0 0 0 0 0,1 0 0 0 0,-1 0 0 0 0,1-1 0 0 0,-1 1 0 0 0,1 0 0 0 0,0 0 0 0 0,0-1 0 0 0,0 1 0 0 0,0 0 0 0 0,0-1 0 0 0,0 1 0 0 0,0-1 0 0 0,3 3 0 0 0,-3-4-51 0 0,0 1 0 0 0,0-1-1 0 0,0 0 1 0 0,1 1 0 0 0,-1-1 0 0 0,0 0 0 0 0,0 0 0 0 0,1 0 0 0 0,-1 0 0 0 0,0 0 0 0 0,0 0 0 0 0,1 0 0 0 0,-1 0 0 0 0,0-1 0 0 0,0 1-1 0 0,0 0 1 0 0,1-1 0 0 0,-1 1 0 0 0,0-1 0 0 0,0 1 0 0 0,0-1 0 0 0,0 0 0 0 0,0 1 0 0 0,0-1 0 0 0,0 0 0 0 0,0 0 0 0 0,0 0-1 0 0,0 0 1 0 0,0 0 0 0 0,0-1 0 0 0,14-16-435 0 0,0-1 0 0 0,-2 0-1 0 0,0-1 1 0 0,-2 0 0 0 0,12-27-1 0 0,19-32 93 0 0,-36 69 323 0 0,-1 0 334 0 0,1 1-1 0 0,1-1 1 0 0,0 1-1 0 0,15-16 1 0 0,-21 24-204 0 0,0 0-1 0 0,0 0 1 0 0,0 0 0 0 0,0 0 0 0 0,0 0 0 0 0,1 0 0 0 0,-1 1 0 0 0,0-1 0 0 0,1 0 0 0 0,-1 1-1 0 0,0-1 1 0 0,1 1 0 0 0,-1-1 0 0 0,1 1 0 0 0,-1 0 0 0 0,1-1 0 0 0,-1 1 0 0 0,1 0-1 0 0,-1 0 1 0 0,1 0 0 0 0,-1 0 0 0 0,1 1 0 0 0,-1-1 0 0 0,1 0 0 0 0,-1 0 0 0 0,0 1 0 0 0,1-1-1 0 0,-1 1 1 0 0,1 0 0 0 0,-1-1 0 0 0,0 1 0 0 0,1 0 0 0 0,-1 0 0 0 0,0 0 0 0 0,0 0-1 0 0,0 0 1 0 0,0 0 0 0 0,0 0 0 0 0,0 0 0 0 0,0 0 0 0 0,0 0 0 0 0,0 0 0 0 0,0 1 0 0 0,-1-1-1 0 0,2 3 1 0 0,12 19 467 0 0,13 33 1 0 0,-22-44-770 0 0,0 1 1 0 0,1-1-1 0 0,1 0 1 0 0,0 0 0 0 0,0-1-1 0 0,1 0 1 0 0,1 0-1 0 0,0-1 1 0 0,0 0 0 0 0,19 15-1 0 0,-10-13-1224 0 0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7:07.8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69 75 6913 0 0,'2'-5'437'0'0,"-1"-1"0"0"0,0 1 0 0 0,1 0 0 0 0,-2 0 0 0 0,1-1 0 0 0,0 1 0 0 0,-1 0-1 0 0,0-1 1 0 0,-1 1 0 0 0,1-1 0 0 0,-2-5 0 0 0,2 11-376 0 0,0-1 0 0 0,0 1 0 0 0,0 0 1 0 0,0 0-1 0 0,0 0 0 0 0,0-1 0 0 0,-1 1 0 0 0,1 0 0 0 0,0 0 0 0 0,0 0 1 0 0,0 0-1 0 0,0-1 0 0 0,0 1 0 0 0,-1 0 122 0 0,1 0-121 0 0,0 0-1 0 0,0 0 0 0 0,0-1 0 0 0,0 1 0 0 0,0 0 0 0 0,-1 0 0 0 0,1 0 1 0 0,0 0-1 0 0,0 0 0 0 0,0 0 0 0 0,-1 0 0 0 0,1 0 0 0 0,0 0 1 0 0,0 0-1 0 0,0 0 0 0 0,-1 0 0 0 0,1 0 0 0 0,0 0 0 0 0,0 0 0 0 0,0 0 1 0 0,0 0-1 0 0,-1 0 0 0 0,1 0 0 0 0,0 0 0 0 0,0 0 0 0 0,0 0 0 0 0,-1 0 1 0 0,1 0-1 0 0,0 0 0 0 0,0 0 0 0 0,0 1 0 0 0,-1-1 0 0 0,-9 12 1293 0 0,-7 16-216 0 0,17-28-1066 0 0,-30 67 2002 0 0,28-63-1975 0 0,1 0 1 0 0,-1 0 0 0 0,1 0-1 0 0,0 0 1 0 0,1 0 0 0 0,-1 0-1 0 0,1 1 1 0 0,-1-1 0 0 0,1 0 0 0 0,1 1-1 0 0,-1-1 1 0 0,0 0 0 0 0,1 0-1 0 0,2 8 1 0 0,-1-10-90 0 0,-1 0 0 0 0,1 0 1 0 0,-1-1-1 0 0,1 1 0 0 0,0 0 0 0 0,0-1 0 0 0,-1 1 1 0 0,1-1-1 0 0,1 0 0 0 0,-1 0 0 0 0,0 0 0 0 0,0 0 1 0 0,0 0-1 0 0,0 0 0 0 0,1 0 0 0 0,-1-1 0 0 0,0 1 1 0 0,1-1-1 0 0,-1 0 0 0 0,0 1 0 0 0,1-1 0 0 0,-1 0 1 0 0,1-1-1 0 0,2 1 0 0 0,11-1-142 0 0,0-1 1 0 0,23-6-1 0 0,-21 4-80 0 0,-10 2 38 0 0,1 1 0 0 0,-1 0 1 0 0,0 0-1 0 0,1 1 0 0 0,-1 1 1 0 0,1-1-1 0 0,-1 1 0 0 0,9 2 1 0 0,-15-2 113 0 0,0-1 1 0 0,0 1 0 0 0,-1-1-1 0 0,1 1 1 0 0,0 0 0 0 0,-1 0-1 0 0,1 0 1 0 0,0 0-1 0 0,-1 0 1 0 0,1 0 0 0 0,-1 1-1 0 0,1-1 1 0 0,-1 0 0 0 0,0 1-1 0 0,0-1 1 0 0,0 1-1 0 0,0-1 1 0 0,0 1 0 0 0,0 0-1 0 0,0-1 1 0 0,0 1 0 0 0,0 0-1 0 0,-1 0 1 0 0,1 0-1 0 0,-1 0 1 0 0,1-1 0 0 0,-1 1-1 0 0,0 0 1 0 0,0 0 0 0 0,0 0-1 0 0,0 0 1 0 0,0 0-1 0 0,0 0 1 0 0,0 0 0 0 0,-1 0-1 0 0,1-1 1 0 0,-1 1-1 0 0,1 0 1 0 0,-1 0 0 0 0,0 0-1 0 0,-1 1 1 0 0,0 4-219 0 0,-1-1 0 0 0,-1 1 0 0 0,0-1 0 0 0,0 1 0 0 0,0-1 1 0 0,0-1-1 0 0,-8 8 0 0 0,8-7-409 0 0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7:08.1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21 8290 0 0,'-4'19'5483'0'0,"-1"26"-3278"0"0,3-25-1246 0 0,2 1 0 0 0,0-1 0 0 0,1 1 0 0 0,7 37 0 0 0,-6-51-760 0 0,0-1 0 0 0,0 1 0 0 0,1 0 0 0 0,0-1 0 0 0,0 1 0 0 0,0-1-1 0 0,8 11 1 0 0,-8-14-185 0 0,-1 0 0 0 0,1 0-1 0 0,0-1 1 0 0,-1 1 0 0 0,1-1-1 0 0,0 0 1 0 0,0 0 0 0 0,1 0-1 0 0,-1 0 1 0 0,0-1 0 0 0,1 1-1 0 0,-1-1 1 0 0,1 0 0 0 0,-1 0-1 0 0,1 0 1 0 0,4 0 0 0 0,-5-1-151 0 0,1 0 0 0 0,-1 0 0 0 0,1-1 0 0 0,-1 1 0 0 0,0-1 0 0 0,1 0 0 0 0,-1 0 0 0 0,1 0 0 0 0,-1 0 0 0 0,0-1 0 0 0,0 0 0 0 0,0 1 0 0 0,0-1 0 0 0,0 0 0 0 0,0 0 0 0 0,-1-1 0 0 0,1 1 0 0 0,-1-1 0 0 0,1 1 0 0 0,-1-1 0 0 0,0 0 0 0 0,0 0 0 0 0,2-3 0 0 0,7-11-1614 0 0,-1 0 0 0 0,14-34 0 0 0,-18 36 835 0 0,26-69-1845 0 0,-10 23 4109 0 0,-21 58-1018 0 0,1 0 0 0 0,-1 0 0 0 0,1 0 0 0 0,-1 0 1 0 0,1 0-1 0 0,0 0 0 0 0,0 0 0 0 0,3-2 1 0 0,-4 5-225 0 0,-1 0-1 0 0,0-1 1 0 0,1 1 0 0 0,-1 0 0 0 0,1-1 0 0 0,0 1-1 0 0,-1 0 1 0 0,1 0 0 0 0,-1 0 0 0 0,1-1 0 0 0,-1 1-1 0 0,1 0 1 0 0,-1 0 0 0 0,1 0 0 0 0,0 0 0 0 0,-1 0-1 0 0,1 0 1 0 0,-1 0 0 0 0,1 0 0 0 0,0 0 0 0 0,-1 0-1 0 0,1 0 1 0 0,-1 1 0 0 0,1-1 0 0 0,-1 0 0 0 0,1 0-1 0 0,-1 1 1 0 0,1-1 0 0 0,-1 0 0 0 0,1 0 0 0 0,-1 1-1 0 0,1-1 1 0 0,-1 1 0 0 0,1-1 0 0 0,-1 0 0 0 0,1 1-1 0 0,-1-1 1 0 0,0 1 0 0 0,1-1 0 0 0,-1 1 0 0 0,0-1-1 0 0,0 1 1 0 0,1-1 0 0 0,-1 1 0 0 0,0-1 0 0 0,0 1-1 0 0,0 0 1 0 0,0-1 0 0 0,0 1 0 0 0,1-1 0 0 0,-1 2-1 0 0,19 47 1165 0 0,-6-14-654 0 0,1-2-1 0 0,26 45 0 0 0,-35-70-894 0 0,0 0 1 0 0,1 0-1 0 0,0 0 0 0 0,0-1 0 0 0,1 0 0 0 0,0 0 0 0 0,0-1 0 0 0,0 1 1 0 0,1-2-1 0 0,0 1 0 0 0,0-1 0 0 0,1 0 0 0 0,-1-1 0 0 0,11 4 0 0 0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7:08.5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57 3681 0 0,'5'-2'433'0'0,"0"0"1"0"0,0 0-1 0 0,-1 0 0 0 0,1 1 1 0 0,1-1-1 0 0,-1 1 0 0 0,0 0 1 0 0,0 1-1 0 0,0-1 0 0 0,0 1 1 0 0,1 0-1 0 0,-1 1 0 0 0,0-1 1 0 0,0 1-1 0 0,0 0 1 0 0,0 0-1 0 0,1 0 0 0 0,-2 1 1 0 0,9 4-1 0 0,0-1 251 0 0,0 1 0 0 0,0 1-1 0 0,-1 0 1 0 0,0 0 0 0 0,-1 1 0 0 0,13 12-1 0 0,-15-12-456 0 0,-1 1-1 0 0,0-1 0 0 0,0 1 0 0 0,-1 1 0 0 0,0-1 1 0 0,-1 1-1 0 0,0 0 0 0 0,0 1 0 0 0,-1-1 1 0 0,6 21-1 0 0,-11-31-223 0 0,0 0 1 0 0,0 0-1 0 0,1 1 1 0 0,-1-1-1 0 0,0 0 1 0 0,0 0-1 0 0,0 0 1 0 0,0 0-1 0 0,0 1 1 0 0,0-1-1 0 0,0 0 1 0 0,0 0-1 0 0,0 0 1 0 0,0 1-1 0 0,0-1 1 0 0,0 0-1 0 0,0 0 1 0 0,0 0-1 0 0,0 1 1 0 0,0-1-1 0 0,0 0 1 0 0,0 0-1 0 0,0 0 1 0 0,0 1-1 0 0,0-1 1 0 0,0 0-1 0 0,0 0 0 0 0,0 0 1 0 0,0 0-1 0 0,-1 1 1 0 0,1-1-1 0 0,0 0 1 0 0,0 0-1 0 0,0 0 1 0 0,0 0-1 0 0,0 1 1 0 0,-1-1-1 0 0,1 0 1 0 0,0 0-1 0 0,0 0 1 0 0,0 0-1 0 0,0 0 1 0 0,-1 0-1 0 0,-8-5 347 0 0,-7-14 98 0 0,11 9-491 0 0,0 0 0 0 0,1 0 0 0 0,0 0 0 0 0,1-1 0 0 0,0 0 0 0 0,0 0 0 0 0,1 1 0 0 0,-1-23 0 0 0,3 16-2203 0 0,0 0-1 0 0,4-29 1 0 0,2 18-3552 0 0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7:08.8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1 291 6913 0 0,'0'1'64'0'0,"0"0"-1"0"0,0 0 0 0 0,1 0 0 0 0,-1 0 0 0 0,1 0 0 0 0,-1 0 0 0 0,1 0 0 0 0,-1 0 0 0 0,1 0 0 0 0,0 0 0 0 0,-1 0 1 0 0,1 0-1 0 0,0-1 0 0 0,0 1 0 0 0,-1 0 0 0 0,1-1 0 0 0,0 1 0 0 0,0 0 0 0 0,0-1 0 0 0,0 1 0 0 0,0-1 0 0 0,0 1 0 0 0,0-1 1 0 0,2 1-1 0 0,-1-1 135 0 0,-1 0 1 0 0,1 0 0 0 0,0-1 0 0 0,0 1-1 0 0,0 0 1 0 0,0-1 0 0 0,-1 1 0 0 0,1-1-1 0 0,0 1 1 0 0,0-1 0 0 0,-1 0 0 0 0,1 0-1 0 0,-1 0 1 0 0,4-2 0 0 0,1-2 486 0 0,1-1 0 0 0,-1 0 0 0 0,0-1 0 0 0,-1 1 0 0 0,0-1 0 0 0,0 0 0 0 0,0 0 0 0 0,-1-1 0 0 0,0 1 0 0 0,0-1 0 0 0,3-11 0 0 0,0-1-140 0 0,-1-1 0 0 0,-1 1 0 0 0,4-31 1 0 0,-8 44-492 0 0,3-39 97 0 0,-4 44-152 0 0,0 0 0 0 0,0-1 0 0 0,0 1 0 0 0,-1 0 0 0 0,1 0 0 0 0,0 0-1 0 0,-1 0 1 0 0,0-1 0 0 0,1 1 0 0 0,-1 0 0 0 0,0 0 0 0 0,0 0 0 0 0,0 0 0 0 0,0 1 0 0 0,0-1-1 0 0,-3-3 1 0 0,3 4-17 0 0,1 1-1 0 0,-1-1 1 0 0,0 1 0 0 0,0 0-1 0 0,1-1 1 0 0,-1 1-1 0 0,0 0 1 0 0,0-1-1 0 0,1 1 1 0 0,-1 0-1 0 0,0 0 1 0 0,0 0-1 0 0,0 0 1 0 0,1 0 0 0 0,-1 0-1 0 0,0 0 1 0 0,0 0-1 0 0,0 0 1 0 0,1 0-1 0 0,-1 0 1 0 0,0 0-1 0 0,0 0 1 0 0,0 1 0 0 0,1-1-1 0 0,-2 1 1 0 0,-19 16-470 0 0,-7 28-392 0 0,19-27 763 0 0,2 1-1 0 0,0 0 1 0 0,1 0-1 0 0,-4 22 1 0 0,8-34 133 0 0,0 1-1 0 0,1-1 1 0 0,1 1 0 0 0,-1-1 0 0 0,1 1 0 0 0,0-1 0 0 0,1 1 0 0 0,0 0 0 0 0,0-1-1 0 0,0 1 1 0 0,1-1 0 0 0,0 0 0 0 0,6 14 0 0 0,12 2-925 0 0,-3-11-3806 0 0,-2-4-1402 0 0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7:10.4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249 62 6913 0 0,'-1'-3'386'0'0,"0"-1"-1"0"0,0 1 1 0 0,0-1-1 0 0,-1 1 1 0 0,0 0-1 0 0,0 0 0 0 0,1 0 1 0 0,-2 0-1 0 0,1 0 1 0 0,0 0-1 0 0,-1 1 0 0 0,1-1 1 0 0,-1 1-1 0 0,0-1 1 0 0,0 1-1 0 0,0 0 1 0 0,0 0-1 0 0,0 0 0 0 0,0 1 1 0 0,0-1-1 0 0,-1 1 1 0 0,1 0-1 0 0,-1 0 0 0 0,-5-2 1 0 0,5 3-255 0 0,-1 0 0 0 0,1 0 0 0 0,-1 1 0 0 0,1-1 0 0 0,0 1 0 0 0,-1 0 0 0 0,1 0 0 0 0,0 0 0 0 0,-1 1-1 0 0,1-1 1 0 0,0 1 0 0 0,0 0 0 0 0,0 0 0 0 0,1 0 0 0 0,-1 1 0 0 0,0 0 0 0 0,1-1 0 0 0,0 1 0 0 0,-6 7 0 0 0,-1 2-8 0 0,0 0-1 0 0,1 1 0 0 0,1 0 1 0 0,0 1-1 0 0,1 0 1 0 0,1 0-1 0 0,-9 28 1 0 0,9-23-110 0 0,1 1 0 0 0,1 0 0 0 0,1 0 0 0 0,0 1 0 0 0,1 31 0 0 0,2-49-37 0 0,1 1-1 0 0,-1 0 1 0 0,0-1 0 0 0,1 1 0 0 0,0 0 0 0 0,0-1 0 0 0,0 1 0 0 0,0-1 0 0 0,1 1 0 0 0,-1-1 0 0 0,1 0 0 0 0,0 0 0 0 0,0 0-1 0 0,5 6 1 0 0,-6-8-23 0 0,0 0 0 0 0,1 0 0 0 0,-1 0-1 0 0,1 0 1 0 0,0 0 0 0 0,-1 0 0 0 0,1 0 0 0 0,0-1-1 0 0,0 1 1 0 0,-1-1 0 0 0,1 1 0 0 0,0-1-1 0 0,0 0 1 0 0,0 1 0 0 0,0-1 0 0 0,-1 0 0 0 0,1 0-1 0 0,0-1 1 0 0,0 1 0 0 0,0 0 0 0 0,0-1-1 0 0,-1 1 1 0 0,1-1 0 0 0,0 1 0 0 0,0-1 0 0 0,-1 0-1 0 0,1 0 1 0 0,-1 1 0 0 0,1-1 0 0 0,0 0-1 0 0,1-2 1 0 0,9-5-144 0 0,-1-2-1 0 0,1 1 1 0 0,-1-1-1 0 0,-1-1 1 0 0,0 1-1 0 0,-1-2 1 0 0,0 0 0 0 0,0 0-1 0 0,7-14 1 0 0,6-18 123 0 0,24-63 1 0 0,-35 78 296 0 0,-11 28-145 0 0,1 0 0 0 0,-1 0 0 0 0,0 0 0 0 0,1 0 1 0 0,-1 0-1 0 0,0 0 0 0 0,1 0 0 0 0,-1 0 0 0 0,1 0 0 0 0,-1 1 0 0 0,1-1 0 0 0,0 0 1 0 0,-1 0-1 0 0,1 1 0 0 0,0-1 0 0 0,-1 0 0 0 0,1 1 0 0 0,0-1 0 0 0,0 0 0 0 0,0 1 1 0 0,0-1-1 0 0,-1 1 0 0 0,1 0 0 0 0,0-1 0 0 0,0 1 0 0 0,2-1 0 0 0,-2 2-23 0 0,0-1-1 0 0,0 1 0 0 0,1-1 0 0 0,-1 1 1 0 0,0-1-1 0 0,0 1 0 0 0,0 0 1 0 0,0 0-1 0 0,0-1 0 0 0,0 1 0 0 0,0 0 1 0 0,0 0-1 0 0,0 0 0 0 0,0 0 0 0 0,-1 0 1 0 0,1 0-1 0 0,1 2 0 0 0,4 10 124 0 0,1-1-1 0 0,8 26 1 0 0,-13-32-100 0 0,5 12 56 0 0,-2-2-108 0 0,0 0-1 0 0,2-1 0 0 0,0 1 1 0 0,1-1-1 0 0,0 0 0 0 0,1-1 1 0 0,15 18-1 0 0,-24-32-19 0 0,0 1-1 0 0,1-1 0 0 0,-1 1 1 0 0,1-1-1 0 0,-1 0 1 0 0,1 1-1 0 0,-1-1 0 0 0,1 1 1 0 0,-1-1-1 0 0,1 0 1 0 0,-1 0-1 0 0,1 1 0 0 0,-1-1 1 0 0,1 0-1 0 0,-1 0 1 0 0,1 1-1 0 0,-1-1 1 0 0,1 0-1 0 0,0 0 0 0 0,-1 0 1 0 0,1 0-1 0 0,-1 0 1 0 0,1 0-1 0 0,0 0 0 0 0,-1 0 1 0 0,1 0-1 0 0,-1 0 1 0 0,1-1-1 0 0,0 1 0 0 0,0 0 1 0 0,0-1-4 0 0,0 0 0 0 0,0 0 0 0 0,0 0 0 0 0,0 0 0 0 0,0 0 0 0 0,0 0 0 0 0,0-1 0 0 0,-1 1 0 0 0,1 0 0 0 0,0 0 0 0 0,-1-1 0 0 0,2-1 0 0 0,10-50-281 0 0,-10 42 121 0 0,1-4 76 0 0,2-1 0 0 0,-1 1 0 0 0,12-24-1 0 0,-14 34 104 0 0,0 1 0 0 0,1 0 0 0 0,-1-1 0 0 0,1 1 0 0 0,0 0 0 0 0,0 1 0 0 0,0-1 0 0 0,1 0-1 0 0,-1 1 1 0 0,1 0 0 0 0,0 0 0 0 0,0 0 0 0 0,0 0 0 0 0,0 0 0 0 0,1 1 0 0 0,4-2 0 0 0,-7 3-6 0 0,0 1 1 0 0,1 0-1 0 0,-1-1 1 0 0,1 1-1 0 0,0 0 1 0 0,-1 0-1 0 0,1 1 1 0 0,-1-1-1 0 0,0 0 1 0 0,1 1-1 0 0,-1 0 1 0 0,1-1-1 0 0,-1 1 1 0 0,0 0-1 0 0,1 0 1 0 0,-1 1-1 0 0,0-1 1 0 0,0 0-1 0 0,0 1 1 0 0,0-1-1 0 0,0 1 1 0 0,0 0-1 0 0,0-1 1 0 0,2 4-1 0 0,6 7 220 0 0,-1 0-1 0 0,16 25 0 0 0,-14-18-154 0 0,7 9-186 0 0,-12-18 12 0 0,0 1 1 0 0,1-1-1 0 0,0 0 1 0 0,1-1-1 0 0,0 0 1 0 0,0 0-1 0 0,12 9 1 0 0,-19-17 63 0 0,0-1 0 0 0,0 1 0 0 0,0-1 1 0 0,0 1-1 0 0,0-1 0 0 0,0 0 1 0 0,0 1-1 0 0,0-1 0 0 0,0 0 0 0 0,1 0 1 0 0,-1 0-1 0 0,0 0 0 0 0,0 0 0 0 0,0 0 1 0 0,0 0-1 0 0,0 0 0 0 0,1 0 1 0 0,-1 0-1 0 0,0-1 0 0 0,0 1 0 0 0,0-1 1 0 0,2 0-1 0 0,0-1-3 0 0,0 0 0 0 0,0 0 0 0 0,-1 0 0 0 0,1 0 0 0 0,-1 0 0 0 0,1-1 0 0 0,3-4 0 0 0,1-2-15 0 0,-1 0-1 0 0,-1-1 1 0 0,10-19 0 0 0,5-29-505 0 0,-16 42 646 0 0,1 1 0 0 0,0 1 1 0 0,1-1-1 0 0,0 1 1 0 0,1 0-1 0 0,1 0 1 0 0,0 1-1 0 0,14-16 1 0 0,-21 27-75 0 0,0 1-1 0 0,1 0 1 0 0,-1 0 0 0 0,0 0-1 0 0,0 0 1 0 0,1 0 0 0 0,-1 0 0 0 0,0 0-1 0 0,1 0 1 0 0,-1 1 0 0 0,1-1 0 0 0,-1 0-1 0 0,1 1 1 0 0,-1 0 0 0 0,1-1 0 0 0,0 1-1 0 0,-1 0 1 0 0,1 0 0 0 0,-1-1-1 0 0,1 1 1 0 0,0 0 0 0 0,-1 1 0 0 0,1-1-1 0 0,-1 0 1 0 0,1 0 0 0 0,0 1 0 0 0,-1-1-1 0 0,1 1 1 0 0,-1-1 0 0 0,1 1-1 0 0,-1 0 1 0 0,1 0 0 0 0,-1 0 0 0 0,0-1-1 0 0,1 1 1 0 0,-1 0 0 0 0,0 1 0 0 0,0-1-1 0 0,0 0 1 0 0,0 0 0 0 0,0 0-1 0 0,0 1 1 0 0,0-1 0 0 0,1 2 0 0 0,5 8 18 0 0,1 1 0 0 0,-2 0 0 0 0,0 1 1 0 0,6 14-1 0 0,-7-14-11 0 0,28 55-756 0 0,-6-26-2642 0 0,-13-24-3373 0 0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7:10.9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204 377 3225 0 0,'0'0'19'0'0,"0"0"1"0"0,0-1 0 0 0,0 1 0 0 0,0 0 0 0 0,0 0 0 0 0,0-1-1 0 0,0 1 1 0 0,0 0 0 0 0,0 0 0 0 0,0-1 0 0 0,0 1-1 0 0,0 0 1 0 0,-1 0 0 0 0,1-1 0 0 0,0 1 0 0 0,0 0-1 0 0,0 0 1 0 0,0 0 0 0 0,-1-1 0 0 0,1 1 0 0 0,0 0-1 0 0,0 0 1 0 0,0 0 0 0 0,-1 0 0 0 0,1 0 0 0 0,0-1 0 0 0,0 1-1 0 0,0 0 1 0 0,-1 0 0 0 0,1 0 0 0 0,0 0 0 0 0,0 0-1 0 0,-1 0 1 0 0,1 0 0 0 0,0 0 0 0 0,-1 0 0 0 0,1 0-1 0 0,0 0 1 0 0,0 0 0 0 0,-1 0 0 0 0,1 0 0 0 0,0 0-1 0 0,0 0 1 0 0,-1 0 0 0 0,1 0 0 0 0,0 0 0 0 0,0 0-1 0 0,-1 0 1 0 0,1 1 0 0 0,0-1 0 0 0,-22 12 907 0 0,-19 19 674 0 0,25-16-402 0 0,1 0-1 0 0,0 2 1 0 0,1-1 0 0 0,0 1-1 0 0,-17 31 1 0 0,27-42-914 0 0,1 0 0 0 0,0 1 0 0 0,0-1 1 0 0,0 0-1 0 0,1 1 0 0 0,0 0 0 0 0,0-1 0 0 0,0 1 0 0 0,1 0 0 0 0,0 0 0 0 0,1 0 0 0 0,-1 0 0 0 0,1 0 0 0 0,1 0 0 0 0,-1 0 0 0 0,1 0 1 0 0,0 0-1 0 0,1 0 0 0 0,0 0 0 0 0,0-1 0 0 0,4 10 0 0 0,-5-14-266 0 0,0 0-1 0 0,0 0 1 0 0,1 0-1 0 0,-1 0 1 0 0,0 0-1 0 0,1-1 1 0 0,-1 1-1 0 0,1 0 1 0 0,-1-1 0 0 0,1 1-1 0 0,0-1 1 0 0,0 0-1 0 0,0 0 1 0 0,-1 0-1 0 0,1 1 1 0 0,0-2-1 0 0,1 1 1 0 0,-1 0 0 0 0,0 0-1 0 0,4 0 1 0 0,-3-1-66 0 0,0 0 0 0 0,0 0 1 0 0,1 0-1 0 0,-1-1 1 0 0,0 1-1 0 0,0-1 0 0 0,0 0 1 0 0,0 0-1 0 0,0 0 0 0 0,0 0 1 0 0,0-1-1 0 0,0 1 1 0 0,2-3-1 0 0,4-2-306 0 0,-1-1 1 0 0,1 0-1 0 0,-1 0 0 0 0,-1 0 0 0 0,0-1 1 0 0,0-1-1 0 0,9-13 0 0 0,-1-4-558 0 0,-2 0-1 0 0,0-1 0 0 0,-2 0 1 0 0,-1 0-1 0 0,-1-2 0 0 0,-2 1 0 0 0,-1-1 1 0 0,-1 0-1 0 0,-1 0 0 0 0,0-50 1 0 0,-5 49 1091 0 0,-1-1 0 0 0,-2 1 1 0 0,0-1-1 0 0,-2 1 1 0 0,-2 0-1 0 0,-11-31 0 0 0,17 56 414 0 0,-1-1 0 0 0,0 0 0 0 0,1 0 0 0 0,-2 1 0 0 0,-3-6-1 0 0,7 11-449 0 0,0-1 0 0 0,-1 1-1 0 0,1 0 1 0 0,0-1 0 0 0,-1 1-1 0 0,1 0 1 0 0,0-1-1 0 0,-1 1 1 0 0,1 0 0 0 0,-1-1-1 0 0,1 1 1 0 0,0 0-1 0 0,-1 0 1 0 0,1-1 0 0 0,-1 1-1 0 0,1 0 1 0 0,-1 0 0 0 0,1 0-1 0 0,-1 0 1 0 0,1 0-1 0 0,-1-1 1 0 0,1 1 0 0 0,-1 0-1 0 0,1 0 1 0 0,-1 1 0 0 0,0-1-1 0 0,0 0 92 0 0,0 1 0 0 0,0 0-1 0 0,0 0 1 0 0,0 0 0 0 0,0 0-1 0 0,0 0 1 0 0,1 0 0 0 0,-1 0-1 0 0,0 0 1 0 0,1 0 0 0 0,-1 0-1 0 0,1 0 1 0 0,-1 1 0 0 0,1-1 0 0 0,0 0-1 0 0,0 0 1 0 0,-1 2 0 0 0,-2 13 268 0 0,0 1 0 0 0,1 0 0 0 0,0 0 0 0 0,2 1 0 0 0,2 28 0 0 0,16 86-70 0 0,-16-121-346 0 0,3 19 5 0 0,2 0 0 0 0,1-1 1 0 0,2 0-1 0 0,1-1 0 0 0,16 32 1 0 0,-18-42-226 0 0,2 0 1 0 0,0-1-1 0 0,1-1 1 0 0,1 0-1 0 0,0 0 0 0 0,1-1 1 0 0,1-1-1 0 0,26 20 1 0 0,-13-14-588 0 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7:12.1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313 98 9218 0 0,'-4'-2'283'0'0,"0"-1"0"0"0,0 1 1 0 0,-1 0-1 0 0,1 0 0 0 0,-1 0 0 0 0,0 0 1 0 0,1 1-1 0 0,-1 0 0 0 0,0 0 0 0 0,0 0 1 0 0,0 0-1 0 0,0 1 0 0 0,0 0 0 0 0,0 0 1 0 0,1 0-1 0 0,-1 1 0 0 0,0-1 0 0 0,0 1 1 0 0,0 1-1 0 0,0-1 0 0 0,1 1 0 0 0,-10 3 1 0 0,1 1 45 0 0,0 1 1 0 0,1 0 0 0 0,0 1-1 0 0,0 0 1 0 0,0 1 0 0 0,1 0-1 0 0,0 1 1 0 0,1 0 0 0 0,0 1-1 0 0,1 0 1 0 0,-9 12 0 0 0,11-13-274 0 0,1-1 0 0 0,0 1 0 0 0,1 0 1 0 0,0 0-1 0 0,0 1 0 0 0,1 0 0 0 0,0 0 1 0 0,1 0-1 0 0,1 0 0 0 0,0 0 0 0 0,0 0 1 0 0,1 1-1 0 0,0-1 0 0 0,2 18 0 0 0,-1-26-82 0 0,0-1-1 0 0,0 0 1 0 0,0 1 0 0 0,1-1-1 0 0,-1 0 1 0 0,1 0-1 0 0,0 0 1 0 0,-1 1-1 0 0,1-1 1 0 0,0 0-1 0 0,0 0 1 0 0,0 0-1 0 0,1 0 1 0 0,-1 0-1 0 0,0-1 1 0 0,1 1-1 0 0,-1 0 1 0 0,1-1 0 0 0,0 1-1 0 0,0-1 1 0 0,-1 1-1 0 0,1-1 1 0 0,0 0-1 0 0,0 1 1 0 0,0-1-1 0 0,0 0 1 0 0,1-1-1 0 0,-1 1 1 0 0,0 0-1 0 0,0-1 1 0 0,0 1-1 0 0,1-1 1 0 0,-1 1-1 0 0,0-1 1 0 0,4 0 0 0 0,-1-1-136 0 0,0 0-1 0 0,0 1 1 0 0,0-2 0 0 0,0 1 0 0 0,0-1 0 0 0,-1 1 0 0 0,1-1 0 0 0,0-1 0 0 0,-1 1 0 0 0,0-1 0 0 0,0 1 0 0 0,0-1 0 0 0,0 0-1 0 0,0-1 1 0 0,5-5 0 0 0,3-6-254 0 0,0-1-1 0 0,-2 0 0 0 0,0-1 1 0 0,-1-1-1 0 0,0 1 1 0 0,-1-1-1 0 0,-2-1 0 0 0,9-33 1 0 0,-1-14-5 0 0,6-77-1 0 0,-20 138 415 0 0,7 24 4595 0 0,10 27-2367 0 0,-1-7-1636 0 0,-1 0 1 0 0,-3 1-1 0 0,-1 0 0 0 0,-1 1 0 0 0,5 65 0 0 0,-14-86-545 0 0,0 0 0 0 0,-2 0 0 0 0,0-1 0 0 0,-1 1 0 0 0,-1 0 0 0 0,-1-1 0 0 0,-1 0 0 0 0,0 0 0 0 0,-2 0 0 0 0,0 0 0 0 0,-1-1-1 0 0,-1 0 1 0 0,-20 30 0 0 0,21-36-289 0 0,-1 0 0 0 0,0 0 1 0 0,0-1-1 0 0,-1-1 0 0 0,-1 0 0 0 0,0 0 0 0 0,0-1 0 0 0,-1 0 0 0 0,0-1 0 0 0,-16 9 0 0 0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7:12.4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0 273 12899 0 0,'26'4'853'0'0,"1"-1"0"0"0,-1-2 1 0 0,0 0-1 0 0,1-2 0 0 0,-1 0 1 0 0,35-8-1 0 0,-58 8-848 0 0,1 0 0 0 0,-1-1 0 0 0,0 1-1 0 0,0-1 1 0 0,0 0 0 0 0,0 0 0 0 0,0 0 0 0 0,0 0 0 0 0,0-1 0 0 0,0 1-1 0 0,-1-1 1 0 0,0 0 0 0 0,1 1 0 0 0,-1-1 0 0 0,0 0 0 0 0,0 0 0 0 0,0-1-1 0 0,-1 1 1 0 0,1 0 0 0 0,-1-1 0 0 0,0 1 0 0 0,0 0 0 0 0,0-1 0 0 0,0 0-1 0 0,-1 1 1 0 0,1-7 0 0 0,0-9-364 0 0,0-1 0 0 0,-1 0 0 0 0,-5-33 0 0 0,2 32-256 0 0,3 13 374 0 0,0 4 93 0 0,0 0-1 0 0,0 0 0 0 0,-1 0 0 0 0,1 0 0 0 0,-1 0 1 0 0,0 0-1 0 0,0 0 0 0 0,0 0 0 0 0,-1 1 0 0 0,1-1 1 0 0,-4-4-1 0 0,5 8 166 0 0,-1-1 1 0 0,1 1 0 0 0,-1 0-1 0 0,1 0 1 0 0,0 0 0 0 0,-1 0-1 0 0,1 0 1 0 0,-1 0-1 0 0,1 0 1 0 0,-1 1 0 0 0,1-1-1 0 0,-1 0 1 0 0,1 0-1 0 0,-1 0 1 0 0,1 0 0 0 0,0 1-1 0 0,-1-1 1 0 0,1 0-1 0 0,0 0 1 0 0,-1 1 0 0 0,1-1-1 0 0,-1 0 1 0 0,1 0 0 0 0,0 1-1 0 0,-1-1 1 0 0,1 1-1 0 0,0-1 1 0 0,0 0 0 0 0,-1 1-1 0 0,1-1 1 0 0,0 1-1 0 0,0-1 1 0 0,0 0 0 0 0,0 1-1 0 0,-1-1 1 0 0,1 1-1 0 0,0-1 1 0 0,0 1 0 0 0,0-1-1 0 0,0 1 1 0 0,0-1 0 0 0,0 1-1 0 0,-6 23 1237 0 0,6-23-1222 0 0,-4 20 659 0 0,1-1 1 0 0,2 0 0 0 0,0 1-1 0 0,1 0 1 0 0,1-1-1 0 0,6 38 1 0 0,-5-50-616 0 0,0 1 0 0 0,0-1 0 0 0,1 0 0 0 0,1 0 0 0 0,-1 0 1 0 0,1-1-1 0 0,0 1 0 0 0,8 10 0 0 0,-9-14-200 0 0,1-1-1 0 0,-1 1 1 0 0,1-1-1 0 0,0 1 1 0 0,0-1 0 0 0,0 0-1 0 0,0 0 1 0 0,1-1-1 0 0,-1 1 1 0 0,1-1-1 0 0,-1 0 1 0 0,1-1 0 0 0,0 1-1 0 0,0-1 1 0 0,7 2-1 0 0,5-2-2059 0 0,1-4-4566 0 0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7:12.8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10138 0 0,'0'0'778'0'0,"9"29"5188"0"0,8 34-4018 0 0,-2 0 0 0 0,6 66 0 0 0,12 59-1381 0 0,-24-154-867 0 0,2-1 0 0 0,1 0 0 0 0,1-1 1 0 0,2 0-1 0 0,20 31 0 0 0</inkml:trace>
  <inkml:trace contextRef="#ctx0" brushRef="#br0" timeOffset="1">54 399 15667 0 0,'7'-3'826'0'0,"93"-42"-375"0"0,-86 40-1302 0 0,1 0-1 0 0,-1 1 1 0 0,1 1-1 0 0,0 0 1 0 0,0 1-1 0 0,20-1 1 0 0,-7 4 285 0 0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7:13.2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11979 0 0,'54'25'5606'0'0,"-26"-13"-4348"0"0,-1 1 1 0 0,-1 1 0 0 0,41 29-1 0 0,-61-39-1230 0 0,0 1 0 0 0,-1 0 1 0 0,1 1-1 0 0,-1-1 0 0 0,0 1 0 0 0,-1 0 0 0 0,1 0 0 0 0,-1 0 1 0 0,0 0-1 0 0,-1 1 0 0 0,1 0 0 0 0,-1 0 0 0 0,-1 0 0 0 0,1 0 1 0 0,-1 0-1 0 0,0 1 0 0 0,-1-1 0 0 0,0 0 0 0 0,0 12 0 0 0,2-59-653 0 0,2-1 0 0 0,16-63 0 0 0,-13 70-7047 0 0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7:13.6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45 226 12899 0 0,'18'30'2753'0'0,"36"64"2554"0"0,-44-74-6467 0 0,-1 1-1 0 0,12 40 0 0 0,-21-60 1078 0 0,0 0-133 0 0,1 0 1 0 0,-1 1-1 0 0,0-1 0 0 0,1 0 1 0 0,-1 0-1 0 0,1 0 0 0 0,-1 0 1 0 0,1 0-1 0 0,-1 0 0 0 0,1 0 0 0 0,0 0 1 0 0,-1 0-1 0 0,1 0 0 0 0,0 0 1 0 0,2 2-1 0 0,0-3 164 0 0</inkml:trace>
  <inkml:trace contextRef="#ctx0" brushRef="#br0" timeOffset="1">15 0 14283 0 0,'-8'0'632'0'0,"5"0"136"0"0,1 0-616 0 0,1 0-152 0 0,2 0 0 0 0,0 0 0 0 0,0 1-440 0 0,2 2-112 0 0,2 3-24 0 0,3 5-8 0 0,1 5 512 0 0,3 0 72 0 0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7:13.9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325 424 2304 0 0,'1'-1'250'0'0,"0"0"-1"0"0,0 0 0 0 0,-1-1 0 0 0,1 1 0 0 0,0 0 0 0 0,-1-1 0 0 0,1 1 0 0 0,-1-1 0 0 0,1 1 0 0 0,-1-1 0 0 0,0 1 1 0 0,0-1-1 0 0,1 1 0 0 0,-1-1 0 0 0,0 1 0 0 0,-1-1 0 0 0,1 1 0 0 0,0-1 0 0 0,0 1 0 0 0,0-1 0 0 0,-1 1 0 0 0,1-1 0 0 0,-1 1 1 0 0,1 0-1 0 0,-1-1 0 0 0,0 1 0 0 0,0 0 0 0 0,1-1 0 0 0,-1 1 0 0 0,0 0 0 0 0,0 0 0 0 0,0 0 0 0 0,0-1 0 0 0,0 1 1 0 0,-1 1-1 0 0,1-1 0 0 0,-3-2 0 0 0,2 2 222 0 0,-1 0 0 0 0,0 0 0 0 0,0 0-1 0 0,0 0 1 0 0,0 0 0 0 0,0 1 0 0 0,0 0 0 0 0,0-1 0 0 0,0 1 0 0 0,-3 0 0 0 0,-20 5-663 0 0,8 3 467 0 0,1 1-1 0 0,0 0 1 0 0,1 1 0 0 0,0 1-1 0 0,1 0 1 0 0,0 1-1 0 0,1 1 1 0 0,0 0-1 0 0,1 1 1 0 0,0 1 0 0 0,1 0-1 0 0,1 0 1 0 0,1 1-1 0 0,0 0 1 0 0,1 1-1 0 0,0 1 1 0 0,-9 28 0 0 0,17-40-306 0 0,-1-1 1 0 0,1 1 0 0 0,0 0 0 0 0,1-1 0 0 0,0 1 0 0 0,0 0 0 0 0,0-1 0 0 0,0 1-1 0 0,1 0 1 0 0,0-1 0 0 0,2 9 0 0 0,-2-13-49 0 0,-1 1 0 0 0,1 0 1 0 0,0-1-1 0 0,0 1 0 0 0,0 0 0 0 0,0-1 0 0 0,0 1 1 0 0,0-1-1 0 0,1 0 0 0 0,-1 1 0 0 0,0-1 1 0 0,1 0-1 0 0,-1 0 0 0 0,1 0 0 0 0,-1 1 0 0 0,1-2 1 0 0,0 1-1 0 0,-1 0 0 0 0,1 0 0 0 0,0 0 1 0 0,-1-1-1 0 0,1 1 0 0 0,0-1 0 0 0,0 0 0 0 0,0 1 1 0 0,0-1-1 0 0,0 0 0 0 0,-1 0 0 0 0,1 0 1 0 0,0 0-1 0 0,0-1 0 0 0,0 1 0 0 0,0 0 0 0 0,-1-1 1 0 0,1 1-1 0 0,0-1 0 0 0,3-1 0 0 0,4-2-538 0 0,1-1 0 0 0,-1 1 1 0 0,-1-2-1 0 0,1 1 0 0 0,-1-1 0 0 0,0 0 0 0 0,0-1 0 0 0,-1 0 0 0 0,0 0 0 0 0,0-1 0 0 0,0 0 0 0 0,-1 0 1 0 0,10-18-1 0 0,1-5 21 0 0,0-2 0 0 0,18-52 1 0 0,-16 28 772 0 0,24-108-1 0 0,-37 132 1096 0 0,-2-1-1 0 0,-1 1 0 0 0,-2-1 0 0 0,-4-60 0 0 0,3 92-969 0 0,-1-1-1 0 0,1 1 1 0 0,0 0-1 0 0,-1 0 1 0 0,1 0-1 0 0,-1 0 1 0 0,0 0-1 0 0,1 0 1 0 0,-1 0-1 0 0,0 0 1 0 0,0 0-1 0 0,-1 0 1 0 0,0-1-1 0 0,2 3-227 0 0,-1-1 1 0 0,1 1-1 0 0,0 0 1 0 0,0 0-1 0 0,-1 0 1 0 0,1 0-1 0 0,0 0 0 0 0,0 0 1 0 0,-1 0-1 0 0,1-1 1 0 0,0 1-1 0 0,0 0 1 0 0,-1 0-1 0 0,1 0 0 0 0,0 0 1 0 0,0 0-1 0 0,-1 0 1 0 0,1 0-1 0 0,0 1 1 0 0,0-1-1 0 0,-1 0 0 0 0,1 0 1 0 0,0 0-1 0 0,0 0 1 0 0,-1 0-1 0 0,1 0 1 0 0,0 0-1 0 0,0 0 0 0 0,-1 1 1 0 0,1-1-1 0 0,0 0 1 0 0,0 0-1 0 0,0 0 1 0 0,-1 1-1 0 0,-8 17 826 0 0,0 16-651 0 0,2 1 0 0 0,2-1-1 0 0,1 1 1 0 0,1 0 0 0 0,2 1 0 0 0,1-1 0 0 0,7 42 0 0 0,-3-49-271 0 0,1 0 0 0 0,1 0 0 0 0,1-1 1 0 0,2 0-1 0 0,1 0 0 0 0,1-1 0 0 0,25 45 0 0 0,-17-41-330 0 0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7:14.3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125 153 6449 0 0,'-20'-8'421'0'0,"-8"2"4594"0"0,26 6-4757 0 0,0 1 1 0 0,0-1-1 0 0,0 1 1 0 0,0-1-1 0 0,1 1 0 0 0,-1 0 1 0 0,0-1-1 0 0,0 1 1 0 0,1 0-1 0 0,-1 0 1 0 0,1 0-1 0 0,-1 0 0 0 0,1 1 1 0 0,-1-1-1 0 0,1 0 1 0 0,-1 1-1 0 0,1-1 0 0 0,0 1 1 0 0,0-1-1 0 0,0 1 1 0 0,0 0-1 0 0,0-1 0 0 0,0 1 1 0 0,-1 2-1 0 0,-5 12 119 0 0,1-1 1 0 0,0 1-1 0 0,1 0 0 0 0,1 0 0 0 0,0 1 1 0 0,2-1-1 0 0,-1 1 0 0 0,2 0 0 0 0,0-1 1 0 0,1 1-1 0 0,3 21 0 0 0,-2-32-359 0 0,0 1-1 0 0,0 0 1 0 0,1 0-1 0 0,-1-1 1 0 0,1 1-1 0 0,1-1 1 0 0,0 1-1 0 0,-1-1 1 0 0,2 0-1 0 0,-1 0 1 0 0,1 0-1 0 0,0-1 1 0 0,0 1-1 0 0,0-1 1 0 0,1 0-1 0 0,0 0 1 0 0,0 0-1 0 0,0-1 1 0 0,1 0-1 0 0,0 0 1 0 0,-1 0-1 0 0,1-1 1 0 0,1 1-1 0 0,-1-2 1 0 0,0 1-1 0 0,1-1 1 0 0,-1 0-1 0 0,1 0 1 0 0,11 1-1 0 0,-10-1-37 0 0,0-2 1 0 0,0 1-1 0 0,-1-1 1 0 0,1-1-1 0 0,0 1 1 0 0,-1-1-1 0 0,1 0 1 0 0,0-1-1 0 0,-1 0 0 0 0,1 0 1 0 0,-1-1-1 0 0,0 0 1 0 0,0 0-1 0 0,8-5 1 0 0,-6 2-36 0 0,-1 0 1 0 0,0-1 0 0 0,0 1-1 0 0,-1-2 1 0 0,0 1-1 0 0,0-1 1 0 0,-1 0-1 0 0,0 0 1 0 0,9-17 0 0 0,-7 8-214 0 0,0-1 1 0 0,-1 0-1 0 0,-1-1 1 0 0,0 0-1 0 0,-2 1 1 0 0,0-2-1 0 0,-1 1 1 0 0,-1 0-1 0 0,-1-1 1 0 0,-2-35 0 0 0,0 42-47 0 0,-1 0 0 0 0,0 1 0 0 0,-1-1 1 0 0,0 1-1 0 0,-1-1 0 0 0,-11-21 1 0 0,13 30 150 0 0,0-1 1 0 0,-1 1 0 0 0,0 0-1 0 0,0 0 1 0 0,0 0-1 0 0,0 0 1 0 0,-1 1-1 0 0,1-1 1 0 0,-1 1 0 0 0,0 0-1 0 0,0 0 1 0 0,0 0-1 0 0,-1 0 1 0 0,1 1 0 0 0,-1 0-1 0 0,1 0 1 0 0,-1 0-1 0 0,0 0 1 0 0,1 1-1 0 0,-8-1 1 0 0,-7 0-4935 0 0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7:14.6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 3 8290 0 0,'1'0'220'0'0,"0"0"1"0"0,0-1 0 0 0,-1 1-1 0 0,1 0 1 0 0,0 0 0 0 0,0-1 0 0 0,0 1-1 0 0,0 0 1 0 0,-1 0 0 0 0,1 0-1 0 0,0 0 1 0 0,0 0 0 0 0,0 0-1 0 0,-1 0 1 0 0,1 0 0 0 0,0 0-1 0 0,0 1 1 0 0,0-1 0 0 0,-1 0-1 0 0,1 0 1 0 0,0 1 0 0 0,0-1-1 0 0,-1 1 1 0 0,1-1 0 0 0,0 0-1 0 0,0 1 1 0 0,-1-1 0 0 0,2 2 0 0 0,-2-1 42 0 0,1 1 1 0 0,0-1 0 0 0,-1 1 0 0 0,1-1 0 0 0,-1 1 0 0 0,1-1 0 0 0,-1 1 0 0 0,0-1-1 0 0,0 1 1 0 0,0 0 0 0 0,0-1 0 0 0,0 1 0 0 0,0 2 0 0 0,-2 9 612 0 0,-1 0 0 0 0,-8 23 0 0 0,8-28-631 0 0,-9 33 119 0 0,1 1 0 0 0,2 0 1 0 0,3 1-1 0 0,0-1 1 0 0,3 1-1 0 0,2 0 0 0 0,4 44 1 0 0,0-60-572 0 0,0 0 0 0 0,3-1 0 0 0,0 0 1 0 0,1 0-1 0 0,1-1 0 0 0,2 1 0 0 0,1-2 0 0 0,0 0 0 0 0,2 0 1 0 0,1-1-1 0 0,1-1 0 0 0,25 31 0 0 0,-27-37-544 0 0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7:15.0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4 504 7834 0 0,'-3'0'696'0'0,"2"-1"-560"0"0,2-1-136 0 0,2 1 0 0 0,0 0 760 0 0,-1-3 120 0 0,5-1 24 0 0,3-6 9 0 0,6-3-529 0 0,7-3-96 0 0,5-4-32 0 0,2 0 0 0 0,1 2-1088 0 0,0-4-217 0 0,2 4-39 0 0,2-2-16 0 0,3 3 864 0 0,-3 1 176 0 0</inkml:trace>
  <inkml:trace contextRef="#ctx0" brushRef="#br0" timeOffset="1">669 0 14747 0 0,'-8'12'386'0'0,"1"-1"-1"0"0,0 1 1 0 0,0 0-1 0 0,1 1 1 0 0,1 0 0 0 0,-5 18-1 0 0,-18 84 1027 0 0,25-96-1241 0 0,-5 17 306 0 0,3 1 0 0 0,1-1 0 0 0,1 1 0 0 0,2 0 0 0 0,4 38 0 0 0,-1-59-561 0 0,0 1 0 0 0,1-1 0 0 0,1 0 0 0 0,0 0 0 0 0,1-1 0 0 0,1 1 0 0 0,0-1 0 0 0,2 0 0 0 0,-1-1 0 0 0,2 1 0 0 0,0-2 0 0 0,0 1 0 0 0,20 20 0 0 0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7:15.4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11 512 14747 0 0,'-5'0'648'0'0,"2"0"144"0"0,2 0-632 0 0,0 0-160 0 0,2 0 0 0 0,2 0 545 0 0,2-1 87 0 0,4-1 8 0 0,4 0 8 0 0,5-4-520 0 0,3 0-128 0 0,4 1 0 0 0,1-4 0 0 0,4 1-1536 0 0,1 1-329 0 0,3 2-71 0 0,1 0-17 0 0</inkml:trace>
  <inkml:trace contextRef="#ctx0" brushRef="#br0" timeOffset="1">1336 1 17972 0 0,'0'0'74'0'0,"-1"0"0"0"0,1 0 0 0 0,-1 1 1 0 0,1-1-1 0 0,-1 0 0 0 0,0 1 0 0 0,1-1 0 0 0,0 1 1 0 0,-1-1-1 0 0,1 0 0 0 0,-1 1 0 0 0,1-1 1 0 0,-1 1-1 0 0,1-1 0 0 0,0 1 0 0 0,-1 0 0 0 0,1-1 1 0 0,0 1-1 0 0,0-1 0 0 0,-1 1 0 0 0,1-1 0 0 0,0 1 1 0 0,0 0-1 0 0,0-1 0 0 0,0 1 0 0 0,0 0 0 0 0,0-1 1 0 0,0 1-1 0 0,0-1 0 0 0,0 1 0 0 0,0 0 0 0 0,0-1 1 0 0,0 1-1 0 0,1 0 0 0 0,6 31 532 0 0,-3-18-332 0 0,189 684 1878 0 0,-181-663-4448 0 0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7:15.7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 3 7370 0 0,'-26'-2'1396'0'0,"21"2"192"0"0,17 1-252 0 0,2 0-933 0 0,-1 2-1 0 0,0 0 0 0 0,1 0 0 0 0,-1 2 0 0 0,-1-1 0 0 0,1 2 0 0 0,-1-1 0 0 0,1 2 0 0 0,-2 0 0 0 0,1 0 0 0 0,15 14 0 0 0,12 12 1037 0 0,57 62 1 0 0,-91-90-1366 0 0,3 4 67 0 0,96 111 1373 0 0,-95-109-1411 0 0,-1 2 1 0 0,0-1-1 0 0,0 1 0 0 0,-1 0 0 0 0,-1 1 0 0 0,0 0 0 0 0,-1 0 0 0 0,4 21 0 0 0,-8-29-89 0 0,0 1-1 0 0,0 0 1 0 0,-1 0-1 0 0,0 0 0 0 0,-1 0 1 0 0,1 0-1 0 0,-2 0 1 0 0,1 0-1 0 0,0-1 1 0 0,-1 1-1 0 0,-1 0 0 0 0,1-1 1 0 0,-6 11-1 0 0,3-8 14 0 0,-1-1 0 0 0,-1 1-1 0 0,1-1 1 0 0,-1 0 0 0 0,-1 0 0 0 0,1-1-1 0 0,-1 0 1 0 0,-11 8 0 0 0,0-3-9 0 0,1-1 0 0 0,-2-1 0 0 0,0-1-1 0 0,0 0 1 0 0,0-2 0 0 0,-1 0 0 0 0,0-1 0 0 0,-23 3 0 0 0,16-6-545 0 0,0-1 0 0 0,0-2 1 0 0,-54-5-1 0 0,50 2-1035 0 0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7:16.1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174 1 12899 0 0,'12'4'4092'0'0,"-23"6"-294"0"0,3-4-4643 0 0,-9 9 1047 0 0,1 1 1 0 0,0 1-1 0 0,1 1 0 0 0,1 0 0 0 0,1 1 0 0 0,-17 32 0 0 0,22-36-68 0 0,1 0 0 0 0,1 0 0 0 0,1 1-1 0 0,0-1 1 0 0,1 1 0 0 0,0 0 0 0 0,1 0-1 0 0,1 1 1 0 0,0 28 0 0 0,3-37-115 0 0,-1-1-1 0 0,1 0 1 0 0,0 0 0 0 0,0 0 0 0 0,1 0-1 0 0,0 0 1 0 0,0 0 0 0 0,1 0 0 0 0,0-1 0 0 0,0 1-1 0 0,0-1 1 0 0,1 0 0 0 0,0 0 0 0 0,0 0-1 0 0,1 0 1 0 0,6 5 0 0 0,-5-5 32 0 0,1-1 1 0 0,1 1-1 0 0,-1-2 0 0 0,1 1 1 0 0,0-1-1 0 0,0 0 0 0 0,0-1 1 0 0,0 0-1 0 0,1 0 0 0 0,-1-1 1 0 0,16 2-1 0 0,-5-2 21 0 0,1 0 1 0 0,-1-2-1 0 0,1-1 1 0 0,-1 0-1 0 0,0-1 1 0 0,0-1-1 0 0,0-1 0 0 0,0-1 1 0 0,0 0-1 0 0,-1-2 1 0 0,23-10-1 0 0,-14 1-137 0 0,-1-1-1 0 0,-1 0 0 0 0,34-32 1 0 0,-33 26-225 0 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7:17.5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36 13363 0 0,'0'0'134'0'0,"0"-1"1"0"0,1 0 0 0 0,-1 1-1 0 0,0 0 1 0 0,0-1 0 0 0,0 1-1 0 0,0-1 1 0 0,1 1-1 0 0,-1-1 1 0 0,0 1 0 0 0,1-1-1 0 0,-1 1 1 0 0,0 0 0 0 0,1-1-1 0 0,-1 1 1 0 0,0-1-1 0 0,1 1 1 0 0,-1 0 0 0 0,0-1-1 0 0,1 1 1 0 0,-1 0-1 0 0,1 0 1 0 0,-1 0 0 0 0,1-1-1 0 0,-1 1 1 0 0,1 0 0 0 0,0 0-1 0 0,16-8 946 0 0,-3 3-629 0 0,0 2 0 0 0,0 0 0 0 0,0 0 0 0 0,24 0 0 0 0,-30 2-363 0 0,-1 1 0 0 0,0 0 0 0 0,1 1 0 0 0,-1 0 0 0 0,0 0 0 0 0,0 0-1 0 0,0 1 1 0 0,0 0 0 0 0,0 0 0 0 0,0 1 0 0 0,7 3 0 0 0,-11-3-116 0 0,-1-1 0 0 0,0 1 1 0 0,1-1-1 0 0,-1 1 0 0 0,0 0 0 0 0,0-1 0 0 0,0 1 1 0 0,-1 0-1 0 0,1 0 0 0 0,-1 1 0 0 0,0-1 1 0 0,1 0-1 0 0,-2 0 0 0 0,1 1 0 0 0,0-1 0 0 0,-1 0 1 0 0,1 1-1 0 0,-1-1 0 0 0,0 1 0 0 0,0-1 0 0 0,0 0 1 0 0,-2 7-1 0 0,0 7-300 0 0,-1 0 1 0 0,0 0-1 0 0,-7 18 0 0 0,-30 65-1536 0 0,18-48 1024 0 0,23-49 1426 0 0,8-7-503 0 0,16-14-724 0 0,-11 7 163 0 0,-3 5 397 0 0,0-1-1 0 0,1 1 0 0 0,-1 1 1 0 0,1 0-1 0 0,0 0 1 0 0,0 1-1 0 0,1 1 0 0 0,-1 0 1 0 0,1 1-1 0 0,17-2 1 0 0,-25 4 167 0 0,0 0 0 0 0,0 1 0 0 0,1-1 0 0 0,-1 1 0 0 0,0 0 0 0 0,0 0 0 0 0,0 0 0 0 0,0 1 1 0 0,0 0-1 0 0,0 0 0 0 0,0 0 0 0 0,-1 0 0 0 0,1 1 0 0 0,-1 0 0 0 0,0 0 0 0 0,1 0 1 0 0,-1 0-1 0 0,-1 1 0 0 0,1-1 0 0 0,0 1 0 0 0,-1 0 0 0 0,0 1 0 0 0,0-1 0 0 0,0 0 0 0 0,0 1 1 0 0,-1-1-1 0 0,4 10 0 0 0,-3-5 24 0 0,0 1 0 0 0,0 0 0 0 0,-1 0 0 0 0,-1 0 0 0 0,1 0 0 0 0,-2 1 0 0 0,1-1-1 0 0,-1 0 1 0 0,-2 11 0 0 0,-2 11-32 0 0,-14 47-1 0 0,1-7-2334 0 0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7:18.0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843 251 5985 0 0,'-25'-127'1811'0'0,"23"122"-1333"0"0,1 0 0 0 0,-1 1 0 0 0,0-1 0 0 0,-1 0-1 0 0,1 1 1 0 0,-1-1 0 0 0,0 1 0 0 0,0 0 0 0 0,0 0-1 0 0,0 0 1 0 0,-1 1 0 0 0,-5-6 0 0 0,5 6-364 0 0,0 0 0 0 0,0 0 1 0 0,-1 1-1 0 0,1 0 0 0 0,0 0 0 0 0,-1 0 1 0 0,1 0-1 0 0,-1 1 0 0 0,0-1 0 0 0,0 1 1 0 0,1 0-1 0 0,-1 1 0 0 0,0-1 1 0 0,0 1-1 0 0,0 0 0 0 0,0 0 0 0 0,0 1 1 0 0,1-1-1 0 0,-1 1 0 0 0,-6 2 1 0 0,-12 5 152 0 0,1 1 1 0 0,0 1 0 0 0,-36 22 0 0 0,-58 46 483 0 0,112-74-717 0 0,-27 19 187 0 0,2 1 1 0 0,1 2-1 0 0,1 0 1 0 0,1 2-1 0 0,1 1 1 0 0,2 1-1 0 0,1 1 1 0 0,1 1-1 0 0,2 1 1 0 0,1 1-1 0 0,2 0 1 0 0,-13 41-1 0 0,3-6-113 0 0,4 0-1 0 0,2 2 1 0 0,4 0 0 0 0,3 1-1 0 0,-5 85 1 0 0,18-144-152 0 0,-1-1 1 0 0,2 0-1 0 0,0 0 1 0 0,0 0 0 0 0,1 0-1 0 0,0 0 1 0 0,1 0 0 0 0,1 0-1 0 0,0-1 1 0 0,0 1-1 0 0,1-1 1 0 0,1 0 0 0 0,-1-1-1 0 0,2 1 1 0 0,0-1-1 0 0,0 0 1 0 0,1-1 0 0 0,0 0-1 0 0,0 0 1 0 0,1-1-1 0 0,0 0 1 0 0,1 0 0 0 0,0-1-1 0 0,0 0 1 0 0,12 5-1 0 0,-6-4-168 0 0,0 0 1 0 0,1-2-1 0 0,-1 0 0 0 0,1-1 0 0 0,1 0 0 0 0,-1-2 0 0 0,1 0 0 0 0,-1-1 0 0 0,1-1 0 0 0,0 0 0 0 0,32-4 0 0 0,-2-3-367 0 0,-1-2 0 0 0,0-3 0 0 0,51-17 0 0 0,-61 15 513 0 0,0-2-1 0 0,-2-1 1 0 0,1-2 0 0 0,-2-2 0 0 0,43-31 0 0 0,-36 20 871 0 0,-1-3 0 0 0,-2-1 0 0 0,53-62 0 0 0,-69 69-501 0 0,-1 0 0 0 0,-2-1-1 0 0,-1-1 1 0 0,-2-1 0 0 0,0 0 0 0 0,-2-1-1 0 0,-2-1 1 0 0,-1 0 0 0 0,-1-1 0 0 0,-2 0 0 0 0,-1 0-1 0 0,-2-1 1 0 0,0-36 0 0 0,-6 28-193 0 0,-3-1 0 0 0,-2 1 0 0 0,-1 0 0 0 0,-3 0 0 0 0,-1 1 0 0 0,-2 1 1 0 0,-2 0-1 0 0,-2 0 0 0 0,-25-44 0 0 0,37 77-71 0 0,1 0 0 0 0,-2 0 1 0 0,1 0-1 0 0,-1 1 0 0 0,0 0 0 0 0,0 1 1 0 0,-1-1-1 0 0,0 1 0 0 0,0 0 0 0 0,-1 1 1 0 0,1 0-1 0 0,-11-5 0 0 0,14 8-145 0 0,-1 0 0 0 0,0 0-1 0 0,1 1 1 0 0,-1 0 0 0 0,0 0 0 0 0,0 0-1 0 0,0 0 1 0 0,0 1 0 0 0,0 0-1 0 0,-5 0 1 0 0,4 1-472 0 0,0 0-1 0 0,1 1 0 0 0,-1-1 1 0 0,1 1-1 0 0,-1 0 1 0 0,1 0-1 0 0,0 1 0 0 0,0-1 1 0 0,0 1-1 0 0,-5 4 1 0 0,-16 15-6733 0 0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7:18.3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 0 17972 0 0,'-2'1'143'0'0,"0"0"-1"0"0,1 1 1 0 0,-1-1 0 0 0,0 1 0 0 0,0-1 0 0 0,1 1 0 0 0,-1-1-1 0 0,1 1 1 0 0,-1 0 0 0 0,1 0 0 0 0,0-1 0 0 0,0 1 0 0 0,-1 0-1 0 0,1 0 1 0 0,1 0 0 0 0,-1 1 0 0 0,0-1 0 0 0,0 0-1 0 0,1 0 1 0 0,-1 0 0 0 0,1 4 0 0 0,-6 58 474 0 0,6-43-390 0 0,-7 61 73 0 0,-2 25-681 0 0,5 0-1 0 0,9 117 1 0 0,0-181-7194 0 0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7:18.7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29 13363 0 0,'2'-2'281'0'0,"0"-1"0"0"0,0 1 0 0 0,0 0 0 0 0,0 0 0 0 0,1 0 1 0 0,-1 0-1 0 0,0 0 0 0 0,1 1 0 0 0,-1-1 0 0 0,1 1 0 0 0,0-1 0 0 0,-1 1 0 0 0,1 0 0 0 0,0 0 1 0 0,0 0-1 0 0,0 1 0 0 0,0-1 0 0 0,-1 1 0 0 0,7-1 0 0 0,-4 2-33 0 0,0-1 1 0 0,0 1-1 0 0,-1 0 0 0 0,1 1 0 0 0,0-1 1 0 0,0 1-1 0 0,-1 0 0 0 0,1 0 0 0 0,-1 0 1 0 0,9 6-1 0 0,-2 1-37 0 0,1 0 1 0 0,-1 1 0 0 0,0 1-1 0 0,-1 0 1 0 0,-1 0-1 0 0,17 25 1 0 0,-13-14-107 0 0,-2 0 0 0 0,-1 1 0 0 0,14 46 0 0 0,11 77-874 0 0,-18-70-1517 0 0,-10-49-5153 0 0</inkml:trace>
  <inkml:trace contextRef="#ctx0" brushRef="#br0" timeOffset="1">134 261 10138 0 0,'-7'20'6045'0'0,"32"-22"-534"0"0,-18 1-6434 0 0,-4 1 751 0 0,0 0 0 0 0,0 0 0 0 0,0 0 0 0 0,0 1 0 0 0,0-1 0 0 0,-1 1 0 0 0,1 0 0 0 0,0 0 0 0 0,0 0 0 0 0,0 0 0 0 0,0 0 0 0 0,-1 0 0 0 0,4 3 0 0 0,9 4-771 0 0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7:19.2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54 10594 0 0,'0'4'355'0'0,"0"-1"0"0"0,0 1 0 0 0,0-1 0 0 0,0 1 0 0 0,1-1 0 0 0,0 1 0 0 0,-1-1-1 0 0,3 5 1 0 0,-2-3 199 0 0,4 19 470 0 0,0-1-1 0 0,2 1 1 0 0,1-1 0 0 0,1-1 0 0 0,0 0 0 0 0,17 27 0 0 0,-26-48-1035 0 0,1-1 0 0 0,-1 1 0 0 0,0 0 0 0 0,1-1 1 0 0,-1 1-1 0 0,1-1 0 0 0,-1 1 0 0 0,1-1 1 0 0,-1 1-1 0 0,1-1 0 0 0,-1 1 0 0 0,1-1 0 0 0,-1 0 1 0 0,1 1-1 0 0,0-1 0 0 0,-1 0 0 0 0,1 1 1 0 0,-1-1-1 0 0,1 0 0 0 0,0 0 0 0 0,-1 0 1 0 0,1 0-1 0 0,0 0 0 0 0,-1 1 0 0 0,1-1 0 0 0,0 0 1 0 0,0-1-1 0 0,1 1-49 0 0,-1-1 0 0 0,0 1 0 0 0,0-1 1 0 0,0 0-1 0 0,0 1 0 0 0,0-1 0 0 0,0 0 0 0 0,0 0 0 0 0,0 0 1 0 0,-1 0-1 0 0,1 0 0 0 0,0 0 0 0 0,0 0 0 0 0,0-1 1 0 0,20-45-1885 0 0,-18 38 1709 0 0,7-17-374 0 0,-2 4 501 0 0,21-40 0 0 0,-27 57 217 0 0,1 0 0 0 0,0 0 0 0 0,1 0 0 0 0,-1 1 0 0 0,1 0 0 0 0,0-1 0 0 0,0 1 0 0 0,0 0 0 0 0,0 1 0 0 0,1-1 0 0 0,0 1 0 0 0,0 0 0 0 0,6-3 0 0 0,-9 6-21 0 0,1-1 0 0 0,-1 1-1 0 0,1-1 1 0 0,-1 1 0 0 0,1 0 0 0 0,-1 0 0 0 0,1 0-1 0 0,-1 1 1 0 0,1-1 0 0 0,-1 0 0 0 0,1 1 0 0 0,-1 0-1 0 0,1-1 1 0 0,-1 1 0 0 0,0 0 0 0 0,1 1 0 0 0,-1-1-1 0 0,0 0 1 0 0,0 0 0 0 0,0 1 0 0 0,0-1 0 0 0,0 1-1 0 0,0 0 1 0 0,0 0 0 0 0,1 2 0 0 0,8 7 236 0 0,-1 1 0 0 0,15 25 1 0 0,-18-27-263 0 0,17 30-23 0 0,-17-28-495 0 0,0 1 0 0 0,1-2 0 0 0,17 21-1 0 0,-23-34 192 0 0,0 1 0 0 0,0-1 0 0 0,0 0 0 0 0,-1 0 0 0 0,1 0 0 0 0,0 0 0 0 0,-1-1-1 0 0,1 1 1 0 0,-1 0 0 0 0,2-5 0 0 0,-1 3-86 0 0,30-60-1652 0 0,-20 39 1917 0 0,23-39 0 0 0,-31 58 217 0 0,0 0 0 0 0,0 1 1 0 0,1 0-1 0 0,0 0 0 0 0,-1 0 0 0 0,2 0 1 0 0,-1 1-1 0 0,0-1 0 0 0,1 1 0 0 0,0 1 1 0 0,9-6-1 0 0,-12 8 7 0 0,0 0-1 0 0,0 1 1 0 0,0-1-1 0 0,0 0 1 0 0,0 1 0 0 0,0-1-1 0 0,0 1 1 0 0,0 0 0 0 0,0 0-1 0 0,0 0 1 0 0,0 1 0 0 0,0-1-1 0 0,-1 1 1 0 0,1-1-1 0 0,0 1 1 0 0,4 2 0 0 0,-2-1 81 0 0,1 1 0 0 0,-1 0-1 0 0,0 0 1 0 0,0 1 0 0 0,-1 0 0 0 0,1 0 0 0 0,7 8 0 0 0,0 2 79 0 0,-1 1-1 0 0,0 1 1 0 0,-1 0 0 0 0,9 20 0 0 0,-7-10-318 0 0,-6-13-615 0 0,0 0 1 0 0,13 19 0 0 0,-10-21-572 0 0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7:19.6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 10138 0 0,'-1'9'4714'0'0,"5"15"-1783"0"0,-3-20-2343 0 0,27 138 2560 0 0,20 146-1991 0 0,-45-255-1309 0 0,6 108-2028 0 0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7:20.0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1 259 5065 0 0,'2'-4'393'0'0,"1"-1"0"0"0,-1 1 0 0 0,1 0 0 0 0,1 0 0 0 0,-1 1 0 0 0,0-1-1 0 0,1 1 1 0 0,0-1 0 0 0,0 1 0 0 0,0 0 0 0 0,0 1 0 0 0,0-1 0 0 0,1 1 0 0 0,-1 0 0 0 0,1 0 0 0 0,-1 0 0 0 0,1 0 0 0 0,0 1-1 0 0,0 0 1 0 0,0 0 0 0 0,0 0 0 0 0,0 1 0 0 0,0-1 0 0 0,0 1 0 0 0,0 0 0 0 0,7 2 0 0 0,-7-2-193 0 0,0 1 1 0 0,0 0-1 0 0,0 1 0 0 0,0-1 1 0 0,0 1-1 0 0,0 0 0 0 0,-1 0 1 0 0,1 1-1 0 0,0-1 0 0 0,-1 1 1 0 0,0 0-1 0 0,0 0 1 0 0,0 1-1 0 0,0-1 0 0 0,0 1 1 0 0,3 4-1 0 0,-2-1-98 0 0,0 1-1 0 0,-1 0 1 0 0,0 0-1 0 0,0 0 1 0 0,-1 0-1 0 0,0 1 1 0 0,-1-1-1 0 0,0 1 1 0 0,0 0-1 0 0,-1 0 1 0 0,0-1-1 0 0,0 1 1 0 0,-1 0-1 0 0,0 0 1 0 0,-1 0-1 0 0,-2 14 1 0 0,-2 1-492 0 0,0 1 0 0 0,-2-1 0 0 0,-1-1 0 0 0,-18 40 0 0 0,14-42-6407 0 0</inkml:trace>
  <inkml:trace contextRef="#ctx0" brushRef="#br0" timeOffset="1">541 1 11979 0 0,'7'15'2073'0'0,"-1"1"0"0"0,0 0 0 0 0,4 23 1 0 0,11 101-263 0 0,-15-85-1339 0 0,-2-15-907 0 0,18 103 1461 0 0,0-75-2710 0 0,-17-59 516 0 0,0 1-1 0 0,0 0 1 0 0,1-1 0 0 0,8 11 0 0 0,0-4-5555 0 0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7:20.5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25 404 14747 0 0,'0'1'285'0'0,"1"1"0"0"0,-1-1 0 0 0,1 1 0 0 0,-1-1 0 0 0,0 1 0 0 0,0-1-1 0 0,1 1 1 0 0,-1 0 0 0 0,0-1 0 0 0,-1 1 0 0 0,1-1 0 0 0,0 1 0 0 0,0-1 0 0 0,-1 1 0 0 0,0 1 0 0 0,1 2 319 0 0,-2 13 67 0 0,-6 112 2065 0 0,8-109-3385 0 0,1 0 0 0 0,1-1 0 0 0,0 0 0 0 0,8 28 0 0 0,-3-27-6636 0 0</inkml:trace>
  <inkml:trace contextRef="#ctx0" brushRef="#br0" timeOffset="1">8 58 17972 0 0,'-5'3'1760'0'0,"3"-2"-1568"0"0,1-2-192 0 0,1 0 0 0 0,1-1 0 0 0,1-2-104 0 0,0-1-56 0 0,3-1-16 0 0,2-5 0 0 0,0-1-1232 0 0,2 3-257 0 0,2 3-39 0 0,1 2-16 0 0,1 4 1352 0 0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7:20.8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9674 0 0,'0'0'440'0'0,"1"23"2439"0"0,12 139 3331 0 0,8 0-3339 0 0,2-35-2237 0 0,69 222-1 0 0,-85-327-924 0 0,22 73-104 0 0,-26-82-1337 0 0,-1-1 0 0 0,1 26-1 0 0</inkml:trace>
  <inkml:trace contextRef="#ctx0" brushRef="#br0" timeOffset="1">7 725 10594 0 0,'0'-1'136'0'0,"0"0"0"0"0,0 0-1 0 0,0-1 1 0 0,-1 1 0 0 0,1 0-1 0 0,0 0 1 0 0,1 0 0 0 0,-1 0-1 0 0,0 0 1 0 0,0 0 0 0 0,0 0-1 0 0,1 0 1 0 0,-1 0 0 0 0,1 0-1 0 0,-1 0 1 0 0,0 0 0 0 0,1 0-1 0 0,0 0 1 0 0,-1 0 0 0 0,2-2-1 0 0,19-21 2416 0 0,-14 16-2200 0 0,6-7-64 0 0,2 0 0 0 0,0 1 1 0 0,1 0-1 0 0,0 1 0 0 0,1 1 1 0 0,0 0-1 0 0,1 2 0 0 0,1 0 1 0 0,31-12-1 0 0,-29 14-1127 0 0,1 2-1 0 0,0 0 1 0 0,28-3-1 0 0,-22 6-1991 0 0,0 1-1 0 0,41 3 1 0 0,-40 2 563 0 0,-1-1 1380 0 0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7:21.2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 39 11058 0 0,'-2'1'434'0'0,"0"1"-1"0"0,1-1 1 0 0,-1 1 0 0 0,1-1-1 0 0,0 1 1 0 0,-1 0-1 0 0,1-1 1 0 0,0 1-1 0 0,0 0 1 0 0,0 0 0 0 0,0 0-1 0 0,0 0 1 0 0,1 0-1 0 0,-1 0 1 0 0,0 0-1 0 0,1 2 1 0 0,-6 33 1229 0 0,5-22-1493 0 0,2-1 0 0 0,-1 0 0 0 0,2 0 0 0 0,0 0-1 0 0,0 0 1 0 0,9 26 0 0 0,-9-34-159 0 0,0 0 0 0 0,0 0 0 0 0,1-1-1 0 0,-1 1 1 0 0,1-1 0 0 0,0 1 0 0 0,1-1 0 0 0,-1 0 0 0 0,1 0 0 0 0,0-1-1 0 0,1 1 1 0 0,-1-1 0 0 0,1 0 0 0 0,-1 0 0 0 0,1 0 0 0 0,0-1 0 0 0,1 0-1 0 0,6 4 1 0 0,-9-7-6 0 0,1 1 0 0 0,-1 0 0 0 0,1-1 0 0 0,-1 0-1 0 0,1 0 1 0 0,0 0 0 0 0,-1 0 0 0 0,1 0 0 0 0,-1-1 0 0 0,1 1-1 0 0,-1-1 1 0 0,1 0 0 0 0,-1 0 0 0 0,0-1 0 0 0,1 1-1 0 0,-1-1 1 0 0,0 1 0 0 0,0-1 0 0 0,0 0 0 0 0,0 0 0 0 0,0 0-1 0 0,-1-1 1 0 0,1 1 0 0 0,3-5 0 0 0,7-8-151 0 0,0-1 0 0 0,-1 0 0 0 0,12-22 0 0 0,-12 19 94 0 0,18-30-144 0 0,-22 33 278 0 0,0 1-1 0 0,2 0 1 0 0,0 1-1 0 0,0 0 1 0 0,1 1-1 0 0,1 0 1 0 0,25-22 0 0 0,-36 34-50 0 0,1 0 0 0 0,0 0 0 0 0,-1 0 0 0 0,1 0 0 0 0,0 0 0 0 0,-1 0 1 0 0,1 1-1 0 0,0-1 0 0 0,0 0 0 0 0,0 1 0 0 0,0 0 0 0 0,-1-1 0 0 0,1 1 1 0 0,0 0-1 0 0,0 0 0 0 0,0 0 0 0 0,0 1 0 0 0,0-1 0 0 0,0 0 0 0 0,3 1 0 0 0,-2 1 10 0 0,-1-1-1 0 0,1 1 0 0 0,0 0 0 0 0,-1-1 1 0 0,1 1-1 0 0,-1 0 0 0 0,1 0 0 0 0,-1 1 1 0 0,0-1-1 0 0,0 0 0 0 0,3 5 0 0 0,1 3 47 0 0,0 1 0 0 0,0 1 0 0 0,-1-1-1 0 0,0 1 1 0 0,3 15 0 0 0,-1 2 18 0 0,-1 1 1 0 0,-1-1-1 0 0,-2 1 0 0 0,0 0 1 0 0,-4 51-1 0 0,-4-36 19 0 0,-1 0 1 0 0,-2-1-1 0 0,-16 51 0 0 0,-17 21-241 0 0,-100 198 0 0 0,135-301 66 0 0,-9 15-543 0 0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7:21.6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17 17972 0 0,'1'-1'186'0'0,"0"-1"0"0"0,0 1 0 0 0,0 0 0 0 0,0 0 0 0 0,0 0 0 0 0,0 0 0 0 0,0 0 0 0 0,0 0 0 0 0,1 0 0 0 0,-1 0 0 0 0,0 0 0 0 0,1 1 1 0 0,-1-1-1 0 0,0 0 0 0 0,1 1 0 0 0,1-1 0 0 0,-2 1-140 0 0,0 0 0 0 0,0 0 1 0 0,0 1-1 0 0,0-1 1 0 0,0 0-1 0 0,0 0 0 0 0,1 1 1 0 0,-1-1-1 0 0,0 1 0 0 0,0-1 1 0 0,-1 1-1 0 0,1 0 1 0 0,0-1-1 0 0,0 1 0 0 0,0 0 1 0 0,0-1-1 0 0,0 1 0 0 0,-1 0 1 0 0,1 0-1 0 0,0 0 1 0 0,-1 0-1 0 0,1 0 0 0 0,-1 0 1 0 0,1 1-1 0 0,4 7 78 0 0,0 1 0 0 0,-1 0 1 0 0,0 0-1 0 0,-1 0 0 0 0,0 0 0 0 0,-1 0 0 0 0,2 19 0 0 0,2 78 173 0 0,-6-91-252 0 0,-11 275 354 0 0,0-22-945 0 0,11-246-1262 0 0,-2-3-5999 0 0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7:21.9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53 7370 0 0,'2'-3'302'0'0,"0"-1"1"0"0,0 1-1 0 0,0 0 1 0 0,0-1-1 0 0,1 1 1 0 0,-1 1-1 0 0,1-1 1 0 0,0 0-1 0 0,0 1 1 0 0,0-1-1 0 0,0 1 1 0 0,0 0-1 0 0,0 0 1 0 0,1 0-1 0 0,-1 0 1 0 0,6-1-1 0 0,-4 1 188 0 0,1 1 0 0 0,0 0 0 0 0,0 0 0 0 0,0 0 0 0 0,-1 1 0 0 0,1 0 0 0 0,0 0 0 0 0,0 0 0 0 0,11 3 0 0 0,-4 0 76 0 0,1 1-1 0 0,-1 1 0 0 0,0 0 1 0 0,-1 0-1 0 0,1 2 1 0 0,-1-1-1 0 0,0 1 0 0 0,16 14 1 0 0,-11-6-385 0 0,-1 1 0 0 0,-1 1 0 0 0,-1 1 1 0 0,0 0-1 0 0,-1 0 0 0 0,-1 1 0 0 0,-1 1 0 0 0,13 30 1 0 0,5 23 146 0 0,21 79 1 0 0,-16-28-45 0 0,3 10-2915 0 0</inkml:trace>
  <inkml:trace contextRef="#ctx0" brushRef="#br0" timeOffset="1">175 539 7834 0 0,'2'8'6341'0'0,"-1"-8"-6231"0"0,18-2 1826 0 0,27-10-2455 0 0,-43 11 818 0 0,164-64-825 0 0,-35 11 190 0 0,-87 40 336 0 0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7:22.3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139 1 5985 0 0,'-14'10'3981'0'0,"-34"26"4279"0"0,42-30-8054 0 0,1-1-1 0 0,0 1 1 0 0,0 0 0 0 0,0 0-1 0 0,0 0 1 0 0,1 1-1 0 0,0 0 1 0 0,1 0-1 0 0,-6 14 1 0 0,3-2 40 0 0,0 1 0 0 0,2 1 0 0 0,0-1 1 0 0,1 1-1 0 0,1-1 0 0 0,2 41 0 0 0,0-48-106 0 0,1 0-1 0 0,1 0 1 0 0,0-1-1 0 0,1 1 0 0 0,0-1 1 0 0,1 1-1 0 0,0-1 0 0 0,1 0 1 0 0,0 0-1 0 0,1-1 0 0 0,1 0 1 0 0,9 13-1 0 0,-11-17-86 0 0,0-2 0 0 0,1 1 0 0 0,0-1-1 0 0,0 0 1 0 0,0 0 0 0 0,0 0 0 0 0,1-1 0 0 0,0 0 0 0 0,0 0 0 0 0,0-1-1 0 0,0 0 1 0 0,1 0 0 0 0,-1-1 0 0 0,1 0 0 0 0,-1 0 0 0 0,1-1 0 0 0,0 0-1 0 0,0 0 1 0 0,9 0 0 0 0,-6-2-24 0 0,0 0-1 0 0,0-1 1 0 0,1 0-1 0 0,-1-1 1 0 0,-1 0-1 0 0,1 0 1 0 0,0-1 0 0 0,-1-1-1 0 0,0 0 1 0 0,0 0-1 0 0,0-1 1 0 0,15-12-1 0 0,76-69-429 0 0,-69 56 34 0 0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1:18.9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2016 0 0,'1'1'176'0'0,"0"0"-176"0"0,-1 1 0 0 0,0-1 0 0 0,1-1 0 0 0,1 1 0 0 0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1:19.4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 47 4609 0 0,'-6'-5'471'0'0,"3"2"-215"0"0,0 0-1 0 0,-1 0 1 0 0,1-1-1 0 0,1 1 1 0 0,-1-1-1 0 0,0 1 1 0 0,1-1-1 0 0,-1 0 1 0 0,-2-7-1 0 0,32 55 3200 0 0,16 68-1993 0 0,-31-76-1126 0 0,1-1-1 0 0,2 0 1 0 0,1-1 0 0 0,22 34 0 0 0,-29-56-268 0 0,1 1 0 0 0,-1-1 0 0 0,2 0 0 0 0,0-1 0 0 0,0 0 0 0 0,1-1 0 0 0,17 11 0 0 0,-25-18-5 0 0,1 0 0 0 0,-1-1 0 0 0,1 1 0 0 0,-1-1 0 0 0,1 0 0 0 0,0 0 0 0 0,0-1 0 0 0,0 0 0 0 0,0 0 0 0 0,0 0 0 0 0,1 0 0 0 0,-1-1-1 0 0,0 0 1 0 0,0 0 0 0 0,0 0 0 0 0,0-1 0 0 0,1 1 0 0 0,-1-1 0 0 0,0-1 0 0 0,0 1 0 0 0,0-1 0 0 0,0 0 0 0 0,-1 0 0 0 0,1 0 0 0 0,8-5 0 0 0,-6 1 30 0 0,0 0 1 0 0,0 0 0 0 0,-1 0 0 0 0,1-1 0 0 0,-1 0-1 0 0,-1 0 1 0 0,9-14 0 0 0,29-63-511 0 0,-15 27-630 0 0,-15 35 57 0 0,-1 1-203 0 0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1:19.8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8754 0 0,'1'5'300'0'0,"0"1"1"0"0,1-1-1 0 0,0 0 1 0 0,0 0-1 0 0,0 0 0 0 0,0 0 1 0 0,7 9-1 0 0,1 5 475 0 0,3 10-30 0 0,47 88 2087 0 0,-53-106-3281 0 0,0 0 0 0 0,1 0 1 0 0,0-1-1 0 0,0 0 1 0 0,1 0-1 0 0,1-1 0 0 0,18 14 1 0 0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1:20.2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11 8754 0 0,'0'0'-5'0'0,"0"0"1"0"0,-1 0-1 0 0,1 0 1 0 0,0 0-1 0 0,0 0 1 0 0,-1-1-1 0 0,1 1 1 0 0,0 0-1 0 0,0 0 1 0 0,-1 0-1 0 0,1 0 1 0 0,0 0-1 0 0,0-1 1 0 0,0 1-1 0 0,-1 0 1 0 0,1 0-1 0 0,0 0 1 0 0,0-1-1 0 0,0 1 1 0 0,-1 0-1 0 0,1 0 1 0 0,0 0-1 0 0,0-1 1 0 0,0 1-1 0 0,0 0 1 0 0,0 0-1 0 0,0-1 1 0 0,0 1-1 0 0,0 0 1 0 0,0 0-1 0 0,0-1 1 0 0,0 1-1 0 0,0 0 1 0 0,0-1-1 0 0,0 1 1 0 0,0 0-1 0 0,0 0 1 0 0,0-1-1 0 0,0 1 1 0 0,0 0-1 0 0,0 0 1 0 0,0-1-1 0 0,0 1 0 0 0,0 0 1 0 0,0 0-1 0 0,1-1 1 0 0,-1 1-1 0 0,1 0-205 0 0,0 0-1 0 0,0 0 0 0 0,0 0 0 0 0,-1 0 0 0 0,1 0 0 0 0,0 0 1 0 0,0 0-1 0 0,0 1 0 0 0,0-1 0 0 0,0 0 0 0 0,-1 1 1 0 0,1-1-1 0 0,0 0 0 0 0,0 1 0 0 0,-1-1 0 0 0,1 1 0 0 0,0-1 1 0 0,-1 1-1 0 0,2 0 0 0 0,10 9 98 0 0,0 0-1 0 0,-1 1 1 0 0,0 0-1 0 0,-1 1 1 0 0,10 14 0 0 0,-8-4 113 0 0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1:20.6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158 18 3681 0 0,'-3'-3'207'0'0,"0"1"1"0"0,0 0 0 0 0,0 1-1 0 0,0-1 1 0 0,-1 1-1 0 0,1-1 1 0 0,-1 1 0 0 0,1 0-1 0 0,-1 0 1 0 0,1 0-1 0 0,-1 1 1 0 0,1-1 0 0 0,-1 1-1 0 0,0 0 1 0 0,1 0-1 0 0,-1 0 1 0 0,0 1 0 0 0,1-1-1 0 0,-1 1 1 0 0,1 0 0 0 0,-1 0-1 0 0,1 0 1 0 0,-5 2-1 0 0,3 0-4 0 0,1 0 0 0 0,0 0 0 0 0,0 0-1 0 0,0 1 1 0 0,0-1 0 0 0,1 1 0 0 0,-1 0 0 0 0,1 0-1 0 0,0 0 1 0 0,0 1 0 0 0,0-1 0 0 0,1 1-1 0 0,-1-1 1 0 0,1 1 0 0 0,0 0 0 0 0,-1 6 0 0 0,-1 1-68 0 0,1 0 1 0 0,0 0 0 0 0,1 0-1 0 0,1 0 1 0 0,0 1 0 0 0,0-1-1 0 0,1 0 1 0 0,1 1 0 0 0,0-1 0 0 0,0 1-1 0 0,4 11 1 0 0,-4-22-149 0 0,-1-1 0 0 0,1 0 0 0 0,-1 0 0 0 0,1 1 0 0 0,-1-1 0 0 0,1 0 0 0 0,0 0 0 0 0,-1 0 0 0 0,1 0 0 0 0,0 0 0 0 0,0 0 0 0 0,0 0 0 0 0,0 0 0 0 0,0 0 0 0 0,0 0 0 0 0,0 0 0 0 0,0 0 0 0 0,0-1 0 0 0,0 1 0 0 0,0 0 0 0 0,1-1 0 0 0,-1 1 0 0 0,0-1 0 0 0,0 0 0 0 0,3 1 0 0 0,-1-1-25 0 0,0 0-1 0 0,0 0 0 0 0,0 0 0 0 0,1-1 1 0 0,-1 0-1 0 0,0 1 0 0 0,-1-1 0 0 0,1 0 1 0 0,0 0-1 0 0,5-3 0 0 0,4-3-260 0 0,0-1 0 0 0,-1 1 0 0 0,19-19 0 0 0,-26 23 219 0 0,-1-1 6 0 0,1 1 0 0 0,0-1 0 0 0,0 1 0 0 0,0 0 0 0 0,1 0 0 0 0,-1 0 0 0 0,6-2 0 0 0,-9 5 75 0 0,0 0 0 0 0,1-1-1 0 0,-1 1 1 0 0,1 0 0 0 0,-1 0-1 0 0,0 0 1 0 0,1 0 0 0 0,-1 0 0 0 0,1 0-1 0 0,-1 1 1 0 0,0-1 0 0 0,1 0 0 0 0,-1 1-1 0 0,0-1 1 0 0,1 1 0 0 0,-1-1-1 0 0,0 1 1 0 0,0 0 0 0 0,1 0 0 0 0,-1-1-1 0 0,0 1 1 0 0,0 0 0 0 0,0 0 0 0 0,0 0-1 0 0,0 0 1 0 0,0 0 0 0 0,0 0-1 0 0,-1 0 1 0 0,1 1 0 0 0,0-1 0 0 0,0 1-1 0 0,6 11 33 0 0,0 0 0 0 0,-1 0 0 0 0,-1 1 0 0 0,0 0 0 0 0,-1 0 0 0 0,0 0 0 0 0,-1 0 0 0 0,0 0-1 0 0,-2 1 1 0 0,0-1 0 0 0,0 1 0 0 0,-1 0 0 0 0,-1-1 0 0 0,0 1 0 0 0,-2-1 0 0 0,1 0 0 0 0,-10 28 0 0 0,11-39-39 0 0,0 1 0 0 0,-1-1 1 0 0,1 0-1 0 0,-1 0 1 0 0,0 0-1 0 0,0 0 1 0 0,0 0-1 0 0,-3 2 1 0 0,4-4 3 0 0,1 0 1 0 0,-1-1 0 0 0,0 1-1 0 0,0 0 1 0 0,1-1 0 0 0,-1 1-1 0 0,0-1 1 0 0,0 1 0 0 0,0-1-1 0 0,0 0 1 0 0,0 1-1 0 0,0-1 1 0 0,0 0 0 0 0,0 0-1 0 0,0 1 1 0 0,0-1 0 0 0,0 0-1 0 0,0 0 1 0 0,0 0 0 0 0,0 0-1 0 0,0-1 1 0 0,0 1-1 0 0,0 0 1 0 0,0 0 0 0 0,0 0-1 0 0,0-1 1 0 0,0 1 0 0 0,0 0-1 0 0,1-1 1 0 0,-1 1 0 0 0,0-1-1 0 0,-1 0 1 0 0,-6-5-353 0 0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1:21.0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0 317 5065 0 0,'9'43'3786'0'0,"7"13"-1618"0"0,37 81 0 0 0,-44-117-2003 0 0,2 0-1 0 0,0 0 1 0 0,1-1 0 0 0,1 0-1 0 0,1-1 1 0 0,0-1 0 0 0,18 17-1 0 0,-28-31-257 0 0,-1 0-1 0 0,1 1 0 0 0,0-2 0 0 0,-1 1 0 0 0,1 0 0 0 0,1-1 0 0 0,-1 0 0 0 0,0 1 0 0 0,0-2 0 0 0,1 1 0 0 0,6 1 1 0 0,-10-3 46 0 0,0 0 0 0 0,0-1 0 0 0,-1 1 0 0 0,1-1 0 0 0,0 1 0 0 0,0-1 0 0 0,-1 1 0 0 0,1-1 0 0 0,0 1 0 0 0,-1-1 0 0 0,1 0 0 0 0,-1 1 0 0 0,1-1 0 0 0,-1 0 0 0 0,1 1 0 0 0,-1-1 0 0 0,1 0 0 0 0,-1 0 0 0 0,0 0 0 0 0,1 1 0 0 0,-1-1 1 0 0,0 0-1 0 0,0 0 0 0 0,0 0 0 0 0,0 0 0 0 0,1 0 0 0 0,2-27-704 0 0,-3 27 706 0 0,1-23-527 0 0,-2-1-1 0 0,-1 0 1 0 0,-7-36-1 0 0,4 31-106 0 0,-2-52 0 0 0,7 79 676 0 0,0 0 1 0 0,0 0 0 0 0,1 0-1 0 0,-1-1 1 0 0,1 1-1 0 0,0 0 1 0 0,0 0 0 0 0,0 0-1 0 0,0 0 1 0 0,0 0 0 0 0,1 0-1 0 0,-1 0 1 0 0,3-3-1 0 0,-3 6 32 0 0,-1-1-1 0 0,1 0 0 0 0,-1 1 0 0 0,1-1 0 0 0,-1 1 1 0 0,1 0-1 0 0,0-1 0 0 0,-1 1 0 0 0,1-1 0 0 0,0 1 0 0 0,-1 0 1 0 0,1 0-1 0 0,0-1 0 0 0,-1 1 0 0 0,1 0 0 0 0,0 0 1 0 0,0 0-1 0 0,-1 0 0 0 0,1 0 0 0 0,0 0 0 0 0,0 0 1 0 0,0 0-1 0 0,1 0 48 0 0,0 1 1 0 0,-1 0-1 0 0,1-1 1 0 0,-1 1-1 0 0,1 0 1 0 0,-1 0-1 0 0,1 0 0 0 0,-1 0 1 0 0,1 0-1 0 0,-1 0 1 0 0,0 1-1 0 0,0-1 1 0 0,2 3-1 0 0,11 15 1016 0 0,18 32 0 0 0,-25-37-1194 0 0,1-1-1 0 0,1 0 0 0 0,0 0 1 0 0,0-1-1 0 0,1 0 1 0 0,15 13-1 0 0,-11-15-512 0 0</inkml:trace>
  <inkml:trace contextRef="#ctx0" brushRef="#br0" timeOffset="1">493 12 6913 0 0,'0'-10'645'0'0,"3"8"13"0"0,12 17 659 0 0,14 29 1073 0 0,86 155 1462 0 0,-86-157-4516 0 0,1-2-1 0 0,55 57 1 0 0,-67-80-403 0 0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1:21.4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7 346 7834 0 0,'0'0'32'0'0,"-1"0"0"0"0,1-1 0 0 0,-1 1-1 0 0,1 0 1 0 0,0-1 0 0 0,-1 1 0 0 0,1-1 0 0 0,-1 1 0 0 0,1-1 0 0 0,0 1 0 0 0,-1-1 0 0 0,1 1 0 0 0,0-1 0 0 0,0 1 0 0 0,-1-1 0 0 0,1 1 0 0 0,0-1 0 0 0,0 0 0 0 0,0 1 0 0 0,0-1 0 0 0,0 1 0 0 0,0-1 0 0 0,0 1 0 0 0,0-1 0 0 0,0 0-1 0 0,0 1 1 0 0,0-1 0 0 0,0 1 0 0 0,0-1 0 0 0,0 1 0 0 0,1-1 0 0 0,-1 0 0 0 0,0 1 0 0 0,0-1 0 0 0,1 1 0 0 0,-1-1 0 0 0,0 1 0 0 0,1-1 0 0 0,-1 1 0 0 0,1-1 0 0 0,19-29 581 0 0,-15 23-445 0 0,22-30 619 0 0,1 0 0 0 0,2 3 0 0 0,38-37 0 0 0,-43 49-1736 0 0,2 0-1 0 0,45-29 1 0 0,-47 38-66 0 0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1:21.7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119 361 4609 0 0,'2'12'385'0'0,"-2"-8"-181"0"0,0 0 1 0 0,1 0-1 0 0,0-1 1 0 0,0 1-1 0 0,0 0 1 0 0,0 0-1 0 0,0 0 1 0 0,1-1-1 0 0,-1 1 1 0 0,1-1-1 0 0,0 1 1 0 0,0-1-1 0 0,1 0 1 0 0,-1 0-1 0 0,5 5 1 0 0,-7-8-162 0 0,0 0 0 0 0,1 0 0 0 0,-1 0 0 0 0,1 0 0 0 0,-1 0 1 0 0,1 0-1 0 0,-1 0 0 0 0,1 0 0 0 0,-1 0 0 0 0,1 0 0 0 0,-1 0 0 0 0,1-1 1 0 0,-1 1-1 0 0,0 0 0 0 0,1 0 0 0 0,-1 0 0 0 0,1-1 0 0 0,-1 1 0 0 0,0 0 1 0 0,1-1-1 0 0,-1 1 0 0 0,1 0 0 0 0,-1 0 0 0 0,0-1 0 0 0,0 1 0 0 0,1-1 1 0 0,-1 1-1 0 0,0 0 0 0 0,0-1 0 0 0,1 1 0 0 0,-1-1 0 0 0,0 1 0 0 0,0-1 1 0 0,0 1-1 0 0,0 0 0 0 0,1-1 0 0 0,-1 1 0 0 0,0-1 0 0 0,0 1 0 0 0,0-1 1 0 0,0 1-1 0 0,0-2 0 0 0,3-22 612 0 0,-1-7-259 0 0,-2 0 0 0 0,-1 0 1 0 0,-10-58-1 0 0,7 69-224 0 0,0 0-1 0 0,-2 1 0 0 0,0 0 0 0 0,-2 0 0 0 0,0 0 1 0 0,-1 1-1 0 0,-11-18 0 0 0,17 31-128 0 0,0 1 1 0 0,-1-1 0 0 0,0 1-1 0 0,1 0 1 0 0,-1 0-1 0 0,-1 0 1 0 0,1 0-1 0 0,-7-4 1 0 0,10 8-34 0 0,0-1 1 0 0,0 1-1 0 0,0-1 1 0 0,0 1-1 0 0,-1-1 1 0 0,1 1-1 0 0,0 0 1 0 0,0 0-1 0 0,-1-1 1 0 0,1 1-1 0 0,0 0 1 0 0,-1 0-1 0 0,1 0 1 0 0,0 1-1 0 0,0-1 1 0 0,-1 0-1 0 0,1 0 1 0 0,0 1-1 0 0,0-1 1 0 0,-1 0-1 0 0,1 1 1 0 0,0 0-1 0 0,0-1 0 0 0,0 1 1 0 0,0-1-1 0 0,0 1 1 0 0,0 0-1 0 0,0 0 1 0 0,0 0-1 0 0,0 0 1 0 0,0 0-1 0 0,0 0 1 0 0,0 0-1 0 0,1 0 1 0 0,-1 0-1 0 0,0 0 1 0 0,1 0-1 0 0,-1 0 1 0 0,1 0-1 0 0,-1 1 1 0 0,0 0-1 0 0,1 1 3 0 0,-1 0 1 0 0,0 0-1 0 0,0-1 0 0 0,1 1 1 0 0,0 0-1 0 0,0 0 0 0 0,-1 0 1 0 0,1 0-1 0 0,1 0 0 0 0,-1 0 1 0 0,0-1-1 0 0,1 1 0 0 0,0 0 1 0 0,-1 0-1 0 0,3 3 0 0 0,19 44 10 0 0,-16-39-16 0 0,0 1 49 0 0,1 1 0 0 0,1-1 0 0 0,0 0 0 0 0,0-1 0 0 0,1 0 0 0 0,19 19 0 0 0,-23-26-246 0 0,0 0-1 0 0,0 0 1 0 0,0-1-1 0 0,1 1 1 0 0,-1-1 0 0 0,1 0-1 0 0,0-1 1 0 0,0 1-1 0 0,0-1 1 0 0,0-1-1 0 0,0 1 1 0 0,0-1 0 0 0,1 0-1 0 0,-1 0 1 0 0,0-1-1 0 0,1 1 1 0 0,9-2 0 0 0,1-3-4171 0 0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1:22.2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1 206 5065 0 0,'0'-1'79'0'0,"1"1"0"0"0,-1-1-1 0 0,1 1 1 0 0,0 0 0 0 0,-1 0 0 0 0,1-1-1 0 0,-1 1 1 0 0,1 0 0 0 0,0 0 0 0 0,-1-1-1 0 0,1 1 1 0 0,0 0 0 0 0,-1 0 0 0 0,1 0-1 0 0,0 0 1 0 0,-1 0 0 0 0,1 0 0 0 0,0 0-1 0 0,-1 0 1 0 0,1 0 0 0 0,0 1 0 0 0,-1-1 0 0 0,1 0-1 0 0,-1 0 1 0 0,1 0 0 0 0,0 1 0 0 0,-1-1-1 0 0,1 0 1 0 0,-1 1 0 0 0,1-1 0 0 0,-1 1-1 0 0,1-1 1 0 0,-1 0 0 0 0,1 1 0 0 0,0 0-1 0 0,26 21 1370 0 0,-21-18-898 0 0,103 94 3164 0 0,-62-54-2683 0 0,-33-30-1021 0 0,-1 2-1 0 0,0 0 1 0 0,12 20 0 0 0,-23-38-674 0 0,-3-13 412 0 0,-4-17-39 0 0,-9-20-5 0 0,-17-71 304 0 0,29 109-64 0 0,0 0 0 0 0,1-1 0 0 0,1 1-1 0 0,0-1 1 0 0,0 1 0 0 0,5-23-1 0 0,-5 36 76 0 0,0-1-1 0 0,0 1 1 0 0,1-1-1 0 0,-1 1 1 0 0,0-1-1 0 0,1 1 1 0 0,-1 0-1 0 0,1-1 1 0 0,-1 1-1 0 0,1 0 1 0 0,-1-1-1 0 0,1 1 1 0 0,0 0-1 0 0,0 0 1 0 0,0-1-1 0 0,0 1 1 0 0,0 0-1 0 0,0 0 1 0 0,0 0-1 0 0,0 0 1 0 0,0 0-1 0 0,0 1 1 0 0,1-1-1 0 0,0-1 1 0 0,0 2 41 0 0,-1 0-1 0 0,1 1 1 0 0,-1-1 0 0 0,1 0 0 0 0,-1 0-1 0 0,1 1 1 0 0,-1-1 0 0 0,0 1 0 0 0,1 0-1 0 0,-1-1 1 0 0,0 1 0 0 0,0 0 0 0 0,1-1-1 0 0,-1 1 1 0 0,0 0 0 0 0,0 0 0 0 0,0 0 0 0 0,0 0-1 0 0,1 2 1 0 0,6 6 229 0 0,0 0 0 0 0,-1 1 0 0 0,0 0 1 0 0,7 15-1 0 0,-13-21-295 0 0,26 44-1 0 0,-25-45-63 0 0,1 1 0 0 0,-1-1 0 0 0,1 0-1 0 0,-1 0 1 0 0,1 0 0 0 0,0 0 0 0 0,0-1 0 0 0,0 1 0 0 0,1-1 0 0 0,-1 0 0 0 0,4 2 0 0 0,-7-4 45 0 0,1 0 0 0 0,-1 0-1 0 0,1 0 1 0 0,-1 0 0 0 0,0 0-1 0 0,1-1 1 0 0,-1 1 0 0 0,0 0-1 0 0,1 0 1 0 0,-1 0 0 0 0,0-1-1 0 0,0 1 1 0 0,1 0 0 0 0,-1 0 0 0 0,0-1-1 0 0,1 1 1 0 0,-1 0 0 0 0,0-1-1 0 0,0 1 1 0 0,0 0 0 0 0,0-1-1 0 0,1 1 1 0 0,-1 0 0 0 0,0-1-1 0 0,0 1 1 0 0,0-1 0 0 0,0 1-1 0 0,0 0 1 0 0,0-1 0 0 0,0 1 0 0 0,0 0-1 0 0,0-1 1 0 0,0 1 0 0 0,0-1-1 0 0,0 1 1 0 0,0 0 0 0 0,0-1-1 0 0,0 1 1 0 0,0-1 0 0 0,-1-21-205 0 0,1 19 169 0 0,-5-53-196 0 0,2 35 380 0 0,2 0 0 0 0,0 0 0 0 0,1 0 0 0 0,4-32 0 0 0,-4 53-80 0 0,0-1 0 0 0,1 0 0 0 0,-1 1 0 0 0,0-1 0 0 0,0 0 0 0 0,0 1 0 0 0,1-1 1 0 0,-1 1-1 0 0,0-1 0 0 0,1 0 0 0 0,-1 1 0 0 0,1-1 0 0 0,-1 1 0 0 0,0-1 0 0 0,1 1 0 0 0,-1-1 1 0 0,1 1-1 0 0,0-1 0 0 0,-1 1 0 0 0,1 0 0 0 0,-1-1 0 0 0,1 1 0 0 0,-1 0 0 0 0,1-1 0 0 0,0 1 1 0 0,-1 0-1 0 0,1 0 0 0 0,0 0 0 0 0,0-1 0 0 0,24 6 868 0 0,-19-2-832 0 0,1 0-1 0 0,-1 1 0 0 0,0-1 1 0 0,-1 1-1 0 0,8 7 1 0 0,-2 0-658 0 0,0 0 1 0 0,0 0-1 0 0,0-2 1 0 0,2 1-1 0 0,-1-1 1 0 0,1-1-1 0 0,0 0 1 0 0,1-1-1 0 0,0 0 0 0 0,18 6 1 0 0,-14-8-557 0 0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1:22.6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5985 0 0,'7'20'342'0'0,"0"-1"0"0"0,2 0-1 0 0,0 0 1 0 0,1-1 0 0 0,0 0-1 0 0,2-1 1 0 0,0 0-1 0 0,1-1 1 0 0,1 0 0 0 0,17 15-1 0 0,0-4-954 0 0,-15-15 293 0 0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1:22.9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12 169 10594 0 0,'-1'-1'13'0'0,"1"1"0"0"0,0 0 1 0 0,0 0-1 0 0,-1 0 0 0 0,1 0 0 0 0,0 0 0 0 0,-1-1 0 0 0,1 1 0 0 0,0 0 0 0 0,-1 0 0 0 0,1 0 0 0 0,0 0 1 0 0,-1 0-1 0 0,1 0 0 0 0,0 0 0 0 0,-1 0 0 0 0,1 0 0 0 0,0 1 0 0 0,-1-1 0 0 0,1 0 0 0 0,0 0 0 0 0,0 0 0 0 0,-1 0 1 0 0,1 0-1 0 0,0 0 0 0 0,-1 1 0 0 0,1-1 0 0 0,0 0 0 0 0,0 0 0 0 0,-1 0 0 0 0,1 1 0 0 0,0-1 0 0 0,0 0 1 0 0,0 0-1 0 0,-1 1 0 0 0,1-1 0 0 0,0 0 0 0 0,0 1 0 0 0,5 13-576 0 0,18 13-2751 0 0,33 18 164 0 0,-38-30 3137 0 0</inkml:trace>
  <inkml:trace contextRef="#ctx0" brushRef="#br0" timeOffset="1">224 0 10594 0 0,'0'0'51'0'0,"-1"1"0"0"0,1-1-1 0 0,-1 0 1 0 0,1 1 0 0 0,-1-1 0 0 0,1 0-1 0 0,-1 1 1 0 0,1-1 0 0 0,-1 0-1 0 0,1 1 1 0 0,-1-1 0 0 0,1 1-1 0 0,0-1 1 0 0,-1 1 0 0 0,1-1 0 0 0,0 1-1 0 0,-1-1 1 0 0,1 1 0 0 0,0-1-1 0 0,0 1 1 0 0,0-1 0 0 0,-1 1 0 0 0,1 0-1 0 0,0-1 1 0 0,0 1 0 0 0,0-1-1 0 0,0 1 1 0 0,0-1 0 0 0,0 1 0 0 0,0 0-1 0 0,0-1 1 0 0,0 1 0 0 0,0-1-1 0 0,1 1 1 0 0,-1 0 0 0 0,0-1 0 0 0,0 1-1 0 0,1 0 1 0 0,7 29 1157 0 0,-7-27-844 0 0,13 33 822 0 0,0-1 0 0 0,34 57-1 0 0,53 57-2405 0 0,-80-123-2806 0 0,2-2-1331 0 0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1:23.3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17 244 6913 0 0,'-16'12'893'0'0,"15"-9"-386"0"0,12-7 286 0 0,5-6-290 0 0,1-1-1 0 0,-2-1 1 0 0,0 0-1 0 0,25-26 1 0 0,1-1-295 0 0,-10 13-409 0 0,60-57-4454 0 0,-70 59 1629 0 0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1:23.7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3 456 0 0,'0'0'71'0'0,"0"-1"0"0"0,0 1 0 0 0,0 0-1 0 0,0 0 1 0 0,0 0 0 0 0,-1 0 0 0 0,1-1 0 0 0,0 1-1 0 0,0 0 1 0 0,0 0 0 0 0,-1 0 0 0 0,1 0 0 0 0,0 0 0 0 0,0 0-1 0 0,-1-1 1 0 0,1 1 0 0 0,0 0 0 0 0,0 0 0 0 0,-1 0-1 0 0,1 0 1 0 0,0 0 0 0 0,0 0 0 0 0,-1 0 0 0 0,1 0 0 0 0,0 0-1 0 0,0 0 1 0 0,-1 0 0 0 0,1 0 0 0 0,0 0 0 0 0,0 0-1 0 0,0 1 1 0 0,-1-1 0 0 0,1 0 0 0 0,0 0 0 0 0,0 0 0 0 0,-1 0-1 0 0,1 0 1 0 0,0 1 0 0 0,-6 10 2347 0 0,2 14 346 0 0,8-5-1939 0 0,0-1 0 0 0,1 0 0 0 0,0 0 0 0 0,2 0 0 0 0,0-1-1 0 0,2 0 1 0 0,12 21 0 0 0,0 2-318 0 0,89 191-2515 0 0,-97-204 1065 0 0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1:24.1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1 735 6913 0 0,'21'-38'1689'0'0,"-9"14"-1186"0"0,-1 1 0 0 0,-1-2-1 0 0,-1 1 1 0 0,-1-1 0 0 0,9-46 0 0 0,-15 56-521 0 0,0 0 0 0 0,-1 0 0 0 0,-1 0 0 0 0,0 0 0 0 0,-1 0 0 0 0,-1 0 0 0 0,0 0 1 0 0,-1 0-1 0 0,0 0 0 0 0,-2 1 0 0 0,-9-23 0 0 0,14 35 9 0 0,-1 1-1 0 0,0-1 1 0 0,1 1 0 0 0,-1-1 0 0 0,0 1 0 0 0,0-1-1 0 0,0 1 1 0 0,0 0 0 0 0,0-1 0 0 0,-1 1 0 0 0,1 0-1 0 0,0 0 1 0 0,-1 0 0 0 0,1 0 0 0 0,-3-1-1 0 0,3 1 11 0 0,1 1 0 0 0,-1 0-1 0 0,0 0 1 0 0,0 0 0 0 0,0 0-1 0 0,0 0 1 0 0,0 0-1 0 0,1 0 1 0 0,-1 0 0 0 0,0 0-1 0 0,0 0 1 0 0,0 0-1 0 0,1 1 1 0 0,-1-1 0 0 0,0 0-1 0 0,0 1 1 0 0,0-1-1 0 0,1 0 1 0 0,-1 1 0 0 0,0-1-1 0 0,1 1 1 0 0,-2 0-1 0 0,0 2 18 0 0,-1-1 0 0 0,1 1 0 0 0,0 0 0 0 0,0 0 0 0 0,0 0-1 0 0,0 0 1 0 0,0 0 0 0 0,1 0 0 0 0,0 1 0 0 0,-1-1-1 0 0,1 0 1 0 0,0 1 0 0 0,0 4 0 0 0,1 0 37 0 0,-1 0 1 0 0,2 0-1 0 0,-1 0 0 0 0,1 0 1 0 0,0-1-1 0 0,1 1 0 0 0,0 0 1 0 0,0 0-1 0 0,0-1 1 0 0,1 1-1 0 0,1-1 0 0 0,-1 0 1 0 0,1 0-1 0 0,0 0 1 0 0,1 0-1 0 0,-1-1 0 0 0,1 1 1 0 0,1-1-1 0 0,-1-1 0 0 0,1 1 1 0 0,7 5-1 0 0,-3-3-82 0 0,-1-1 1 0 0,1 0-1 0 0,0 0 0 0 0,1-1 0 0 0,-1 0 0 0 0,1-1 0 0 0,0 0 1 0 0,1-1-1 0 0,-1 0 0 0 0,1-1 0 0 0,0-1 0 0 0,0 1 0 0 0,19 0 1 0 0,-29-3-59 0 0,0 0 0 0 0,0 0 0 0 0,0-1 0 0 0,0 1 1 0 0,0 0-1 0 0,0-1 0 0 0,0 1 0 0 0,0-1 0 0 0,0 0 1 0 0,0 1-1 0 0,0-1 0 0 0,-1 0 0 0 0,1 0 0 0 0,0 0 1 0 0,0-1-1 0 0,-1 1 0 0 0,1 0 0 0 0,-1-1 0 0 0,1 1 1 0 0,1-3-1 0 0,-1 1 45 0 0,0-1 0 0 0,0 1 1 0 0,0-1-1 0 0,-1 0 0 0 0,0 1 0 0 0,1-1 1 0 0,-1 0-1 0 0,-1 0 0 0 0,1 0 0 0 0,0-4 0 0 0,0-10 94 0 0,-2 0-1 0 0,0 0 0 0 0,-5-30 0 0 0,5 42-114 0 0,-7-32-127 0 0,6 28 184 0 0,-1 0 0 0 0,1 0 0 0 0,1 0-1 0 0,0-1 1 0 0,0 1 0 0 0,1 0-1 0 0,2-18 1 0 0,-1 26 31 0 0,-1 1 0 0 0,1-1 0 0 0,0 1 0 0 0,0-1 0 0 0,0 1 1 0 0,0-1-1 0 0,0 1 0 0 0,0 0 0 0 0,1 0 0 0 0,-1 0 0 0 0,0-1 0 0 0,1 1 0 0 0,-1 0 0 0 0,1 1 0 0 0,-1-1 0 0 0,1 0 0 0 0,-1 0 0 0 0,1 1 0 0 0,-1-1 0 0 0,1 1 0 0 0,0-1 1 0 0,-1 1-1 0 0,1-1 0 0 0,0 1 0 0 0,0 0 0 0 0,-1 0 0 0 0,1 0 0 0 0,0 0 0 0 0,-1 0 0 0 0,3 1 0 0 0,2-1 138 0 0,-1 1 1 0 0,1-1-1 0 0,-1 1 1 0 0,1 0-1 0 0,-1 1 0 0 0,0 0 1 0 0,0-1-1 0 0,7 5 0 0 0,17 18 547 0 0,-25-20-298 0 0,0 0 0 0 0,1 0 0 0 0,-1-1 0 0 0,0 1 0 0 0,1-1 0 0 0,0 0 0 0 0,7 3 531 0 0,-15-22 1311 0 0,-2-14-1766 0 0,3 1-1 0 0,0-1 1 0 0,3-31-1 0 0,1 30-1980 0 0,9-38 0 0 0,-4 34-5151 0 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1:24.9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108 5 3681 0 0,'-1'0'142'0'0,"0"-1"0"0"0,-1 1 0 0 0,1-1-1 0 0,0 0 1 0 0,0 1 0 0 0,0 0 0 0 0,-1-1 0 0 0,1 1 0 0 0,0 0 0 0 0,-1 0 0 0 0,1 0 0 0 0,0 0 0 0 0,-1 0 0 0 0,1 0 0 0 0,0 0 0 0 0,0 0-1 0 0,-1 0 1 0 0,1 0 0 0 0,0 1 0 0 0,-1-1 0 0 0,1 1 0 0 0,0-1 0 0 0,0 1 0 0 0,0-1 0 0 0,0 1 0 0 0,-1 0 0 0 0,0 1 0 0 0,-29 22 2748 0 0,27-18-2561 0 0,-1 0-1 0 0,1 1 1 0 0,0 0 0 0 0,1-1-1 0 0,-1 1 1 0 0,1 1 0 0 0,1-1-1 0 0,-1 0 1 0 0,1 1 0 0 0,-1 11-1 0 0,2-12-230 0 0,0 0 0 0 0,0-1 0 0 0,1 1 0 0 0,0 0 0 0 0,0-1 0 0 0,0 1 0 0 0,1 0 0 0 0,0-1 0 0 0,1 1 0 0 0,-1-1 0 0 0,1 1 0 0 0,4 8 0 0 0,-4-11-85 0 0,1-1 1 0 0,-1 0-1 0 0,1 1 0 0 0,-1-1 1 0 0,1 0-1 0 0,0 0 0 0 0,0 0 1 0 0,1-1-1 0 0,-1 1 0 0 0,0-1 1 0 0,1 0-1 0 0,-1 0 0 0 0,1 0 1 0 0,0 0-1 0 0,5 1 0 0 0,5 1 80 0 0,0-1 1 0 0,0 0-1 0 0,17 0 0 0 0,-21-3-54 0 0,0 1 0 0 0,0 1-1 0 0,0 0 1 0 0,-1 0 0 0 0,1 0 0 0 0,17 9-1 0 0,-25-10-35 0 0,-1 0-1 0 0,1 0 1 0 0,-1 0-1 0 0,1 0 1 0 0,-1 1-1 0 0,0-1 1 0 0,1 0-1 0 0,-1 1 1 0 0,0-1-1 0 0,0 1 0 0 0,0 0 1 0 0,0-1-1 0 0,-1 1 1 0 0,1 0-1 0 0,0-1 1 0 0,-1 1-1 0 0,1 0 1 0 0,-1 0-1 0 0,1 0 0 0 0,-1 0 1 0 0,0-1-1 0 0,0 1 1 0 0,0 0-1 0 0,0 0 1 0 0,0 0-1 0 0,0 0 1 0 0,-1 0-1 0 0,1-1 1 0 0,0 1-1 0 0,-2 2 0 0 0,-1 7-4 0 0,-1 0-1 0 0,-1 0 1 0 0,-10 18-1 0 0,10-20-43 0 0,-31 52-630 0 0,14-28 324 0 0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1:29.1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52 66 1376 0 0,'-3'-3'557'0'0,"-1"0"1"0"0,1 0-1 0 0,0 0 0 0 0,-1-1 0 0 0,1 1 0 0 0,1-1 0 0 0,-1 1 0 0 0,-3-8 0 0 0,-15-17 7976 0 0,52 65-4404 0 0,10 31-3569 0 0,-16-25-104 0 0,57 88 202 0 0,15 25-1237 0 0,-33-52-7039 0 0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1:29.5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74 6913 0 0,'0'0'-1'0'0,"-1"0"0"0"0,1 0 0 0 0,-1 0 0 0 0,1 0 0 0 0,-1 0 0 0 0,1-1 0 0 0,-1 1-1 0 0,1 0 1 0 0,-1 0 0 0 0,1 0 0 0 0,-1 0 0 0 0,1-1 0 0 0,-1 1 0 0 0,1 0-1 0 0,-1-1 1 0 0,1 1 0 0 0,-1 0 0 0 0,1-1 0 0 0,0 1 0 0 0,-1 0 0 0 0,1-1 0 0 0,-1 1-1 0 0,1-1 1 0 0,0 1 0 0 0,0-1 0 0 0,-1 1 0 0 0,1-1 0 0 0,0 1 0 0 0,0-1-1 0 0,-1 1 1 0 0,1-1 0 0 0,0 1 0 0 0,0-1 0 0 0,0 1 0 0 0,0-2 0 0 0,0 1 142 0 0,1-1 0 0 0,0 0 1 0 0,-1 1-1 0 0,1-1 0 0 0,0 1 0 0 0,0-1 1 0 0,0 1-1 0 0,-1-1 0 0 0,2 1 1 0 0,-1-1-1 0 0,2-1 0 0 0,2-2 345 0 0,0 0 1 0 0,1 1-1 0 0,-1 0 0 0 0,1-1 0 0 0,10-4 0 0 0,-10 7-423 0 0,-1 0 0 0 0,0 1 0 0 0,0 0 0 0 0,0 0 0 0 0,1 0-1 0 0,-1 1 1 0 0,1 0 0 0 0,-1 0 0 0 0,0 0 0 0 0,1 1 0 0 0,-1-1 0 0 0,0 1 0 0 0,0 1 0 0 0,1-1-1 0 0,-1 1 1 0 0,0 0 0 0 0,0 0 0 0 0,0 0 0 0 0,-1 1 0 0 0,1-1 0 0 0,0 1 0 0 0,-1 0 0 0 0,0 1-1 0 0,0-1 1 0 0,0 1 0 0 0,0 0 0 0 0,0 0 0 0 0,-1 0 0 0 0,0 0 0 0 0,0 1 0 0 0,0-1 0 0 0,0 1-1 0 0,-1 0 1 0 0,0-1 0 0 0,0 1 0 0 0,0 1 0 0 0,0-1 0 0 0,-1 0 0 0 0,0 0 0 0 0,0 0 0 0 0,0 1-1 0 0,-1-1 1 0 0,0 1 0 0 0,0 7 0 0 0,-4 7-718 0 0,-1 0 0 0 0,-1-1 0 0 0,0 0 0 0 0,-2 0 0 0 0,-10 20 0 0 0,-14 36-1379 0 0,29-65 1125 0 0,2-1-4 0 0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1:29.9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16 7370 0 0,'0'-1'83'0'0,"1"0"1"0"0,-1 0 0 0 0,0 1 0 0 0,0-1 0 0 0,1 0-1 0 0,-1 0 1 0 0,0 1 0 0 0,1-1 0 0 0,-1 0-1 0 0,1 1 1 0 0,-1-1 0 0 0,1 0 0 0 0,-1 1 0 0 0,1-1-1 0 0,0 1 1 0 0,-1-1 0 0 0,1 1 0 0 0,-1-1 0 0 0,1 1-1 0 0,0-1 1 0 0,0 1 0 0 0,-1 0 0 0 0,1-1 0 0 0,0 1-1 0 0,0 0 1 0 0,-1 0 0 0 0,1 0 0 0 0,0-1-1 0 0,0 1 1 0 0,0 0 0 0 0,1 0 0 0 0,0 1 86 0 0,0 0 0 0 0,0 0 0 0 0,0-1-1 0 0,-1 1 1 0 0,1 0 0 0 0,0 1 0 0 0,0-1 0 0 0,-1 0 0 0 0,1 0 0 0 0,0 1 0 0 0,-1-1 0 0 0,2 3-1 0 0,6 7 672 0 0,0 0-1 0 0,12 22 0 0 0,-20-32-795 0 0,44 83 1341 0 0,25 38-86 0 0,-61-108-1546 0 0,1-1 0 0 0,1 0-1 0 0,0 0 1 0 0,1-1 0 0 0,1 0 0 0 0,15 11-1 0 0,-26-22 2 0 0,-1 0 0 0 0,0 0-1 0 0,0 0 1 0 0,1-1 0 0 0,-1 1 0 0 0,1-1-1 0 0,-1 1 1 0 0,1-1 0 0 0,-1 1-1 0 0,1-1 1 0 0,-1 0 0 0 0,1 0-1 0 0,-1 0 1 0 0,1 0 0 0 0,-1 0-1 0 0,3 0 1 0 0,2-1-1010 0 0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1:30.3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3 150 6913 0 0,'-1'-1'63'0'0,"1"-1"-1"0"0,-1 1 0 0 0,1 0 0 0 0,0-1 0 0 0,0 1 0 0 0,0 0 1 0 0,-1-1-1 0 0,1 1 0 0 0,0 0 0 0 0,1-1 0 0 0,-1 1 0 0 0,0 0 0 0 0,0-1 1 0 0,1 1-1 0 0,-1 0 0 0 0,0-1 0 0 0,1 1 0 0 0,-1 0 0 0 0,1 0 0 0 0,0-1 1 0 0,-1 1-1 0 0,3-2 0 0 0,20-33 944 0 0,-20 31-630 0 0,2-2-94 0 0,0 0 0 0 0,0 1-1 0 0,0-1 1 0 0,1 2 0 0 0,0-1 0 0 0,0 0 0 0 0,0 1 0 0 0,1 0 0 0 0,0 1 0 0 0,11-7 0 0 0,-14 9-165 0 0,0 1 0 0 0,0 0 0 0 0,0 0 0 0 0,0 0 0 0 0,0 0 0 0 0,0 1 0 0 0,0-1 0 0 0,0 1 0 0 0,0 0 0 0 0,0 0 0 0 0,0 1 0 0 0,0-1 0 0 0,0 1 0 0 0,0 0 0 0 0,0 0 0 0 0,-1 0 0 0 0,1 0 0 0 0,0 1 0 0 0,0-1 0 0 0,-1 1 0 0 0,1 0 0 0 0,-1 0 0 0 0,6 5 0 0 0,0 0-31 0 0,-1 1-1 0 0,0 0 1 0 0,0 1-1 0 0,0 0 1 0 0,-1 0 0 0 0,0 1-1 0 0,-1 0 1 0 0,0 0-1 0 0,-1 0 1 0 0,0 1 0 0 0,0 0-1 0 0,-1 0 1 0 0,-1 0-1 0 0,0 0 1 0 0,0 1 0 0 0,-1-1-1 0 0,1 24 1 0 0,-3-7-292 0 0,0-1-1 0 0,-2 0 1 0 0,0 0 0 0 0,-2 0 0 0 0,-1 0 0 0 0,-14 42-1 0 0,12-49-5450 0 0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4:55.81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197 108 3225 0 0,'-7'-49'2904'0'0,"7"38"-1252"0"0,-1 1 0 0 0,-1-1 0 0 0,-4-16 0 0 0,6 44 2549 0 0,-9 19-2983 0 0,3-9-778 0 0,-77 426 755 0 0,21-117-1099 0 0,59-323-111 0 0,-4 24 132 0 0,2 1 0 0 0,-1 47-1 0 0,6-76-40 0 0,0 0-1 0 0,1 0 0 0 0,-1 0 1 0 0,2-1-1 0 0,-1 1 1 0 0,1 0-1 0 0,0-1 0 0 0,1 0 1 0 0,0 1-1 0 0,1-1 1 0 0,-1 0-1 0 0,1-1 0 0 0,1 1 1 0 0,0-1-1 0 0,9 12 1 0 0,-8-14-22 0 0,0 0 0 0 0,1-1 0 0 0,-1 0 0 0 0,1 0 0 0 0,-1-1 0 0 0,1 0 0 0 0,1 0 0 0 0,-1 0 0 0 0,0-1 0 0 0,0 0 0 0 0,1-1 0 0 0,-1 1 0 0 0,1-2 0 0 0,0 1 0 0 0,-1-1 0 0 0,13-1 0 0 0,9-1-10 0 0,0-2-1 0 0,55-13 0 0 0,-63 11-188 0 0,63-13 170 0 0,-26 15-3183 0 0,-39 6-3846 0 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4:56.14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46 69 10138 0 0,'-29'-40'2864'0'0,"12"11"1871"0"0,25 53-853 0 0,4 27-3119 0 0,-4-16-668 0 0,102 454-215 0 0,-89-425-2398 0 0,-13-44-3614 0 0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4:56.36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1 268 3225 0 0,'-1'-5'167'0'0,"1"-1"1"0"0,0 0-1 0 0,1 1 1 0 0,-1-1-1 0 0,1 0 1 0 0,0 1 0 0 0,0-1-1 0 0,1 1 1 0 0,-1 0-1 0 0,1-1 1 0 0,1 1-1 0 0,-1 0 1 0 0,1 0 0 0 0,-1 0-1 0 0,2 0 1 0 0,-1 1-1 0 0,0-1 1 0 0,6-4-1 0 0,7-9 1279 0 0,1 1-1 0 0,35-27 1 0 0,-38 33-851 0 0,1 0 0 0 0,0 2 0 0 0,0 0 0 0 0,1 0 0 0 0,0 2 0 0 0,1 0 0 0 0,0 0 0 0 0,19-3 0 0 0,-29 8-493 0 0,0 1-1 0 0,0 0 0 0 0,-1 1 0 0 0,1 0 0 0 0,0 0 0 0 0,0 0 0 0 0,0 1 0 0 0,0 0 1 0 0,0 0-1 0 0,9 3 0 0 0,-11-2-134 0 0,0 0 1 0 0,0 1-1 0 0,-1-1 0 0 0,1 1 1 0 0,-1 0-1 0 0,0 0 1 0 0,0 0-1 0 0,0 1 1 0 0,0-1-1 0 0,-1 1 0 0 0,1 0 1 0 0,-1 0-1 0 0,0 0 1 0 0,0 1-1 0 0,3 6 1 0 0,-2-3-319 0 0,-1 0 0 0 0,-1 1 1 0 0,1-1-1 0 0,-1 1 1 0 0,-1-1-1 0 0,1 1 0 0 0,-1 0 1 0 0,-1 0-1 0 0,0 0 1 0 0,0 0-1 0 0,-1-1 0 0 0,0 1 1 0 0,0 0-1 0 0,-1 0 1 0 0,0-1-1 0 0,-1 1 0 0 0,0-1 1 0 0,-7 14-1 0 0,-6 8 299 0 0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4:56.52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0 200 5985 0 0,'14'-10'489'0'0,"0"0"0"0"0,0-1 1 0 0,22-26-1 0 0,-4 6 223 0 0,-11 11-656 0 0,32-29 817 0 0,-48 45-1136 0 0,1 0 1 0 0,-1 1-1 0 0,1-1 0 0 0,-1 1 0 0 0,1 0 0 0 0,0 1 0 0 0,0-1 0 0 0,9-1 1 0 0,-15 4 181 0 0,1-1-12 0 0,-1 1 0 0 0,1 0 0 0 0,0 0 0 0 0,-1 0 0 0 0,1 0 0 0 0,-1-1 0 0 0,1 1 0 0 0,0 0 0 0 0,-1 0 0 0 0,1 0 0 0 0,0 0 0 0 0,-1 0 0 0 0,1 1 0 0 0,-1-1-1 0 0,1 0 1 0 0,0 0 0 0 0,-1 0 0 0 0,1 0 0 0 0,-1 1 0 0 0,1-1 0 0 0,0 0 0 0 0,-1 1 0 0 0,1-1 0 0 0,-1 0 0 0 0,1 1 0 0 0,0 0 0 0 0,-1 6-387 0 0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4:56.68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 1 920 0 0,'-7'28'128'0'0,"7"-24"449"0"0,-1 1-1 0 0,1-1 0 0 0,0 0 1 0 0,1 0-1 0 0,-1 1 0 0 0,1-1 1 0 0,1 8-1 0 0,-1-10-354 0 0,0 0 0 0 0,0 1 0 0 0,0-1 0 0 0,0 0 0 0 0,1 0 0 0 0,-1 0 1 0 0,0 0-1 0 0,1 0 0 0 0,-1 0 0 0 0,1-1 0 0 0,0 1 0 0 0,0 0 0 0 0,0-1 0 0 0,0 0 0 0 0,0 1 0 0 0,0-1 0 0 0,0 0 0 0 0,0 0 0 0 0,0 0 1 0 0,0 0-1 0 0,1 0 0 0 0,-1 0 0 0 0,0-1 0 0 0,1 1 0 0 0,-1-1 0 0 0,1 0 0 0 0,4 0 0 0 0,1-1-107 0 0,1 0-1 0 0,0-1 0 0 0,-1 0 0 0 0,1 0 1 0 0,-1-1-1 0 0,0 0 0 0 0,0 0 1 0 0,0-1-1 0 0,0 0 0 0 0,-1-1 1 0 0,0 0-1 0 0,0 0 0 0 0,7-6 1 0 0,9-9-4903 0 0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4:56.92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 0 12875 0 0,'-1'2'149'0'0,"-1"0"0"0"0,1 0 0 0 0,0 0 1 0 0,0 0-1 0 0,-1 0 0 0 0,1 0 0 0 0,1 1 0 0 0,-1-1 1 0 0,0 0-1 0 0,0 1 0 0 0,1-1 0 0 0,0 0 0 0 0,-1 1 1 0 0,1-1-1 0 0,0 0 0 0 0,0 4 0 0 0,3 51 1841 0 0,-1-36-1391 0 0,8 75 664 0 0,4-1 0 0 0,38 134 0 0 0,-45-204-1025 0 0,19 47 0 0 0,-6-33-4993 0 0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4:57.2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4 114 9074 0 0,'-1'-3'198'0'0,"0"0"-1"0"0,0 0 1 0 0,1 0 0 0 0,0 0-1 0 0,-1 1 1 0 0,1-1 0 0 0,0 0-1 0 0,0 0 1 0 0,1 0 0 0 0,-1 0-1 0 0,1 0 1 0 0,-1 0 0 0 0,1 0-1 0 0,0 1 1 0 0,0-1 0 0 0,0 0 0 0 0,0 1-1 0 0,1-1 1 0 0,-1 0 0 0 0,1 1-1 0 0,-1 0 1 0 0,1-1 0 0 0,0 1-1 0 0,0 0 1 0 0,0 0 0 0 0,0 0-1 0 0,4-2 1 0 0,0-1 200 0 0,0 1 1 0 0,1 0-1 0 0,-1 0 0 0 0,1 1 1 0 0,0 0-1 0 0,0 0 0 0 0,0 1 0 0 0,0-1 1 0 0,11-1-1 0 0,-4 3-293 0 0,0 0 0 0 0,0 0 1 0 0,0 2-1 0 0,0-1 0 0 0,0 2 0 0 0,-1 0 0 0 0,1 1 1 0 0,0 0-1 0 0,-1 1 0 0 0,0 0 0 0 0,0 1 0 0 0,0 0 1 0 0,0 2-1 0 0,22 13 0 0 0,-23-12-73 0 0,0 1-1 0 0,-1 1 1 0 0,0-1-1 0 0,0 1 1 0 0,-1 1 0 0 0,0 0-1 0 0,-1 1 1 0 0,-1 0 0 0 0,1 0-1 0 0,-2 1 1 0 0,0 0 0 0 0,0 0-1 0 0,-1 0 1 0 0,4 16-1 0 0,-7-15 31 0 0,-1 0-1 0 0,0-1 0 0 0,-1 1 1 0 0,-1 0-1 0 0,0 0 0 0 0,-1 0 1 0 0,0-1-1 0 0,-1 1 0 0 0,-1 0 1 0 0,0-1-1 0 0,-1 0 0 0 0,0 0 1 0 0,-1 0-1 0 0,-13 24 0 0 0,3-9 144 0 0,-2 0 0 0 0,0-2 0 0 0,-2 1-1 0 0,-1-2 1 0 0,-30 29 0 0 0,32-37-168 0 0,0-1 0 0 0,-32 22 0 0 0,41-32-285 0 0,-1 0 0 0 0,1-1 0 0 0,-1 0 0 0 0,-1 0 0 0 0,1-1 0 0 0,-1 0 0 0 0,-19 3 0 0 0,21-6-1844 0 0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4:57.70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315 9 13683 0 0,'-1'-1'52'0'0,"1"1"0"0"0,-1-1 0 0 0,0 0 0 0 0,1 1 0 0 0,-1-1 0 0 0,0 1 0 0 0,1-1 0 0 0,-1 1 0 0 0,0-1 0 0 0,0 1 0 0 0,0-1 0 0 0,1 1 0 0 0,-1 0 0 0 0,0-1-1 0 0,0 1 1 0 0,0 0 0 0 0,0 0 0 0 0,0 0 0 0 0,0 0 0 0 0,0 0 0 0 0,1 0 0 0 0,-1 0 0 0 0,0 0 0 0 0,0 0 0 0 0,0 0 0 0 0,0 0 0 0 0,0 0 0 0 0,0 1 0 0 0,0-1 0 0 0,1 0 0 0 0,-3 1 0 0 0,-33 13 1122 0 0,30-11-517 0 0,-11 5-45 0 0,0 0 1 0 0,0 2-1 0 0,1 0 0 0 0,0 1 1 0 0,-16 14-1 0 0,18-13-533 0 0,1 0-1 0 0,0 1 1 0 0,1 1-1 0 0,0 0 1 0 0,2 1-1 0 0,-1 0 1 0 0,2 1 0 0 0,0 0-1 0 0,-10 23 1 0 0,18-35-83 0 0,-1 0 0 0 0,1 0 0 0 0,0 0 0 0 0,0 0 0 0 0,0 0 0 0 0,1 0 0 0 0,0 0 0 0 0,-1 0 0 0 0,1 0 0 0 0,1 0 0 0 0,-1 0 0 0 0,0 0 0 0 0,1 0 1 0 0,0 0-1 0 0,0 0 0 0 0,0-1 0 0 0,0 1 0 0 0,1 0 0 0 0,0 0 0 0 0,0-1 0 0 0,0 1 0 0 0,0-1 0 0 0,0 0 0 0 0,0 1 0 0 0,1-1 0 0 0,0 0 0 0 0,0 0 0 0 0,0-1 1 0 0,4 4-1 0 0,9 5-8 0 0,0-1 0 0 0,0-1 0 0 0,1-1 0 0 0,0 0 0 0 0,21 6 0 0 0,8 5-33 0 0,-29-12 14 0 0,0 1-1 0 0,-1 1 1 0 0,0 0-1 0 0,0 1 1 0 0,18 16 0 0 0,-31-24 31 0 0,0 1 0 0 0,0 0 0 0 0,-1 0 0 0 0,1 0 0 0 0,-1 0 0 0 0,0 0 0 0 0,0 0 0 0 0,0 1 1 0 0,0-1-1 0 0,0 1 0 0 0,-1-1 0 0 0,1 1 0 0 0,-1 0 0 0 0,0-1 0 0 0,0 1 0 0 0,-1 0 0 0 0,1 0 0 0 0,-1 0 0 0 0,0 0 0 0 0,0 0 1 0 0,0 0-1 0 0,0-1 0 0 0,-1 1 0 0 0,1 0 0 0 0,-1 0 0 0 0,0 0 0 0 0,0-1 0 0 0,-1 1 0 0 0,1 0 0 0 0,-1-1 0 0 0,-3 6 1 0 0,-2 3 150 0 0,-1-1 1 0 0,0 0 0 0 0,0-1 0 0 0,-1 0 0 0 0,0 0 0 0 0,-1-1 0 0 0,0 0 0 0 0,-1 0 0 0 0,0-2 0 0 0,0 1 0 0 0,-1-1-1 0 0,1-1 1 0 0,-20 8 0 0 0,21-10-449 0 0,0-1-1 0 0,-1-1 0 0 0,1 1 0 0 0,0-1 1 0 0,-1-1-1 0 0,-13 0 0 0 0,5-2-7358 0 0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00.87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1 500 4145 0 0,'0'0'98'0'0,"-1"-1"0"0"0,1 0 0 0 0,1 0 0 0 0,-1 0 0 0 0,0 0 0 0 0,0 0 0 0 0,0 0 0 0 0,0 0 1 0 0,1 0-1 0 0,-1 0 0 0 0,0 0 0 0 0,1 0 0 0 0,-1 0 0 0 0,1 0 0 0 0,-1 1 0 0 0,1-1 0 0 0,-1 0 0 0 0,1 0 0 0 0,-1 1 0 0 0,1-1 0 0 0,0 0 0 0 0,0 1 0 0 0,-1-1 1 0 0,1 0-1 0 0,0 1 0 0 0,0-1 0 0 0,0 1 0 0 0,0 0 0 0 0,-1-1 0 0 0,1 1 0 0 0,0 0 0 0 0,0-1 0 0 0,0 1 0 0 0,0 0 0 0 0,0 0 0 0 0,0 0 0 0 0,0 0 0 0 0,0 0 1 0 0,2 0-1 0 0,-1 0 45 0 0,0 0 1 0 0,0 1 0 0 0,1-1 0 0 0,-1 1 0 0 0,0-1-1 0 0,0 1 1 0 0,0 0 0 0 0,0 0 0 0 0,0 0-1 0 0,0 0 1 0 0,0 0 0 0 0,0 0 0 0 0,-1 1 0 0 0,1-1-1 0 0,0 1 1 0 0,-1-1 0 0 0,3 3 0 0 0,2 3 23 0 0,1 0 1 0 0,0 0-1 0 0,0 0 1 0 0,1-1 0 0 0,-1 0-1 0 0,1-1 1 0 0,1 0-1 0 0,-1 0 1 0 0,1-1-1 0 0,0 0 1 0 0,0 0 0 0 0,0-1-1 0 0,1 0 1 0 0,15 2-1 0 0,14 2 63 0 0,-1-2 0 0 0,51-1 0 0 0,454 32-582 0 0,-99 1 710 0 0,-70-9-149 0 0,-50 14-610 0 0,359 29 1629 0 0,551-28-294 0 0,-1070-38-883 0 0,495 17-63 0 0,9 2-50 0 0,0-32 45 0 0,-174-7 1 0 0,54 4-62 0 0,117-5 4 0 0,-156-10 74 0 0,663-40 0 0 0,-389 44 47 0 0,208-11 18 0 0,1163-39 15 0 0,-1250 63-43 0 0,421-1 246 0 0,-284-6 686 0 0,129-1-887 0 0,486-20 1452 0 0,-988 14-336 0 0,1175-94 1014 0 0,-1467 84-2296 0 0,264-27-56 0 0,-106 5-45 0 0,240-26 56 0 0,-370 40 150 0 0,455-23 509 0 0,-325 29-80 0 0,41 6 20 0 0,638 49 0 0 0,-842-3-571 0 0,290 23-234 0 0,-543-26 145 0 0,94 8-680 0 0,-173-21 90 0 0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01.4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11522 0 0,'1'23'960'0'0,"2"-1"0"0"0,9 42 0 0 0,-1-8 133 0 0,43 206 1945 0 0,-19-98-2743 0 0,95 297-276 0 0,-62-247-22 0 0,-30-67 3 0 0,-6 2 0 0 0,-6 1 0 0 0,6 167 0 0 0,-23-190 86 0 0,7-2 0 0 0,4 0 0 0 0,73 235 0 0 0,-51-228 222 0 0,-5 1 0 0 0,-6 2 0 0 0,19 193 0 0 0,-24 136 693 0 0,-29-156-3093 0 0,0-259 173 0 0,0-4-4457 0 0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02.91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31174 1 16588 0 0,'4'13'378'0'0,"-1"1"0"0"0,0 0 0 0 0,-1-1 0 0 0,-1 1 0 0 0,0 0 0 0 0,-2 22 1 0 0,0-31-349 0 0,0 0 1 0 0,0 1-1 0 0,0-1 1 0 0,-1 0-1 0 0,0 0 1 0 0,0 0 0 0 0,0 0-1 0 0,-1-1 1 0 0,0 1-1 0 0,0 0 1 0 0,0-1-1 0 0,0 0 1 0 0,0 0-1 0 0,-1 0 1 0 0,0 0-1 0 0,0 0 1 0 0,0-1 0 0 0,0 0-1 0 0,-1 0 1 0 0,-4 3-1 0 0,-37 18-791 0 0,-1-2 0 0 0,-1-3-1 0 0,-1-1 1 0 0,0-3 0 0 0,-54 10 0 0 0,68-19 1403 0 0,-1-1 1 0 0,0-2 0 0 0,-42-1 0 0 0,-110-15 455 0 0,57 3-1163 0 0,-589-27-4325 0 0,564 28 3373 0 0,-159-4-46 0 0,138 8 1119 0 0,-202 2 1528 0 0,160 9-1151 0 0,-772 27 2671 0 0,-155 48-2596 0 0,1 30 131 0 0,949-92-613 0 0,-481 43 249 0 0,-1196 143-323 0 0,1298-145-1200 0 0,-146 21-981 0 0,-98 16 472 0 0,-248 28 1733 0 0,-3-34 1633 0 0,234-40-1833 0 0,-1076 57 619 0 0,1349-76 426 0 0,-684 27-799 0 0,-681-31 2149 0 0,777-67-1592 0 0,750 20-419 0 0,-277-29-148 0 0,579 39-11 0 0,-762-53 1487 0 0,-538-34-1356 0 0,823 43-292 0 0,-231-17 148 0 0,269 37 257 0 0,-866-50-1885 0 0,-164 66 4780 0 0,1163 17-3140 0 0,-321 7 0 0 0,622 2-70 0 0,1 5 0 0 0,0 4 0 0 0,-127 40 0 0 0,16-12-3416 0 0,70-27-5187 0 0,111-15 4292 0 0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03.98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 1 11058 0 0,'5'5'1904'0'0,"1"11"-1542"0"0,-4 30 63 0 0,-1 0-1 0 0,-8 52 1 0 0,2-27-393 0 0,-6 1039 1383 0 0,56 148-247 0 0,-45-1231-1161 0 0,9 337-96 0 0,35 621 3549 0 0,-28-797-2513 0 0,59 476-115 0 0,13 183-821 0 0,-58-582-109 0 0,-4-60-28 0 0,0 31-43 0 0,11 180-102 0 0,-36-75 268 0 0,-2-59 16 0 0,10-47 117 0 0,1 80-136 0 0,-11-216 44 0 0,-12 565 446 0 0,-27-287-6946 0 0,13-168 3368 0 0,25-184 2172 0 0,1-1 109 0 0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05.15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10 648 6913 0 0,'-1'0'82'0'0,"1"1"0"0"0,-1-1 0 0 0,1 0 0 0 0,-1 0 0 0 0,1 0-1 0 0,0 1 1 0 0,-1-1 0 0 0,1 0 0 0 0,-1 1 0 0 0,1-1 0 0 0,0 0-1 0 0,-1 1 1 0 0,1-1 0 0 0,-1 0 0 0 0,1 1 0 0 0,0-1-1 0 0,0 1 1 0 0,-1-1 0 0 0,1 1 0 0 0,0-1 0 0 0,0 1 0 0 0,0-1-1 0 0,-1 1 1 0 0,1-1 0 0 0,0 1 0 0 0,0-1 0 0 0,0 1 0 0 0,0-1-1 0 0,0 1 1 0 0,0-1 0 0 0,0 1 0 0 0,0-1 0 0 0,0 1 0 0 0,1 1 15 0 0,0-1 1 0 0,0 0-1 0 0,0 0 1 0 0,0 0-1 0 0,0 0 1 0 0,0-1 0 0 0,0 1-1 0 0,0 0 1 0 0,0 0-1 0 0,0 0 1 0 0,0-1-1 0 0,3 2 1 0 0,52 15 465 0 0,-44-14-285 0 0,10 3-235 0 0,1-1 1 0 0,0-2-1 0 0,0 0 0 0 0,0-1 0 0 0,1-2 1 0 0,23-1-1 0 0,140-26-256 0 0,6 1-88 0 0,19 23 23 0 0,-19 1 64 0 0,492-44 295 0 0,-677 45-82 0 0,566-39 205 0 0,339-32 1130 0 0,953-91 2189 0 0,-1151 96-3143 0 0,-10 0-127 0 0,1072-25 217 0 0,-774 45-999 0 0,403-13 404 0 0,1 64 157 0 0,-223 54 156 0 0,-411-19-88 0 0,363 57 175 0 0,-7 50 103 0 0,-1115-144-375 0 0,1631 180 1424 0 0,-1583-176-1422 0 0,790 70 388 0 0,2-38 52 0 0,-70-33-155 0 0,-257-6-328 0 0,1149-18 323 0 0,-932-27 665 0 0,-2-28-993 0 0,-100 10 55 0 0,498-46 1172 0 0,-467 11-1067 0 0,57-5-127 0 0,257 38 378 0 0,-274 68-240 0 0,-645 1 15 0 0,0-3-1 0 0,76-9 1 0 0,40-22-2940 0 0,-152 24-4700 0 0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06.10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25 1 14283 0 0,'24'89'190'0'0,"-5"0"1"0"0,14 156-1 0 0,-14 186-17 0 0,-5-51-373 0 0,8-104 320 0 0,26 492 503 0 0,-45-674-672 0 0,10 532 3041 0 0,-11-464-3058 0 0,-12 306 2574 0 0,6-431-2124 0 0,2 1 0 0 0,2-1 0 0 0,6 54 0 0 0,-6-80 87 0 0,-7-10-409 0 0,-13 0-104 0 0,6 3-363 0 0,-67 15 287 0 0,26-8-6344 0 0,21-5-421 0 0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07.3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147 174 3225 0 0,'-14'-14'408'0'0,"1"0"0"0"0,0-1 0 0 0,1-1 0 0 0,-16-26 1 0 0,16 23 2527 0 0,-2 0 1 0 0,-27-16 7154 0 0,43 65-9563 0 0,17 649 1262 0 0,-22-620-1920 0 0,-1 92-233 0 0,4-125 324 0 0,2 0 0 0 0,1 0 0 0 0,10 41 1 0 0,-9-58-422 0 0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07.7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 75 5529 0 0,'4'-5'308'0'0,"-1"0"0"0"0,1-1-1 0 0,0 1 1 0 0,0 0 0 0 0,0 1-1 0 0,1-1 1 0 0,0 1 0 0 0,0 0-1 0 0,0 0 1 0 0,0 1 0 0 0,0-1-1 0 0,1 1 1 0 0,0 0 0 0 0,0 1-1 0 0,0-1 1 0 0,0 1 0 0 0,0 0-1 0 0,0 1 1 0 0,0-1 0 0 0,0 1-1 0 0,1 1 1 0 0,-1-1 0 0 0,1 1-1 0 0,-1 0 1 0 0,0 0 0 0 0,1 1 0 0 0,-1 0-1 0 0,0 0 1 0 0,0 0 0 0 0,12 5-1 0 0,65 32 521 0 0,-74-33-823 0 0,-1 0-1 0 0,0 1 1 0 0,1-1-1 0 0,-2 2 1 0 0,1-1-1 0 0,-1 1 1 0 0,7 9-1 0 0,-12-14 1 0 0,0 1 0 0 0,-1 0 0 0 0,1 0 0 0 0,-1 0 0 0 0,0 0 0 0 0,0 0 0 0 0,0 0 0 0 0,0 1 0 0 0,-1-1-1 0 0,0 0 1 0 0,1 0 0 0 0,-1 0 0 0 0,0 1 0 0 0,0-1 0 0 0,-1 0 0 0 0,1 0 0 0 0,-1 0 0 0 0,1 1 0 0 0,-1-1 0 0 0,0 0-1 0 0,0 0 1 0 0,0 0 0 0 0,-1 0 0 0 0,-2 5 0 0 0,-5 6 197 0 0,0 1 0 0 0,-1-1 0 0 0,-17 18 0 0 0,20-24 6 0 0,-10 12 275 0 0,0-1-1 0 0,-2 0 0 0 0,-1-2 0 0 0,-27 20 1 0 0,41-33-545 0 0,0 1 1 0 0,0-1 0 0 0,0-1 0 0 0,-1 1-1 0 0,1-1 1 0 0,-1-1 0 0 0,0 1 0 0 0,0-1 0 0 0,0 0-1 0 0,0-1 1 0 0,0 1 0 0 0,-1-1 0 0 0,1-1-1 0 0,0 1 1 0 0,-1-1 0 0 0,1-1 0 0 0,0 1 0 0 0,-1-1-1 0 0,1-1 1 0 0,-8-2 0 0 0,0-4-3511 0 0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08.04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48 5 10138 0 0,'-8'-5'10569'0'0,"5"11"-10434"0"0,0 0 0 0 0,0 0 0 0 0,0 0 0 0 0,1 1 0 0 0,0-1-1 0 0,0 1 1 0 0,0 0 0 0 0,1-1 0 0 0,0 1 0 0 0,1 0 0 0 0,-1 0 0 0 0,2 10 0 0 0,-1 85-134 0 0,-7 257-68 0 0,2-316-117 0 0,3-26-287 0 0,0 0 1 0 0,1 0-1 0 0,0 0 0 0 0,4 30 1 0 0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08.40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97 5065 0 0,'1'-8'518'0'0,"-1"1"0"0"0,1 0 0 0 0,0 0 1 0 0,1 0-1 0 0,0 0 0 0 0,0 0 0 0 0,1 1 0 0 0,-1-1 0 0 0,1 1 0 0 0,1-1 0 0 0,4-6 0 0 0,-7 12-365 0 0,0 0 0 0 0,0 1 0 0 0,0-1-1 0 0,0 0 1 0 0,0 1 0 0 0,0-1 0 0 0,0 1-1 0 0,0-1 1 0 0,0 1 0 0 0,0 0 0 0 0,1-1-1 0 0,-1 1 1 0 0,0 0 0 0 0,0 0 0 0 0,0 0 0 0 0,0 0-1 0 0,1 0 1 0 0,-1 0 0 0 0,0 0 0 0 0,0 0-1 0 0,0 0 1 0 0,1 1 0 0 0,-1-1 0 0 0,0 0-1 0 0,2 2 1 0 0,32 13 1279 0 0,-29-12-1236 0 0,4 2 8 0 0,25 12 170 0 0,-1 1 1 0 0,0 2-1 0 0,33 26 1 0 0,-58-39-316 0 0,0 1-1 0 0,-1 0 1 0 0,0 0 0 0 0,0 1 0 0 0,-1 0 0 0 0,0 1-1 0 0,0-1 1 0 0,-1 1 0 0 0,0 1 0 0 0,-1-1-1 0 0,0 1 1 0 0,-1 0 0 0 0,0 0 0 0 0,4 21 0 0 0,-5 0 82 0 0,-1 0 0 0 0,-1-1 1 0 0,-2 1-1 0 0,-1 0 0 0 0,-1 0 1 0 0,-2-1-1 0 0,-1 0 0 0 0,-2 0 1 0 0,-1 0-1 0 0,-18 42 0 0 0,19-57-672 0 0,-1 0 0 0 0,-1-2 0 0 0,0 1 0 0 0,-1-1 0 0 0,0 0 0 0 0,-1-1 0 0 0,0-1-1 0 0,-1 0 1 0 0,-1 0 0 0 0,0-2 0 0 0,-1 0 0 0 0,1 0 0 0 0,-2-1 0 0 0,1-1 0 0 0,-1 0-1 0 0,-1-2 1 0 0,1 0 0 0 0,-33 8 0 0 0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08.94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186 75 4609 0 0,'1'-18'2144'0'0,"0"14"-1522"0"0,-1-1 0 0 0,1 0 0 0 0,-1 0 0 0 0,-1 0 0 0 0,1 0 0 0 0,-1 0 0 0 0,-1-7 0 0 0,2 12-520 0 0,-1-1-1 0 0,1 0 0 0 0,0 1 0 0 0,-1-1 0 0 0,1 0 1 0 0,-1 1-1 0 0,1-1 0 0 0,-1 1 0 0 0,1-1 0 0 0,-1 1 1 0 0,1-1-1 0 0,-1 1 0 0 0,0-1 0 0 0,1 1 1 0 0,-1-1-1 0 0,1 1 0 0 0,-1 0 0 0 0,0-1 0 0 0,0 1 1 0 0,1 0-1 0 0,-2-1 0 0 0,0 1 67 0 0,0 0 0 0 0,0 0 0 0 0,0 0 0 0 0,0 0 0 0 0,0 1 0 0 0,0-1 0 0 0,0 1 0 0 0,0-1 0 0 0,0 1-1 0 0,0 0 1 0 0,-3 1 0 0 0,-5 3 243 0 0,2 1-1 0 0,-1-1 1 0 0,1 2-1 0 0,0-1 1 0 0,0 1-1 0 0,0 0 0 0 0,1 1 1 0 0,0 0-1 0 0,-6 10 1 0 0,7-11-276 0 0,2 0 1 0 0,-1 0-1 0 0,1 1 0 0 0,0-1 1 0 0,1 1-1 0 0,-1 0 1 0 0,2 0-1 0 0,-1 1 0 0 0,1-1 1 0 0,0 0-1 0 0,0 14 1 0 0,2-19-128 0 0,0 1 1 0 0,1 0-1 0 0,-1-1 1 0 0,1 1-1 0 0,0-1 1 0 0,0 1-1 0 0,0-1 1 0 0,1 0-1 0 0,-1 1 1 0 0,1-1-1 0 0,0 0 1 0 0,0 0 0 0 0,0 0-1 0 0,0 0 1 0 0,0 0-1 0 0,1-1 1 0 0,-1 1-1 0 0,1-1 1 0 0,3 3-1 0 0,8 5-135 0 0,-1-1-1 0 0,2-1 1 0 0,16 8-1 0 0,-18-10 16 0 0,0 0 0 0 0,-1 1 0 0 0,14 11-1 0 0,-19-12 111 0 0,0 0-1 0 0,-1 0 1 0 0,0 0-1 0 0,0 1 1 0 0,-1 0-1 0 0,0 0 1 0 0,0 1-1 0 0,5 10 1 0 0,-8-14 2 0 0,-1 0 1 0 0,1-1 0 0 0,-1 1-1 0 0,0 0 1 0 0,-1 0 0 0 0,1 0 0 0 0,-1 0-1 0 0,0 0 1 0 0,0 0 0 0 0,0 1-1 0 0,0-1 1 0 0,0 0 0 0 0,-1 0 0 0 0,0 0-1 0 0,0 0 1 0 0,0-1 0 0 0,-1 1-1 0 0,1 0 1 0 0,-1 0 0 0 0,-2 4-1 0 0,-4 4 103 0 0,0 0 0 0 0,-1 0 0 0 0,0 0 0 0 0,-1-1-1 0 0,-1-1 1 0 0,1 0 0 0 0,-17 11 0 0 0,20-15-66 0 0,0-1 0 0 0,-1 0 0 0 0,1-1 0 0 0,-1 0 0 0 0,0 0 0 0 0,0-1 0 0 0,-1 0 0 0 0,1 0 0 0 0,-1-1 0 0 0,0 0 0 0 0,1 0 0 0 0,-1-1 0 0 0,-12 0 0 0 0,19-1-141 0 0,1 0 1 0 0,-1 0-1 0 0,0-1 0 0 0,1 1 1 0 0,-1 0-1 0 0,0-1 0 0 0,1 0 1 0 0,-1 1-1 0 0,1-1 1 0 0,-1 0-1 0 0,1 0 0 0 0,-3-1 1 0 0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18.0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63 0 9218 0 0,'-1'1'200'0'0,"1"-1"-1"0"0,-1 0 1 0 0,1 1 0 0 0,-1-1 0 0 0,1 1-1 0 0,-1-1 1 0 0,1 1 0 0 0,-1-1 0 0 0,1 1-1 0 0,0-1 1 0 0,-1 1 0 0 0,1-1 0 0 0,0 1-1 0 0,-1 0 1 0 0,1-1 0 0 0,0 1 0 0 0,0-1-1 0 0,-1 1 1 0 0,1 0 0 0 0,0-1 0 0 0,0 1-1 0 0,0 0 1 0 0,0-1 0 0 0,0 1 0 0 0,0 0-1 0 0,-4 22 893 0 0,-42 384 3684 0 0,43-373-5343 0 0,1 1 0 0 0,6 55 1 0 0,-1-65-953 0 0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18.7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932 316 3657 0 0,'2'-15'387'0'0,"-1"-1"1"0"0,-1 0 0 0 0,0 0-1 0 0,-1 0 1 0 0,-1 0 0 0 0,0 0-1 0 0,-7-21 1 0 0,7 27 99 0 0,-2 0 0 0 0,1 0 0 0 0,-1 1 0 0 0,0-1 0 0 0,-1 1 0 0 0,0 0 0 0 0,0 0 0 0 0,-1 1 0 0 0,0 0 0 0 0,-1 0 0 0 0,0 0 0 0 0,-11-9 0 0 0,10 11-135 0 0,-1 1 0 0 0,0 0 0 0 0,0 0 0 0 0,-1 1 0 0 0,1 0 0 0 0,-1 1 0 0 0,0 0 0 0 0,0 1 0 0 0,0 0 0 0 0,0 0 0 0 0,-1 1 0 0 0,1 0 0 0 0,0 1 0 0 0,-1 0 0 0 0,1 1 0 0 0,0 0 0 0 0,-12 3 0 0 0,0 1-42 0 0,0 0 1 0 0,0 2-1 0 0,1 1 0 0 0,0 0 0 0 0,0 2 0 0 0,-34 21 1 0 0,20-10-268 0 0,2 2 0 0 0,0 1 1 0 0,2 2-1 0 0,1 1 1 0 0,1 1-1 0 0,-28 36 1 0 0,24-22-78 0 0,2 2 0 0 0,-39 73 1 0 0,56-88-68 0 0,1 1 0 0 0,2 0 0 0 0,0 0 0 0 0,3 1 0 0 0,-9 51 0 0 0,8-4-224 0 0,4 0 0 0 0,2-1 0 0 0,5 1 0 0 0,2 0 0 0 0,22 108 0 0 0,-20-161 77 0 0,1 1 1 0 0,1-1-1 0 0,2 0 0 0 0,1-1 1 0 0,0 0-1 0 0,2 0 0 0 0,0-2 1 0 0,2 1-1 0 0,1-2 0 0 0,0 0 1 0 0,2-1-1 0 0,0-1 0 0 0,1 0 1 0 0,1-2-1 0 0,0 0 0 0 0,2-1 1 0 0,0-1-1 0 0,0-1 0 0 0,2-1 1 0 0,-1-1-1 0 0,2-2 0 0 0,-1 0 1 0 0,40 10-1 0 0,-42-16 213 0 0,0 0-1 0 0,0-1 1 0 0,1-1-1 0 0,-1-2 1 0 0,1 0-1 0 0,-1-1 1 0 0,0-1 0 0 0,1-2-1 0 0,-1 0 1 0 0,0-1-1 0 0,-1-1 1 0 0,0-1-1 0 0,28-13 1 0 0,-15 3 327 0 0,-2-1 0 0 0,0-1 0 0 0,0-2-1 0 0,-2-2 1 0 0,-1 0 0 0 0,-1-2 0 0 0,30-34 0 0 0,118-139 1537 0 0,-126 135-675 0 0,58-93 0 0 0,-85 118-626 0 0,-2-2 0 0 0,-2 0 0 0 0,28-83 0 0 0,-39 92-350 0 0,-1 0-1 0 0,-1 0 0 0 0,-2-1 0 0 0,0 1 0 0 0,-3-1 1 0 0,-3-45-1 0 0,0 53-132 0 0,-2 1 1 0 0,0 0 0 0 0,-2 0-1 0 0,0 0 1 0 0,-2 1-1 0 0,0 0 1 0 0,-2 1-1 0 0,0-1 1 0 0,-2 2 0 0 0,0 0-1 0 0,-1 0 1 0 0,-1 1-1 0 0,0 1 1 0 0,-2 0-1 0 0,0 1 1 0 0,-1 1 0 0 0,-1 0-1 0 0,0 1 1 0 0,-1 2-1 0 0,-1-1 1 0 0,0 2-1 0 0,-23-10 1 0 0,18 9-123 0 0,-1 1 0 0 0,1 2 0 0 0,-2 0 0 0 0,1 2 0 0 0,-1 1 0 0 0,-1 1-1 0 0,1 1 1 0 0,-1 1 0 0 0,-34 1 0 0 0,43 4-376 0 0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19.8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75 11058 0 0,'52'-1'1793'0'0,"1"-2"-1"0"0,0-2 1 0 0,90-22-1 0 0,-91 15-1205 0 0,1 2 1 0 0,99-6-1 0 0,-118 15-1156 0 0,60 8 1 0 0,-65-2-1508 0 0,0 1 0 0 0,41 14 0 0 0,-48-13-3363 0 0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20.1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56 1 10138 0 0,'-8'3'195'0'0,"2"0"321"0"0,0 0 0 0 0,0 0 0 0 0,1 1 0 0 0,-10 6 1 0 0,15-9-377 0 0,-1-1 1 0 0,0 1-1 0 0,0 0 1 0 0,0 0 0 0 0,1 0-1 0 0,-1-1 1 0 0,0 1-1 0 0,1 0 1 0 0,-1 0 0 0 0,1 0-1 0 0,-1 0 1 0 0,1 0-1 0 0,0 0 1 0 0,-1 0 0 0 0,1 0-1 0 0,0 0 1 0 0,0 1-1 0 0,-1-1 1 0 0,1 0 0 0 0,0 0-1 0 0,0 0 1 0 0,0 0-1 0 0,0 0 1 0 0,1 0 0 0 0,-1 0-1 0 0,0 0 1 0 0,0 0-1 0 0,1 0 1 0 0,-1 0-1 0 0,0 0 1 0 0,1 0 0 0 0,-1 0-1 0 0,1 0 1 0 0,0 2-1 0 0,6 8 234 0 0,-1 1 0 0 0,0-1-1 0 0,-1 2 1 0 0,0-1 0 0 0,-1 0-1 0 0,5 25 1 0 0,5 83 239 0 0,-11-86-334 0 0,3 30-552 0 0,10 82 591 0 0,-12-121-3646 0 0,15 44 0 0 0,-11-45-3017 0 0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20.8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 6 7370 0 0,'-1'2'391'0'0,"0"1"1"0"0,1 0 0 0 0,-1 0-1 0 0,1 0 1 0 0,0-1 0 0 0,0 1-1 0 0,0 0 1 0 0,0 0 0 0 0,1 0-1 0 0,-1-1 1 0 0,2 6 0 0 0,-1-6-157 0 0,0 1 0 0 0,0-1 0 0 0,-1 0 0 0 0,1 0 0 0 0,-1 0 0 0 0,0 1 0 0 0,0-1 0 0 0,0 0 0 0 0,0 1 0 0 0,0-1 0 0 0,0 0 0 0 0,0 0 0 0 0,-1 1 0 0 0,1-1 0 0 0,-1 0 0 0 0,0 0 0 0 0,1 0 0 0 0,-1 0 0 0 0,-2 4 0 0 0,5-42-4288 0 0,-2 34 4459 0 0,0 0 0 0 0,0 0 0 0 0,-1 0 0 0 0,1 0 0 0 0,0 0 0 0 0,-1 0 0 0 0,0 0 0 0 0,1 0 1 0 0,-1 0-1 0 0,0 0 0 0 0,0 0 0 0 0,-1-1 0 0 0,2 2-292 0 0,0 1 0 0 0,-1 0 0 0 0,1-1 1 0 0,0 1-1 0 0,-1-1 0 0 0,1 1 0 0 0,0-1 0 0 0,-1 1 0 0 0,1 0 1 0 0,0-1-1 0 0,-1 1 0 0 0,1 0 0 0 0,-1-1 0 0 0,1 1 1 0 0,-1 0-1 0 0,1 0 0 0 0,-1 0 0 0 0,1-1 0 0 0,-1 1 0 0 0,1 0 1 0 0,-1 0-1 0 0,1 0 0 0 0,-1 0 0 0 0,1 0 0 0 0,-1 0 1 0 0,1 0-1 0 0,-1 0 0 0 0,0 0 0 0 0,1 0 0 0 0,-1 0 0 0 0,1 0 1 0 0,-1 0-1 0 0,-3 17 898 0 0,12 28-1063 0 0,-1-22 51 0 0,1 0 0 0 0,1-1 0 0 0,22 39 0 0 0,-23-47 0 0 0,1-1 0 0 0,0 0 0 0 0,1 0 0 0 0,1 0 0 0 0,0-2 0 0 0,20 18 0 0 0,-29-27 0 0 0,0-1 0 0 0,0 1 0 0 0,0-1 0 0 0,0 0 0 0 0,1 1 0 0 0,-1-1 0 0 0,0 0 0 0 0,1-1 0 0 0,-1 1 0 0 0,0 0 0 0 0,1-1 0 0 0,-1 1 0 0 0,1-1 0 0 0,-1 0 0 0 0,1 0 0 0 0,-1 0 0 0 0,1 0 0 0 0,-1 0 0 0 0,1 0 0 0 0,-1-1 0 0 0,5 0 0 0 0,-3-1 0 0 0,1 0 0 0 0,-1-1 0 0 0,0 1 0 0 0,0-1 0 0 0,0 0 0 0 0,0 0 0 0 0,0 0 0 0 0,-1 0 0 0 0,0-1 0 0 0,6-6 0 0 0,0-2 0 0 0,-1-1 0 0 0,0 0 0 0 0,-1-1 0 0 0,0 0 0 0 0,-1 0 0 0 0,6-19 0 0 0,-7 8-21 0 0,-1 1 1 0 0,2-35 0 0 0,2-13 17 0 0,-6 92 189 0 0,0 0 0 0 0,8 31 0 0 0,-6-32-160 0 0,0-1 43 0 0,1-1 1 0 0,0 0-1 0 0,2 0 0 0 0,-1 0 0 0 0,2-1 1 0 0,0 0-1 0 0,14 19 0 0 0,-15-25-361 0 0,0-1 1 0 0,1 0-1 0 0,0-1 0 0 0,1 1 0 0 0,9 6 0 0 0,-11-10-742 0 0,0 0 1 0 0,0-1-1 0 0,0 1 0 0 0,1-2 1 0 0,0 1-1 0 0,-1-1 1 0 0,16 3-1 0 0,-7-2-4919 0 0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21.1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0 125 9674 0 0,'3'-1'380'0'0,"0"1"1"0"0,1-1-1 0 0,-1 1 0 0 0,0 0 0 0 0,0-1 1 0 0,0 1-1 0 0,1 1 0 0 0,-1-1 1 0 0,0 0-1 0 0,0 1 0 0 0,0 0 0 0 0,1 0 1 0 0,-1 0-1 0 0,0 0 0 0 0,3 2 0 0 0,2 1-54 0 0,0 0-1 0 0,0 1 1 0 0,0 0-1 0 0,-1 1 1 0 0,10 8-1 0 0,-4 0 77 0 0,0-1-1 0 0,-1 1 1 0 0,-1 1-1 0 0,0 0 1 0 0,15 28-1 0 0,-30-75 2099 0 0,5-108-2459 0 0,7 75-1612 0 0,1 38-4137 0 0,-2 8-912 0 0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21.6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98 7370 0 0,'1'-2'288'0'0,"0"0"0"0"0,-1 0 1 0 0,1 0-1 0 0,0 0 1 0 0,0 1-1 0 0,0-1 1 0 0,0 0-1 0 0,1 0 1 0 0,-1 1-1 0 0,0-1 1 0 0,1 0-1 0 0,-1 1 0 0 0,1-1 1 0 0,0 1-1 0 0,-1 0 1 0 0,1 0-1 0 0,0-1 1 0 0,0 1-1 0 0,0 0 1 0 0,0 1-1 0 0,0-1 1 0 0,0 0-1 0 0,0 0 0 0 0,0 1 1 0 0,0-1-1 0 0,0 1 1 0 0,0 0-1 0 0,0 0 1 0 0,0 0-1 0 0,0 0 1 0 0,1 0-1 0 0,-1 0 1 0 0,3 1-1 0 0,0 2-131 0 0,-1 0 1 0 0,0 1-1 0 0,0 0 0 0 0,0 0 1 0 0,-1 0-1 0 0,1 0 0 0 0,-1 0 1 0 0,0 0-1 0 0,0 1 0 0 0,0 0 1 0 0,-1 0-1 0 0,4 8 0 0 0,0 4 19 0 0,0 1-1 0 0,5 23 0 0 0,-6-19-104 0 0,-2-7-48 0 0,0 0-1 0 0,0 0 0 0 0,0 16 0 0 0,-1-54-23 0 0,2 1 0 0 0,1-1 0 0 0,0 1 0 0 0,16-40 0 0 0,-14 42-7 0 0,-3 10-6 0 0,0 1 1 0 0,1-1-1 0 0,-1 1 1 0 0,2 0-1 0 0,-1 0 1 0 0,1 0-1 0 0,1 1 1 0 0,0 0-1 0 0,0 0 1 0 0,9-7-1 0 0,-14 12 70 0 0,1 1 0 0 0,0 0-1 0 0,0 0 1 0 0,0 0 0 0 0,0 0-1 0 0,0 1 1 0 0,0-1-1 0 0,1 1 1 0 0,-1 0 0 0 0,0-1-1 0 0,1 2 1 0 0,-1-1 0 0 0,1 0-1 0 0,-1 1 1 0 0,1-1-1 0 0,0 1 1 0 0,-1 0 0 0 0,1 0-1 0 0,-1 1 1 0 0,1-1-1 0 0,-1 1 1 0 0,1 0 0 0 0,-1 0-1 0 0,1 0 1 0 0,-1 0 0 0 0,0 0-1 0 0,1 1 1 0 0,-1-1-1 0 0,0 1 1 0 0,0 0 0 0 0,0 0-1 0 0,5 5 1 0 0,-2-1 15 0 0,0 0 0 0 0,0 0 0 0 0,0 1 0 0 0,-1 0 0 0 0,0 0 0 0 0,-1 0 1 0 0,1 0-1 0 0,3 10 0 0 0,2 7 274 0 0,8 34 0 0 0,-14-42-931 0 0,1 0 0 0 0,1 0 0 0 0,0 0-1 0 0,1-1 1 0 0,17 28 0 0 0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22.1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95 114 10138 0 0,'0'0'144'0'0,"-1"-1"0"0"0,1 0 0 0 0,-1 0-1 0 0,0 1 1 0 0,1-1 0 0 0,-1 1 0 0 0,0-1 0 0 0,1 1 0 0 0,-1-1-1 0 0,0 1 1 0 0,0-1 0 0 0,1 1 0 0 0,-1-1 0 0 0,0 1 0 0 0,0 0-1 0 0,0 0 1 0 0,0-1 0 0 0,0 1 0 0 0,1 0 0 0 0,-1 0 0 0 0,0 0-1 0 0,0 0 1 0 0,0 0 0 0 0,0 0 0 0 0,0 0 0 0 0,0 0 0 0 0,1 0-1 0 0,-1 1 1 0 0,0-1 0 0 0,0 0 0 0 0,0 0 0 0 0,0 1 0 0 0,1-1-1 0 0,-1 1 1 0 0,0-1 0 0 0,0 1 0 0 0,1-1 0 0 0,-1 1 0 0 0,0-1-1 0 0,1 1 1 0 0,-2 1 0 0 0,-2 0 139 0 0,1 1-1 0 0,-1 0 1 0 0,1 0-1 0 0,0 1 1 0 0,0-1 0 0 0,0 1-1 0 0,-4 6 1 0 0,1 4-166 0 0,1 0-1 0 0,0 1 1 0 0,1-1 0 0 0,0 1-1 0 0,1-1 1 0 0,1 1-1 0 0,0 28 1 0 0,1-31-49 0 0,1 0-1 0 0,1 0 1 0 0,0-1-1 0 0,1 1 1 0 0,0-1 0 0 0,1 1-1 0 0,0-1 1 0 0,1 0-1 0 0,0 0 1 0 0,10 17-1 0 0,-12-23-67 0 0,1-1 0 0 0,0 1 0 0 0,0-1 0 0 0,1 0 0 0 0,-1 0 0 0 0,1-1 0 0 0,0 1 0 0 0,0-1 0 0 0,0 0 0 0 0,1 0 0 0 0,-1 0 0 0 0,1 0 0 0 0,-1-1 0 0 0,1 0 0 0 0,0 0 0 0 0,0 0 0 0 0,0-1 0 0 0,0 1 0 0 0,0-1 0 0 0,0 0 0 0 0,0-1 0 0 0,10 1 0 0 0,-7-2 0 0 0,0 0 0 0 0,-1 0 0 0 0,1-1 0 0 0,0 0 0 0 0,-1 0 0 0 0,0-1 0 0 0,0 0 0 0 0,0 0 0 0 0,0-1 0 0 0,0 1 0 0 0,0-2 0 0 0,-1 1 0 0 0,0-1 0 0 0,10-9 0 0 0,-2 0-20 0 0,-1 0 0 0 0,-1-1 0 0 0,0-1 0 0 0,-1 0 0 0 0,-1 0 0 0 0,0-1 0 0 0,-1 0-1 0 0,-1-1 1 0 0,9-27 0 0 0,-14 36 9 0 0,-1-1 0 0 0,1 0 0 0 0,-2 0 0 0 0,1 0 0 0 0,-1 0 1 0 0,-1 0-1 0 0,0 0 0 0 0,0 0 0 0 0,-1 0 0 0 0,0 0 0 0 0,-1 0 0 0 0,0 1 0 0 0,-1-1 0 0 0,0 0 0 0 0,0 1 0 0 0,-1 0 0 0 0,0-1 0 0 0,0 2 0 0 0,-12-18 0 0 0,13 23-103 0 0,1-1-1 0 0,-1 1 1 0 0,0 0-1 0 0,0 0 1 0 0,0 0-1 0 0,-1 0 1 0 0,1 1 0 0 0,-1 0-1 0 0,1-1 1 0 0,-1 1-1 0 0,0 0 1 0 0,0 0-1 0 0,0 1 1 0 0,0-1-1 0 0,0 1 1 0 0,0 0-1 0 0,0 0 1 0 0,-1 1 0 0 0,1-1-1 0 0,0 1 1 0 0,0 0-1 0 0,-1 0 1 0 0,1 0-1 0 0,0 0 1 0 0,0 1-1 0 0,-1 0 1 0 0,1 0-1 0 0,0 0 1 0 0,0 0 0 0 0,0 1-1 0 0,0-1 1 0 0,0 1-1 0 0,-3 3 1 0 0,-9 6-5665 0 0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22.5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41 10226 0 0,'5'-3'522'0'0,"1"0"1"0"0,0 0-1 0 0,0 1 0 0 0,0 0 0 0 0,0 0 0 0 0,0 1 1 0 0,0-1-1 0 0,10 0 0 0 0,-14 2-365 0 0,0 1 0 0 0,1-1 0 0 0,-1 0 0 0 0,0 1 0 0 0,0-1 1 0 0,0 1-1 0 0,0 0 0 0 0,0 0 0 0 0,0 0 0 0 0,0 0 0 0 0,0 0 0 0 0,0 0 0 0 0,-1 0 0 0 0,1 1 0 0 0,0-1 0 0 0,-1 1 0 0 0,1-1 0 0 0,-1 1 0 0 0,1 0 1 0 0,-1-1-1 0 0,0 1 0 0 0,0 0 0 0 0,0 0 0 0 0,0 0 0 0 0,0 0 0 0 0,0 0 0 0 0,1 4 0 0 0,18 69 702 0 0,-17-60-818 0 0,1 1 0 0 0,0-1 0 0 0,1 0 0 0 0,0 0 0 0 0,11 18-1 0 0,-16-32-41 0 0,1 1 0 0 0,0-1 0 0 0,-1 1 0 0 0,1-1-1 0 0,0 1 1 0 0,0-1 0 0 0,0 0 0 0 0,0 0 0 0 0,1 1-1 0 0,-1-1 1 0 0,0 0 0 0 0,0 0 0 0 0,1 0 0 0 0,-1 0 0 0 0,1 0-1 0 0,-1-1 1 0 0,1 1 0 0 0,-1 0 0 0 0,1-1 0 0 0,2 2-1 0 0,-3-3 2 0 0,1 1 0 0 0,-1 0 0 0 0,0-1 0 0 0,0 1 0 0 0,0-1 0 0 0,1 1 0 0 0,-1-1 0 0 0,0 1 0 0 0,0-1 0 0 0,0 0 0 0 0,0 0 0 0 0,0 1 0 0 0,0-1 0 0 0,0 0 0 0 0,-1 0 0 0 0,1 0 0 0 0,0 0 0 0 0,0 0 0 0 0,-1 0 0 0 0,2-2 0 0 0,4-10-131 0 0,-1 1-1 0 0,0 0 1 0 0,6-26-1 0 0,-8 26-173 0 0,2-7-32 0 0,1 0-1 0 0,1 1 0 0 0,1 0 1 0 0,11-19-1 0 0,-16 32 349 0 0,0 0 1 0 0,0 1-1 0 0,0 0 0 0 0,1 0 1 0 0,0 0-1 0 0,0 0 1 0 0,0 0-1 0 0,9-5 0 0 0,-11 7 98 0 0,1 1-1 0 0,-1 0 1 0 0,1 0-1 0 0,0 0 0 0 0,0 0 1 0 0,-1 0-1 0 0,1 1 1 0 0,0-1-1 0 0,0 1 0 0 0,0 0 1 0 0,0-1-1 0 0,0 1 1 0 0,0 1-1 0 0,-1-1 0 0 0,1 0 1 0 0,0 1-1 0 0,5 1 1 0 0,-4 0 8 0 0,-1-1 1 0 0,1 1 0 0 0,-1 0-1 0 0,1 1 1 0 0,-1-1 0 0 0,0 0-1 0 0,0 1 1 0 0,0 0 0 0 0,0 0 0 0 0,0 0-1 0 0,-1 0 1 0 0,1 0 0 0 0,1 5-1 0 0,27 50 511 0 0,-25-46-612 0 0,4 9-101 0 0,-6-10-236 0 0,1 0 1 0 0,0-1-1 0 0,1 0 1 0 0,0 0-1 0 0,13 14 0 0 0,-9-13-1255 0 0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22.7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299 5 11058 0 0,'1'0'96'0'0,"0"-1"-1"0"0,-1 1 0 0 0,1-1 0 0 0,-1 1 0 0 0,1 0 0 0 0,0-1 1 0 0,0 1-1 0 0,-1 0 0 0 0,1 0 0 0 0,0-1 0 0 0,-1 1 0 0 0,1 0 1 0 0,0 0-1 0 0,0 0 0 0 0,-1 0 0 0 0,1 0 0 0 0,0 0 0 0 0,0 0 1 0 0,-1 0-1 0 0,1 0 0 0 0,0 1 0 0 0,0-1 0 0 0,-1 0 0 0 0,1 0 0 0 0,0 1 1 0 0,-1-1-1 0 0,1 0 0 0 0,0 1 0 0 0,-1-1 0 0 0,1 1 0 0 0,0-1 1 0 0,-1 1-1 0 0,1-1 0 0 0,0 1 0 0 0,0 2 179 0 0,-1 0-1 0 0,1 0 1 0 0,-1 0-1 0 0,1-1 1 0 0,-1 1 0 0 0,0 0-1 0 0,0 0 1 0 0,0 0-1 0 0,-1 3 1 0 0,-4 27 765 0 0,-1-1 1 0 0,-1 0-1 0 0,-22 55 0 0 0,13-39-630 0 0,-51 151-65 0 0,-105 374 610 0 0,165-547-1307 0 0,2 0 1 0 0,0 1 0 0 0,2-1-1 0 0,1 1 1 0 0,1-1-1 0 0,2 31 1 0 0,2-39-7047 0 0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23.1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147 128 7834 0 0,'-7'2'469'0'0,"0"0"-1"0"0,-1 1 1 0 0,1 0 0 0 0,0 0 0 0 0,0 1 0 0 0,0 0 0 0 0,1 0-1 0 0,-1 1 1 0 0,1-1 0 0 0,0 1 0 0 0,1 1 0 0 0,-1-1 0 0 0,1 1-1 0 0,0 0 1 0 0,0 0 0 0 0,1 1 0 0 0,0-1 0 0 0,0 1 0 0 0,0 0-1 0 0,-4 13 1 0 0,4-11-262 0 0,0 1-1 0 0,1 0 0 0 0,0 0 1 0 0,1 0-1 0 0,0 0 0 0 0,0 1 1 0 0,1-1-1 0 0,0 1 0 0 0,1-1 0 0 0,0 1 1 0 0,1-1-1 0 0,0 0 0 0 0,1 1 1 0 0,0-1-1 0 0,4 11 0 0 0,-5-18-183 0 0,0 0-1 0 0,0 0 0 0 0,1 0 0 0 0,-1 0 1 0 0,1 0-1 0 0,0 0 0 0 0,0-1 0 0 0,0 1 0 0 0,0-1 1 0 0,1 1-1 0 0,-1-1 0 0 0,1 0 0 0 0,-1 0 1 0 0,1 0-1 0 0,0 0 0 0 0,0 0 0 0 0,0-1 0 0 0,0 1 1 0 0,0-1-1 0 0,0 0 0 0 0,0 0 0 0 0,0 0 1 0 0,0 0-1 0 0,1 0 0 0 0,-1-1 0 0 0,0 0 0 0 0,1 1 1 0 0,-1-1-1 0 0,0 0 0 0 0,1-1 0 0 0,-1 1 1 0 0,0-1-1 0 0,0 1 0 0 0,1-1 0 0 0,-1 0 0 0 0,5-2 1 0 0,4-2-14 0 0,0 0 1 0 0,-1 0 0 0 0,0-1-1 0 0,0-1 1 0 0,-1 0 0 0 0,1 0 0 0 0,-2-1-1 0 0,15-13 1 0 0,-13 8-1 0 0,0-1 0 0 0,0 1 0 0 0,-2-2-1 0 0,0 1 1 0 0,0-1 0 0 0,-1-1 0 0 0,-1 0 0 0 0,-1 0 0 0 0,7-24 0 0 0,-10 32-30 0 0,-1-1 0 0 0,-1 1 0 0 0,1 0 1 0 0,-1-1-1 0 0,0 0 0 0 0,-1 1 0 0 0,0-1 1 0 0,-1 1-1 0 0,0-1 0 0 0,0 1 1 0 0,-1-1-1 0 0,0 1 0 0 0,0 0 0 0 0,-1-1 1 0 0,0 1-1 0 0,0 0 0 0 0,-1 1 0 0 0,0-1 1 0 0,0 1-1 0 0,-11-13 0 0 0,12 16-134 0 0,0 1-1 0 0,0 0 1 0 0,-1 1-1 0 0,1-1 1 0 0,-1 0-1 0 0,0 1 0 0 0,0 0 1 0 0,-6-3-1 0 0,-20-2-5685 0 0,8 6-323 0 0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23.6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36 0 10594 0 0,'-1'0'103'0'0,"0"0"-1"0"0,0 0 1 0 0,1 0-1 0 0,-1 0 0 0 0,0 0 1 0 0,0 0-1 0 0,0 1 1 0 0,0-1-1 0 0,0 0 0 0 0,0 0 1 0 0,0 1-1 0 0,0-1 1 0 0,1 0-1 0 0,-1 1 1 0 0,0-1-1 0 0,0 1 0 0 0,0-1 1 0 0,1 1-1 0 0,-1 0 1 0 0,0-1-1 0 0,1 1 1 0 0,-1 0-1 0 0,0-1 0 0 0,1 1 1 0 0,-1 0-1 0 0,1 0 1 0 0,-1-1-1 0 0,1 1 1 0 0,-1 0-1 0 0,1 0 0 0 0,0 0 1 0 0,0 0-1 0 0,-1 0 1 0 0,1-1-1 0 0,0 3 0 0 0,-10 34 3714 0 0,8 2-1675 0 0,8 74 0 0 0,0-5-1424 0 0,-7-24-444 0 0,7 161-18 0 0,-2-215-259 0 0,1 0 1 0 0,1 0 0 0 0,1 0 0 0 0,2 0-1 0 0,1-1 1 0 0,14 29 0 0 0,-19-48-62 0 0,25 45-117 0 0,-28-52-8 0 0,0 1 1 0 0,1 0-1 0 0,0-1 1 0 0,0 1-1 0 0,0-1 1 0 0,0 0-1 0 0,1 0 0 0 0,-1 0 1 0 0,1-1-1 0 0,0 1 1 0 0,4 1-1 0 0,0-1-1165 0 0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23.8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0 283 7370 0 0,'4'-4'293'0'0,"0"-1"0"0"0,0 1 0 0 0,1 0 1 0 0,0 1-1 0 0,-1-1 0 0 0,1 1 0 0 0,0 0 1 0 0,1 0-1 0 0,-1 0 0 0 0,10-3 0 0 0,6-4 197 0 0,149-79-266 0 0,49-28-4824 0 0,-177 93 4484 0 0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24.0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163 0 5985 0 0,'-25'20'5797'0'0,"-11"19"-2702"0"0,20-19-1889 0 0,6-9-824 0 0,2 0-1 0 0,-1 1 0 0 0,1 0 0 0 0,1 0 0 0 0,0 1 0 0 0,1 0 0 0 0,0 0 0 0 0,1 0 0 0 0,0 1 0 0 0,1 0 0 0 0,1-1 1 0 0,-3 25-1 0 0,5-16-178 0 0,0 0 0 0 0,2 0 0 0 0,0 0 0 0 0,2 0 0 0 0,0 0 0 0 0,2-1 0 0 0,11 34 0 0 0,-7-26-114 0 0,2 0-1 0 0,26 47 0 0 0,-31-66-123 0 0,-1-1-1 0 0,2 1 0 0 0,-1-2 1 0 0,1 1-1 0 0,0-1 0 0 0,1 0 1 0 0,0 0-1 0 0,0-1 0 0 0,1 0 1 0 0,0-1-1 0 0,11 7 0 0 0,-4-7-866 0 0,-6-6-2911 0 0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24.2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2 177 3225 0 0,'-1'0'131'0'0,"1"0"1"0"0,0-1-1 0 0,0 1 1 0 0,0-1-1 0 0,0 1 1 0 0,0-1 0 0 0,0 1-1 0 0,0 0 1 0 0,0-1-1 0 0,0 1 1 0 0,0-1-1 0 0,0 1 1 0 0,0-1-1 0 0,0 1 1 0 0,0 0 0 0 0,0-1-1 0 0,1 1 1 0 0,-1-1-1 0 0,0 1 1 0 0,0 0-1 0 0,0-1 1 0 0,1 1-1 0 0,-1-1 1 0 0,0 1-1 0 0,1 0 1 0 0,-1 0 0 0 0,0-1-1 0 0,0 1 1 0 0,1 0-1 0 0,-1-1 1 0 0,1 1-1 0 0,20-14 3128 0 0,23-4 651 0 0,76-34 911 0 0,-4-10-5606 0 0,-83 44-5883 0 0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25.5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14283 0 0,'10'21'764'0'0,"-5"-5"-459"0"0,-1 0 0 0 0,-1 0 0 0 0,0 0 0 0 0,-1 1 0 0 0,0-1 0 0 0,-2 1 0 0 0,-2 32 0 0 0,0-21-1460 0 0,4 43 0 0 0,3-51-2083 0 0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25.7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 14571 0 0,'2'-4'320'0'0,"-2"7"64"0"0,1 0 8 0 0,-1-2 24 0 0,0 1-328 0 0,0-1-88 0 0,1 0 0 0 0,-1 2 0 0 0,2 4 0 0 0,-1-1 80 0 0,2 0-80 0 0,0-2 80 0 0,0-1-928 0 0,1 0-184 0 0,0-2-40 0 0,4 1-8 0 0,3 2 840 0 0,-1 2 168 0 0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26.0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27 14283 0 0,'0'0'1298'0'0,"22"12"-2976"0"0,-18-6 1839 0 0,1-1 0 0 0,-1 1 0 0 0,-1 0 0 0 0,1 0 0 0 0,-1 0 0 0 0,0 0 0 0 0,-1 1 0 0 0,1-1 0 0 0,-1 1 0 0 0,0 0 0 0 0,-1 0 1 0 0,0-1-1 0 0,0 1 0 0 0,0 12 0 0 0,0-9 62 0 0,0 0 1 0 0,0 0-1 0 0,1 0 1 0 0,1 0-1 0 0,5 16 1 0 0,-7-25-224 0 0,-1 0 0 0 0,1-1 0 0 0,-1 1 0 0 0,1 0 0 0 0,-1 0 0 0 0,1 0 0 0 0,-1-1 0 0 0,1 1 0 0 0,0 0 0 0 0,-1 0 0 0 0,1-1 0 0 0,0 1 0 0 0,0-1 0 0 0,-1 1 0 0 0,1-1 0 0 0,0 1 0 0 0,0-1 0 0 0,0 1 0 0 0,0-1 0 0 0,0 0 0 0 0,0 1 0 0 0,0-1 0 0 0,0 0 0 0 0,-1 0 0 0 0,1 0 0 0 0,0 0 0 0 0,0 0 0 0 0,0 0 0 0 0,0 0 0 0 0,0 0 0 0 0,0 0 0 0 0,0 0 0 0 0,0-1 0 0 0,0 1 0 0 0,0 0 0 0 0,0 0 0 0 0,0-1 0 0 0,0 1 0 0 0,-1-1 0 0 0,1 1 0 0 0,0-1 0 0 0,0 1 0 0 0,0-1 0 0 0,-1 0 0 0 0,1 1 0 0 0,0-1 0 0 0,-1 0 0 0 0,2-1 0 0 0,5-5 0 0 0,1 0 0 0 0,-1-1 0 0 0,9-12 0 0 0,-13 15 0 0 0,45-66 69 0 0,-31 43-30 0 0,28-33 1 0 0,-44 60-41 0 0,0 0 1 0 0,0-1 0 0 0,-1 1-1 0 0,1 0 1 0 0,0 0 0 0 0,0 0-1 0 0,1 0 1 0 0,-1 0 0 0 0,0 0-1 0 0,0 0 1 0 0,0 0-1 0 0,1 0 1 0 0,-1 1 0 0 0,0-1-1 0 0,1 0 1 0 0,-1 1 0 0 0,1-1-1 0 0,-1 1 1 0 0,0 0 0 0 0,1-1-1 0 0,-1 1 1 0 0,1 0-1 0 0,-1 0 1 0 0,1 0 0 0 0,-1 0-1 0 0,1 0 1 0 0,-1 0 0 0 0,1 1-1 0 0,2 0 1 0 0,-2 0-11 0 0,0 0 1 0 0,-1 1-1 0 0,1 0 0 0 0,0-1 1 0 0,-1 1-1 0 0,1 0 0 0 0,-1 0 1 0 0,0 0-1 0 0,1 0 0 0 0,-1 0 1 0 0,0 0-1 0 0,0 0 0 0 0,0 1 1 0 0,-1-1-1 0 0,1 0 0 0 0,0 0 1 0 0,-1 1-1 0 0,1 1 0 0 0,6 41-1442 0 0,-5-18-4350 0 0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26.4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245 15 5065 0 0,'-4'-2'288'0'0,"0"0"0"0"0,1 0-1 0 0,-1 1 1 0 0,0-1 0 0 0,0 1-1 0 0,0 0 1 0 0,0 0 0 0 0,0 0 0 0 0,0 1-1 0 0,-1-1 1 0 0,1 1 0 0 0,0 0 0 0 0,0 0-1 0 0,0 0 1 0 0,0 1 0 0 0,-6 1 0 0 0,3 0 104 0 0,0 0 0 0 0,0 1 0 0 0,1 0 0 0 0,-1 0 0 0 0,1 1 0 0 0,0 0 0 0 0,-1 0-1 0 0,-9 9 1 0 0,5-3 16 0 0,1 1 0 0 0,0 0 0 0 0,0 1 0 0 0,1 0-1 0 0,1 0 1 0 0,0 1 0 0 0,0 0 0 0 0,-9 24-1 0 0,15-33-365 0 0,1 0 0 0 0,-1 0 0 0 0,1 0 0 0 0,-1 1 0 0 0,1-1 0 0 0,1 0 0 0 0,-1 1 0 0 0,0-1 0 0 0,1 0 0 0 0,0 1 0 0 0,0-1 0 0 0,1 1 0 0 0,-1-1 0 0 0,1 1 0 0 0,0-1 0 0 0,0 0 0 0 0,0 0 0 0 0,0 1 0 0 0,1-1 0 0 0,0 0 0 0 0,0 0 0 0 0,0 0 0 0 0,0-1 0 0 0,1 1 0 0 0,0 0 0 0 0,-1-1 0 0 0,1 0 0 0 0,0 1 0 0 0,1-1 0 0 0,-1 0 0 0 0,0-1 0 0 0,1 1 0 0 0,0-1 0 0 0,0 1 0 0 0,-1-1 0 0 0,6 2 0 0 0,14 7 51 0 0,37 13 0 0 0,-40-17-196 0 0,0 1-1 0 0,33 19 1 0 0,-52-26 78 0 0,1-1 1 0 0,0 1-1 0 0,0 1 0 0 0,-1-1 0 0 0,1 0 1 0 0,-1 0-1 0 0,1 1 0 0 0,-1-1 0 0 0,0 0 1 0 0,1 1-1 0 0,-1 0 0 0 0,0-1 1 0 0,0 1-1 0 0,0 0 0 0 0,0-1 0 0 0,0 1 1 0 0,0 0-1 0 0,-1 0 0 0 0,1 0 0 0 0,-1 0 1 0 0,1 0-1 0 0,-1 0 0 0 0,0 0 1 0 0,1-1-1 0 0,-1 1 0 0 0,0 0 0 0 0,-1 4 1 0 0,0-3 39 0 0,0-1 0 0 0,0 0 1 0 0,0 1-1 0 0,-1-1 0 0 0,1 0 0 0 0,-1 0 1 0 0,1 0-1 0 0,-1 0 0 0 0,0 0 1 0 0,0 0-1 0 0,0 0 0 0 0,0-1 0 0 0,0 1 1 0 0,0-1-1 0 0,0 1 0 0 0,0-1 0 0 0,-1 0 1 0 0,1 0-1 0 0,0 0 0 0 0,-1 0 1 0 0,-2 0-1 0 0,-1 1-218 0 0,0-1-1 0 0,0 0 1 0 0,-1 0 0 0 0,1 0-1 0 0,0-1 1 0 0,-7 0 0 0 0,-6-1-5824 0 0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26.7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0 331 6449 0 0,'10'-2'516'0'0,"-1"-1"-1"0"0,0 0 0 0 0,-1-1 0 0 0,1 0 0 0 0,0 0 1 0 0,14-11-1 0 0,46-39 3288 0 0,-51 38-4123 0 0,8-6 997 0 0,36-39 1 0 0,-56 55-637 0 0,0-1 0 0 0,0 0 0 0 0,-1 0 1 0 0,0-1-1 0 0,-1 1 0 0 0,1-1 0 0 0,-1 0 1 0 0,-1-1-1 0 0,0 1 0 0 0,0-1 0 0 0,2-10 1 0 0,-5 18 4 0 0,1-1 0 0 0,-1 0 1 0 0,0 1-1 0 0,0-1 0 0 0,0 0 0 0 0,0 1 1 0 0,0-1-1 0 0,0 1 0 0 0,0-1 1 0 0,-1 0-1 0 0,1 1 0 0 0,-1-1 1 0 0,1 1-1 0 0,-1-1 0 0 0,0 1 1 0 0,1-1-1 0 0,-1 1 0 0 0,0 0 1 0 0,0-1-1 0 0,-1-1 0 0 0,1 3 51 0 0,0-1 0 0 0,-1 0 0 0 0,1 0 0 0 0,0 1 1 0 0,0-1-1 0 0,-1 1 0 0 0,1-1 0 0 0,-1 1 0 0 0,1 0 0 0 0,0-1 0 0 0,-1 1 0 0 0,1 0 0 0 0,-1 0 0 0 0,1 0 0 0 0,0 0 0 0 0,-1 0 0 0 0,1 0 0 0 0,-2 1 0 0 0,-3 0 146 0 0,1 1 0 0 0,0-1 0 0 0,0 1-1 0 0,0 0 1 0 0,0 1 0 0 0,1-1-1 0 0,-1 1 1 0 0,1 0 0 0 0,-1 0-1 0 0,-6 7 1 0 0,4-2-149 0 0,2 0 0 0 0,-1 0 0 0 0,1 0 0 0 0,0 1 0 0 0,1-1 0 0 0,0 1 0 0 0,0 0 0 0 0,1 0 0 0 0,1 1 0 0 0,-1-1 0 0 0,1 1 0 0 0,1-1 0 0 0,0 1 0 0 0,0 0 0 0 0,1-1 0 0 0,0 1 0 0 0,0 0 0 0 0,1 0 0 0 0,1-1 0 0 0,0 1 0 0 0,5 17 0 0 0,-4-18-276 0 0,1 1 0 0 0,0-1 1 0 0,0 0-1 0 0,1 0 0 0 0,0 0 0 0 0,1 0 0 0 0,0-1 0 0 0,0 0 0 0 0,10 9 0 0 0,-11-11-402 0 0,1-1-1 0 0,0-1 1 0 0,0 1-1 0 0,0-1 1 0 0,1 0-1 0 0,0-1 1 0 0,-1 1-1 0 0,1-1 1 0 0,0-1-1 0 0,0 1 1 0 0,1-1-1 0 0,-1 0 1 0 0,9 0-1 0 0,15 1-5018 0 0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27.25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0 333 8354 0 0,'83'-71'-129'0'0,"-23"21"31"0"0,-18 13 72 0 0,-18 18-40 0 0,-1-2-1 0 0,-1-1 1 0 0,27-34-1 0 0,-47 54 107 0 0,-1 1 0 0 0,0-1 0 0 0,0 0 0 0 0,0 0 0 0 0,0 0 0 0 0,0 0 0 0 0,0 0 1 0 0,0 0-1 0 0,-1 0 0 0 0,1 0 0 0 0,-1 0 0 0 0,1 0 0 0 0,-1 0 0 0 0,0-3 0 0 0,0 4 239 0 0,0 0 0 0 0,-1 0 1 0 0,1 0-1 0 0,0-1 0 0 0,0 1 0 0 0,-1 0 0 0 0,1 0 0 0 0,-1 1 1 0 0,1-1-1 0 0,-1 0 0 0 0,1 0 0 0 0,-1 0 0 0 0,0 0 0 0 0,1 0 1 0 0,-1 1-1 0 0,0-1 0 0 0,0 0 0 0 0,0 0 0 0 0,1 1 0 0 0,-3-2 1 0 0,1 1 139 0 0,1 1 0 0 0,-1-1 0 0 0,0 0 0 0 0,0 1 0 0 0,1 0 1 0 0,-1-1-1 0 0,0 1 0 0 0,0 0 0 0 0,0 0 0 0 0,0 0 0 0 0,0 0 1 0 0,1 0-1 0 0,-1 0 0 0 0,0 1 0 0 0,0-1 0 0 0,-2 1 0 0 0,-19 13 492 0 0,9 0-796 0 0,2 0 0 0 0,0 1-1 0 0,0 0 1 0 0,2 1 0 0 0,-11 19-1 0 0,2 3-207 0 0,-17 48 0 0 0,33-80 58 0 0,-1 4-38 0 0,0-1 1 0 0,0 2-1 0 0,1-1 0 0 0,1 0 1 0 0,0 0-1 0 0,0 1 1 0 0,1-1-1 0 0,0 18 1 0 0,1-28 50 0 0,0 1-1 0 0,0 0 1 0 0,0 0 0 0 0,0 0 0 0 0,0 0 0 0 0,0 0 0 0 0,1-1 0 0 0,-1 1-1 0 0,0 0 1 0 0,1 0 0 0 0,-1 0 0 0 0,1-1 0 0 0,-1 1 0 0 0,1 0-1 0 0,-1-1 1 0 0,1 1 0 0 0,-1 0 0 0 0,1-1 0 0 0,-1 1 0 0 0,1-1 0 0 0,0 1-1 0 0,-1-1 1 0 0,1 1 0 0 0,0-1 0 0 0,0 1 0 0 0,-1-1 0 0 0,2 1-1 0 0,0-1-24 0 0,-1 0 0 0 0,1 0 0 0 0,-1 0 0 0 0,1 0-1 0 0,0-1 1 0 0,-1 1 0 0 0,0 0 0 0 0,1-1-1 0 0,-1 1 1 0 0,1-1 0 0 0,-1 0 0 0 0,1 1-1 0 0,-1-1 1 0 0,1-1 0 0 0,6-3-286 0 0,0-1 0 0 0,0-1 0 0 0,9-10 0 0 0,10-15-336 0 0,-1-1 0 0 0,32-55-1 0 0,-4 6 926 0 0,-53 80-229 0 0,0 1 1 0 0,0-1-1 0 0,0 1 1 0 0,0-1 0 0 0,1 1-1 0 0,-1-1 1 0 0,1 1-1 0 0,-1 0 1 0 0,1 0-1 0 0,-1 0 1 0 0,4-2-1 0 0,-4 3-3 0 0,-1 0 0 0 0,1 0 0 0 0,-1-1 0 0 0,1 1 0 0 0,-1 0 0 0 0,1 0 0 0 0,-1 0 0 0 0,1 0 0 0 0,-1 0 0 0 0,1 1 0 0 0,-1-1 0 0 0,1 0 0 0 0,-1 0 0 0 0,1 0 0 0 0,-1 0 0 0 0,1 0 0 0 0,-1 1 0 0 0,1-1-1 0 0,-1 0 1 0 0,0 0 0 0 0,1 1 0 0 0,-1-1 0 0 0,1 0 0 0 0,-1 1 0 0 0,0-1 0 0 0,1 0 0 0 0,0 2 0 0 0,1 2 113 0 0,0 0-1 0 0,0 0 1 0 0,0 0-1 0 0,-1 1 1 0 0,1-1-1 0 0,-1 1 1 0 0,0-1-1 0 0,0 7 1 0 0,6 34 451 0 0,32 163 593 0 0,-31-178-1137 0 0,1-1-1 0 0,1 1 1 0 0,1-1 0 0 0,27 47 0 0 0,-37-75-49 0 0,0 1 1 0 0,0 0-1 0 0,0 0 0 0 0,0 0 1 0 0,0-1-1 0 0,0 1 1 0 0,1 0-1 0 0,-1-1 0 0 0,1 1 1 0 0,-1-1-1 0 0,1 0 0 0 0,0 1 1 0 0,-1-1-1 0 0,1 0 0 0 0,0 0 1 0 0,0 0-1 0 0,0 0 1 0 0,0 0-1 0 0,0-1 0 0 0,2 2 1 0 0,-2-3-28 0 0,-1 1 1 0 0,1-1 0 0 0,-1 1 0 0 0,1-1 0 0 0,-1 0-1 0 0,1 0 1 0 0,-1 1 0 0 0,1-1 0 0 0,-1 0 0 0 0,0 0-1 0 0,1-1 1 0 0,-1 1 0 0 0,0 0 0 0 0,0 0 0 0 0,0-1-1 0 0,0 1 1 0 0,0 0 0 0 0,0-1 0 0 0,0 1 0 0 0,0-1-1 0 0,-1 1 1 0 0,1-1 0 0 0,0 1 0 0 0,0-4 0 0 0,10-26-407 0 0,-2-1 0 0 0,-1 0 0 0 0,7-47 1 0 0,10-47 8 0 0,-20 111 310 0 0,0 0 0 0 0,1 0 0 0 0,0 1 1 0 0,1 0-1 0 0,1 0 0 0 0,12-16 0 0 0,-12 19-4268 0 0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27.7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 1 9674 0 0,'-2'1'146'0'0,"1"0"0"0"0,0 1 0 0 0,0-1 0 0 0,0 0 1 0 0,0 1-1 0 0,0-1 0 0 0,1 0 0 0 0,-1 1 0 0 0,0-1 0 0 0,0 1 0 0 0,1-1 0 0 0,-1 1 0 0 0,1 0 0 0 0,0-1 0 0 0,-1 1 1 0 0,1 2-1 0 0,-1 34 1669 0 0,0-18-1001 0 0,0-6-206 0 0,-1 3-7 0 0,1 0 0 0 0,1 0 0 0 0,0 0 0 0 0,5 33 0 0 0,-4-47-571 0 0,-1-1 0 0 0,1 1 0 0 0,-1 0 0 0 0,1-1 0 0 0,0 1 0 0 0,0-1 0 0 0,0 1 0 0 0,0-1 0 0 0,1 0 0 0 0,-1 1 0 0 0,1-1 0 0 0,-1 0 0 0 0,1 0-1 0 0,0 0 1 0 0,0 0 0 0 0,0 0 0 0 0,0 0 0 0 0,0-1 0 0 0,0 1 0 0 0,1-1 0 0 0,-1 1 0 0 0,0-1 0 0 0,1 0 0 0 0,-1 0 0 0 0,1 0 0 0 0,0 0 0 0 0,-1-1 0 0 0,1 1 0 0 0,-1-1 0 0 0,1 1 0 0 0,0-1 0 0 0,0 0-1 0 0,-1 0 1 0 0,1 0 0 0 0,0 0 0 0 0,-1-1 0 0 0,1 1 0 0 0,4-2 0 0 0,3-1-170 0 0,-1 0 0 0 0,1-1-1 0 0,-1 0 1 0 0,0 0 0 0 0,-1-1-1 0 0,1 0 1 0 0,-1-1 0 0 0,0 0-1 0 0,0 0 1 0 0,8-9 0 0 0,-1 0-1318 0 0,0-1 0 0 0,-1-1 0 0 0,20-30 0 0 0,-29 38 590 0 0,0 0 0 0 0,0 0 0 0 0,-1-1 0 0 0,3-10 0 0 0,-3-6 2218 0 0,-3 42 2382 0 0,0 1 0 0 0,5 22 0 0 0,-4-27-3156 0 0,1-1 0 0 0,1 1 0 0 0,0-1 0 0 0,7 16 0 0 0,-9-22-716 0 0,1 0 1 0 0,0 0-1 0 0,0 0 0 0 0,0-1 0 0 0,1 1 0 0 0,-1-1 0 0 0,1 1 0 0 0,0-1 0 0 0,1 0 0 0 0,-1-1 0 0 0,0 1 0 0 0,1-1 1 0 0,0 0-1 0 0,0 0 0 0 0,0 0 0 0 0,0-1 0 0 0,0 0 0 0 0,1 0 0 0 0,-1 0 0 0 0,1 0 0 0 0,-1-1 0 0 0,1 0 0 0 0,0 0 0 0 0,9-1 1 0 0,3-1-1559 0 0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28.4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38 305 10594 0 0,'1'0'43'0'0,"0"1"0"0"0,0-1 0 0 0,0 0 0 0 0,0 0 0 0 0,0 0-1 0 0,0 0 1 0 0,0 0 0 0 0,0 0 0 0 0,0-1 0 0 0,0 1 0 0 0,0 0 0 0 0,0 0 0 0 0,0-1-1 0 0,0 1 1 0 0,-1 0 0 0 0,1-1 0 0 0,0 1 0 0 0,0-1 0 0 0,0 0 0 0 0,0 1-1 0 0,-1-1 1 0 0,1 1 0 0 0,0-1 0 0 0,0 0 0 0 0,-1 0 0 0 0,2-1 0 0 0,18-20 690 0 0,-14 11-660 0 0,0 0 0 0 0,-1 0 0 0 0,0 0-1 0 0,-1-1 1 0 0,-1 0 0 0 0,0 1 0 0 0,0-1 0 0 0,-1-1-1 0 0,-1 1 1 0 0,0 0 0 0 0,0 0 0 0 0,-2-1 0 0 0,1 1-1 0 0,-1 0 1 0 0,-1 0 0 0 0,0 0 0 0 0,-1 0 0 0 0,-6-16-1 0 0,9 26-24 0 0,-1 0 1 0 0,0 1-1 0 0,0-1 0 0 0,0 0 0 0 0,0 1 0 0 0,0-1 0 0 0,0 0 0 0 0,0 1 0 0 0,0-1 0 0 0,0 1 1 0 0,-1 0-1 0 0,1-1 0 0 0,-1 1 0 0 0,1 0 0 0 0,-1 0 0 0 0,1 0 0 0 0,-1 0 0 0 0,0 0 0 0 0,1 0 0 0 0,-3 0 1 0 0,2 1-33 0 0,1 0 0 0 0,-1 0 0 0 0,1 0 0 0 0,-1 0 0 0 0,1 1 0 0 0,-1-1 0 0 0,1 1 1 0 0,-1-1-1 0 0,1 1 0 0 0,0-1 0 0 0,-1 1 0 0 0,1 0 0 0 0,0 0 0 0 0,-1-1 0 0 0,1 1 1 0 0,0 0-1 0 0,0 0 0 0 0,0 0 0 0 0,-2 2 0 0 0,-2 4-17 0 0,0-1 0 0 0,0 1-1 0 0,1 0 1 0 0,0 0 0 0 0,0 1 0 0 0,0-1-1 0 0,-3 14 1 0 0,4-10 7 0 0,1-1 0 0 0,0 1-1 0 0,1 0 1 0 0,0 0-1 0 0,1 0 1 0 0,0 1 0 0 0,0-1-1 0 0,2 0 1 0 0,-1 0 0 0 0,1-1-1 0 0,7 21 1 0 0,-8-27 29 0 0,1 0 1 0 0,-1 0-1 0 0,1 0 0 0 0,0 0 0 0 0,0 0 1 0 0,0-1-1 0 0,1 1 0 0 0,-1-1 1 0 0,1 1-1 0 0,0-1 0 0 0,0 0 1 0 0,0 0-1 0 0,0 0 0 0 0,0-1 1 0 0,1 1-1 0 0,-1-1 0 0 0,1 0 1 0 0,0 0-1 0 0,0 0 0 0 0,-1 0 0 0 0,1-1 1 0 0,0 1-1 0 0,1-1 0 0 0,-1 0 1 0 0,0-1-1 0 0,0 1 0 0 0,0 0 1 0 0,1-1-1 0 0,-1 0 0 0 0,0 0 1 0 0,0-1-1 0 0,1 1 0 0 0,5-2 1 0 0,-2 0 89 0 0,1-1 0 0 0,-1 0 0 0 0,0 0 0 0 0,0 0 0 0 0,0-1 0 0 0,0 0 0 0 0,-1-1 0 0 0,1 0 0 0 0,-1 0 0 0 0,0-1 0 0 0,10-10 1 0 0,3-7 35 0 0,0 0 0 0 0,17-29 1 0 0,-19 26-23 0 0,28-31 0 0 0,-42 52-72 0 0,0 1 1 0 0,1-1 0 0 0,0 1-1 0 0,0 0 1 0 0,0 0 0 0 0,1 1-1 0 0,9-6 1 0 0,-14 9-19 0 0,1-1-1 0 0,-1 1 0 0 0,1-1 1 0 0,-1 1-1 0 0,1 0 0 0 0,0 0 1 0 0,-1 0-1 0 0,1 0 0 0 0,-1 0 1 0 0,1 0-1 0 0,0 0 0 0 0,-1 0 1 0 0,1 1-1 0 0,-1-1 0 0 0,1 0 1 0 0,-1 1-1 0 0,1 0 0 0 0,-1-1 1 0 0,1 1-1 0 0,-1 0 0 0 0,1 0 1 0 0,-1-1-1 0 0,0 1 0 0 0,0 0 1 0 0,1 1-1 0 0,-1-1 0 0 0,0 0 1 0 0,0 0-1 0 0,0 0 0 0 0,0 1 1 0 0,0-1-1 0 0,0 0 0 0 0,-1 1 1 0 0,1-1-1 0 0,0 2 0 0 0,53 115 1679 0 0,-3-5-1717 0 0,-51-113-9 0 0,0 1 0 0 0,1 0 1 0 0,-1-1-1 0 0,0 1 0 0 0,1-1 1 0 0,-1 1-1 0 0,0 0 0 0 0,1-1 1 0 0,-1 1-1 0 0,1-1 0 0 0,-1 1 1 0 0,1-1-1 0 0,-1 1 0 0 0,1-1 0 0 0,0 1 1 0 0,-1-1-1 0 0,1 0 0 0 0,0 1 1 0 0,-1-1-1 0 0,1 0 0 0 0,0 1 1 0 0,-1-1-1 0 0,1 0 0 0 0,0 0 1 0 0,-1 0-1 0 0,1 0 0 0 0,0 0 0 0 0,-1 0 1 0 0,1 0-1 0 0,1 0 0 0 0,0 0-16 0 0,-1-1 0 0 0,1 0-1 0 0,-1 0 1 0 0,1 0-1 0 0,-1 0 1 0 0,0 0 0 0 0,1 0-1 0 0,-1 0 1 0 0,0 0-1 0 0,0-1 1 0 0,0 1 0 0 0,2-3-1 0 0,4-7-262 0 0,0 0 1 0 0,8-21-1 0 0,-12 27 127 0 0,23-62-632 0 0,-20 48 476 0 0,1 1 0 0 0,1 0 0 0 0,0 0 0 0 0,1 1 0 0 0,17-24 0 0 0,-25 40 327 0 0,0-1 1 0 0,-1 1-1 0 0,1 0 1 0 0,0 0-1 0 0,0 0 0 0 0,0 0 1 0 0,0 0-1 0 0,0 0 1 0 0,0 0-1 0 0,1 0 0 0 0,-1 0 1 0 0,0 0-1 0 0,0 0 1 0 0,1 1-1 0 0,-1-1 0 0 0,0 1 1 0 0,1-1-1 0 0,-1 1 1 0 0,1-1-1 0 0,-1 1 0 0 0,1 0 1 0 0,-1 0-1 0 0,1 0 1 0 0,-1 0-1 0 0,0 0 0 0 0,1 0 1 0 0,-1 0-1 0 0,1 0 1 0 0,-1 0-1 0 0,1 1 0 0 0,-1-1 1 0 0,1 1-1 0 0,-1-1 1 0 0,0 1-1 0 0,1-1 0 0 0,-1 1 1 0 0,0 0-1 0 0,0 0 1 0 0,1-1-1 0 0,-1 1 0 0 0,0 0 1 0 0,0 0-1 0 0,0 0 1 0 0,1 2-1 0 0,6 7 258 0 0,-1-1 0 0 0,0 1 0 0 0,-1 1 0 0 0,9 18 0 0 0,-2-2-44 0 0,-9-19-570 0 0,1-1 0 0 0,0 1 0 0 0,0-1 0 0 0,0 0 0 0 0,1 0 0 0 0,0 0 0 0 0,0-1 0 0 0,0 0 0 0 0,1 0 0 0 0,0-1 0 0 0,15 10 0 0 0,-5-8-927 0 0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28.6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178 88 13363 0 0,'3'-2'253'0'0,"-1"0"0"0"0,0-1 0 0 0,0 1 0 0 0,0 0 1 0 0,0-1-1 0 0,-1 0 0 0 0,1 1 0 0 0,-1-1 0 0 0,1 0 0 0 0,-1 0 0 0 0,0 0 0 0 0,0 0 1 0 0,0 0-1 0 0,-1 0 0 0 0,1 0 0 0 0,-1 0 0 0 0,1-4 0 0 0,-2 5-213 0 0,1 0 0 0 0,-1 0-1 0 0,1 1 1 0 0,-1-1 0 0 0,0 0-1 0 0,0 1 1 0 0,1-1 0 0 0,-1 1-1 0 0,0-1 1 0 0,-1 1-1 0 0,1-1 1 0 0,0 1 0 0 0,0 0-1 0 0,0-1 1 0 0,-1 1 0 0 0,1 0-1 0 0,-1 0 1 0 0,1 0 0 0 0,-1 0-1 0 0,1 0 1 0 0,-1 1 0 0 0,0-1-1 0 0,1 0 1 0 0,-1 1 0 0 0,0-1-1 0 0,0 1 1 0 0,1-1 0 0 0,-1 1-1 0 0,0 0 1 0 0,0 0-1 0 0,-3 0 1 0 0,0 0-2 0 0,0-1 1 0 0,1 1-1 0 0,-1 1 0 0 0,0-1 0 0 0,0 1 1 0 0,1-1-1 0 0,-1 1 0 0 0,0 1 0 0 0,1-1 1 0 0,-1 1-1 0 0,1-1 0 0 0,0 1 0 0 0,-1 1 1 0 0,1-1-1 0 0,-5 4 0 0 0,4-1 49 0 0,-1 0 0 0 0,0 0-1 0 0,1 0 1 0 0,0 1 0 0 0,1 0 0 0 0,-1 0-1 0 0,1 0 1 0 0,0 1 0 0 0,-3 7 0 0 0,2-3 83 0 0,0 1 0 0 0,1 1 0 0 0,0-1 0 0 0,1 1 0 0 0,0-1 1 0 0,1 1-1 0 0,1 0 0 0 0,0 0 0 0 0,0 0 0 0 0,3 25 0 0 0,0-29-98 0 0,0 1-1 0 0,1-1 0 0 0,0 0 1 0 0,1 0-1 0 0,-1 0 0 0 0,2 0 0 0 0,-1-1 1 0 0,1 1-1 0 0,1-1 0 0 0,-1 0 1 0 0,1-1-1 0 0,1 1 0 0 0,-1-1 1 0 0,1-1-1 0 0,1 1 0 0 0,-1-1 0 0 0,1 0 1 0 0,0-1-1 0 0,9 5 0 0 0,-7-4-208 0 0,1-1-1 0 0,0-1 0 0 0,0 0 1 0 0,0 0-1 0 0,0-1 0 0 0,20 3 1 0 0,-20-5-651 0 0,0 0 1 0 0,0-1 0 0 0,0 0 0 0 0,0-1 0 0 0,0 0 0 0 0,0-1 0 0 0,13-3 0 0 0,10-5-6396 0 0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29.0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5 487 6913 0 0,'-1'1'66'0'0,"1"0"-1"0"0,-1 0 1 0 0,1 0-1 0 0,-1 1 0 0 0,1-1 1 0 0,-1 0-1 0 0,1 1 0 0 0,0-1 1 0 0,0 0-1 0 0,-1 1 0 0 0,1-1 1 0 0,0 0-1 0 0,0 1 1 0 0,1-1-1 0 0,-1 1 0 0 0,0-1 1 0 0,0 0-1 0 0,0 1 0 0 0,1-1 1 0 0,-1 0-1 0 0,1 0 1 0 0,-1 1-1 0 0,2 1 0 0 0,0-1 202 0 0,0 1-1 0 0,0-1 0 0 0,1 0 0 0 0,-1 0 1 0 0,0 0-1 0 0,1 0 0 0 0,0 0 0 0 0,-1-1 1 0 0,6 3-1 0 0,-3-2 105 0 0,1 0 0 0 0,-1-1 0 0 0,0 0 0 0 0,1 0 0 0 0,-1-1 0 0 0,0 1 0 0 0,1-1 0 0 0,-1 0-1 0 0,1-1 1 0 0,-1 1 0 0 0,0-1 0 0 0,1 0 0 0 0,-1 0 0 0 0,0-1 0 0 0,0 0 0 0 0,0 0 0 0 0,0 0 0 0 0,0 0 0 0 0,0-1 0 0 0,6-4 0 0 0,9-6 121 0 0,-1 0 1 0 0,0-2 0 0 0,21-20 0 0 0,-18 13-366 0 0,0-1 1 0 0,-2-2-1 0 0,-1 0 0 0 0,0-1 1 0 0,21-42-1 0 0,-28 46-233 0 0,-2-1 0 0 0,0-1 0 0 0,-1 1-1 0 0,-2-2 1 0 0,0 1 0 0 0,-2-1 0 0 0,4-33-1 0 0,-9 57 53 0 0,0-1-1 0 0,1 1 0 0 0,-1 0 0 0 0,0-1 0 0 0,0 1 1 0 0,0 0-1 0 0,0-1 0 0 0,0 1 0 0 0,0 0 0 0 0,0-1 1 0 0,0 1-1 0 0,-1 0 0 0 0,1-1 0 0 0,0 1 0 0 0,-1 0 1 0 0,1 0-1 0 0,-1-1 0 0 0,0 1 0 0 0,1 0 0 0 0,-1 0 1 0 0,0 0-1 0 0,0 0 0 0 0,1 0 0 0 0,-1 0 0 0 0,0 0 1 0 0,0 0-1 0 0,0 0 0 0 0,0 0 0 0 0,-2 0 0 0 0,2 1 8 0 0,-1 0 0 0 0,0 0 0 0 0,0 0 0 0 0,1 1 0 0 0,-1-1-1 0 0,1 1 1 0 0,-1-1 0 0 0,0 1 0 0 0,1 0 0 0 0,-1-1 0 0 0,1 1 0 0 0,-1 0-1 0 0,1 0 1 0 0,0 0 0 0 0,-1 0 0 0 0,1 0 0 0 0,0 1 0 0 0,0-1-1 0 0,0 0 1 0 0,0 1 0 0 0,0-1 0 0 0,-2 3 0 0 0,-6 9 259 0 0,1 0 1 0 0,0 1-1 0 0,1 0 0 0 0,1 0 1 0 0,0 0-1 0 0,0 1 0 0 0,2-1 1 0 0,0 2-1 0 0,1-1 1 0 0,0 0-1 0 0,1 0 0 0 0,1 1 1 0 0,0-1-1 0 0,2 23 1 0 0,0-29-138 0 0,0 0 1 0 0,1 0 0 0 0,0-1 0 0 0,0 1 0 0 0,1-1-1 0 0,0 0 1 0 0,0 1 0 0 0,1-1 0 0 0,0-1 0 0 0,0 1 0 0 0,1-1-1 0 0,0 1 1 0 0,0-1 0 0 0,1-1 0 0 0,0 1 0 0 0,0-1 0 0 0,1 0-1 0 0,-1 0 1 0 0,1-1 0 0 0,1 0 0 0 0,-1 0 0 0 0,1-1 0 0 0,-1 1-1 0 0,1-2 1 0 0,1 1 0 0 0,13 3 0 0 0,-10-4-100 0 0,1 0 0 0 0,-1-1-1 0 0,1-1 1 0 0,-1 0 0 0 0,17-1 0 0 0,32-7-6083 0 0,-14-4-1220 0 0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50.7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40 365 3225 0 0,'-1'0'162'0'0,"-1"-1"0"0"0,0 1 0 0 0,1 0 0 0 0,-1-1 0 0 0,0 1 0 0 0,1-1 0 0 0,-1 1-1 0 0,1-1 1 0 0,-1 0 0 0 0,1 0 0 0 0,-1 1 0 0 0,1-1 0 0 0,-1 0 0 0 0,1-1 0 0 0,0 1 0 0 0,0 0 0 0 0,0 0 0 0 0,-1 0 0 0 0,1-1 0 0 0,0 1 0 0 0,0 0 0 0 0,1-1 0 0 0,-1 1 0 0 0,0-1 0 0 0,0 1 0 0 0,1-1 0 0 0,-1 0 0 0 0,1 1 0 0 0,-1-1 0 0 0,1-2 0 0 0,-1-1 161 0 0,0 0 0 0 0,0 0 0 0 0,1 0 0 0 0,0 0 0 0 0,0 0 0 0 0,0 0 0 0 0,1 0 0 0 0,1-9 0 0 0,1 6-49 0 0,1 0 1 0 0,-1 0-1 0 0,1 1 0 0 0,0-1 1 0 0,1 1-1 0 0,0 0 0 0 0,0 0 1 0 0,10-9-1 0 0,56-47 1266 0 0,-39 37-985 0 0,-14 10-379 0 0,1 2 0 0 0,0 0 0 0 0,1 1 1 0 0,0 1-1 0 0,29-13 0 0 0,-41 22-189 0 0,1 0 0 0 0,-1 0 0 0 0,1 1 0 0 0,0 0 0 0 0,-1 1 0 0 0,1 0 0 0 0,14 0 0 0 0,-17 1-4 0 0,-1 1 0 0 0,1-1-1 0 0,-1 1 1 0 0,0 1 0 0 0,0-1-1 0 0,0 1 1 0 0,0 0 0 0 0,0 0-1 0 0,0 0 1 0 0,0 0 0 0 0,0 1-1 0 0,-1 0 1 0 0,7 6 0 0 0,-6-5-34 0 0,-1 0 1 0 0,-1 1-1 0 0,1-1 1 0 0,-1 1 0 0 0,1 0-1 0 0,-1 0 1 0 0,-1 0 0 0 0,1 0-1 0 0,-1 1 1 0 0,0-1 0 0 0,0 1-1 0 0,0-1 1 0 0,-1 1 0 0 0,0 0-1 0 0,0 0 1 0 0,-1-1 0 0 0,1 1-1 0 0,-1 0 1 0 0,-1 7 0 0 0,-2 14-129 0 0,0 0 0 0 0,-15 52 0 0 0,2-12 642 0 0,15-57-307 0 0,-1-1-1 0 0,1 1 1 0 0,1 0-1 0 0,0 0 1 0 0,1 0-1 0 0,-1 0 1 0 0,2 0-1 0 0,-1-1 1 0 0,6 16-1 0 0,-5-20-115 0 0,0-1-1 0 0,0 1 0 0 0,0-1 0 0 0,1 0 0 0 0,-1 1 0 0 0,1-1 1 0 0,0-1-1 0 0,1 1 0 0 0,-1 0 0 0 0,1-1 0 0 0,-1 0 1 0 0,1 0-1 0 0,0 0 0 0 0,0 0 0 0 0,0 0 0 0 0,1-1 0 0 0,-1 0 1 0 0,1 0-1 0 0,-1 0 0 0 0,10 2 0 0 0,0-1 170 0 0,0 0 1 0 0,0-1-1 0 0,0-1 0 0 0,0 0 0 0 0,0-1 0 0 0,0-1 1 0 0,0 0-1 0 0,0-1 0 0 0,0 0 0 0 0,0-1 0 0 0,17-6 1 0 0,-6-1-229 0 0,0 0 1 0 0,0-2-1 0 0,-1 0 0 0 0,43-32 1 0 0,-47 30-721 0 0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51.3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1136 0 10138 0 0,'-92'27'3158'0'0,"-157"69"-1"0"0,188-67-2692 0 0,2 2 1 0 0,1 3-1 0 0,-74 58 1 0 0,100-65-382 0 0,2 2 1 0 0,1 1 0 0 0,1 1 0 0 0,1 2 0 0 0,-40 64 0 0 0,-89 195-56 0 0,129-236-30 0 0,11-23-6 0 0,2 1-1 0 0,0 1 0 0 0,3 0 1 0 0,1 1-1 0 0,-7 46 1 0 0,14-56 5 0 0,0 0 0 0 0,2-1 0 0 0,2 1-1 0 0,0 0 1 0 0,1 0 0 0 0,2-1 0 0 0,0 1 0 0 0,12 34 0 0 0,-6-29-5 0 0,1-2 0 0 0,2 1-1 0 0,0-1 1 0 0,2-1 0 0 0,22 29 0 0 0,-29-44-1 0 0,1-1 0 0 0,1-1 0 0 0,0 0 0 0 0,1 0 0 0 0,0-1 0 0 0,0-1 0 0 0,1 0 0 0 0,1 0 0 0 0,-1-1 0 0 0,1-1 0 0 0,0 0 0 0 0,1-1 0 0 0,17 6 0 0 0,2-3-159 0 0,1-2-1 0 0,0-2 0 0 0,0-1 1 0 0,0-1-1 0 0,36-3 1 0 0,-13-3-207 0 0,-1-2 1 0 0,71-16 0 0 0,3-13 296 0 0,-3-6 0 0 0,162-72 0 0 0,-247 94 587 0 0,-1-2 0 0 0,-1-2 1 0 0,-1-1-1 0 0,-1-2 0 0 0,59-51 1 0 0,-81 61-186 0 0,-1 0 1 0 0,0-2 0 0 0,-2 0 0 0 0,0 0 0 0 0,21-38 0 0 0,-27 42-186 0 0,-1-1 0 0 0,0-1 0 0 0,-2 1 0 0 0,1-1-1 0 0,-2 1 1 0 0,0-1 0 0 0,0 0 0 0 0,-2-1 0 0 0,0-20 0 0 0,-2 13-11 0 0,-1 1 0 0 0,-2-1 1 0 0,0 1-1 0 0,-2 0 0 0 0,0 0 0 0 0,-1 0 0 0 0,-2 1 1 0 0,0 0-1 0 0,-20-33 0 0 0,-2 6 211 0 0,-2 1 0 0 0,-66-72 0 0 0,88 108-309 0 0,-1-1 1 0 0,0 1-1 0 0,-1 1 0 0 0,0 1 0 0 0,-1 0 0 0 0,0 0 0 0 0,0 1 0 0 0,-17-6 0 0 0,8 5 29 0 0,-1 1-1 0 0,0 1 1 0 0,0 1-1 0 0,-44-4 1 0 0,20 7-605 0 0,-1 2 1 0 0,1 2-1 0 0,-1 3 0 0 0,-91 18 1 0 0,108-14-5079 0 0,4 4-1796 0 0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52.6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547 154 9218 0 0,'0'-6'271'0'0,"0"0"0"0"0,-1-1 0 0 0,0 1 0 0 0,0 0 0 0 0,-1 0 0 0 0,1 0 0 0 0,-1 0 1 0 0,-1 0-1 0 0,1 0 0 0 0,-1 0 0 0 0,0 1 0 0 0,0-1 0 0 0,0 1 0 0 0,-1 0 0 0 0,0 0 0 0 0,0 0 0 0 0,0 1 0 0 0,-1-1 0 0 0,0 1 0 0 0,0 0 0 0 0,0 0 1 0 0,0 1-1 0 0,0 0 0 0 0,-9-4 0 0 0,6 3 53 0 0,-1 0 0 0 0,0 1 1 0 0,0 0-1 0 0,0 1 1 0 0,0 0-1 0 0,-1 0 0 0 0,1 1 1 0 0,0 0-1 0 0,-1 1 0 0 0,1 0 1 0 0,-1 1-1 0 0,1 0 0 0 0,0 0 1 0 0,-1 1-1 0 0,-15 4 1 0 0,8 1-211 0 0,1 1 1 0 0,0 0 0 0 0,0 1 0 0 0,1 1-1 0 0,0 0 1 0 0,1 1 0 0 0,0 1 0 0 0,0 0 0 0 0,1 1-1 0 0,1 0 1 0 0,-21 30 0 0 0,19-22-81 0 0,0 1 0 0 0,2 1 0 0 0,0 0 0 0 0,2 0 0 0 0,0 1 0 0 0,2 1 0 0 0,-10 47 0 0 0,15-53 15 0 0,1 0 0 0 0,1 1-1 0 0,1-1 1 0 0,1 0-1 0 0,0 1 1 0 0,2-1 0 0 0,0 0-1 0 0,1 0 1 0 0,1 0 0 0 0,1-1-1 0 0,0 0 1 0 0,11 19 0 0 0,-11-23-150 0 0,1 0 1 0 0,1-1 0 0 0,1 0-1 0 0,0 0 1 0 0,0-1-1 0 0,1 0 1 0 0,1-1 0 0 0,0 0-1 0 0,0-1 1 0 0,1 0 0 0 0,0-1-1 0 0,1 0 1 0 0,0-1-1 0 0,1 0 1 0 0,22 9 0 0 0,4-4-7742 0 0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53.0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46 73 4609 0 0,'-5'5'1158'0'0,"2"-2"-582"0"0,0-1 0 0 0,0 1 0 0 0,0 0 0 0 0,0 1 0 0 0,1-1 1 0 0,-1 0-1 0 0,1 1 0 0 0,0 0 0 0 0,0-1 0 0 0,0 1 0 0 0,0 0 0 0 0,1 0 0 0 0,0 0 0 0 0,-2 7 0 0 0,1 3-220 0 0,0 1-1 0 0,1-1 1 0 0,1 1-1 0 0,0 0 0 0 0,1 0 1 0 0,0-1-1 0 0,2 1 1 0 0,-1-1-1 0 0,2 0 0 0 0,6 19 1 0 0,-8-27-327 0 0,1-1 1 0 0,-1 1 0 0 0,1-1-1 0 0,0 0 1 0 0,1 0 0 0 0,-1 0-1 0 0,1 0 1 0 0,0-1 0 0 0,0 1-1 0 0,0-1 1 0 0,1 0 0 0 0,-1-1-1 0 0,1 1 1 0 0,0-1 0 0 0,0 0-1 0 0,1 0 1 0 0,-1 0 0 0 0,0-1-1 0 0,1 1 1 0 0,0-1-1 0 0,-1-1 1 0 0,1 1 0 0 0,0-1-1 0 0,0 0 1 0 0,0 0 0 0 0,0-1-1 0 0,11 0 1 0 0,-11 0-40 0 0,-1-1-1 0 0,1 1 1 0 0,-1-1-1 0 0,1 0 1 0 0,-1-1-1 0 0,1 1 1 0 0,-1-1-1 0 0,0 0 1 0 0,0-1 0 0 0,0 1-1 0 0,0-1 1 0 0,0 0-1 0 0,-1 0 1 0 0,1 0-1 0 0,-1-1 1 0 0,6-5-1 0 0,-5 3 23 0 0,0 0 0 0 0,-1 0 1 0 0,0-1-1 0 0,0 1 0 0 0,-1-1 0 0 0,1 0 0 0 0,-1 0 0 0 0,-1 0 0 0 0,0-1 0 0 0,0 1 0 0 0,1-9 0 0 0,-1 3 27 0 0,-1 1-1 0 0,0-1 1 0 0,-1 0-1 0 0,0 0 1 0 0,-1 1-1 0 0,-1-1 0 0 0,0 0 1 0 0,0 1-1 0 0,-1-1 1 0 0,-1 1-1 0 0,0 0 1 0 0,-1 0-1 0 0,0 0 1 0 0,-9-14-1 0 0,8 19-18 0 0,1 0-1 0 0,-1 0 1 0 0,0 1-1 0 0,0 0 1 0 0,0 0-1 0 0,-1 0 1 0 0,-14-8-1 0 0,18 12-185 0 0,0 0 1 0 0,-1 0-1 0 0,1 1 1 0 0,-1-1-1 0 0,1 1 1 0 0,-1 0-1 0 0,0-1 1 0 0,1 2-1 0 0,-1-1 0 0 0,0 0 1 0 0,0 1-1 0 0,0 0 1 0 0,0 0-1 0 0,0 0 1 0 0,1 0-1 0 0,-1 1 1 0 0,0-1-1 0 0,0 1 0 0 0,-6 2 1 0 0,-5 5-5882 0 0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53.3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0 267 1840 0 0,'20'-14'2894'0'0,"-17"12"-1831"0"0,-1 0 0 0 0,1 0 0 0 0,-1 0 1 0 0,1 1-1 0 0,0 0 0 0 0,0-1 0 0 0,4 0 1 0 0,8 4 2479 0 0,3 10-3590 0 0,0 9 406 0 0,-16-17-302 0 0,0 0 1 0 0,1-1-1 0 0,0 1 0 0 0,0-1 1 0 0,0 1-1 0 0,0-1 1 0 0,0 0-1 0 0,1-1 0 0 0,-1 1 1 0 0,1 0-1 0 0,0-1 1 0 0,0 0-1 0 0,0 0 0 0 0,5 2 1 0 0,-8-4-60 0 0,0 0 1 0 0,1-1 0 0 0,-1 1-1 0 0,1-1 1 0 0,-1 1-1 0 0,0-1 1 0 0,1 1 0 0 0,-1-1-1 0 0,0 1 1 0 0,0-1-1 0 0,1 0 1 0 0,-1 0 0 0 0,0 0-1 0 0,0 0 1 0 0,0 0-1 0 0,0 0 1 0 0,0 0 0 0 0,0 0-1 0 0,0 0 1 0 0,0 0-1 0 0,-1-1 1 0 0,2 0 0 0 0,16-34-43 0 0,-14 28 40 0 0,2-4 23 0 0,11-24 633 0 0,1 0 0 0 0,27-37-1 0 0,-39 64-509 0 0,0 1 0 0 0,1-1 0 0 0,1 1-1 0 0,-1 0 1 0 0,1 1 0 0 0,1 0-1 0 0,-1 0 1 0 0,1 1 0 0 0,0 0 0 0 0,1 0-1 0 0,-1 1 1 0 0,21-7 0 0 0,-28 11-118 0 0,0 1 1 0 0,0 0 0 0 0,0 0 0 0 0,0 0 0 0 0,-1 0 0 0 0,1 0 0 0 0,0 0-1 0 0,0 1 1 0 0,0-1 0 0 0,0 1 0 0 0,0-1 0 0 0,0 1 0 0 0,0 0 0 0 0,-1-1-1 0 0,1 1 1 0 0,0 0 0 0 0,0 0 0 0 0,-1 0 0 0 0,1 1 0 0 0,-1-1-1 0 0,1 0 1 0 0,-1 1 0 0 0,0-1 0 0 0,1 1 0 0 0,-1-1 0 0 0,0 1 0 0 0,0-1-1 0 0,0 1 1 0 0,0 0 0 0 0,1 3 0 0 0,5 8 25 0 0,-2 0 1 0 0,0 0-1 0 0,5 17 1 0 0,-6-18-62 0 0,4 17-148 0 0,-4-15-514 0 0,0 0 0 0 0,1 0 0 0 0,1 0 0 0 0,0-1 0 0 0,11 18 0 0 0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53.6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9218 0 0,'4'2'4933'0'0,"1"15"-2256"0"0,4 31-267 0 0,-7-40-1672 0 0,59 241 2183 0 0,-28-147-3138 0 0,73 152-1 0 0,-86-219-2336 0 0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53.8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0 110 9218 0 0,'0'-7'4998'0'0,"1"7"-4906"0"0,14-14 2619 0 0,31-17-999 0 0,-33 22-1210 0 0,0 0-340 0 0,1 1-1 0 0,24-12 0 0 0,-32 18-207 0 0,-1 0 0 0 0,0 0 1 0 0,0 0-1 0 0,1 1 0 0 0,-1 0 0 0 0,1 1 0 0 0,-1-1 0 0 0,1 1 0 0 0,-1 0 1 0 0,1 0-1 0 0,8 2 0 0 0,8 3 35 0 0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54.0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1 216 5985 0 0,'8'10'1210'0'0,"1"0"-1"0"0,1 0 1 0 0,0-1-1 0 0,20 15 1 0 0,-8-7 10 0 0,45 46 818 0 0,-68-65-1660 0 0,-1 0 0 0 0,1 0-1 0 0,0-1 1 0 0,0 1 0 0 0,0 0-1 0 0,1-1 1 0 0,-1 1 0 0 0,0-1-1 0 0,1 1 1 0 0,-1-5-1 0 0,1-7-79 0 0,1 0 0 0 0,1 0-1 0 0,0 1 1 0 0,0-1 0 0 0,2 1-1 0 0,-1-1 1 0 0,2 1 0 0 0,7-16-1 0 0,3-4-526 0 0,39-60 0 0 0,-21 48-2309 0 0,-15 26-4427 0 0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54.4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 32 6913 0 0,'0'0'715'0'0,"-2"28"5031"0"0,-6 9-3106 0 0,2-9-1790 0 0,0 0-1 0 0,-1 37 1 0 0,6-59-841 0 0,1 0 0 0 0,0 0 0 0 0,0 0 0 0 0,1 0 0 0 0,0 0 0 0 0,0 0 0 0 0,0-1 0 0 0,0 1 0 0 0,1 0 0 0 0,0 0 0 0 0,1-1 0 0 0,-1 1 0 0 0,1-1 0 0 0,0 0 0 0 0,0 0 0 0 0,7 9 0 0 0,-7-11 4 0 0,1 0 0 0 0,-1-1 1 0 0,0 1-1 0 0,1-1 0 0 0,0 1 0 0 0,0-1 1 0 0,0 0-1 0 0,0 0 0 0 0,0-1 0 0 0,0 1 1 0 0,0-1-1 0 0,0 0 0 0 0,1 0 0 0 0,-1 0 1 0 0,0-1-1 0 0,1 1 0 0 0,-1-1 0 0 0,1 0 1 0 0,-1-1-1 0 0,0 1 0 0 0,1-1 0 0 0,-1 0 1 0 0,0 0-1 0 0,1 0 0 0 0,-1 0 0 0 0,0-1 1 0 0,0 1-1 0 0,0-1 0 0 0,6-4 0 0 0,-2 1 127 0 0,-1 1-1 0 0,0-1 1 0 0,-1-1-1 0 0,1 1 0 0 0,-1-1 1 0 0,0 0-1 0 0,-1 0 1 0 0,1-1-1 0 0,-1 0 0 0 0,-1 0 1 0 0,1 0-1 0 0,-1 0 1 0 0,0-1-1 0 0,4-12 1 0 0,-6 13-66 0 0,0 0 0 0 0,-1 0 0 0 0,0-1 1 0 0,0 1-1 0 0,0 0 0 0 0,-1-1 1 0 0,0 1-1 0 0,0 0 0 0 0,-1-1 1 0 0,0 1-1 0 0,0 0 0 0 0,-1 0 0 0 0,0-1 1 0 0,0 1-1 0 0,-1 1 0 0 0,0-1 1 0 0,0 0-1 0 0,-1 1 0 0 0,1-1 1 0 0,-8-8-1 0 0,5 8-124 0 0,0 1 1 0 0,0 0-1 0 0,-1 0 0 0 0,1 1 1 0 0,-1-1-1 0 0,0 2 0 0 0,-1-1 1 0 0,1 1-1 0 0,-1 0 0 0 0,0 0 1 0 0,0 1-1 0 0,0 0 1 0 0,0 1-1 0 0,0 0 0 0 0,-1 0 1 0 0,1 1-1 0 0,-12-1 0 0 0,-6 1-945 0 0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54.7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14283 0 0,'0'4'5604'0'0,"4"16"-4312"0"0,12 53 623 0 0,30 179-316 0 0,-37-146-1274 0 0,-2-21-222 0 0,27 133-1 0 0,-30-203-782 0 0,0 0-1 0 0,1 0 1 0 0,9 17 0 0 0,-3-12-7451 0 0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55.2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12899 0 0,'14'86'4478'0'0,"9"99"-1583"0"0,-23-55-2020 0 0,-2-87-1218 0 0,1 0 0 0 0,3-1-1 0 0,2 1 1 0 0,8 43 0 0 0,-5-62-1763 0 0,0-3-4289 0 0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55.6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21 410 10594 0 0,'0'1'61'0'0,"0"0"1"0"0,0-1-1 0 0,1 1 0 0 0,-1-1 0 0 0,0 0 1 0 0,1 1-1 0 0,-1-1 0 0 0,0 1 0 0 0,1-1 1 0 0,-1 1-1 0 0,1-1 0 0 0,-1 0 0 0 0,1 1 1 0 0,-1-1-1 0 0,1 0 0 0 0,-1 0 0 0 0,1 1 0 0 0,-1-1 1 0 0,1 0-1 0 0,-1 0 0 0 0,1 0 0 0 0,-1 1 1 0 0,1-1-1 0 0,0 0 0 0 0,-1 0 0 0 0,1 0 1 0 0,-1 0-1 0 0,1 0 0 0 0,-1 0 0 0 0,1 0 0 0 0,0 0 1 0 0,-1-1-1 0 0,1 1 0 0 0,-1 0 0 0 0,1 0 1 0 0,-1 0-1 0 0,1-1 0 0 0,24-6 1569 0 0,-13 1-942 0 0,-1-1 1 0 0,0 0-1 0 0,-1 0 1 0 0,1-2-1 0 0,-1 1 0 0 0,15-18 1 0 0,-15 16-428 0 0,-1-1 0 0 0,-1 0 1 0 0,0-1-1 0 0,0 0 0 0 0,-1 0 1 0 0,-1-1-1 0 0,0 0 1 0 0,0 0-1 0 0,-2 0 0 0 0,5-20 1 0 0,-8 27-228 0 0,-1-1-1 0 0,0 1 1 0 0,0 0 0 0 0,-1 0 0 0 0,0 0 0 0 0,0 0-1 0 0,0 0 1 0 0,-1 0 0 0 0,0 0 0 0 0,0 1 0 0 0,0-1-1 0 0,-1 1 1 0 0,0-1 0 0 0,0 1 0 0 0,0 0 0 0 0,-1 0-1 0 0,0 0 1 0 0,0 0 0 0 0,0 1 0 0 0,0 0 0 0 0,-1 0-1 0 0,1 0 1 0 0,-11-6 0 0 0,5 3-346 0 0,1 1 1 0 0,-2 0-1 0 0,1 0 1 0 0,-1 1-1 0 0,0 1 1 0 0,0 0-1 0 0,0 0 1 0 0,-1 1-1 0 0,1 1 1 0 0,-1 0-1 0 0,-17-1 0 0 0,10 4-6746 0 0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55.9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1 127 4145 0 0,'3'-1'585'0'0,"-1"0"1"0"0,1-1-1 0 0,0 1 1 0 0,0 0-1 0 0,0 1 0 0 0,0-1 1 0 0,1 1-1 0 0,-1-1 1 0 0,0 1-1 0 0,0 0 1 0 0,0 0-1 0 0,0 0 0 0 0,0 1 1 0 0,0-1-1 0 0,1 1 1 0 0,4 1-1 0 0,-3 0-119 0 0,0 0-1 0 0,1 1 1 0 0,-1 0-1 0 0,0 0 1 0 0,0 0 0 0 0,-1 1-1 0 0,1 0 1 0 0,5 5-1 0 0,6 9-27 0 0,-2 0 0 0 0,0 1 0 0 0,18 32-1 0 0,-25-40 4 0 0,2 6-209 0 0,-6-11-126 0 0,0-1 0 0 0,-1 1 0 0 0,2-1 0 0 0,-1 0 0 0 0,1 0-1 0 0,-1 0 1 0 0,1-1 0 0 0,1 0 0 0 0,7 8 0 0 0,-15-20 46 0 0,-1-1 0 0 0,1 1 0 0 0,1-1 0 0 0,-1 1 0 0 0,2-1 0 0 0,-2-9 0 0 0,2 11-53 0 0,-3-13-379 0 0,1 0 0 0 0,0-1-1 0 0,2 0 1 0 0,0 1 0 0 0,2-1 0 0 0,0 0 0 0 0,1 1-1 0 0,1-1 1 0 0,10-32 0 0 0,-1 21-719 0 0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56.1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2304 0 0,'28'59'4598'0'0,"21"52"2067"0"0,-42-92-6274 0 0,-1 0 1 0 0,-1 0-1 0 0,-1 0 0 0 0,2 26 0 0 0,-3-14-1495 0 0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56.3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1 13827 0 0,'-3'1'1496'0'0,"6"-1"-1848"0"0,-2 0-96 0 0,3 0-16 0 0,1 2-8 0 0,2-1-16 0 0,1 3-8 0 0,1 1 0 0 0,-2 2-1 0 0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56.7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316 23 3209 0 0,'-1'-1'58'0'0,"1"0"1"0"0,-1 0 0 0 0,0 0-1 0 0,0 0 1 0 0,1 0-1 0 0,-1 1 1 0 0,0-1 0 0 0,0 0-1 0 0,0 0 1 0 0,0 1 0 0 0,0-1-1 0 0,0 0 1 0 0,0 1-1 0 0,0-1 1 0 0,0 1 0 0 0,0-1-1 0 0,0 1 1 0 0,-1 0-1 0 0,1 0 1 0 0,-2-1 0 0 0,-25-5 2944 0 0,22 5-2513 0 0,-1 0 1 0 0,0 1-1 0 0,1 0 0 0 0,-1 0 1 0 0,0 0-1 0 0,0 1 1 0 0,1 0-1 0 0,-1 1 0 0 0,0-1 1 0 0,1 1-1 0 0,-7 3 0 0 0,4-1-224 0 0,1 0 0 0 0,-1 1 1 0 0,1 0-1 0 0,0 1 0 0 0,0 0 0 0 0,1 0 0 0 0,-7 7 0 0 0,-1 4-213 0 0,1 0 1 0 0,1 1-1 0 0,0 1 1 0 0,1 0-1 0 0,-18 41 1 0 0,28-56-133 0 0,0 0 0 0 0,1 0 0 0 0,-1 0 1 0 0,1 1-1 0 0,0-1 0 0 0,0 1 1 0 0,0-1-1 0 0,1 1 0 0 0,0-1 0 0 0,0 1 1 0 0,0 8-1 0 0,1-12 32 0 0,-1 0 1 0 0,0 0 0 0 0,1 0-1 0 0,-1 0 1 0 0,1 0-1 0 0,-1 0 1 0 0,1 0 0 0 0,-1 0-1 0 0,1 0 1 0 0,0 0 0 0 0,-1-1-1 0 0,1 1 1 0 0,0 0-1 0 0,0 0 1 0 0,0 0 0 0 0,-1-1-1 0 0,1 1 1 0 0,0 0-1 0 0,2 0 1 0 0,-1 0-17 0 0,1-1 1 0 0,-1 1-1 0 0,0-1 1 0 0,1 1-1 0 0,-1-1 1 0 0,0 0-1 0 0,1 0 1 0 0,-1 0-1 0 0,0 0 0 0 0,1-1 1 0 0,-1 1-1 0 0,5-2 1 0 0,6-2 114 0 0,0-1-1 0 0,-1-1 1 0 0,1 0 0 0 0,15-10-1 0 0,-19 10 491 0 0,1 0 0 0 0,0 1 0 0 0,0 0 0 0 0,0 1 0 0 0,1 0 0 0 0,0 0 0 0 0,13-2 0 0 0,-22 6-407 0 0,0 0-1 0 0,-1 0 1 0 0,1 0 0 0 0,0 0 0 0 0,0 0-1 0 0,-1 1 1 0 0,1-1 0 0 0,0 0-1 0 0,0 1 1 0 0,-1-1 0 0 0,1 1-1 0 0,-1 0 1 0 0,1-1 0 0 0,0 1-1 0 0,-1 0 1 0 0,1 0 0 0 0,-1 0 0 0 0,0 0-1 0 0,3 3 1 0 0,-1-1-4 0 0,-1 0 1 0 0,1 1-1 0 0,-1-1 1 0 0,0 1-1 0 0,0 0 0 0 0,0 0 1 0 0,0-1-1 0 0,1 6 1 0 0,1 6 80 0 0,0 1 1 0 0,-2 0-1 0 0,2 21 0 0 0,-2-11-185 0 0,-2 1-1 0 0,-1-1 0 0 0,-1 0 0 0 0,-1 1 0 0 0,-1-1 0 0 0,-2-1 0 0 0,0 1 1 0 0,-2-1-1 0 0,-17 38 0 0 0,25-62-59 0 0,0-1-1 0 0,0 0 1 0 0,0 0 0 0 0,0 1-1 0 0,0-1 1 0 0,0 0 0 0 0,0 0-1 0 0,0 1 1 0 0,0-1 0 0 0,0 0-1 0 0,0 0 1 0 0,0 1 0 0 0,0-1-1 0 0,0 0 1 0 0,0 0 0 0 0,-1 1-1 0 0,1-1 1 0 0,0 0 0 0 0,0 0-1 0 0,0 1 1 0 0,0-1 0 0 0,-1 0-1 0 0,1 0 1 0 0,0 0 0 0 0,0 0-1 0 0,-1 1 1 0 0,1-1 0 0 0,0 0-1 0 0,0 0 1 0 0,-1 0 0 0 0,1 0-1 0 0,0 0 1 0 0,0 0 0 0 0,-1 0-1 0 0,1 0 1 0 0,0 1 0 0 0,0-1-1 0 0,-1 0 1 0 0,1 0 0 0 0,0 0-1 0 0,-1 0 1 0 0,1-1 0 0 0,0 1-1 0 0,-1 0 1 0 0,-2-14-2031 0 0,5-23-1951 0 0,0 18 2340 0 0,23-169-6506 0 0,-24 182 8221 0 0,1 0-1 0 0,-1 0 0 0 0,1 1 0 0 0,1-1 0 0 0,-1 1 0 0 0,1-1 0 0 0,0 1 0 0 0,0 0 0 0 0,0 0 0 0 0,1 0 0 0 0,-1 1 0 0 0,1-1 0 0 0,9-7 0 0 0,-9 7 161 0 0,-2 0 0 0 0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57.3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0 14283 0 0,'-1'7'238'0'0,"0"-1"-1"0"0,1 1 1 0 0,-1 0 0 0 0,2-1-1 0 0,-1 1 1 0 0,1 0 0 0 0,-1-1-1 0 0,4 9 1 0 0,0 14 418 0 0,1 161 2584 0 0,1 19-2193 0 0,-5-201-1041 0 0,0 0 1 0 0,0 0-1 0 0,1 0 1 0 0,1 0-1 0 0,-1 0 1 0 0,1 0-1 0 0,4 7 1 0 0,-6-14-21 0 0,0 0 0 0 0,-1 1 1 0 0,1-1-1 0 0,0 0 1 0 0,-1 0-1 0 0,1 0 1 0 0,0 0-1 0 0,0 0 1 0 0,0 0-1 0 0,0 0 1 0 0,0 0-1 0 0,0 0 0 0 0,0 0 1 0 0,0 0-1 0 0,0-1 1 0 0,1 1-1 0 0,-1-1 1 0 0,0 1-1 0 0,0 0 1 0 0,1-1-1 0 0,-1 0 0 0 0,0 1 1 0 0,1-1-1 0 0,-1 0 1 0 0,0 0-1 0 0,1 0 1 0 0,-1 0-1 0 0,0 0 1 0 0,1 0-1 0 0,-1 0 1 0 0,1 0-1 0 0,-1 0 0 0 0,0-1 1 0 0,1 1-1 0 0,-1-1 1 0 0,0 1-1 0 0,0-1 1 0 0,1 1-1 0 0,-1-1 1 0 0,0 0-1 0 0,0 1 0 0 0,0-1 1 0 0,0 0-1 0 0,0 0 1 0 0,0 0-1 0 0,0 0 1 0 0,0 0-1 0 0,0 0 1 0 0,1-2-1 0 0,11-12-372 0 0,-2 0 1 0 0,1-1-1 0 0,-2 0 1 0 0,0 0-1 0 0,13-32 0 0 0,-12 25 233 0 0,1 0 0 0 0,21-31-1 0 0,-32 52 222 0 0,1 0 0 0 0,-1 0-1 0 0,1 0 1 0 0,-1 1 0 0 0,1-1-1 0 0,0 0 1 0 0,0 1 0 0 0,0-1 0 0 0,0 1-1 0 0,0-1 1 0 0,0 1 0 0 0,0 0-1 0 0,0 0 1 0 0,0 0 0 0 0,1 0-1 0 0,-1 0 1 0 0,4 0 0 0 0,-4 1 18 0 0,0 0 0 0 0,0 0 1 0 0,0 1-1 0 0,0-1 0 0 0,0 0 1 0 0,0 1-1 0 0,0-1 0 0 0,0 1 0 0 0,-1 0 1 0 0,1 0-1 0 0,0 0 0 0 0,0 0 0 0 0,-1 0 1 0 0,1 0-1 0 0,0 0 0 0 0,2 3 1 0 0,5 6 267 0 0,0 1 0 0 0,-1-1 0 0 0,-1 2 1 0 0,0-1-1 0 0,7 16 0 0 0,-1-4-304 0 0,1 1-343 0 0,-4-6 487 0 0,0 0 0 0 0,2-1-1 0 0,13 15 1 0 0,-23-28-443 0 0,1-1 0 0 0,0 0 0 0 0,0 0 0 0 0,0 0 0 0 0,1 0 0 0 0,-1-1 0 0 0,0 1-1 0 0,1-1 1 0 0,0 0 0 0 0,0 0 0 0 0,0-1 0 0 0,-1 1 0 0 0,2-1 0 0 0,-1 1 0 0 0,0-1 0 0 0,0 0 0 0 0,0-1-1 0 0,0 1 1 0 0,1-1 0 0 0,4 0 0 0 0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57.4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61 3225 0 0,'2'-6'-417'0'0,"-1"-1"872"0"0,1-1 1 0 0,0 1-1 0 0,1 0 0 0 0,3-8 1 0 0,-6 14-279 0 0,1 0 0 0 0,-1 1 0 0 0,0-1 0 0 0,1 0 0 0 0,-1 1 1 0 0,1-1-1 0 0,-1 1 0 0 0,1-1 0 0 0,-1 1 0 0 0,1-1 0 0 0,0 1 0 0 0,-1-1 0 0 0,1 1 0 0 0,-1-1 1 0 0,1 1-1 0 0,0-1 0 0 0,0 1 0 0 0,-1 0 0 0 0,1 0 0 0 0,1-1 0 0 0,-1 1 69 0 0,0 1-1 0 0,0-1 1 0 0,0 0-1 0 0,0 0 1 0 0,0 1-1 0 0,-1-1 1 0 0,1 1-1 0 0,0-1 0 0 0,0 1 1 0 0,0-1-1 0 0,0 1 1 0 0,-1 0-1 0 0,1-1 1 0 0,0 1-1 0 0,0 0 1 0 0,-1-1-1 0 0,1 1 1 0 0,-1 0-1 0 0,1 0 0 0 0,-1 0 1 0 0,1 1-1 0 0,5 7 693 0 0,-1 0 0 0 0,-1 0-1 0 0,1 1 1 0 0,3 12 0 0 0,15 79 1715 0 0,-15-58-2176 0 0,7 28-206 0 0,39 163 541 0 0,-40-185-2161 0 0,26 54 0 0 0,-32-84-6032 0 0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57.6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2 168 10594 0 0,'0'-2'123'0'0,"-1"1"1"0"0,1-1-1 0 0,0 1 0 0 0,0-1 0 0 0,0 0 0 0 0,0 1 0 0 0,0-1 1 0 0,0 1-1 0 0,0-1 0 0 0,0 0 0 0 0,1 1 0 0 0,-1-1 0 0 0,1 1 1 0 0,-1-1-1 0 0,1 1 0 0 0,-1-1 0 0 0,1 1 0 0 0,0 0 0 0 0,0-1 1 0 0,0 1-1 0 0,0 0 0 0 0,0-1 0 0 0,0 1 0 0 0,0 0 0 0 0,0 0 1 0 0,2-1-1 0 0,39-31 2828 0 0,-34 27-2817 0 0,10-7 456 0 0,1 0 0 0 0,0 2 0 0 0,1 0 1 0 0,28-10-1 0 0,-35 16-1026 0 0,0 1 0 0 0,0 1 0 0 0,17-2 0 0 0,-19 4-858 0 0,0 0 0 0 0,0 1 0 0 0,-1 0 0 0 0,18 3 1 0 0,-3 2-1424 0 0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58.0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22 4145 0 0,'2'0'462'0'0,"0"-1"1"0"0,1 1 0 0 0,-1-1-1 0 0,0 0 1 0 0,0 0-1 0 0,0 1 1 0 0,1-1 0 0 0,-1 0-1 0 0,0-1 1 0 0,2-1 0 0 0,-2 2 150 0 0,0 0 0 0 0,0-1 0 0 0,0 1 0 0 0,0 0 0 0 0,0 0 0 0 0,0 1 0 0 0,0-1 0 0 0,0 0 0 0 0,0 1 0 0 0,3-1 0 0 0,-4 2-469 0 0,0 1 0 0 0,0 0 0 0 0,0 0 0 0 0,-1-1 0 0 0,1 1 1 0 0,0 0-1 0 0,-1 0 0 0 0,1 0 0 0 0,-1 0 0 0 0,0 0 0 0 0,0 0 0 0 0,0-1 1 0 0,0 1-1 0 0,0 0 0 0 0,0 0 0 0 0,-1 2 0 0 0,1-1 33 0 0,0 18 262 0 0,0 14 74 0 0,5 45-1 0 0,-4-71-581 0 0,0-1-1 0 0,1 1 1 0 0,0-1-1 0 0,1 0 1 0 0,-1 1 0 0 0,2-1-1 0 0,-1 0 1 0 0,1-1-1 0 0,0 1 1 0 0,10 13-1 0 0,-14-21 64 0 0,0 0-1 0 0,0 1 0 0 0,1-1 1 0 0,-1 0-1 0 0,0 0 1 0 0,1 1-1 0 0,-1-1 1 0 0,0 0-1 0 0,1 0 0 0 0,-1 0 1 0 0,0 1-1 0 0,1-1 1 0 0,-1 0-1 0 0,0 0 1 0 0,1 0-1 0 0,-1 0 0 0 0,0 0 1 0 0,1 0-1 0 0,-1 1 1 0 0,1-1-1 0 0,-1 0 0 0 0,0 0 1 0 0,1 0-1 0 0,-1 0 1 0 0,0-1-1 0 0,1 1 1 0 0,-1 0-1 0 0,1 0 0 0 0,-1 0 1 0 0,0 0-1 0 0,1 0 1 0 0,11-12-173 0 0,6-25-109 0 0,-13 27 184 0 0,6-10-58 0 0,0-4 197 0 0,2 1 0 0 0,0 0 0 0 0,2 1 0 0 0,0 1 0 0 0,21-22 0 0 0,-34 42 42 0 0,-1-1 0 0 0,1 0 0 0 0,0 0 0 0 0,0 1 0 0 0,0-1 0 0 0,0 1 0 0 0,0 0 0 0 0,0 0 1 0 0,0 0-1 0 0,0 0 0 0 0,1 0 0 0 0,-1 0 0 0 0,0 0 0 0 0,1 1 0 0 0,-1-1 0 0 0,0 1 0 0 0,1-1 0 0 0,-1 1 1 0 0,1 0-1 0 0,4 1 0 0 0,-5-1 17 0 0,1 1 0 0 0,0 1 0 0 0,-1-1 1 0 0,1 0-1 0 0,-1 1 0 0 0,0-1 0 0 0,1 1 1 0 0,-1 0-1 0 0,0 0 0 0 0,0-1 0 0 0,0 2 1 0 0,0-1-1 0 0,0 0 0 0 0,-1 0 0 0 0,3 4 1 0 0,4 9 152 0 0,0 1 0 0 0,-1 0 0 0 0,0 1-1 0 0,6 25 1 0 0,-11-32-361 0 0,3 5 131 0 0,0 0 0 0 0,1-1 0 0 0,13 26 0 0 0,4-10-6560 0 0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58.3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1 447 6913 0 0,'31'-36'1293'0'0,"0"-2"0"0"0,-3 0 0 0 0,-1-2 0 0 0,-2-1 0 0 0,38-84 0 0 0,-60 120-1194 0 0,19-53 574 0 0,-21 55-636 0 0,0 0 1 0 0,0 0-1 0 0,-1 1 0 0 0,1-1 1 0 0,-1 0-1 0 0,0 0 0 0 0,0 0 0 0 0,0 0 1 0 0,0 0-1 0 0,0 0 0 0 0,-1 0 0 0 0,1 0 1 0 0,-1 0-1 0 0,0 0 0 0 0,0 0 1 0 0,0 0-1 0 0,-2-4 0 0 0,3 7-16 0 0,-1-1 0 0 0,0 0 0 0 0,1 1 0 0 0,-1-1 0 0 0,1 0 0 0 0,-1 1 0 0 0,0-1 0 0 0,1 1 0 0 0,-1-1 0 0 0,0 1 0 0 0,0-1 0 0 0,1 1 0 0 0,-1 0 0 0 0,0-1 0 0 0,0 1 0 0 0,0 0 0 0 0,0-1 0 0 0,1 1 0 0 0,-1 0 0 0 0,0 0 0 0 0,0 0 0 0 0,0 0 0 0 0,0 0 0 0 0,-1 0 0 0 0,-1 1 55 0 0,1-1 0 0 0,-1 1 0 0 0,1 0 0 0 0,-1 0 0 0 0,1 0 0 0 0,0 0 0 0 0,0 1 0 0 0,-4 2 0 0 0,-1 1 220 0 0,0 2 0 0 0,0-1 1 0 0,-11 14-1 0 0,11-10-172 0 0,0 0 0 0 0,1 1 0 0 0,0 0 0 0 0,1 1 0 0 0,0-1 1 0 0,1 1-1 0 0,1 0 0 0 0,-1-1 0 0 0,2 2 0 0 0,0-1 0 0 0,0 0 0 0 0,0 22 0 0 0,2-21-272 0 0,1 1-1 0 0,0 0 1 0 0,1-1-1 0 0,0 0 0 0 0,1 1 1 0 0,0-1-1 0 0,1 0 1 0 0,1 0-1 0 0,0-1 1 0 0,1 0-1 0 0,10 17 1 0 0,-1-8-6444 0 0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58.6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259 57 4145 0 0,'6'-18'205'0'0,"4"-20"1673"0"0,-32 57 2580 0 0,-23 26-1990 0 0,2 2-1 0 0,2 2 1 0 0,-59 93-1 0 0,97-136-2346 0 0,0 0-1 0 0,0 0 1 0 0,0 0-1 0 0,1 0 1 0 0,-1 0-1 0 0,1 0 1 0 0,1 1-1 0 0,0-1 1 0 0,-1 1-1 0 0,1 6 1 0 0,1-9-100 0 0,1-1 1 0 0,-1 0 0 0 0,1 0 0 0 0,-1 1 0 0 0,1-1 0 0 0,0 0 0 0 0,0 0 0 0 0,0 0 0 0 0,1 0 0 0 0,-1 0 0 0 0,1 0 0 0 0,0 0 0 0 0,0-1 0 0 0,0 1 0 0 0,0-1 0 0 0,0 1 0 0 0,0-1 0 0 0,1 0 0 0 0,-1 1 0 0 0,1-1 0 0 0,5 3 0 0 0,2 0-55 0 0,0 1 0 0 0,0-2 0 0 0,0 1 0 0 0,1-1 0 0 0,0-1 0 0 0,20 4 0 0 0,74 5 104 0 0,-43-7-173 0 0,-42-2-167 0 0,-8-3 94 0 0,-1 2-1 0 0,1 0 0 0 0,-1 0 1 0 0,0 1-1 0 0,20 7 0 0 0,-31-10 158 0 0,0 1 0 0 0,1 0-1 0 0,-1-1 1 0 0,0 1-1 0 0,1-1 1 0 0,-1 1-1 0 0,0 0 1 0 0,0-1-1 0 0,0 1 1 0 0,0 0-1 0 0,0 0 1 0 0,1-1-1 0 0,-1 1 1 0 0,0 0-1 0 0,-1-1 1 0 0,1 1-1 0 0,0 0 1 0 0,0-1-1 0 0,0 1 1 0 0,0 0 0 0 0,0-1-1 0 0,-1 1 1 0 0,1 0-1 0 0,0-1 1 0 0,-1 1-1 0 0,1-1 1 0 0,0 1-1 0 0,-1 0 1 0 0,1-1-1 0 0,-1 1 1 0 0,1-1-1 0 0,-1 1 1 0 0,1-1-1 0 0,-1 1 1 0 0,1-1-1 0 0,-1 0 1 0 0,0 1 0 0 0,-22 23-943 0 0,22-24 898 0 0,-40 34-2883 0 0,17-16-3009 0 0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5:58.9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 26 9794 0 0,'6'-6'422'0'0,"16"-10"15"0"0,-7 12 2600 0 0,-14 4-2870 0 0,0 1 1 0 0,0-1 0 0 0,-1 1-1 0 0,1-1 1 0 0,0 1 0 0 0,-1-1-1 0 0,1 1 1 0 0,0-1 0 0 0,-1 1 0 0 0,1 0-1 0 0,-1-1 1 0 0,1 1 0 0 0,-1 0-1 0 0,1-1 1 0 0,-1 1 0 0 0,1 0-1 0 0,-1 0 1 0 0,0-1 0 0 0,1 1-1 0 0,-1 0 1 0 0,0 0 0 0 0,0 0-1 0 0,1 0 1 0 0,-1-1 0 0 0,0 1 0 0 0,0 0-1 0 0,0 0 1 0 0,0 0 0 0 0,0 0-1 0 0,-1 0 1 0 0,1-1 0 0 0,0 1-1 0 0,0 1 1 0 0,-8 32 2258 0 0,7-31-2026 0 0,-22 68 978 0 0,12-40-1206 0 0,1 1 0 0 0,1-1 0 0 0,-5 43 0 0 0,13-62-179 0 0,1-1 0 0 0,0 0-1 0 0,0 0 1 0 0,1 0 0 0 0,0 0-1 0 0,1 0 1 0 0,0 0 0 0 0,1 0 0 0 0,1 0-1 0 0,-1-1 1 0 0,1 0 0 0 0,1 1-1 0 0,11 16 1 0 0,-13-21 9 0 0,1-1 1 0 0,0 0-1 0 0,0 0 0 0 0,0 0 1 0 0,0 0-1 0 0,1 0 0 0 0,0-1 1 0 0,0 0-1 0 0,0 0 0 0 0,1-1 0 0 0,-1 1 1 0 0,1-1-1 0 0,0 0 0 0 0,10 3 1 0 0,-9-4-2 0 0,1-1 0 0 0,0 0 0 0 0,0 0 0 0 0,0 0 0 0 0,0-1 0 0 0,0 0 1 0 0,1-1-1 0 0,-1 0 0 0 0,0 0 0 0 0,-1-1 0 0 0,11-2 0 0 0,-3-1 17 0 0,27-8-199 0 0,-40 13 201 0 0,0-1 1 0 0,0 1-1 0 0,0 0 1 0 0,0-1 0 0 0,1 1-1 0 0,-1 0 1 0 0,0 0-1 0 0,0 0 1 0 0,0 1 0 0 0,0-1-1 0 0,0 0 1 0 0,0 1-1 0 0,0-1 1 0 0,3 2 0 0 0,-4 0-34 0 0,-1 0 0 0 0,0 0 0 0 0,0 0 0 0 0,0 0 1 0 0,0 0-1 0 0,0-1 0 0 0,-1 1 0 0 0,1 0 0 0 0,-1 0 1 0 0,1 0-1 0 0,-1 0 0 0 0,1-1 0 0 0,-1 1 0 0 0,0 0 1 0 0,0-1-1 0 0,0 1 0 0 0,-1 1 0 0 0,0 0-6 0 0,-16 27 49 0 0,-1 0 1 0 0,-1-2-1 0 0,-38 42 0 0 0,7-10-2278 0 0,26-28-5683 0 0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6:26.6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65 81 13827 0 0,'0'-20'1747'0'0,"1"10"-469"0"0,-1 0-1 0 0,0 0 1 0 0,-1 1-1 0 0,-2-12 1 0 0,4 31-935 0 0,0 1-1 0 0,0-1 1 0 0,-2 17-1 0 0,1 14-230 0 0,11 308 212 0 0,-41 425 1 0 0,24-687-321 0 0,3-34-386 0 0,-2 1-1 0 0,-17 73 1 0 0,13-109-1938 0 0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6:27.1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1 164 4609 0 0,'5'-8'580'0'0,"1"0"-1"0"0,0 1 1 0 0,1 0-1 0 0,0 0 1 0 0,0 1-1 0 0,0-1 1 0 0,1 2-1 0 0,12-8 1 0 0,9-4 1244 0 0,33-13-1 0 0,-39 20-1437 0 0,2 2-1 0 0,-1 0 0 0 0,1 2 1 0 0,0 0-1 0 0,0 2 1 0 0,0 1-1 0 0,1 1 1 0 0,-1 1-1 0 0,1 1 0 0 0,30 4 1 0 0,-37-2-314 0 0,0 1 0 0 0,-1 1 0 0 0,1 0 0 0 0,-1 2-1 0 0,0 0 1 0 0,0 1 0 0 0,-1 1 0 0 0,0 0 0 0 0,0 1 0 0 0,-1 1 0 0 0,0 1 0 0 0,0 0 0 0 0,-1 1 0 0 0,17 18 0 0 0,-23-19-107 0 0,-1 0-1 0 0,0 1 1 0 0,-1 0 0 0 0,0 0 0 0 0,-1 1 0 0 0,0 0 0 0 0,-1 0 0 0 0,0 0 0 0 0,-1 1 0 0 0,-1 0-1 0 0,0-1 1 0 0,-1 1 0 0 0,0 0 0 0 0,-1 0 0 0 0,-1 1 0 0 0,0-1 0 0 0,-1 0 0 0 0,-4 21 0 0 0,1-9 319 0 0,-2-1 1 0 0,-1 1 0 0 0,-1-1 0 0 0,-1-1-1 0 0,-1 0 1 0 0,-1 0 0 0 0,-1-1 0 0 0,-2 0-1 0 0,-18 24 1 0 0,17-29-37 0 0,-1 0-1 0 0,-1-1 1 0 0,-1-1-1 0 0,0-1 1 0 0,-1-1-1 0 0,-1 0 0 0 0,0-1 1 0 0,-31 13-1 0 0,-17 5-555 0 0,-96 30-1 0 0,188-61-836 0 0,-20 1 919 0 0,0 0-1 0 0,1-1 1 0 0,-1 0 0 0 0,0 0 0 0 0,1 0-1 0 0,7-2 1 0 0,-38-2-3435 0 0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6:27.5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64 10 9674 0 0,'-9'-8'4885'0'0,"8"8"-4580"0"0,1-1 0 0 0,-1 1 1 0 0,0 0-1 0 0,0 0 0 0 0,1 0 1 0 0,-1 0-1 0 0,-1 0 0 0 0,2 0-144 0 0,0 1 1 0 0,-1 0-1 0 0,1-1 1 0 0,0 1-1 0 0,-1-1 0 0 0,1 1 1 0 0,0 0-1 0 0,0-1 0 0 0,0 1 1 0 0,0 0-1 0 0,0-1 0 0 0,0 1 1 0 0,0 0-1 0 0,0 0 0 0 0,0-1 1 0 0,0 1-1 0 0,0 0 0 0 0,0-1 1 0 0,0 2-1 0 0,15 51 692 0 0,-11-39-164 0 0,5 31-464 0 0,-2 0 1 0 0,-1 0-1 0 0,-3 1 1 0 0,-2-1-1 0 0,-2 1 1 0 0,-7 50-1 0 0,-60 271-799 0 0,60-332 366 0 0,7-27-300 0 0,-4 11-185 0 0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6:27.8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1 417 2304 0 0,'0'-15'679'0'0,"0"-1"0"0"0,1 1-1 0 0,1-1 1 0 0,1 1-1 0 0,0 0 1 0 0,7-18-1 0 0,2-5 1835 0 0,24-43 0 0 0,-31 70-2214 0 0,1-1-1 0 0,0 2 1 0 0,0-1-1 0 0,1 1 1 0 0,1 0 0 0 0,0 0-1 0 0,0 1 1 0 0,1 0 0 0 0,0 1-1 0 0,1 0 1 0 0,-1 0 0 0 0,2 1-1 0 0,-1 0 1 0 0,1 1-1 0 0,0 0 1 0 0,0 1 0 0 0,1 0-1 0 0,-1 1 1 0 0,1 0 0 0 0,0 0-1 0 0,0 2 1 0 0,1-1 0 0 0,-1 2-1 0 0,0 0 1 0 0,1 0 0 0 0,-1 1-1 0 0,1 0 1 0 0,16 4-1 0 0,-21-3-265 0 0,-1 0 0 0 0,1 1 0 0 0,-1 0 0 0 0,1 0-1 0 0,-1 1 1 0 0,0-1 0 0 0,0 2 0 0 0,0-1-1 0 0,-1 1 1 0 0,13 9 0 0 0,-16-10-29 0 0,0 0 1 0 0,0 0-1 0 0,-1 0 1 0 0,1 1-1 0 0,-1-1 0 0 0,0 1 1 0 0,1-1-1 0 0,-2 1 1 0 0,1 0-1 0 0,0 0 0 0 0,-1 0 1 0 0,0 0-1 0 0,0 0 1 0 0,0 0-1 0 0,0 0 0 0 0,0 0 1 0 0,-1 0-1 0 0,0 1 1 0 0,0-1-1 0 0,0 0 0 0 0,-1 6 1 0 0,-2 5 17 0 0,-1 0 0 0 0,0 0 1 0 0,0 0-1 0 0,-2-1 0 0 0,0 1 0 0 0,0-1 0 0 0,-15 22 1 0 0,-71 90 152 0 0,54-77-65 0 0,21-27 40 0 0,1 0 0 0 0,1 2 1 0 0,1 0-1 0 0,-20 45 1 0 0,33-67-134 0 0,1 0 0 0 0,-1 1 1 0 0,1-1-1 0 0,-1 0 0 0 0,1 0 0 0 0,0 0 1 0 0,0 1-1 0 0,0-1 0 0 0,0 0 0 0 0,0 0 1 0 0,1 1-1 0 0,-1-1 0 0 0,1 0 0 0 0,-1 0 1 0 0,1 0-1 0 0,0 0 0 0 0,0 0 0 0 0,0 0 1 0 0,0 0-1 0 0,0 0 0 0 0,0 0 0 0 0,0 0 1 0 0,1 0-1 0 0,-1 0 0 0 0,1-1 0 0 0,-1 1 1 0 0,1-1-1 0 0,0 1 0 0 0,0-1 0 0 0,-1 0 1 0 0,1 0-1 0 0,0 0 0 0 0,0 0 0 0 0,0 0 1 0 0,4 1-1 0 0,7 4 106 0 0,0-2-1 0 0,1 0 1 0 0,0 0 0 0 0,18 2 0 0 0,-27-6-118 0 0,81 11-1781 0 0,160 0-1 0 0,-216-11-5536 0 0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6:28.1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1 8290 0 0,'-6'15'8720'0'0,"6"-13"-8341"0"0,0 28 1342 0 0,0-20-807 0 0,14 356 1903 0 0,-4-208-2165 0 0,-9-137-1040 0 0,0 1 0 0 0,2-1 0 0 0,0 0 1 0 0,2 1-1 0 0,11 32 0 0 0,-7-33-7239 0 0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6:28.5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0 10138 0 0,'-8'11'11409'0'0,"19"-4"-11224"0"0,0 0 0 0 0,-1 0 0 0 0,1 1 0 0 0,-2 1 0 0 0,1 0 0 0 0,-1 0 0 0 0,0 1 0 0 0,-1 0 0 0 0,0 0 0 0 0,6 12 0 0 0,13 24-64 0 0,23 55 0 0 0,-37-73-28 0 0,19 39-39 0 0,43 87 25 0 0,-60-127-78 0 0,1-1 0 0 0,2 0-1 0 0,30 34 1 0 0,-48-59 0 0 0,1 0-1 0 0,0 0 1 0 0,0 0 0 0 0,0 0-1 0 0,0-1 1 0 0,0 1-1 0 0,0 0 1 0 0,0 0 0 0 0,0-1-1 0 0,0 1 1 0 0,0 0 0 0 0,0-1-1 0 0,0 1 1 0 0,0-1-1 0 0,0 0 1 0 0,1 1 0 0 0,-1-1-1 0 0,0 0 1 0 0,0 1-1 0 0,1-1 1 0 0,0 0 0 0 0,-1-1 2 0 0,0 1 1 0 0,0-1 0 0 0,0 1-1 0 0,0-1 1 0 0,0 1 0 0 0,0-1-1 0 0,0 1 1 0 0,0-1 0 0 0,-1 0-1 0 0,1 0 1 0 0,0 0 0 0 0,0 1-1 0 0,-1-1 1 0 0,1 0 0 0 0,0 0-1 0 0,-1 0 1 0 0,1 0 0 0 0,-1 0-1 0 0,1-1 1 0 0,2-9 40 0 0,0 1 0 0 0,0 0 0 0 0,-1-1 0 0 0,1-11 0 0 0,-1 8 17 0 0,22-142-22 0 0,12-63-337 0 0,5 75-6711 0 0,-23 97-366 0 0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6:28.8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 0 3225 0 0,'14'26'5951'0'0,"-12"-23"-5092"0"0,0 0 0 0 0,0 0 0 0 0,0 0 0 0 0,0 0 0 0 0,-1 1 0 0 0,0-1 0 0 0,1 1 1 0 0,0 5-1 0 0,0 6 419 0 0,-1 0 1 0 0,0 1 0 0 0,-3 22 0 0 0,-20 91-209 0 0,11-69-615 0 0,-1 10-410 0 0,3 0 1 0 0,4 1 0 0 0,6 137-1 0 0,-2-195-2939 0 0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6:29.0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93 7162 0 0,'1'-3'156'0'0,"0"0"0"0"0,0 0 1 0 0,0 0-1 0 0,0-1 0 0 0,0 1 1 0 0,1 1-1 0 0,-1-1 1 0 0,1 0-1 0 0,0 0 0 0 0,0 1 1 0 0,0-1-1 0 0,0 1 0 0 0,0-1 1 0 0,1 1-1 0 0,-1 0 1 0 0,1 0-1 0 0,-1 0 0 0 0,1 0 1 0 0,4-2-1 0 0,1-1 750 0 0,1 0 1 0 0,1 0-1 0 0,-1 1 1 0 0,1 0-1 0 0,10-3 0 0 0,-8 4-279 0 0,0 1-1 0 0,0 0 1 0 0,0 1-1 0 0,0 0 1 0 0,1 1-1 0 0,-1 1 1 0 0,0 0 0 0 0,21 4-1 0 0,-25-3-692 0 0,-1 0 0 0 0,1 0-1 0 0,-1 1 1 0 0,0 0 0 0 0,0 1 0 0 0,9 5-1 0 0,-11-5-500 0 0,-1-1-1 0 0,0 1 1 0 0,0-1-1 0 0,0 1 1 0 0,0 0-1 0 0,-1 1 1 0 0,1-1-1 0 0,-1 1 1 0 0,5 8-1 0 0,1 9-5969 0 0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6:29.1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8 234 920 0 0,'-8'16'1875'0'0,"8"-16"-1840"0"0,20-17 4237 0 0,-4 3-3908 0 0,132-99 2666 0 0,-105 85-3686 0 0,77-37 1 0 0,-92 52-2681 0 0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6:29.3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35 0 456 0 0,'-17'28'-227'0'0,"14"-24"873"0"0,0 1 0 0 0,1 0-1 0 0,0 0 1 0 0,0 0 0 0 0,0 0-1 0 0,0 6 1 0 0,1-8-271 0 0,1 1 0 0 0,0-1-1 0 0,0 0 1 0 0,0 0 0 0 0,0 1 0 0 0,1-1-1 0 0,-1 0 1 0 0,1 0 0 0 0,0 1 0 0 0,0-1-1 0 0,0 0 1 0 0,0 0 0 0 0,1 0 0 0 0,-1 0-1 0 0,1 0 1 0 0,0-1 0 0 0,0 1-1 0 0,0 0 1 0 0,0-1 0 0 0,0 0 0 0 0,3 4-1 0 0,1-2-63 0 0,-1 0 0 0 0,1 0-1 0 0,0 0 1 0 0,0-1 0 0 0,0 0-1 0 0,1 0 1 0 0,-1-1 0 0 0,1 1-1 0 0,-1-1 1 0 0,1-1 0 0 0,0 1-1 0 0,0-1 1 0 0,0 0 0 0 0,0-1-1 0 0,-1 0 1 0 0,1 0 0 0 0,0 0-1 0 0,12-3 1 0 0,6-1 387 0 0,0-1 1 0 0,-1-2-1 0 0,43-16 1 0 0,-16 0-1063 0 0,58-35 1 0 0,-55 28-5095 0 0,-46 27 3392 0 0,-10 3 2014 0 0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6:30.0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5790 12 17972 0 0,'2'-1'320'0'0,"1"-1"-1"0"0,0 1 1 0 0,0-1 0 0 0,0 1 0 0 0,0 0-1 0 0,1 0 1 0 0,-1 0 0 0 0,0 1 0 0 0,0-1-1 0 0,0 1 1 0 0,1 0 0 0 0,-1 0 0 0 0,0 0-1 0 0,6 1 1 0 0,-7 0-282 0 0,-1 0 0 0 0,1 0 0 0 0,0 0 0 0 0,-1 0 0 0 0,1 0 0 0 0,0 0 0 0 0,-1 1 0 0 0,1-1 0 0 0,-1 0 0 0 0,0 1 0 0 0,0-1 0 0 0,1 1 0 0 0,-1 0-1 0 0,0-1 1 0 0,0 1 0 0 0,0 0 0 0 0,-1 0 0 0 0,1 0 0 0 0,0 0 0 0 0,-1 0 0 0 0,1 0 0 0 0,-1-1 0 0 0,0 1 0 0 0,1 4 0 0 0,8 62 86 0 0,-2 0 0 0 0,-4 98 0 0 0,-22 139-150 0 0,1-42-159 0 0,16-197 156 0 0,4 0-1 0 0,2 0 1 0 0,3-1-1 0 0,3 0 1 0 0,26 94-1 0 0,-18-98-52 0 0,15 96 0 0 0,-30-139 61 0 0,-1 1 0 0 0,-1-1 0 0 0,-1 1 0 0 0,0 0 0 0 0,-2-1 0 0 0,0 1 0 0 0,-1-1 1 0 0,-1 0-1 0 0,-11 35 0 0 0,11-46 25 0 0,1-1 1 0 0,-1 0-1 0 0,0 0 0 0 0,0 0 1 0 0,-1-1-1 0 0,0 1 1 0 0,0-1-1 0 0,0 0 1 0 0,-1-1-1 0 0,1 1 1 0 0,-1-1-1 0 0,0 0 1 0 0,-7 3-1 0 0,-14 7 26 0 0,-50 17 0 0 0,57-24-27 0 0,-84 27 5 0 0,-121 22-1 0 0,82-22 58 0 0,-368 86 954 0 0,-9-44-658 0 0,-274-35-196 0 0,8 0-78 0 0,-1117 148-215 0 0,1817-177 111 0 0,-152 17 2 0 0,194-26-227 0 0,0-2 1 0 0,0-2 0 0 0,-59-9 0 0 0,82 7-169 0 0,0-2 0 0 0,0 0 0 0 0,-24-11-1 0 0,30 9-1147 0 0,1 0-1 0 0,-23-14 1 0 0,15 4-5060 0 0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6:30.3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0 399 3913 0 0,'10'-51'1610'0'0,"2"0"1"0"0,20-54-1 0 0,-15 61 2449 0 0,2 0 1 0 0,36-60-1 0 0,-64 143-471 0 0,-10 126-3410 0 0,14-82-149 0 0,13 158 1 0 0,32 82-43 0 0,-18-165 0 0 0,-10-63-380 0 0,36 235 171 0 0,-33-250-2165 0 0,4-1 1 0 0,32 82-1 0 0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6:30.86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13 700 3225 0 0,'-4'-13'635'0'0,"1"-1"0"0"0,1 0 0 0 0,0 0 0 0 0,1 0 0 0 0,1 0 1 0 0,0 0-1 0 0,3-24 0 0 0,-2 34-590 0 0,0 0 1 0 0,0 0-1 0 0,0 0 1 0 0,1 0 0 0 0,0 1-1 0 0,-1-1 1 0 0,1 0-1 0 0,1 1 1 0 0,-1-1-1 0 0,0 1 1 0 0,1 0-1 0 0,-1 0 1 0 0,1 0 0 0 0,0 0-1 0 0,0 0 1 0 0,1 1-1 0 0,-1-1 1 0 0,0 1-1 0 0,1 0 1 0 0,-1 0-1 0 0,5-1 1 0 0,10-5-45 0 0,1 0 0 0 0,-1 2 1 0 0,23-5-1 0 0,-15 4 128 0 0,482-115-37 0 0,-155 70-486 0 0,-130 22-72 0 0,673-95-819 0 0,10 56 517 0 0,184 65 2194 0 0,271-11 3696 0 0,-1201 6-4852 0 0,488-20 189 0 0,-219 29 2731 0 0,-151 11-1237 0 0,-240-9-8695 0 0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7:00.30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92 118 2304 0 0,'2'-10'470'0'0,"-1"0"-1"0"0,0-1 0 0 0,0 1 1 0 0,-1 0-1 0 0,0 0 0 0 0,-1-1 1 0 0,-1 1-1 0 0,1 0 0 0 0,-6-15 0 0 0,7 25-384 0 0,0 1-1 0 0,0-1 1 0 0,0 0-1 0 0,0 1 1 0 0,0-1-1 0 0,0 0 0 0 0,0 1 1 0 0,-1-1-1 0 0,1 1 1 0 0,0-1-1 0 0,0 0 1 0 0,0 1-1 0 0,-1-1 0 0 0,1 0 1 0 0,0 0-1 0 0,-1 1 1 0 0,1-1-1 0 0,0 0 1 0 0,0 0-1 0 0,-1 1 0 0 0,1-1 1 0 0,0 0-1 0 0,-1 0 1 0 0,1 0-1 0 0,-1 1 1 0 0,1-1-1 0 0,0 0 0 0 0,-1 0 1 0 0,1 0-1 0 0,0 0 1 0 0,-1 0-1 0 0,1 0 0 0 0,-1 0 1 0 0,1 0-1 0 0,0 0 1 0 0,-1 0-1 0 0,1 0 1 0 0,-1 0-1 0 0,1 0 0 0 0,0 0 1 0 0,-1 0-1 0 0,1 0 1 0 0,0-1-1 0 0,-1 1 1 0 0,1 0-1 0 0,0 0 0 0 0,-1 0 1 0 0,1-1-1 0 0,0 1 1 0 0,-1 0-1 0 0,1 0 1 0 0,0-1-1 0 0,-1 1 0 0 0,1 0 1 0 0,0-1-1 0 0,0 1 1 0 0,0 0-1 0 0,-1-1 1 0 0,1 1-1 0 0,0 0 0 0 0,0-1 1 0 0,0 1-1 0 0,0 0 1 0 0,0-1-1 0 0,-1 1 0 0 0,1-1 1 0 0,0 0-1 0 0,-10 30 2380 0 0,-7 89-1041 0 0,0 182 1 0 0,10-139-1523 0 0,8 199-316 0 0,3-147 236 0 0,-15 9 286 0 0,1-1-18 0 0,12-187 98 0 0,2-15-1280 0 0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7:02.08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44 1150 4137 0 0,'-1'1'270'0'0,"1"-1"0"0"0,-1 1-1 0 0,0 0 1 0 0,1 0 0 0 0,-1-1 0 0 0,0 1 0 0 0,1 0 0 0 0,-1-1-1 0 0,0 1 1 0 0,0-1 0 0 0,0 1 0 0 0,1-1 0 0 0,-1 1 0 0 0,0-1-1 0 0,0 1 1 0 0,0-1 0 0 0,-2 1 0 0 0,2-1-254 0 0,0-1 0 0 0,0 1 0 0 0,0 0 0 0 0,0 0 0 0 0,0-1 0 0 0,0 1 0 0 0,-1-1 1 0 0,1 1-1 0 0,0-1 0 0 0,0 1 0 0 0,0-1 0 0 0,1 0 0 0 0,-1 1 0 0 0,0-1 0 0 0,0 0 0 0 0,0 0 0 0 0,0 1 0 0 0,1-1 0 0 0,-1 0 0 0 0,0 0 0 0 0,1 0 1 0 0,-1 0-1 0 0,0-2 0 0 0,-1-1 49 0 0,1-1 0 0 0,0 1-1 0 0,1 0 1 0 0,-1 0 0 0 0,1-1 0 0 0,0-7 0 0 0,4-121 809 0 0,7 1-1 0 0,33-160 1 0 0,-24 156 423 0 0,6-32-724 0 0,-19 138-517 0 0,1-1 0 0 0,1 2 1 0 0,18-40-1 0 0,-23 60 0 0 0,0 1 0 0 0,0 0 0 0 0,1 0 0 0 0,0 0 0 0 0,0 0 0 0 0,1 1 0 0 0,7-8 0 0 0,-10 13-64 0 0,0 0 0 0 0,0 0 0 0 0,1 1 0 0 0,-1 0 0 0 0,1-1 0 0 0,-1 1 0 0 0,1 0 0 0 0,-1 0 0 0 0,1 1 0 0 0,0-1 0 0 0,-1 1 0 0 0,1 0 0 0 0,0 0 0 0 0,-1 0 1 0 0,1 0-1 0 0,0 1 0 0 0,-1-1 0 0 0,1 1 0 0 0,-1 0 0 0 0,5 2 0 0 0,3 0 43 0 0,0 1 1 0 0,-1 1 0 0 0,1 0-1 0 0,-1 0 1 0 0,12 9 0 0 0,-8-5 28 0 0,-1 1 1 0 0,0 0-1 0 0,-1 0 1 0 0,0 1 0 0 0,0 1-1 0 0,-2 0 1 0 0,1 1 0 0 0,-1 0-1 0 0,-1 0 1 0 0,15 29-1 0 0,10 44-45 0 0,-4 1 0 0 0,20 94 0 0 0,-35-122-12 0 0,-4-25 0 0 0,2 0 1 0 0,2-2-1 0 0,26 47 0 0 0,-19-40-36 0 0,-15-28 27 0 0,0 1 0 0 0,19 19-1 0 0,-17-20 32 0 0,0 0 0 0 0,13 21 0 0 0,-21-30-12 0 0,0 1 0 0 0,0-1 0 0 0,0 0-1 0 0,1 0 1 0 0,-1 0 0 0 0,1 0 0 0 0,0 0 0 0 0,-1 0-1 0 0,1-1 1 0 0,0 1 0 0 0,0 0 0 0 0,0-1-1 0 0,0 1 1 0 0,0-1 0 0 0,0 0 0 0 0,0 0-1 0 0,1 0 1 0 0,-1 0 0 0 0,0 0 0 0 0,1 0-1 0 0,-1-1 1 0 0,1 1 0 0 0,-1-1 0 0 0,1 1 0 0 0,-1-1-1 0 0,1 0 1 0 0,-1 0 0 0 0,1 0 0 0 0,-1-1-1 0 0,1 1 1 0 0,4-2 0 0 0,0 0 141 0 0,0-1 1 0 0,0-1-1 0 0,0 1 0 0 0,0-1 1 0 0,-1 0-1 0 0,0-1 1 0 0,0 1-1 0 0,0-1 0 0 0,7-8 1 0 0,42-48 154 0 0,-41 44-283 0 0,1-1 0 0 0,1 2 1 0 0,0 0-1 0 0,34-25 0 0 0,-48 40-30 0 0,0 0 1 0 0,0 0-1 0 0,0 0 0 0 0,1 0 1 0 0,-1 0-1 0 0,0 0 0 0 0,0 1 1 0 0,0-1-1 0 0,1 1 0 0 0,-1 0 0 0 0,0 0 1 0 0,1 0-1 0 0,-1 0 0 0 0,0 0 1 0 0,1 0-1 0 0,-1 0 0 0 0,4 2 1 0 0,-1-1 5 0 0,0 1 1 0 0,0 0 0 0 0,-1 1 0 0 0,1-1 0 0 0,0 1-1 0 0,-1 0 1 0 0,6 5 0 0 0,3 4 16 0 0,0 0 0 0 0,-1 1 0 0 0,17 24 0 0 0,-22-28-23 0 0,14 21-11 0 0,2-1 0 0 0,40 40-1 0 0,-54-61 10 0 0,-1-1 0 0 0,1 0-1 0 0,0-1 1 0 0,1 1 0 0 0,-1-2-1 0 0,1 1 1 0 0,0-1 0 0 0,1-1-1 0 0,-1 0 1 0 0,1-1 0 0 0,0 0-1 0 0,21 4 1 0 0,-26-7 11 0 0,0 0 0 0 0,0-1 1 0 0,0 1-1 0 0,0-1 0 0 0,1-1 1 0 0,-1 1-1 0 0,-1-1 0 0 0,1 0 0 0 0,0 0 1 0 0,0 0-1 0 0,8-6 0 0 0,7-5 76 0 0,31-23-1 0 0,-29 19-56 0 0,-17 12-181 0 0,0-1 1 0 0,-1 1-1 0 0,1-1 0 0 0,-1 0 1 0 0,4-7-1 0 0,-3 5-937 0 0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7:02.8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5065 0 0,'0'108'8453'0'0,"1"-1"-4449"0"0,7 215-3696 0 0,-6-232 546 0 0,20 339-678 0 0,22 16 227 0 0,-35-292 1200 0 0,-9-111-1377 0 0,2 0 1 0 0,2 0 0 0 0,10 47 0 0 0,-7-72 316 0 0,-6-16-890 0 0,1 0 0 0 0,-1 1 0 0 0,0-1-1 0 0,0 0 1 0 0,1 0 0 0 0,-1 0 0 0 0,0 0 0 0 0,1 0 0 0 0,-1 0 0 0 0,1 0-1 0 0,-1 0 1 0 0,3 0 0 0 0,-3 0 114 0 0,1-1 1 0 0,-1 0-1 0 0,0 0 0 0 0,0 1 0 0 0,1-1 0 0 0,-1 0 0 0 0,0 0 1 0 0,0 0-1 0 0,1-1 0 0 0,-1 1 0 0 0,0 0 0 0 0,1 0 0 0 0,-1-1 1 0 0,0 1-1 0 0,0-1 0 0 0,0 1 0 0 0,0-1 0 0 0,1 1 1 0 0,-1-1-1 0 0,0 0 0 0 0,0 1 0 0 0,0-1 0 0 0,0 0 0 0 0,0 0 1 0 0,0 0-1 0 0,-1 0 0 0 0,1 0 0 0 0,0 0 0 0 0,0 0 1 0 0,-1 0-1 0 0,2-2 0 0 0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7:03.47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2170 0 5529 0 0,'-5'2'406'0'0,"0"0"-1"0"0,0-1 1 0 0,0 1 0 0 0,0-1-1 0 0,-1 0 1 0 0,1-1-1 0 0,0 1 1 0 0,-1-1 0 0 0,1 0-1 0 0,0-1 1 0 0,-6 0-1 0 0,-32 2 1306 0 0,14 6-569 0 0,0 1 1 0 0,-52 22-1 0 0,58-20-715 0 0,-1-1 0 0 0,0-1-1 0 0,-1-1 1 0 0,-50 8 0 0 0,-47-9-192 0 0,76-6-116 0 0,0 3 1 0 0,0 1-1 0 0,-50 12 0 0 0,17 4-273 0 0,-1-4 0 0 0,-153 11 0 0 0,135-23 125 0 0,-247 5 371 0 0,186-16 799 0 0,104 3-674 0 0,-1 1 0 0 0,1 4 0 0 0,-67 8 1 0 0,110-7-210 0 0,3 0-206 0 0,1 0 1 0 0,-1-1-1 0 0,0 0 1 0 0,0-1 0 0 0,1 0-1 0 0,-1 0 1 0 0,0 0-1 0 0,1-1 1 0 0,-12-3 0 0 0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7:04.57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32 88 2304 0 0,'-1'-4'346'0'0,"1"0"0"0"0,-1 0 0 0 0,0 0 0 0 0,0 0 0 0 0,-1 0-1 0 0,1 0 1 0 0,-1 1 0 0 0,0-1 0 0 0,-3-4 0 0 0,3 4 511 0 0,0 1 1 0 0,0-1 0 0 0,0 0-1 0 0,1 0 1 0 0,-1 0-1 0 0,1 0 1 0 0,0 0 0 0 0,0 0-1 0 0,-1-5 1 0 0,16 27 3379 0 0,1 0-3741 0 0,65 125 1103 0 0,-44-74-2790 0 0,3-2-4491 0 0,-29-49-258 0 0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7:05.00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174 219 5065 0 0,'-5'-4'381'0'0,"0"0"0"0"0,-1 1 0 0 0,1-1 0 0 0,-1 1 0 0 0,0 0 1 0 0,0 0-1 0 0,-1 1 0 0 0,1 0 0 0 0,0 0 0 0 0,-1 1 0 0 0,-10-2 0 0 0,14 3-274 0 0,-1 0-1 0 0,1 0 1 0 0,0 1 0 0 0,0-1 0 0 0,0 1-1 0 0,0 0 1 0 0,0 0 0 0 0,0 0 0 0 0,0 0-1 0 0,0 1 1 0 0,1-1 0 0 0,-1 1 0 0 0,0 0-1 0 0,1-1 1 0 0,-1 1 0 0 0,1 0 0 0 0,0 1-1 0 0,-1-1 1 0 0,1 0 0 0 0,0 1 0 0 0,0-1-1 0 0,1 1 1 0 0,-1-1 0 0 0,0 1 0 0 0,1 0-1 0 0,-2 5 1 0 0,-2 5 57 0 0,1 0 0 0 0,0 1-1 0 0,1-1 1 0 0,1 1 0 0 0,0-1 0 0 0,1 1-1 0 0,0 0 1 0 0,1 0 0 0 0,2 17 0 0 0,4 19 44 0 0,14 55 0 0 0,-10-67-192 0 0,1 0 0 0 0,2 0 0 0 0,2-1 0 0 0,1 0 0 0 0,41 64 0 0 0,-26-54 4 0 0,2-2-1 0 0,2-1 0 0 0,66 63 0 0 0,-93-98-19 0 0,2-1 0 0 0,-1 0 0 0 0,1 0 0 0 0,0-1 0 0 0,1 0 0 0 0,0-1 0 0 0,0 0 0 0 0,0 0 0 0 0,0-1 0 0 0,1-1 0 0 0,0 0 0 0 0,0-1 0 0 0,0 0 0 0 0,1-1 0 0 0,-1 0 0 0 0,1-1 0 0 0,-1 0 0 0 0,1-1 0 0 0,-1 0 0 0 0,1-1 0 0 0,-1-1 0 0 0,0 0 0 0 0,1-1 0 0 0,-1 0 0 0 0,0 0 0 0 0,0-2 0 0 0,17-7 0 0 0,-16 5 59 0 0,1-1 0 0 0,-1 0 0 0 0,-1 0 0 0 0,1-1 0 0 0,-2-1 0 0 0,1 0 1 0 0,-1-1-1 0 0,-1 0 0 0 0,10-13 0 0 0,-6 5 161 0 0,-2-1 1 0 0,0 0 0 0 0,-1-1-1 0 0,-1 0 1 0 0,10-29 0 0 0,-6 1 212 0 0,-2 0 0 0 0,-2-1 0 0 0,-2 0 0 0 0,2-91 0 0 0,-9 114-166 0 0,-2 0 1 0 0,0 1 0 0 0,-2-1-1 0 0,-1 1 1 0 0,-1 0 0 0 0,-16-49-1 0 0,15 59-141 0 0,-1 0 0 0 0,-1 1 0 0 0,0 0 0 0 0,-1 1 0 0 0,-1-1 0 0 0,0 2 1 0 0,-1-1-1 0 0,0 2 0 0 0,-1-1 0 0 0,0 1 0 0 0,-26-18 0 0 0,12 13-111 0 0,1 2 1 0 0,-2 0 0 0 0,0 2-1 0 0,-1 1 1 0 0,0 1 0 0 0,0 1-1 0 0,-54-10 1 0 0,77 18-193 0 0,-1 1-1 0 0,0 1 1 0 0,0-1 0 0 0,0 1-1 0 0,0 0 1 0 0,0 0 0 0 0,0 0-1 0 0,0 1 1 0 0,0 0-1 0 0,0 1 1 0 0,0-1 0 0 0,1 1-1 0 0,-1 0 1 0 0,0 0 0 0 0,-7 5-1 0 0,-5 8-6895 0 0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7:05.5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126 0 6913 0 0,'-17'22'811'0'0,"2"1"-1"0"0,1 1 0 0 0,0 0 0 0 0,2 0 0 0 0,1 1 1 0 0,0 1-1 0 0,-11 49 0 0 0,19-67-652 0 0,1 1 1 0 0,0 0-1 0 0,1 0 1 0 0,0 0-1 0 0,1 0 0 0 0,-1 0 1 0 0,2 0-1 0 0,-1 0 1 0 0,4 17-1 0 0,-4-26-156 0 0,1 1 0 0 0,-1-1 0 0 0,0 1 0 0 0,0-1 1 0 0,0 1-1 0 0,0-1 0 0 0,1 1 0 0 0,-1-1 0 0 0,0 1 0 0 0,1-1 0 0 0,-1 1 0 0 0,0-1 0 0 0,1 0 0 0 0,-1 1 0 0 0,1-1 0 0 0,-1 1 0 0 0,0-1 0 0 0,1 0 1 0 0,-1 0-1 0 0,1 1 0 0 0,-1-1 0 0 0,1 0 0 0 0,-1 0 0 0 0,1 1 0 0 0,-1-1 0 0 0,1 0 0 0 0,-1 0 0 0 0,1 0 0 0 0,0 0 0 0 0,-1 0 0 0 0,1 0 0 0 0,-1 0 1 0 0,1 0-1 0 0,0 0 0 0 0,1-1-18 0 0,-1 1 1 0 0,1-1-1 0 0,-1 0 1 0 0,1 0 0 0 0,-1 0-1 0 0,1 0 1 0 0,-1 0-1 0 0,0 0 1 0 0,1 0-1 0 0,-1 0 1 0 0,1-2 0 0 0,24-37-722 0 0,-3-37-291 0 0,-3 9 974 0 0,-19 67 68 0 0,-1-1-1 0 0,1 1 1 0 0,0-1-1 0 0,-1 1 1 0 0,1 0-1 0 0,0-1 1 0 0,0 1-1 0 0,0 0 1 0 0,0 0-1 0 0,0-1 1 0 0,0 1-1 0 0,0 0 0 0 0,1-1 1 0 0,-1 2 1 0 0,-1 0 0 0 0,1-1 0 0 0,-1 1 0 0 0,1 0 0 0 0,-1 0 0 0 0,1 0 0 0 0,-1 0 0 0 0,1 0 0 0 0,-1 0-1 0 0,1 0 1 0 0,-1 0 0 0 0,1 0 0 0 0,0 0 0 0 0,-1 0 0 0 0,1 0 0 0 0,-1 0 0 0 0,1 0 0 0 0,-1 1 0 0 0,1-1 0 0 0,-1 0 0 0 0,1 0 0 0 0,-1 0 0 0 0,0 1 0 0 0,1-1 0 0 0,0 1 0 0 0,3 2 102 0 0,-1 1 1 0 0,1 0-1 0 0,-1 1 0 0 0,0-1 1 0 0,0 0-1 0 0,3 6 1 0 0,-2-3-34 0 0,8 13 246 0 0,14 21 75 0 0,-2 1-1 0 0,31 75 0 0 0,-52-108-415 0 0,0-2 102 0 0,-1 0 0 0 0,0-1 0 0 0,0 1 0 0 0,-1 0 0 0 0,2 8 0 0 0,-4-15-124 0 0,1 0 0 0 0,0 1 0 0 0,0-1 0 0 0,0 0 0 0 0,-1 0 0 0 0,1 0 0 0 0,0 0 0 0 0,0 0 0 0 0,-1 1 0 0 0,1-1 0 0 0,0 0 0 0 0,0 0 0 0 0,-1 0 0 0 0,1 0 0 0 0,0 0 0 0 0,0 0-1 0 0,-1 0 1 0 0,1 0 0 0 0,0 0 0 0 0,0 0 0 0 0,-1 0 0 0 0,1 0 0 0 0,0 0 0 0 0,0 0 0 0 0,-1 0 0 0 0,1 0 0 0 0,0 0 0 0 0,0 0 0 0 0,-1-1 0 0 0,1 1 0 0 0,0 0 0 0 0,0 0 0 0 0,0 0 0 0 0,-1 0 0 0 0,1-1 0 0 0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7:06.0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31 364 7370 0 0,'0'0'568'0'0,"8"-19"2444"0"0,-4 0-2221 0 0,0 1 0 0 0,-1 0 0 0 0,-1-1 0 0 0,-1 0 0 0 0,-1-21 0 0 0,-2 12-777 0 0,-1 1 0 0 0,-1 0 0 0 0,-2 0 0 0 0,0 0 0 0 0,-15-36-1 0 0,14 51-13 0 0,3 20-49 0 0,5 22-84 0 0,7 5 243 0 0,17 51 0 0 0,-21-76 56 0 0,0 0 0 0 0,0-1 0 0 0,1 1-1 0 0,0-1 1 0 0,1 0 0 0 0,0 0 0 0 0,0-1 0 0 0,1 0 0 0 0,13 14 0 0 0,-18-21-165 0 0,-1 0 1 0 0,0 0 0 0 0,1 0-1 0 0,-1 0 1 0 0,1-1 0 0 0,-1 1-1 0 0,1 0 1 0 0,-1-1-1 0 0,1 1 1 0 0,0-1 0 0 0,-1 1-1 0 0,1-1 1 0 0,0 0 0 0 0,-1 1-1 0 0,1-1 1 0 0,0 0 0 0 0,-1 0-1 0 0,1 0 1 0 0,0 0-1 0 0,-1-1 1 0 0,1 1 0 0 0,0 0-1 0 0,-1-1 1 0 0,1 1 0 0 0,0-1-1 0 0,-1 0 1 0 0,1 0 0 0 0,-1 1-1 0 0,1-1 1 0 0,-1 0-1 0 0,0 0 1 0 0,1 0 0 0 0,-1 0-1 0 0,0 0 1 0 0,0-1 0 0 0,1 1-1 0 0,-1 0 1 0 0,0-1-1 0 0,1-1 1 0 0,4-6-545 0 0,0 0-1 0 0,0-1 1 0 0,-1 0 0 0 0,6-16 0 0 0,-2 5-687 0 0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7:06.2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 30 920 0 0,'-10'-30'9791'0'0,"12"43"-5416"0"0,7 19-2941 0 0,2 0-1 0 0,1-1 1 0 0,22 41 0 0 0,59 86-544 0 0,-25-45-771 0 0,-66-110-154 0 0,26 43-716 0 0,-6-20-3300 0 0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7:06.40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11 194 6913 0 0,'-1'0'120'0'0,"1"0"-1"0"0,0 0 0 0 0,-1 0 1 0 0,1 0-1 0 0,-1 0 1 0 0,1 0-1 0 0,0 0 0 0 0,-1 0 1 0 0,1 0-1 0 0,0 0 0 0 0,-1-1 1 0 0,1 1-1 0 0,0 0 0 0 0,-1 0 1 0 0,1 0-1 0 0,0 0 0 0 0,-1-1 1 0 0,1 1-1 0 0,-1-1 239 0 0,1 1-239 0 0,0 0 1 0 0,-1-1-1 0 0,1 1 0 0 0,0 0 1 0 0,0-1-1 0 0,0 1 0 0 0,0 0 1 0 0,-1-1-1 0 0,1 1 0 0 0,0 0 1 0 0,0-1-1 0 0,0 1 0 0 0,0-1 1 0 0,3-18 2602 0 0,19-25-127 0 0,-17 35-2053 0 0,-5 8-515 0 0,35-60 712 0 0,-32 56-866 0 0,1 0 0 0 0,-1 1 0 0 0,1-1 0 0 0,1 1 0 0 0,-1 0 0 0 0,0 0 0 0 0,1 0 0 0 0,0 1 0 0 0,9-6 0 0 0,0 4 110 0 0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7:06.91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85 20 6449 0 0,'0'-1'112'0'0,"0"0"-1"0"0,-1 0 1 0 0,1 0-1 0 0,-1 0 1 0 0,1 0-1 0 0,-1 0 1 0 0,1 0-1 0 0,-1 0 1 0 0,0 0-1 0 0,1 0 1 0 0,-1 0-1 0 0,0 1 1 0 0,0-1-1 0 0,1 0 0 0 0,-1 0 1 0 0,0 1-1 0 0,0-1 1 0 0,0 1-1 0 0,0-1 1 0 0,0 1-1 0 0,0-1 1 0 0,0 1-1 0 0,0 0 1 0 0,0-1-1 0 0,0 1 1 0 0,0 0-1 0 0,0 0 1 0 0,0 0-1 0 0,-1 0 1 0 0,1 0-1 0 0,0 0 1 0 0,0 0-1 0 0,0 0 0 0 0,0 0 1 0 0,0 0-1 0 0,0 1 1 0 0,0-1-1 0 0,0 0 1 0 0,0 1-1 0 0,0-1 1 0 0,-2 2-1 0 0,0 0 204 0 0,1 0-1 0 0,-1 0 1 0 0,1 0-1 0 0,-1 0 1 0 0,1 1-1 0 0,0-1 0 0 0,0 1 1 0 0,0 0-1 0 0,0 0 1 0 0,1-1-1 0 0,-1 1 1 0 0,-1 5-1 0 0,-1 6 245 0 0,0 0-1 0 0,1 1 1 0 0,0 0 0 0 0,1-1-1 0 0,1 29 1 0 0,1-32-408 0 0,0-1 1 0 0,1 1 0 0 0,0-1-1 0 0,1 1 1 0 0,1-1-1 0 0,-1 0 1 0 0,2 0 0 0 0,-1 0-1 0 0,6 10 1 0 0,-8-18-150 0 0,1 0 0 0 0,-1 0 0 0 0,1 0-1 0 0,-1 0 1 0 0,1 0 0 0 0,-1-1 0 0 0,1 1 0 0 0,0 0 0 0 0,0-1 0 0 0,0 0-1 0 0,0 1 1 0 0,0-1 0 0 0,0 0 0 0 0,0 0 0 0 0,0 0 0 0 0,0 0 0 0 0,1 0 0 0 0,-1-1-1 0 0,0 1 1 0 0,0-1 0 0 0,1 1 0 0 0,-1-1 0 0 0,1 0 0 0 0,2 0 0 0 0,6-1 15 0 0,0-1 0 0 0,0 0 0 0 0,-1 0 0 0 0,15-6 0 0 0,-18 5 38 0 0,0 1 0 0 0,1 0 0 0 0,-1 0 0 0 0,1 1 0 0 0,-1 0 0 0 0,16-1 0 0 0,-21 3-50 0 0,0 0 0 0 0,1 0 0 0 0,-1 0-1 0 0,0 0 1 0 0,0 0 0 0 0,1 0 0 0 0,-1 0-1 0 0,0 1 1 0 0,0-1 0 0 0,0 1-1 0 0,0 0 1 0 0,-1-1 0 0 0,1 1 0 0 0,0 0-1 0 0,-1 0 1 0 0,0 0 0 0 0,1 0 0 0 0,-1 1-1 0 0,0-1 1 0 0,0 0 0 0 0,0 0-1 0 0,0 1 1 0 0,0-1 0 0 0,-1 1 0 0 0,1-1-1 0 0,-1 0 1 0 0,1 4 0 0 0,1 9-2 0 0,0 0 0 0 0,-2 0 1 0 0,0 17-1 0 0,0-29-5 0 0,-1 19-77 0 0,-1-1-1 0 0,-8 39 1 0 0,-3-18-2452 0 0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7:07.09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18 2761 0 0,'1'-2'341'0'0,"0"1"1"0"0,0 0 0 0 0,-1 0 0 0 0,1 0 0 0 0,0 0 0 0 0,0 0 0 0 0,0 0 0 0 0,0 0 0 0 0,1 0-1 0 0,-1 0 1 0 0,0 0 0 0 0,0 1 0 0 0,0-1 0 0 0,1 0 0 0 0,-1 1 0 0 0,0-1 0 0 0,1 1 0 0 0,-1-1-1 0 0,1 1 1 0 0,-1 0 0 0 0,0 0 0 0 0,1-1 0 0 0,-1 1 0 0 0,3 1 0 0 0,-2-1-13 0 0,1 1 1 0 0,-1 0 0 0 0,0 0-1 0 0,0 0 1 0 0,0 0-1 0 0,0 0 1 0 0,0 1 0 0 0,0-1-1 0 0,0 1 1 0 0,-1-1-1 0 0,1 1 1 0 0,0 0 0 0 0,2 3-1 0 0,5 8 405 0 0,-1 1-1 0 0,0 0 0 0 0,9 24 1 0 0,-13-30-487 0 0,10 25-2225 0 0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7:07.24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58 87 5985 0 0,'-6'-6'536'0'0,"1"1"-432"0"0,4 2-104 0 0,0 1 0 0 0,1-1 1145 0 0,-3-2 199 0 0,-4-4 48 0 0,-2-5 9 0 0,-1-2-625 0 0,1 3-120 0 0,4 4-24 0 0,3 8-8 0 0,6 7-1376 0 0,4 7-272 0 0,3 7-64 0 0,2 4-1 0 0,1 1 841 0 0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7:08.0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 98 2761 0 0,'-3'105'4483'0'0,"0"26"-3240"0"0,3-105-1035 0 0,0-3-148 0 0,1 0-1 0 0,7 37 1 0 0,-4-55-56 0 0,1-14-14 0 0,1-12 80 0 0,-1-5 953 0 0,1-39 0 0 0,-5 46-292 0 0,0 0-1 0 0,1 0 1 0 0,2 0 0 0 0,8-30 0 0 0,-12 48-641 0 0,0-1 1 0 0,1 1 0 0 0,-1 0-1 0 0,1 0 1 0 0,-1-1 0 0 0,1 1-1 0 0,-1 0 1 0 0,1 0 0 0 0,0 0-1 0 0,0 0 1 0 0,-1 0-1 0 0,1 0 1 0 0,0 0 0 0 0,0 0-1 0 0,0 0 1 0 0,0 0 0 0 0,0 1-1 0 0,0-1 1 0 0,0 0 0 0 0,0 1-1 0 0,1-1 1 0 0,-1 0 0 0 0,2 0-1 0 0,-1 1-6 0 0,-1 1 0 0 0,0-1 0 0 0,1 0 0 0 0,-1 0 0 0 0,1 1 1 0 0,-1-1-1 0 0,0 1 0 0 0,1 0 0 0 0,-1-1 0 0 0,0 1 0 0 0,0 0 0 0 0,1 0 0 0 0,-1-1 0 0 0,0 1 0 0 0,0 0 0 0 0,0 0 0 0 0,2 2 0 0 0,5 8 271 0 0,0-1 0 0 0,-1 1 0 0 0,10 20-1 0 0,-13-25-285 0 0,14 31 92 0 0,-1 1 0 0 0,-2 0 0 0 0,-1 0 0 0 0,-3 2 0 0 0,12 69 0 0 0,-19-77-173 0 0,-4-30 19 0 0,0-1 1 0 0,0 0-1 0 0,0 1 1 0 0,0-1-1 0 0,0 0 1 0 0,0 1-1 0 0,0-1 0 0 0,0 0 1 0 0,0 1-1 0 0,-1-1 1 0 0,1 1-1 0 0,0-1 1 0 0,-1 0-1 0 0,1 0 1 0 0,-1 1-1 0 0,0-1 1 0 0,1 0-1 0 0,-1 0 1 0 0,0 0-1 0 0,-1 2 0 0 0,1-4-13 0 0,0 1-1 0 0,0 0 1 0 0,1-1-1 0 0,-1 1 0 0 0,0 0 1 0 0,0-1-1 0 0,0 1 0 0 0,0-1 1 0 0,1 0-1 0 0,-1 1 1 0 0,0-1-1 0 0,0 0 0 0 0,1 1 1 0 0,-1-1-1 0 0,0 0 1 0 0,1 0-1 0 0,-1 1 0 0 0,1-1 1 0 0,-1 0-1 0 0,1 0 0 0 0,0 0 1 0 0,-1 0-1 0 0,1 0 1 0 0,0 0-1 0 0,-1 0 0 0 0,1-1 1 0 0,-9-28-448 0 0,-2-15-735 0 0,3 0 0 0 0,-5-86 0 0 0,13 102 1147 0 0,0 0 0 0 0,2 0 0 0 0,1 0 0 0 0,1 1 0 0 0,14-48 0 0 0,-16 70 268 0 0,0 0 0 0 0,0 1 0 0 0,1-1 0 0 0,0 0 1 0 0,0 1-1 0 0,0-1 0 0 0,1 1 0 0 0,8-9 0 0 0,-11 13-131 0 0,0-1-1 0 0,1 1 1 0 0,-1 0-1 0 0,1 0 1 0 0,0 0-1 0 0,-1 0 0 0 0,1 0 1 0 0,0 0-1 0 0,0 0 1 0 0,0 0-1 0 0,-1 1 1 0 0,1-1-1 0 0,0 1 1 0 0,0 0-1 0 0,0-1 1 0 0,0 1-1 0 0,0 0 1 0 0,0 0-1 0 0,0 0 1 0 0,0 0-1 0 0,0 1 1 0 0,0-1-1 0 0,0 0 1 0 0,0 1-1 0 0,-1 0 0 0 0,1-1 1 0 0,0 1-1 0 0,0 0 1 0 0,0 0-1 0 0,-1 0 1 0 0,4 2-1 0 0,8 7 0 0 0,0 1 1 0 0,-1 1-1 0 0,0 0 0 0 0,-1 1 0 0 0,0 0 0 0 0,-1 1 0 0 0,0 0 0 0 0,-1 1 0 0 0,7 15 0 0 0,34 49-159 0 0,-57-128-591 0 0,2 28 385 0 0,2-1-1 0 0,0 0 1 0 0,2 1-1 0 0,1-29 1 0 0,1 42 312 0 0,-1 0 0 0 0,2 0 0 0 0,-1-1 0 0 0,1 1 0 0 0,1 0 0 0 0,-1 1 0 0 0,1-1 0 0 0,1 0 0 0 0,-1 1 0 0 0,1-1 1 0 0,0 1-1 0 0,1 0 0 0 0,0 1 0 0 0,8-10 0 0 0,-12 16-14 0 0,-1-1 0 0 0,1 1 0 0 0,0-1 0 0 0,-1 1 0 0 0,1-1 0 0 0,-1 1 0 0 0,1 0 0 0 0,0 0 0 0 0,0-1 0 0 0,-1 1 0 0 0,1 0 0 0 0,0 0 0 0 0,-1 0 0 0 0,1-1 0 0 0,0 1 0 0 0,-1 0 0 0 0,1 0 0 0 0,0 0 0 0 0,0 0 0 0 0,-1 1 0 0 0,1-1 0 0 0,0 0 0 0 0,0 0 0 0 0,-1 0 0 0 0,1 0 0 0 0,0 1 0 0 0,-1-1 1 0 0,1 0-1 0 0,0 1 0 0 0,-1-1 0 0 0,1 0 0 0 0,-1 1 0 0 0,1-1 0 0 0,-1 1 0 0 0,1-1 0 0 0,-1 1 0 0 0,1-1 0 0 0,-1 1 0 0 0,1 0 0 0 0,21 31 222 0 0,-15-21-176 0 0,-4-6-234 0 0,1 0 0 0 0,0 0 0 0 0,1 0 0 0 0,-1-1 0 0 0,9 7 0 0 0,6 0-5892 0 0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7:08.61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90 342 10594 0 0,'-2'1'324'0'0,"-1"0"1"0"0,1 0-1 0 0,0 0 0 0 0,0 0 0 0 0,0 1 0 0 0,0-1 1 0 0,0 1-1 0 0,0 0 0 0 0,0-1 0 0 0,0 1 0 0 0,-2 3 1 0 0,-20 25 2419 0 0,18-20-2577 0 0,1-1-1 0 0,0 1 1 0 0,1 0-1 0 0,0 0 1 0 0,1 1 0 0 0,0-1-1 0 0,0 1 1 0 0,1 0-1 0 0,1-1 1 0 0,0 1-1 0 0,0 0 1 0 0,1 0 0 0 0,0 0-1 0 0,1 0 1 0 0,0 0-1 0 0,1-1 1 0 0,0 1 0 0 0,1 0-1 0 0,0-1 1 0 0,1 0-1 0 0,0 1 1 0 0,6 10 0 0 0,-9-19-214 0 0,0-1 0 0 0,0 1 0 0 0,0 0 0 0 0,0-1 0 0 0,1 0 0 0 0,-1 1 0 0 0,0-1 0 0 0,1 0 0 0 0,-1 1 0 0 0,1-1 0 0 0,-1 0 0 0 0,1 0 1 0 0,-1 0-1 0 0,1 0 0 0 0,0-1 0 0 0,0 1 0 0 0,-1 0 0 0 0,1-1 0 0 0,0 1 0 0 0,0-1 0 0 0,0 0 0 0 0,0 1 0 0 0,-1-1 0 0 0,1 0 0 0 0,0 0 1 0 0,0 0-1 0 0,0-1 0 0 0,0 1 0 0 0,3-1 0 0 0,-3 0-32 0 0,0 0 0 0 0,1-1 0 0 0,-1 1 0 0 0,0-1-1 0 0,0 1 1 0 0,0-1 0 0 0,0 0 0 0 0,0 1 0 0 0,-1-1 0 0 0,1 0 0 0 0,-1 0 0 0 0,1 0 0 0 0,-1-1 0 0 0,1 1 0 0 0,-1 0 0 0 0,0-1 0 0 0,0 1-1 0 0,0 0 1 0 0,-1-1 0 0 0,1 1 0 0 0,0-4 0 0 0,1-8-416 0 0,-1 1-1 0 0,-1 0 0 0 0,0 0 1 0 0,-3-26-1 0 0,-1-17 3269 0 0,4 56-2714 0 0,0-1 1 0 0,0 1 0 0 0,0-1-1 0 0,0 1 1 0 0,0-1 0 0 0,0 1-1 0 0,0-1 1 0 0,1 1-1 0 0,-1-1 1 0 0,0 1 0 0 0,0-1-1 0 0,1 1 1 0 0,-1-1-1 0 0,0 1 1 0 0,0-1 0 0 0,1 1-1 0 0,-1 0 1 0 0,0-1-1 0 0,1 1 1 0 0,-1-1 0 0 0,1 1-1 0 0,-1 0 1 0 0,0 0-1 0 0,1-1 1 0 0,-1 1 0 0 0,1 0-1 0 0,-1 0 1 0 0,1-1-1 0 0,-1 1 1 0 0,1 0 0 0 0,-1 0-1 0 0,1 0 1 0 0,-1 0-1 0 0,1 0 1 0 0,-1 0 0 0 0,1 0-1 0 0,-1 0 1 0 0,1 0-1 0 0,-1 0 1 0 0,1 0 0 0 0,-1 0-1 0 0,1 0 1 0 0,-1 0-1 0 0,1 0 1 0 0,-1 1 0 0 0,2-1-1 0 0,30 12 326 0 0,-18-6-70 0 0,-11-5-304 0 0,1 0 0 0 0,-1-1 0 0 0,1 1 0 0 0,-1-1 0 0 0,1 0 0 0 0,0 0 0 0 0,-1 0 1 0 0,1 0-1 0 0,-1-1 0 0 0,1 0 0 0 0,-1 1 0 0 0,0-1 0 0 0,1 0 0 0 0,-1-1 0 0 0,0 1 0 0 0,1 0 0 0 0,3-4 1 0 0,-2 2-24 0 0,-1-1 1 0 0,0 1-1 0 0,0-1 0 0 0,0 0 1 0 0,0-1-1 0 0,0 1 1 0 0,-1-1-1 0 0,0 1 1 0 0,0-1-1 0 0,3-6 1 0 0,-1-2-222 0 0,1 0 0 0 0,-2-1 0 0 0,0 1 0 0 0,0-1 0 0 0,-1 0 1 0 0,-1 0-1 0 0,1-27 0 0 0,-4 19-281 0 0,0 1 1 0 0,-2-1-1 0 0,0 1 1 0 0,-2 0-1 0 0,0 0 1 0 0,-1 0-1 0 0,-16-36 1 0 0,-20-17 7685 0 0,51 114-6623 0 0,22 31-90 0 0,2-1 1 0 0,4-2-1 0 0,2-2 1 0 0,62 78 0 0 0,-80-116-519 0 0,-1-2-235 0 0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7:23.40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42 3753 920 0 0,'-4'7'582'0'0,"1"1"0"0"0,0 0 0 0 0,1-1 0 0 0,0 1 0 0 0,-2 8 0 0 0,-4-56 3151 0 0,6 32-3595 0 0,0 1-1 0 0,0-1 0 0 0,0 0 1 0 0,1 1-1 0 0,0-11 1 0 0,31-283 2404 0 0,-24 219-2370 0 0,-1 29 344 0 0,-2 0 0 0 0,-3 0-1 0 0,-7-63 1 0 0,-7 8-329 0 0,5 0 0 0 0,4 0 0 0 0,10-115 0 0 0,5 129 124 0 0,-3 35 112 0 0,-2-101-1 0 0,-26-50 1163 0 0,0-13-544 0 0,24 34 214 0 0,0 158-1236 0 0,11-48-1 0 0,2-10 9 0 0,-4 18 21 0 0,-7 49-10 0 0,-1-1-1 0 0,1-37 0 0 0,-4 38-26 0 0,1 0-1 0 0,1 0 1 0 0,10-33 0 0 0,-7 31 5 0 0,5-48-1 0 0,-10 63-13 0 0,-1-1 0 0 0,0 0-1 0 0,-1 1 1 0 0,0-1-1 0 0,-1 0 1 0 0,0 1-1 0 0,0 0 1 0 0,-6-15-1 0 0,6 16-3 0 0,-1 1 1 0 0,1-1-1 0 0,1 0 0 0 0,-1-1 0 0 0,1 1 0 0 0,1 0 0 0 0,0 0 1 0 0,0 0-1 0 0,1-9 0 0 0,4-12-14 0 0,9-35 0 0 0,1-11 2 0 0,-6 20-12 0 0,2 0-1 0 0,30-91 0 0 0,-26 109-15 0 0,1 1-1 0 0,26-42 0 0 0,-30 61 60 0 0,1 0-1 0 0,0 1 0 0 0,20-18 1 0 0,4-6 5 0 0,-26 28-25 0 0,0-1 0 0 0,1 1 0 0 0,19-14 0 0 0,-26 23 2 0 0,0 0 0 0 0,1-1 0 0 0,-1 2 1 0 0,1-1-1 0 0,-1 1 0 0 0,1 0 0 0 0,0 0 0 0 0,0 0 0 0 0,0 1 0 0 0,0 0 0 0 0,0 0 0 0 0,10 0 0 0 0,7 1 23 0 0,1 1 0 0 0,0 1 0 0 0,0 1-1 0 0,-1 1 1 0 0,24 7 0 0 0,-37-8-12 0 0,-1 0-1 0 0,1 1 1 0 0,-1 1 0 0 0,0-1 0 0 0,0 1 0 0 0,0 1-1 0 0,-1 0 1 0 0,0 0 0 0 0,0 1 0 0 0,0 0-1 0 0,-1 0 1 0 0,0 0 0 0 0,-1 1 0 0 0,8 11 0 0 0,-3-1 19 0 0,-4-7 20 0 0,0 1 0 0 0,1-1 0 0 0,0 0 0 0 0,1-1-1 0 0,19 19 1 0 0,-24-26-45 0 0,0 2-1 0 0,0-1 0 0 0,-1 0 1 0 0,0 1-1 0 0,0-1 0 0 0,0 1 0 0 0,0 0 1 0 0,-1 0-1 0 0,1 0 0 0 0,-1 0 1 0 0,-1 1-1 0 0,3 8 0 0 0,1 11 34 0 0,3 37 0 0 0,-5-32-16 0 0,3 7-20 0 0,3 0 0 0 0,20 58 0 0 0,-10-38-6 0 0,-15-47 1 0 0,0 1 0 0 0,1-1 0 0 0,0 0 0 0 0,1-1 0 0 0,-1 1 0 0 0,13 13 0 0 0,50 48-46 0 0,-18-19 32 0 0,-41-44 11 0 0,0-1 0 0 0,0 0-1 0 0,0 0 1 0 0,1-1 0 0 0,0 0-1 0 0,12 5 1 0 0,11 6-6 0 0,-24-11 13 0 0,1-1 0 0 0,0 0 0 0 0,0-1 0 0 0,0 0 0 0 0,0-1 0 0 0,1 0 0 0 0,13 3 0 0 0,-18-6 0 0 0,1 1 0 0 0,0-1 0 0 0,-1-1 0 0 0,1 1 0 0 0,-1-1 0 0 0,1 0 0 0 0,-1 0 0 0 0,1-1 0 0 0,-1 0 0 0 0,0 0 0 0 0,0-1 0 0 0,0 1 0 0 0,7-5 0 0 0,111-76 106 0 0,-90 58-52 0 0,1 2-1 0 0,1 1 1 0 0,64-29-1 0 0,-95 49-53 0 0,0 0 0 0 0,0 0 0 0 0,1 1 0 0 0,-1 0 0 0 0,1 0 0 0 0,-1 0 0 0 0,1 0 0 0 0,-1 1 0 0 0,1 0 0 0 0,-1 0 0 0 0,1 1 0 0 0,-1 0 0 0 0,12 2 0 0 0,-11 0 0 0 0,1 0 0 0 0,0 0 0 0 0,-1 1 0 0 0,0 0 0 0 0,1 0 0 0 0,-2 0 0 0 0,1 1 0 0 0,0 0 0 0 0,8 10 0 0 0,13 18 8 0 0,-1 1 0 0 0,-2 1 0 0 0,-2 1 0 0 0,-1 1 0 0 0,-2 1 0 0 0,-1 1 0 0 0,13 43 0 0 0,111 303 56 0 0,-128-351-65 0 0,25 43 0 0 0,-12-26 57 0 0,-26-48-54 0 0,1 1 1 0 0,-1-1 0 0 0,1-1-1 0 0,0 1 1 0 0,0 0 0 0 0,0 0-1 0 0,0-1 1 0 0,0 1 0 0 0,1-1-1 0 0,-1 1 1 0 0,1-1 0 0 0,0 0-1 0 0,-1 0 1 0 0,1 0-1 0 0,0-1 1 0 0,0 1 0 0 0,0-1-1 0 0,0 0 1 0 0,6 2 0 0 0,-2-2 29 0 0,0-1 0 0 0,0 1 1 0 0,0-1-1 0 0,0-1 0 0 0,0 0 1 0 0,0 0-1 0 0,0 0 0 0 0,8-3 1 0 0,-4 1-103 0 0,11-3 177 0 0,36-4 1 0 0,-19 10-2499 0 0,2 10-4132 0 0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7:24.76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2494 0 920 0 0,'-15'9'10338'0'0,"12"3"-9555"0"0,1 1 0 0 0,0 0 0 0 0,1 0 0 0 0,0 0 0 0 0,1 0 0 0 0,1 15 0 0 0,-1 26-102 0 0,-7 180-221 0 0,24 94-60 0 0,-1-8 1060 0 0,-17-235-1075 0 0,0 22 213 0 0,20 172 1 0 0,-4-144-464 0 0,12 65 885 0 0,-16-152-1138 0 0,-11-48 152 0 0,-3 3 35 0 0,-2-1-49 0 0,0 0 0 0 0,0 0 0 0 0,0-1 0 0 0,0 1 0 0 0,0-1 0 0 0,0 0 0 0 0,0 0 0 0 0,0-1 0 0 0,0 1-1 0 0,-8-2 1 0 0,-3 2-48 0 0,-7 2 29 0 0,-1 2 1 0 0,1 0 0 0 0,1 1-1 0 0,-24 10 1 0 0,-18 5 3 0 0,-309 64-1338 0 0,310-72 1164 0 0,12-2-148 0 0,0-2-1 0 0,-71 3 1 0 0,115-11 247 0 0,-1 0 1 0 0,0 0-1 0 0,1 1 0 0 0,-1 0 0 0 0,1 0 0 0 0,-11 5 0 0 0,11-4-5 0 0,0 0 0 0 0,-1 0 0 0 0,1-1 1 0 0,-1 0-1 0 0,0-1 0 0 0,1 0 0 0 0,-9 1 0 0 0,-11-2-174 0 0,1 2 0 0 0,-1 1 0 0 0,1 1 0 0 0,-27 7-1 0 0,-103 17-14 0 0,81-18 253 0 0,11-4 12 0 0,28 1 45 0 0,0-3 0 0 0,0-1 0 0 0,-72-3 0 0 0,83-1-46 0 0,1 0 0 0 0,0-1 0 0 0,-42-10 0 0 0,52 9 70 0 0,0 1 1 0 0,0 1 0 0 0,0 0-1 0 0,-18 1 1 0 0,15 0 62 0 0,0 0 0 0 0,-21-4 0 0 0,12-1 233 0 0,-4 1 135 0 0,0-2-1 0 0,1-2 1 0 0,-43-15-1 0 0,64 20-395 0 0,1 0 0 0 0,-1 0-1 0 0,0 1 1 0 0,0 1 0 0 0,0-1-1 0 0,0 1 1 0 0,-1 0 0 0 0,-8 1-1 0 0,-4 2 239 0 0,-39 8-1 0 0,42-7-350 0 0,17-3 9 0 0,-13 2 25 0 0,1 1 0 0 0,-1 0-1 0 0,1 1 1 0 0,0 0-1 0 0,0 1 1 0 0,0 0-1 0 0,-18 12 1 0 0,29-16-137 0 0,1 0 1 0 0,-1 1 0 0 0,0-1-1 0 0,0 0 1 0 0,1-1-1 0 0,-1 1 1 0 0,0 0-1 0 0,0 0 1 0 0,0-1 0 0 0,0 1-1 0 0,0-1 1 0 0,0 1-1 0 0,0-1 1 0 0,-2 0 0 0 0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7:25.38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4145 0 0,'5'6'7722'0'0,"10"0"-8233"0"0,-12-4 1244 0 0,4 3-484 0 0,0 0 0 0 0,0 1 1 0 0,-1 0-1 0 0,0 0 0 0 0,0 1 0 0 0,-1 0 0 0 0,0 0 0 0 0,0 0 0 0 0,0 1 0 0 0,-1-1 1 0 0,4 11-1 0 0,9 12 211 0 0,-1-4-1495 0 0,0 1-4139 0 0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7:26.09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8 300 3225 0 0,'-1'-1'100'0'0,"0"1"1"0"0,1-1 0 0 0,-1 1-1 0 0,1-1 1 0 0,-1 0 0 0 0,1 0-1 0 0,-1 1 1 0 0,1-1 0 0 0,-1 0-1 0 0,1 0 1 0 0,0 0 0 0 0,0 1-1 0 0,-1-1 1 0 0,1 0-1 0 0,0 0 1 0 0,0 0 0 0 0,0 0-1 0 0,0 0 1 0 0,0 0 0 0 0,0 1-1 0 0,0-1 1 0 0,0 0 0 0 0,0-1-1 0 0,1-24 853 0 0,3 12-563 0 0,0-1 0 0 0,0 1-1 0 0,1 0 1 0 0,1 0 0 0 0,1 1-1 0 0,0 0 1 0 0,0 0 0 0 0,1 1-1 0 0,1-1 1 0 0,0 2 0 0 0,1-1-1 0 0,0 1 1 0 0,0 1 0 0 0,1 0-1 0 0,1 1 1 0 0,0 0 0 0 0,0 0-1 0 0,1 1 1 0 0,0 1 0 0 0,15-7-1 0 0,-24 12-350 0 0,1 1-1 0 0,-1 0 1 0 0,1-1-1 0 0,0 1 0 0 0,0 1 1 0 0,-1-1-1 0 0,1 1 0 0 0,0 0 1 0 0,0 0-1 0 0,-1 0 1 0 0,1 1-1 0 0,0-1 0 0 0,0 1 1 0 0,-1 0-1 0 0,1 1 0 0 0,0-1 1 0 0,-1 1-1 0 0,0 0 1 0 0,1 0-1 0 0,-1 0 0 0 0,0 1 1 0 0,0-1-1 0 0,0 1 0 0 0,4 3 1 0 0,-3 1-27 0 0,1-1 0 0 0,0 0-1 0 0,-1 1 1 0 0,0 0 0 0 0,-1 0 0 0 0,0 1 0 0 0,0-1 0 0 0,0 1 0 0 0,-1 0-1 0 0,0 0 1 0 0,-1 0 0 0 0,3 14 0 0 0,3 31 98 0 0,0 104 0 0 0,-8-109-39 0 0,2-1 0 0 0,17 93 0 0 0,-19-138-64 0 0,0-1 0 0 0,0 0 0 0 0,0 0 0 0 0,0 0 0 0 0,1 1 0 0 0,-1-1 0 0 0,1 0 0 0 0,-1 0 0 0 0,0 0 0 0 0,1 0 0 0 0,0 0 0 0 0,-1 0 0 0 0,1 0-1 0 0,0 0 1 0 0,0 0 0 0 0,-1 0 0 0 0,1 0 0 0 0,0 0 0 0 0,0-1 0 0 0,0 1 0 0 0,0 0 0 0 0,0 0 0 0 0,2 0 0 0 0,-2-1 12 0 0,0 0 0 0 0,0 0 1 0 0,1 0-1 0 0,-1-1 0 0 0,0 1 1 0 0,0 0-1 0 0,0-1 0 0 0,0 1 1 0 0,0-1-1 0 0,1 1 0 0 0,-1-1 1 0 0,0 1-1 0 0,0-1 0 0 0,0 0 1 0 0,0 1-1 0 0,-1-1 0 0 0,1 0 1 0 0,0 0-1 0 0,1-1 0 0 0,6-7 171 0 0,-1-1 0 0 0,1 0 0 0 0,7-16 0 0 0,-12 22-150 0 0,20-38 73 0 0,3 1-1 0 0,1 1 1 0 0,2 2 0 0 0,61-64 0 0 0,-51 62-2670 0 0,-21 22-3204 0 0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7:26.5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430 58 2761 0 0,'-11'-3'347'0'0,"0"0"1"0"0,0 1-1 0 0,-1 0 1 0 0,1 1 0 0 0,0 0-1 0 0,-1 1 1 0 0,1 0 0 0 0,-1 1-1 0 0,1 0 1 0 0,0 0 0 0 0,-14 5-1 0 0,10-1-50 0 0,0 0 1 0 0,0 1-1 0 0,1 1 0 0 0,0 0 1 0 0,0 1-1 0 0,0 1 0 0 0,1 0 1 0 0,1 1-1 0 0,-1 0 0 0 0,2 1 0 0 0,-1 0 1 0 0,1 1-1 0 0,1 0 0 0 0,0 1 1 0 0,-11 21-1 0 0,10-15-20 0 0,2 0 0 0 0,0 0 0 0 0,1 1-1 0 0,1 1 1 0 0,1-1 0 0 0,1 1 0 0 0,1 0 0 0 0,0 0 0 0 0,2 1 0 0 0,0-1-1 0 0,2 26 1 0 0,3-12-181 0 0,1-1-1 0 0,1 1 1 0 0,2 0-1 0 0,2-1 1 0 0,1-1-1 0 0,1 1 1 0 0,2-2-1 0 0,1 0 1 0 0,2 0-1 0 0,1-2 1 0 0,1 0-1 0 0,42 52 1 0 0,-27-40-102 0 0,2-2 1 0 0,1-1 0 0 0,48 40-1 0 0,-72-69 3 0 0,1 0 1 0 0,0-1-1 0 0,1 0 0 0 0,0-1 0 0 0,0-1 1 0 0,1 0-1 0 0,0-1 0 0 0,0 0 1 0 0,0-2-1 0 0,1 0 0 0 0,-1 0 0 0 0,1-1 1 0 0,0-1-1 0 0,0-1 0 0 0,17 0 0 0 0,-11-3 123 0 0,0 0 0 0 0,-1-2 0 0 0,1-1 0 0 0,-1 0 0 0 0,0-1 0 0 0,0-2 0 0 0,-1 0 0 0 0,0-1-1 0 0,-1-1 1 0 0,0-1 0 0 0,0 0 0 0 0,-1-2 0 0 0,29-25 0 0 0,-29 20 37 0 0,-1 0 1 0 0,0-1-1 0 0,-1-1 1 0 0,-2 0-1 0 0,0-1 1 0 0,-1-1 0 0 0,-1 0-1 0 0,-1-1 1 0 0,-1 0-1 0 0,-1-1 1 0 0,10-42-1 0 0,-12 34-37 0 0,-1 0-1 0 0,-2-1 1 0 0,-1 0 0 0 0,-2 1-1 0 0,-1-1 1 0 0,-2 0-1 0 0,-1 1 1 0 0,-2-1-1 0 0,-1 1 1 0 0,-1 0 0 0 0,-2 1-1 0 0,-1-1 1 0 0,-1 2-1 0 0,-2 0 1 0 0,-1 0 0 0 0,-1 1-1 0 0,-25-34 1 0 0,22 36-74 0 0,-1 0 1 0 0,-1 2-1 0 0,-40-39 1 0 0,48 54-83 0 0,0 1 0 0 0,0 0 1 0 0,-1 0-1 0 0,0 2 0 0 0,-1-1 0 0 0,1 2 1 0 0,-1-1-1 0 0,0 2 0 0 0,-1 0 1 0 0,-15-3-1 0 0,28 8-29 0 0,-5-2-376 0 0,-1 0 1 0 0,0 0-1 0 0,0 1 0 0 0,0 1 1 0 0,-1-1-1 0 0,1 1 1 0 0,-9 1-1 0 0,-3 5-6213 0 0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7:26.8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5065 0 0,'1'0'528'0'0,"0"0"-408"0"0,0 0 222 0 0,0 0 0 0 0,0 0 0 0 0,0 1-1 0 0,0-1 1 0 0,0 1 0 0 0,-1-1 0 0 0,1 1-1 0 0,0 0 1 0 0,0-1 0 0 0,1 2 683 0 0,-1-1-683 0 0,0 0 0 0 0,-1 0 0 0 0,1 0 0 0 0,0 0-1 0 0,-1 0 1 0 0,1 0 0 0 0,-1-1 0 0 0,1 1-1 0 0,0 3 1 0 0,9 29 1221 0 0,-6-22-642 0 0,13 43 1008 0 0,30 60-1 0 0,-36-93-1882 0 0,0 0-1 0 0,1-1 1 0 0,1-1-1 0 0,1 0 1 0 0,26 28-1 0 0,-22-34-892 0 0,-12-12-18 0 0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7:27.06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 5985 0 0,'0'0'464'0'0,"25"-1"4536"0"0,-15 3-4267 0 0,0 0-1 0 0,1 1 1 0 0,-1 1 0 0 0,-1-1-1 0 0,1 2 1 0 0,0-1 0 0 0,13 10-1 0 0,61 49 1689 0 0,-49-36-1430 0 0,16 11-218 0 0,-21-17-806 0 0,-2 1 0 0 0,39 37-1 0 0,-49-33-1698 0 0,-15-7-4401 0 0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7:27.69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1 594 5985 0 0,'9'-44'2291'0'0,"-5"27"-1808"0"0,6-17-74 0 0,0 1 0 0 0,23-48 0 0 0,-30 74-474 0 0,1 0 0 0 0,0-1 0 0 0,0 2 0 0 0,1-1 0 0 0,-1 0 0 0 0,2 1 0 0 0,-1 0 0 0 0,1 0 1 0 0,0 0-1 0 0,0 1 0 0 0,0 0 0 0 0,1 0 0 0 0,-1 0 0 0 0,1 1 0 0 0,1 0 0 0 0,11-4 0 0 0,-15 7 71 0 0,0 0-1 0 0,0 0 1 0 0,0 0 0 0 0,0 1 0 0 0,1-1 0 0 0,-1 1-1 0 0,0 0 1 0 0,0 1 0 0 0,0-1 0 0 0,0 1-1 0 0,0 0 1 0 0,0 0 0 0 0,0 0 0 0 0,0 0-1 0 0,0 1 1 0 0,0-1 0 0 0,0 1 0 0 0,5 4 0 0 0,3 2 666 0 0,-1 2 1 0 0,0-1 0 0 0,0 1 0 0 0,9 13 0 0 0,-11-13 342 0 0,0 0 0 0 0,1 0 0 0 0,1-1-1 0 0,11 8 1 0 0,-8-8 179 0 0,-1 1 0 0 0,23 20 0 0 0,-41-40-1194 0 0,1 0 0 0 0,0 0 0 0 0,-4-18 0 0 0,8 26 0 0 0,-2-4-1 0 0,-6-24-118 0 0,-6-38 0 0 0,13 60 99 0 0,0 0 0 0 0,1 0 1 0 0,0 0-1 0 0,0 0 0 0 0,0 1 1 0 0,1-1-1 0 0,0 0 0 0 0,1 0 1 0 0,0 0-1 0 0,4-10 0 0 0,-6 17 23 0 0,1 0 0 0 0,-1 0 1 0 0,1 0-1 0 0,-1 0 0 0 0,1 0 0 0 0,0 0 0 0 0,-1 0 0 0 0,1 0 0 0 0,0 1 0 0 0,0-1 0 0 0,-1 0 0 0 0,1 0 0 0 0,0 1 0 0 0,0-1 0 0 0,0 0 0 0 0,0 1 0 0 0,0-1 0 0 0,0 1 0 0 0,0-1 0 0 0,1 1 0 0 0,-1 0 1 0 0,0-1-1 0 0,0 1 0 0 0,0 0 0 0 0,0 0 0 0 0,2 0 0 0 0,0 0 36 0 0,0 0 0 0 0,1 1-1 0 0,-1 0 1 0 0,0 0 0 0 0,0 0 0 0 0,0 0 0 0 0,0 0 0 0 0,0 0 0 0 0,4 4 0 0 0,4 2 153 0 0,-1 0 0 0 0,1 1 0 0 0,16 18 1 0 0,-7-2-120 0 0,-13-15-57 0 0,1 0 0 0 0,0-1-1 0 0,0 0 1 0 0,16 13 0 0 0,-24-21-16 0 0,1 0 0 0 0,-1 0 0 0 0,0 0 0 0 0,0 0 0 0 0,0 1 0 0 0,1-1 0 0 0,-1 0 0 0 0,0 0 0 0 0,0 0 0 0 0,0 0 0 0 0,1 0 0 0 0,-1 0 0 0 0,0 0 0 0 0,0 0 0 0 0,0 0 0 0 0,1 0 0 0 0,-1 0 0 0 0,0 0 0 0 0,0 0 0 0 0,0 0 0 0 0,1 0 0 0 0,-1 0 0 0 0,0 0 0 0 0,0 0 0 0 0,0 0 0 0 0,1 0 0 0 0,-1 0 0 0 0,0-1 0 0 0,0 1 0 0 0,0 0 0 0 0,1 0 0 0 0,-1 0 0 0 0,0 0 0 0 0,0 0 0 0 0,0 0 0 0 0,0-1 0 0 0,0 1 0 0 0,1 0 0 0 0,-1 0 0 0 0,0-1 0 0 0,2-11 0 0 0,-3-12 0 0 0,-8-24-47 0 0,4 26-38 0 0,1 0 1 0 0,1-1-1 0 0,0-29 1 0 0,3 45 68 0 0,0-1 1 0 0,1 1-1 0 0,0 0 1 0 0,1-1 0 0 0,0 1-1 0 0,0 0 1 0 0,0 0-1 0 0,1 0 1 0 0,0 0 0 0 0,1 0-1 0 0,-1 1 1 0 0,1-1-1 0 0,0 1 1 0 0,6-6 0 0 0,-9 11 30 0 0,0 0 1 0 0,0 1-1 0 0,0-1 1 0 0,1 1-1 0 0,-1-1 1 0 0,0 1-1 0 0,0-1 1 0 0,0 1-1 0 0,0 0 1 0 0,0 0-1 0 0,1-1 1 0 0,-1 1-1 0 0,0 0 1 0 0,0 0-1 0 0,0 0 1 0 0,1 0-1 0 0,-1 0 1 0 0,0 1-1 0 0,0-1 1 0 0,0 0-1 0 0,0 1 1 0 0,1-1-1 0 0,-1 0 1 0 0,0 1-1 0 0,0-1 1 0 0,0 1-1 0 0,0 0 1 0 0,0-1-1 0 0,0 1 1 0 0,0 0 0 0 0,0 0-1 0 0,-1 0 1 0 0,3 1-1 0 0,33 33 658 0 0,-33-31-643 0 0,78 78 723 0 0,-34-45-1797 0 0,3-11-5487 0 0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7:27.93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7834 0 0,'19'16'10590'0'0,"3"5"-9499"0"0,36 44 1 0 0,-36-32-739 0 0,19 37 0 0 0,-35-59-353 0 0,-1-1-1 0 0,-1 1 1 0 0,0 0 0 0 0,0 0 0 0 0,-1 1 0 0 0,0-1 0 0 0,-1 1-1 0 0,0 14 1 0 0,-2-24-54 0 0,0 0 0 0 0,0 0 0 0 0,0 0 0 0 0,-1 0-1 0 0,1 0 1 0 0,-1 0 0 0 0,1 0 0 0 0,-1 0 0 0 0,0 0 0 0 0,0-1-1 0 0,0 1 1 0 0,0 0 0 0 0,0 0 0 0 0,0-1 0 0 0,-1 1 0 0 0,-1 2-1 0 0,1-3-574 0 0,1 1-1 0 0,-1-1 0 0 0,0 0 0 0 0,0 0 1 0 0,1 0-1 0 0,-1 0 0 0 0,0 0 0 0 0,0 0 0 0 0,0-1 1 0 0,-3 2-1 0 0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7:28.1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1 129 1840 0 0,'0'-10'431'0'0,"0"0"-1"0"0,1 1 0 0 0,0-1 0 0 0,1 0 1 0 0,5-17-1 0 0,-6 24-45 0 0,0 0 0 0 0,1 0 1 0 0,-1 0-1 0 0,1 0 0 0 0,-1 0 0 0 0,1 0 1 0 0,0 0-1 0 0,0 0 0 0 0,0 1 0 0 0,1-1 1 0 0,-1 1-1 0 0,1 0 0 0 0,-1 0 0 0 0,1 0 1 0 0,0 0-1 0 0,0 0 0 0 0,0 0 0 0 0,0 1 1 0 0,0-1-1 0 0,5-1 0 0 0,-6 3-182 0 0,1 0 1 0 0,-1 0-1 0 0,1 0 1 0 0,-1 0-1 0 0,1 1 0 0 0,-1-1 1 0 0,1 1-1 0 0,-1-1 1 0 0,0 1-1 0 0,1 0 0 0 0,-1 0 1 0 0,0 0-1 0 0,1 0 0 0 0,-1 0 1 0 0,0 1-1 0 0,0-1 1 0 0,0 0-1 0 0,0 1 0 0 0,0 0 1 0 0,0 0-1 0 0,-1-1 1 0 0,1 1-1 0 0,0 0 0 0 0,-1 0 1 0 0,2 4-1 0 0,2 1-31 0 0,0 1-1 0 0,0 0 0 0 0,-1-1 1 0 0,-1 1-1 0 0,1 1 1 0 0,1 8-1 0 0,-1 2-131 0 0,-1 0 0 0 0,0 23 0 0 0,1 1-2604 0 0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7:28.53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29 14 3681 0 0,'-29'-14'9248'0'0,"29"15"-9129"0"0,4 17 2346 0 0,6 9-1917 0 0,1-1 1 0 0,1 0 0 0 0,2-1 0 0 0,1 0-1 0 0,0-1 1 0 0,2-1 0 0 0,1-1-1 0 0,0 0 1 0 0,2-1 0 0 0,30 25 0 0 0,-43-41-883 0 0,-1 0 1 0 0,1-1 0 0 0,0 0-1 0 0,0 0 1 0 0,0-1 0 0 0,12 4-1 0 0,-16-6 178 0 0,0 0-1 0 0,0 0 1 0 0,0-1-1 0 0,0 1 0 0 0,-1-1 1 0 0,1 0-1 0 0,0 0 0 0 0,0 0 1 0 0,0 0-1 0 0,0 0 0 0 0,0 0 1 0 0,0-1-1 0 0,0 0 1 0 0,0 0-1 0 0,0 0 0 0 0,-1 0 1 0 0,1 0-1 0 0,0 0 0 0 0,-1 0 1 0 0,5-4-1 0 0,4-5-1814 0 0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7:28.71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68 1376 0 0,'0'-6'840'0'0,"0"0"-1"0"0,1 0 1 0 0,-1 1 0 0 0,2-1-1 0 0,-1 0 1 0 0,0 1-1 0 0,1-1 1 0 0,0 1-1 0 0,0 0 1 0 0,4-6 0 0 0,-5 11-588 0 0,-1 0 1 0 0,1 0 0 0 0,0 1-1 0 0,0-1 1 0 0,-1 1 0 0 0,1-1-1 0 0,2 3 1012 0 0,-3-3-1011 0 0,1 1-1 0 0,-1-1 1 0 0,1 1 0 0 0,-1 0-1 0 0,0-1 1 0 0,1 1 0 0 0,-1 0 0 0 0,0 0-1 0 0,1 1 1 0 0,12 22 1913 0 0,-12-20-1775 0 0,41 72 2110 0 0,-37-68-2662 0 0,0 0-1 0 0,1-1 1 0 0,0 1-1 0 0,0-1 1 0 0,0 0-1 0 0,1-1 1 0 0,9 7 0 0 0,-5-9-2983 0 0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7:28.86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0 2304 0 0,'-1'3'201'0'0,"1"0"-201"0"0,1 4 2712 0 0,-1 0-1208 0 0,2 3 1 0 0,1 3-1377 0 0,-2 0-288 0 0,3-3-48 0 0,2-1-16 0 0,0-3 224 0 0,2-3 0 0 0,4 1 0 0 0,1-3 0 0 0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7:29.12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58 2 7834 0 0,'-9'-1'530'0'0,"8"1"-373"0"0,0 0 0 0 0,0 0 0 0 0,0 0 0 0 0,0 0 0 0 0,-1 0 0 0 0,1 0 0 0 0,0 0 0 0 0,0 0 0 0 0,0 0 0 0 0,0 1-1 0 0,0-1 1 0 0,0 0 0 0 0,0 1 0 0 0,0-1 0 0 0,0 1 0 0 0,0-1 0 0 0,0 1 0 0 0,0 0 0 0 0,0-1 0 0 0,1 1 0 0 0,-1 0 0 0 0,0-1 0 0 0,0 1 0 0 0,1 0 0 0 0,-1 0-1 0 0,-1 1 1 0 0,-1 3 136 0 0,0 0 0 0 0,1 0 0 0 0,0 0 0 0 0,-1 0 0 0 0,1 0 0 0 0,1 0 0 0 0,-1 0 0 0 0,1 1 0 0 0,0-1 0 0 0,0 1 0 0 0,1-1 0 0 0,-1 1 0 0 0,1-1 0 0 0,1 1 0 0 0,0 5 0 0 0,2 14 619 0 0,10 45-1 0 0,-3-33-565 0 0,1-1 0 0 0,1 0 0 0 0,2-1 0 0 0,1-1 0 0 0,2 0 1 0 0,2-1-1 0 0,1-1 0 0 0,1 0 0 0 0,40 44 0 0 0,3 4-229 0 0,-45-53-348 0 0,2-1 0 0 0,0-2 0 0 0,1 0 0 0 0,36 28 0 0 0,-49-45-1726 0 0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7:29.60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22 536 4609 0 0,'-1'0'57'0'0,"0"0"1"0"0,1 0-1 0 0,-1 0 0 0 0,0 0 0 0 0,1 0 1 0 0,-1 0-1 0 0,0 0 0 0 0,1 0 0 0 0,-1 0 1 0 0,1 0-1 0 0,-1 0 0 0 0,0-1 0 0 0,1 1 1 0 0,-1 0-1 0 0,1 0 0 0 0,-1-1 0 0 0,1 1 1 0 0,-1 0-1 0 0,0-1 0 0 0,1 1 1 0 0,-1 0-1 0 0,1-1 0 0 0,0 1 0 0 0,-1-1 1 0 0,1 1-1 0 0,-1-1 0 0 0,1 1 0 0 0,0-1 1 0 0,-1 0-1 0 0,-4-24 1215 0 0,11-35 92 0 0,-4 51-1237 0 0,0-9 177 0 0,2 0 0 0 0,0 1 0 0 0,1-1 0 0 0,1 1 0 0 0,1 1 0 0 0,12-25 0 0 0,-16 35-214 0 0,1 0 0 0 0,-1 0 0 0 0,1 1 0 0 0,0-1 0 0 0,0 1 0 0 0,1 0 0 0 0,-1 0 0 0 0,1 1 0 0 0,0 0 0 0 0,1-1 0 0 0,-1 2-1 0 0,1-1 1 0 0,-1 1 0 0 0,1-1 0 0 0,0 2 0 0 0,0-1 0 0 0,1 1 0 0 0,-1-1 0 0 0,0 2 0 0 0,12-3 0 0 0,-14 5-38 0 0,0-1 1 0 0,0 1-1 0 0,-1 0 0 0 0,1 0 1 0 0,-1 0-1 0 0,1 0 1 0 0,-1 1-1 0 0,1 0 0 0 0,-1-1 1 0 0,0 1-1 0 0,1 0 1 0 0,-1 1-1 0 0,0-1 1 0 0,5 5-1 0 0,-5-3 13 0 0,1-1 0 0 0,-1 0 0 0 0,1-1 0 0 0,0 1 0 0 0,0-1 0 0 0,0 1 0 0 0,0-1 0 0 0,1 0 0 0 0,-1-1 0 0 0,8 3 0 0 0,-11-4-48 0 0,1 0 0 0 0,-1 1-1 0 0,1-1 1 0 0,-1 0 0 0 0,1 0-1 0 0,0 0 1 0 0,-1 0-1 0 0,1 0 1 0 0,-1-1 0 0 0,1 1-1 0 0,-1 0 1 0 0,0-1 0 0 0,1 1-1 0 0,-1-1 1 0 0,1 1-1 0 0,-1-1 1 0 0,0 0 0 0 0,1 1-1 0 0,-1-1 1 0 0,0 0 0 0 0,0 0-1 0 0,2-2 1 0 0,-1 0-2 0 0,0 0 1 0 0,-1 0 0 0 0,1 0-1 0 0,-1-1 1 0 0,0 1 0 0 0,0 0-1 0 0,-1-1 1 0 0,2-4 0 0 0,0-1 26 0 0,2-23 53 0 0,0 0 1 0 0,-2-62-1 0 0,-2 65-314 0 0,0 29 288 0 0,0-1 1 0 0,0 0 0 0 0,0 0 0 0 0,0 0 0 0 0,0 1 0 0 0,0-1 0 0 0,0 0 0 0 0,1 0-1 0 0,-1 1 1 0 0,0-1 0 0 0,1 0 0 0 0,-1 1 0 0 0,0-1 0 0 0,1 0 0 0 0,-1 1 0 0 0,1-1-1 0 0,-1 0 1 0 0,1 1 0 0 0,-1-1 0 0 0,1 1 0 0 0,-1-1 0 0 0,1 1 0 0 0,0-1 0 0 0,-1 1-1 0 0,1 0 1 0 0,0-1 0 0 0,-1 1 0 0 0,1 0 0 0 0,0-1 0 0 0,0 1 0 0 0,-1 0 0 0 0,1 0-1 0 0,0 0 1 0 0,0-1 0 0 0,0 1 0 0 0,-1 0 0 0 0,1 0 0 0 0,0 0 0 0 0,0 0 0 0 0,-1 1-1 0 0,1-1 1 0 0,0 0 0 0 0,0 0 0 0 0,0 0 0 0 0,0 1 0 0 0,4 0 296 0 0,0 1 0 0 0,-1-1 1 0 0,1 1-1 0 0,-1 0 0 0 0,1 0 1 0 0,4 3-1 0 0,4 5-225 0 0,0 1 0 0 0,0 0 1 0 0,-1 1-1 0 0,0 0 0 0 0,-1 1 0 0 0,0 0 0 0 0,-1 1 0 0 0,-1 0 0 0 0,0 1 1 0 0,-1 0-1 0 0,0 0 0 0 0,-1 1 0 0 0,-1 0 0 0 0,4 16 0 0 0,4 26-175 0 0,-2 1-1 0 0,7 96 1 0 0,-16-123 27 0 0,-1-12-238 0 0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7:52.3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2497 1840 0 0,'1'1'112'0'0,"-1"-1"-1"0"0,1 0 0 0 0,0 0 0 0 0,-1 0 0 0 0,1 1 0 0 0,0-1 1 0 0,-1 0-1 0 0,1 1 0 0 0,-1-1 0 0 0,1 0 0 0 0,-1 1 0 0 0,1-1 0 0 0,-1 1 1 0 0,1-1-1 0 0,-1 1 0 0 0,1-1 0 0 0,-1 1 0 0 0,1-1 0 0 0,-1 1 1 0 0,0-1-1 0 0,1 2 0 0 0,-1-1 39 0 0,0-1-1 0 0,1 1 1 0 0,-1-1-1 0 0,0 1 1 0 0,0-1-1 0 0,1 1 1 0 0,-1-1 0 0 0,0 0-1 0 0,1 1 1 0 0,-1-1-1 0 0,0 1 1 0 0,1-1-1 0 0,-1 0 1 0 0,0 1 0 0 0,1-1-1 0 0,-1 0 1 0 0,1 1-1 0 0,-1-1 1 0 0,1 0-1 0 0,-1 0 1 0 0,1 1-1 0 0,-1-1 1 0 0,1 0 0 0 0,-1 0-1 0 0,1 0 1 0 0,-1 0-1 0 0,1 0 1 0 0,0 0-1 0 0,-1 0 1 0 0,1 0 0 0 0,-1 0-1 0 0,1 0 1 0 0,-1 0-1 0 0,1 0 1 0 0,-1 0-1 0 0,1 0 1 0 0,-1 0 0 0 0,1-1-1 0 0,-1 1 1 0 0,1 0-1 0 0,-1 0 1 0 0,1-1-1 0 0,-1 1 1 0 0,1 0 0 0 0,-1-1-1 0 0,1 0 1 0 0,12-8 129 0 0,-1-2 1 0 0,-1 0-1 0 0,1 0 0 0 0,-2-1 1 0 0,0-1-1 0 0,0 1 1 0 0,-1-2-1 0 0,-1 1 1 0 0,0-1-1 0 0,9-23 0 0 0,5-19 19 0 0,21-86-1 0 0,-32 100 109 0 0,6-19 93 0 0,13-91 0 0 0,-27 120-502 0 0,0 0 0 0 0,-3 0 1 0 0,0 0-1 0 0,-10-58 0 0 0,-56-242 470 0 0,-12-73 660 0 0,65 309-915 0 0,4 0 0 0 0,3-121 0 0 0,10 147-148 0 0,2 0 0 0 0,4 0 0 0 0,21-79 0 0 0,-28 140-23 0 0,0-1 0 0 0,2 1 0 0 0,-1 0 0 0 0,1 0 0 0 0,0 1 0 0 0,1-1 0 0 0,0 1 0 0 0,0 0 0 0 0,1 1 0 0 0,0-1 0 0 0,12-9 0 0 0,-10 9 5 0 0,1 1 0 0 0,0 0 0 0 0,1 0 0 0 0,-1 1 0 0 0,1 1 0 0 0,0 0 0 0 0,1 0 0 0 0,-1 1 0 0 0,15-3 0 0 0,-18 5-33 0 0,0 0 0 0 0,0 1 0 0 0,1 0 0 0 0,-1 1 0 0 0,0 0 0 0 0,0 0 0 0 0,0 1 0 0 0,0 0 1 0 0,0 0-1 0 0,0 1 0 0 0,0 0 0 0 0,0 0 0 0 0,0 1 0 0 0,-1 0 0 0 0,1 0 0 0 0,-1 1 0 0 0,0 0 0 0 0,0 0 0 0 0,0 1 0 0 0,-1 0 0 0 0,1 0 0 0 0,-1 0 0 0 0,0 1 0 0 0,-1 0 0 0 0,0 0 0 0 0,0 1 0 0 0,0-1 0 0 0,0 1 0 0 0,-1 0 0 0 0,0 0 0 0 0,-1 1 0 0 0,0-1 0 0 0,0 1 0 0 0,3 9 0 0 0,26 162 123 0 0,-28-167-128 0 0,0 1-1 0 0,1-1 0 0 0,1 1 0 0 0,11 16 1 0 0,-9-15 1 0 0,0 1 0 0 0,8 22 0 0 0,-2 14-9 0 0,-12-42 0 0 0,0 1 0 0 0,0-1 0 0 0,1 1 0 0 0,0-1 0 0 0,1 0 0 0 0,0 0 0 0 0,0 0 0 0 0,1-1 0 0 0,0 0 0 0 0,1 1 0 0 0,8 8 0 0 0,-12-14 3 0 0,0 0 0 0 0,1-1 0 0 0,-2 2 0 0 0,1-1-1 0 0,0 0 1 0 0,-1 0 0 0 0,1 1 0 0 0,-1-1 0 0 0,0 0 0 0 0,2 8-1 0 0,-3-7 1 0 0,1-1 0 0 0,0 1 0 0 0,0 0-1 0 0,1 0 1 0 0,-1-1 0 0 0,1 1 0 0 0,0-1-1 0 0,0 0 1 0 0,0 1 0 0 0,0-1 0 0 0,3 3-1 0 0,-3-3 1 0 0,0-1 1 0 0,-1 1-1 0 0,0-1 0 0 0,1 1 0 0 0,-1-1 0 0 0,0 1 0 0 0,0 0 0 0 0,-1 0 0 0 0,1 0 0 0 0,0 0 0 0 0,-1-1 0 0 0,0 1 1 0 0,0 0-1 0 0,1 0 0 0 0,-2 0 0 0 0,1 0 0 0 0,0 0 0 0 0,-2 5 0 0 0,1-5 5 0 0,1 1 0 0 0,-1-1 1 0 0,1 1-1 0 0,0 0 0 0 0,0-1 0 0 0,0 1 0 0 0,1-1 1 0 0,-1 1-1 0 0,1-1 0 0 0,0 1 0 0 0,0-1 0 0 0,0 1 0 0 0,0-1 1 0 0,3 5-1 0 0,7 9 18 0 0,-1 1-1 0 0,9 21 1 0 0,7 13 35 0 0,-18-35-42 0 0,-1-1 0 0 0,0 1-1 0 0,-1 0 1 0 0,-1 1 0 0 0,0 0-1 0 0,2 22 1 0 0,-6-36-22 0 0,2 8 17 0 0,0 0 0 0 0,1 0-1 0 0,12 23 1 0 0,-11-26-5 0 0,-1 1 0 0 0,0-1 0 0 0,0 1 1 0 0,-1 0-1 0 0,0 0 0 0 0,-1 0 0 0 0,2 11 1 0 0,-3 16 20 0 0,6 54 175 0 0,-6-81-183 0 0,1 0-1 0 0,0 0 1 0 0,1 0-1 0 0,0 0 1 0 0,0-1 0 0 0,8 15-1 0 0,-10-22-18 0 0,0 0-1 0 0,0 0 0 0 0,0 0 1 0 0,1 0-1 0 0,-1 0 0 0 0,1-1 1 0 0,-1 1-1 0 0,1 0 0 0 0,0-1 1 0 0,0 0-1 0 0,-1 1 1 0 0,1-1-1 0 0,0 0 0 0 0,0 0 1 0 0,0 0-1 0 0,1 0 0 0 0,-1 0 1 0 0,0 0-1 0 0,0-1 0 0 0,4 1 1 0 0,-2 0 10 0 0,0-1 0 0 0,0-1 0 0 0,0 1-1 0 0,0-1 1 0 0,0 1 0 0 0,-1-1 0 0 0,1 0 0 0 0,0-1 0 0 0,-1 1 0 0 0,1-1 0 0 0,4-2 0 0 0,8-6 53 0 0,0-1 0 0 0,-1 0 0 0 0,28-27 0 0 0,-36 31-65 0 0,29-26-1 0 0,69-61 0 0 0,-88 80 0 0 0,2 0 0 0 0,0 2 0 0 0,0 0 0 0 0,25-10 0 0 0,-39 20 2 0 0,1 0 0 0 0,-1 0 0 0 0,1 0 0 0 0,0 1 0 0 0,-1 0 0 0 0,1 0 0 0 0,0 1 0 0 0,0-1 0 0 0,0 1 0 0 0,0 0 0 0 0,0 1 0 0 0,0-1 0 0 0,0 1 0 0 0,0 1 0 0 0,-1-1 0 0 0,1 1 0 0 0,0 0 0 0 0,-1 0 0 0 0,1 0 0 0 0,-1 1 0 0 0,0 0 0 0 0,0 0 0 0 0,0 0 0 0 0,0 1 0 0 0,-1 0 0 0 0,1-1 0 0 0,-1 2 0 0 0,0-1 0 0 0,0 0 0 0 0,0 1 0 0 0,4 8 0 0 0,84 149 203 0 0,-60-101-16 0 0,-19-34-153 0 0,-2 0 0 0 0,-1 1-1 0 0,-2 0 1 0 0,10 50-1 0 0,-13-48-5 0 0,2-1 0 0 0,1 1 0 0 0,1-1 0 0 0,18 36 1 0 0,9 8 53 0 0,26 47 0 0 0,-52-103-5 0 0,2 0 0 0 0,0 0 0 0 0,1-1-1 0 0,23 22 1 0 0,-33-35-70 0 0,0-1 0 0 0,0 1-1 0 0,0-1 1 0 0,0 0 0 0 0,0 0-1 0 0,1 0 1 0 0,-1-1 0 0 0,1 1 0 0 0,0-1-1 0 0,-1 1 1 0 0,1-1 0 0 0,0-1-1 0 0,0 1 1 0 0,-1 0 0 0 0,1-1-1 0 0,5 0 1 0 0,-3 0-1 0 0,0-1-1 0 0,0 0 1 0 0,0 0 0 0 0,0-1-1 0 0,0 0 1 0 0,0 0-1 0 0,0 0 1 0 0,0-1 0 0 0,6-3-1 0 0,8-7-137 0 0,-1-1-1 0 0,0-1 0 0 0,-1-1 0 0 0,18-19 0 0 0,-36 35 124 0 0,26-27-553 0 0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7:36.34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49 1062 4145 0 0,'-19'33'2282'0'0,"12"-21"-1722"0"0,1 0-1 0 0,-9 20 1 0 0,15-32-514 0 0,0 0 0 0 0,-1 0 0 0 0,1 0 0 0 0,0 1 1 0 0,0-1-1 0 0,0 0 0 0 0,0 0 0 0 0,0 0 0 0 0,0 0 0 0 0,0 1 0 0 0,0-1 1 0 0,0 0-1 0 0,0 0 0 0 0,0 0 0 0 0,0 1 0 0 0,0-1 0 0 0,0 0 1 0 0,0 0-1 0 0,0 0 0 0 0,0 0 0 0 0,0 1 0 0 0,0-1 0 0 0,0 0 0 0 0,0 0 1 0 0,0 0-1 0 0,0 1 0 0 0,0-1 0 0 0,0 0 0 0 0,0 0 0 0 0,0 0 1 0 0,1 0-1 0 0,-1 0 0 0 0,0 1 0 0 0,0-1 0 0 0,0 0 0 0 0,0 0 0 0 0,0 0 1 0 0,0 0-1 0 0,1 0 0 0 0,-1 0 0 0 0,0 1 0 0 0,0-1 0 0 0,0 0 1 0 0,0 0-1 0 0,1 0 0 0 0,-1 0 0 0 0,0 0 0 0 0,0 0 0 0 0,0 0 0 0 0,0 0 1 0 0,1 0-1 0 0,-1 0 0 0 0,0 0 0 0 0,0 0 0 0 0,0 0 0 0 0,1 0 1 0 0,-1 0-1 0 0,0 0 0 0 0,18-7 1936 0 0,16-17-235 0 0,-28 16-1634 0 0,0 0 1 0 0,-1 0-1 0 0,0 0 1 0 0,0-1 0 0 0,0 0-1 0 0,5-18 1 0 0,14-62-18 0 0,-12 41 146 0 0,-3 1 156 0 0,-2-1-1 0 0,-2 0 0 0 0,-2 0 0 0 0,-4-62 1 0 0,1-8 117 0 0,1 82-224 0 0,1 0-1 0 0,2 0 0 0 0,2 0 1 0 0,1 1-1 0 0,1 0 1 0 0,2 0-1 0 0,24-53 0 0 0,-25 68-275 0 0,-4 7 20 0 0,0 0 0 0 0,2 0 0 0 0,0 0 0 0 0,0 1 0 0 0,1 0 0 0 0,0 0 0 0 0,16-16 0 0 0,-22 26-23 0 0,1 0-1 0 0,-1 0 1 0 0,0 0 0 0 0,1 1-1 0 0,-1-1 1 0 0,1 1-1 0 0,0-1 1 0 0,0 1 0 0 0,0 0-1 0 0,-1 0 1 0 0,1 0-1 0 0,0 0 1 0 0,0 1 0 0 0,0-1-1 0 0,0 1 1 0 0,0 0-1 0 0,0 0 1 0 0,0 0 0 0 0,1 0-1 0 0,-1 0 1 0 0,0 1-1 0 0,0-1 1 0 0,0 1 0 0 0,-1 0-1 0 0,1 0 1 0 0,0 0-1 0 0,0 0 1 0 0,0 0 0 0 0,-1 1-1 0 0,1 0 1 0 0,3 2-1 0 0,5 5 72 0 0,1 1 0 0 0,-1 1-1 0 0,-1 0 1 0 0,0 0-1 0 0,10 15 1 0 0,2 3-20 0 0,-9-13-61 0 0,-1 0 1 0 0,0 1-1 0 0,-2 1 1 0 0,0 0-1 0 0,14 36 1 0 0,24 101 26 0 0,-35-104-19 0 0,32 78 0 0 0,-41-120 11 0 0,1 0 1 0 0,0 0 0 0 0,0-1 0 0 0,1 0 0 0 0,0 0 0 0 0,0 0-1 0 0,1-1 1 0 0,0 0 0 0 0,0 0 0 0 0,0-1 0 0 0,1 0-1 0 0,0 0 1 0 0,1 0 0 0 0,-1-1 0 0 0,1-1 0 0 0,0 0 0 0 0,0 0-1 0 0,0 0 1 0 0,1-1 0 0 0,-1-1 0 0 0,1 1 0 0 0,0-2 0 0 0,-1 1-1 0 0,1-1 1 0 0,13-1 0 0 0,-12 0-5 0 0,1-1-1 0 0,0 0 1 0 0,-1-1-1 0 0,0 0 1 0 0,1-1-1 0 0,-1 0 1 0 0,0-1 0 0 0,0 0-1 0 0,0-1 1 0 0,-1 0-1 0 0,0 0 1 0 0,0-2 0 0 0,0 1-1 0 0,-1-1 1 0 0,0 0-1 0 0,0-1 1 0 0,-1 0 0 0 0,0 0-1 0 0,0-1 1 0 0,-1 0-1 0 0,8-12 1 0 0,-5 5-5 0 0,-2 1 19 0 0,0 0 1 0 0,2 0-1 0 0,0 1 0 0 0,1 0 0 0 0,0 1 0 0 0,0 0 0 0 0,2 1 1 0 0,0 1-1 0 0,15-12 0 0 0,-24 20-23 0 0,0 0 0 0 0,1 1 0 0 0,-1 0 0 0 0,1 0 0 0 0,-1 0 0 0 0,1 0 0 0 0,9-2 0 0 0,-12 4-6 0 0,0 0 1 0 0,-1 0-1 0 0,1 0 0 0 0,0 1 1 0 0,0-1-1 0 0,-1 0 1 0 0,1 1-1 0 0,0-1 0 0 0,-1 1 1 0 0,1-1-1 0 0,-1 1 0 0 0,1 0 1 0 0,0 0-1 0 0,-1 0 1 0 0,0 0-1 0 0,1 0 0 0 0,-1 0 1 0 0,1 0-1 0 0,-1 0 0 0 0,0 1 1 0 0,0-1-1 0 0,0 1 0 0 0,0-1 1 0 0,0 0-1 0 0,0 1 1 0 0,1 2-1 0 0,75 143 62 0 0,-20-32-64 0 0,11 18 0 0 0,-49-102 0 0 0,31 37 0 0 0,-47-64 3 0 0,6 6 107 0 0,0 1 1 0 0,-1 0-1 0 0,0 1 0 0 0,11 22 1 0 0,-14-25-45 0 0,0 0 0 0 0,1-1 0 0 0,0 0 0 0 0,0 0 0 0 0,14 13 0 0 0,11 13-7450 0 0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7:37.31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1 111 2304 0 0,'0'-13'13347'0'0,"8"14"-13013"0"0,1 0-1 0 0,0 0 1 0 0,0-1-1 0 0,0 0 1 0 0,0 0-1 0 0,15-4 1 0 0,60-17 993 0 0,-13 3-513 0 0,157-18-29 0 0,-186 33-716 0 0,0 1 1 0 0,0 2-1 0 0,63 8 1 0 0,-55 0 97 0 0,188 22 947 0 0,-173-25-712 0 0,110-6-1 0 0,-107-4-334 0 0,20 0 65 0 0,148-28 0 0 0,-231 32-309 0 0,-1 0 0 0 0,1-1 0 0 0,-1 1 0 0 0,0-1 0 0 0,0 0 0 0 0,1-1 0 0 0,-1 1 0 0 0,-1-1 0 0 0,6-3 0 0 0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7:38.1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12 173 7370 0 0,'-1'-2'140'0'0,"-1"0"1"0"0,1 0 0 0 0,0-1 0 0 0,0 1 0 0 0,0 0 0 0 0,0 0-1 0 0,0-1 1 0 0,0 1 0 0 0,1 0 0 0 0,-1-1 0 0 0,1 1-1 0 0,-1-1 1 0 0,1 1 0 0 0,0-1 0 0 0,0 1 0 0 0,0-1 0 0 0,1 1-1 0 0,-1-1 1 0 0,0 1 0 0 0,1 0 0 0 0,0-1 0 0 0,-1 1 0 0 0,1 0-1 0 0,0-1 1 0 0,0 1 0 0 0,0 0 0 0 0,1 0 0 0 0,-1 0 0 0 0,2-3-1 0 0,4-5 371 0 0,0 0 1 0 0,1 0-1 0 0,0 0 0 0 0,12-10 0 0 0,-16 15-246 0 0,1 1-1 0 0,0 0 1 0 0,0 1 0 0 0,0-1 0 0 0,0 1 0 0 0,1 0 0 0 0,-1 0-1 0 0,1 1 1 0 0,-1-1 0 0 0,1 1 0 0 0,0 1 0 0 0,7-2 0 0 0,-11 2-249 0 0,1 1 1 0 0,0 0 0 0 0,-1 0-1 0 0,1 1 1 0 0,0-1 0 0 0,-1 0-1 0 0,1 1 1 0 0,-1 0-1 0 0,1-1 1 0 0,0 1 0 0 0,-1 0-1 0 0,0 0 1 0 0,1 1 0 0 0,-1-1-1 0 0,0 0 1 0 0,1 1 0 0 0,-1-1-1 0 0,0 1 1 0 0,0 0-1 0 0,0 0 1 0 0,0 0 0 0 0,-1 0-1 0 0,1 0 1 0 0,0 0 0 0 0,-1 0-1 0 0,0 1 1 0 0,1-1 0 0 0,-1 0-1 0 0,2 6 1 0 0,4 12 90 0 0,-1 0 1 0 0,0 1 0 0 0,-2-1-1 0 0,4 41 1 0 0,5 25 298 0 0,-13-85-387 0 0,1 0 0 0 0,-1-1 0 0 0,0 1 0 0 0,0 0 0 0 0,0 0 0 0 0,0-1 0 0 0,1 1 0 0 0,-1-1 0 0 0,0 1 0 0 0,1 0 0 0 0,-1-1 0 0 0,0 1 0 0 0,1-1 0 0 0,-1 1 0 0 0,1 0 0 0 0,-1-1 0 0 0,1 1 0 0 0,-1-1 0 0 0,1 0 0 0 0,-1 1 1 0 0,1-1-1 0 0,0 1 0 0 0,-1-1 0 0 0,1 0 0 0 0,-1 0 0 0 0,1 1 0 0 0,0-1 0 0 0,1 0 0 0 0,-1 0 0 0 0,1 0 1 0 0,-1 0-1 0 0,1 0 1 0 0,0-1-1 0 0,-1 1 1 0 0,1 0 0 0 0,-1-1-1 0 0,1 0 1 0 0,-1 1-1 0 0,1-1 1 0 0,-1 0-1 0 0,2-1 1 0 0,41-36 37 0 0,-38 32-56 0 0,5-5-11 0 0,0 1 0 0 0,1 1 0 0 0,20-13 0 0 0,-29 20 9 0 0,-1 0-1 0 0,1 1 0 0 0,0-1 1 0 0,0 1-1 0 0,0 0 0 0 0,0 0 1 0 0,1 0-1 0 0,-1 0 0 0 0,0 0 1 0 0,0 1-1 0 0,0-1 0 0 0,1 1 1 0 0,-1 0-1 0 0,0 0 0 0 0,1 0 1 0 0,-1 1-1 0 0,0-1 0 0 0,0 1 1 0 0,1 0-1 0 0,-1 0 0 0 0,0 0 1 0 0,0 0-1 0 0,3 2 0 0 0,-3-1 13 0 0,-1 0 0 0 0,0 0 0 0 0,0 0 0 0 0,0 1 0 0 0,0-1 0 0 0,0 1 0 0 0,0-1 0 0 0,-1 1 0 0 0,1 0 0 0 0,-1 0 0 0 0,0 0 0 0 0,0-1 0 0 0,0 1-1 0 0,0 0 1 0 0,0 0 0 0 0,-1 1 0 0 0,0-1 0 0 0,1 0 0 0 0,-1 0 0 0 0,0 0 0 0 0,-1 3 0 0 0,1 11 91 0 0,-2-1 0 0 0,-5 25 0 0 0,6-38-97 0 0,-7 37-10 0 0,-4 16-516 0 0,7-19-5119 0 0,5-22-476 0 0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7:38.6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353 181 5985 0 0,'-23'-1'676'0'0,"0"0"-1"0"0,1 1 1 0 0,-1 2-1 0 0,0 0 1 0 0,-43 11-1 0 0,58-11-430 0 0,0 1 0 0 0,0 0 0 0 0,0 0 0 0 0,1 1 0 0 0,-1 0 0 0 0,1 0 0 0 0,0 1 0 0 0,0 0 0 0 0,1 0 0 0 0,-1 1 0 0 0,1 0 0 0 0,0 0 0 0 0,1 0 0 0 0,-1 1 0 0 0,1-1 0 0 0,1 1 0 0 0,-1 1 0 0 0,1-1 0 0 0,-4 10 0 0 0,1 3 45 0 0,0 1 0 0 0,2 0 1 0 0,0 1-1 0 0,-2 24 0 0 0,-2 90 167 0 0,9-116-358 0 0,-2 38 77 0 0,2 0-1 0 0,3 1 1 0 0,3-1 0 0 0,2-1 0 0 0,2 1-1 0 0,3-1 1 0 0,3-1 0 0 0,24 59 0 0 0,-30-95-170 0 0,2-1 0 0 0,0 0 0 0 0,1 0 0 0 0,1-1 0 0 0,0-1 0 0 0,1-1 0 0 0,1 0 0 0 0,1-1 0 0 0,0 0 0 0 0,35 21 0 0 0,-40-28 1 0 0,0-1-1 0 0,0-1 1 0 0,0 0-1 0 0,0-1 0 0 0,1 0 1 0 0,0-1-1 0 0,0 0 1 0 0,1-1-1 0 0,-1-1 0 0 0,0 0 1 0 0,1-1-1 0 0,-1 0 1 0 0,1-1-1 0 0,0-1 1 0 0,-1 0-1 0 0,1 0 0 0 0,25-8 1 0 0,-16 2 159 0 0,-1-1 1 0 0,0-2-1 0 0,-1 0 0 0 0,0-1 1 0 0,-1 0-1 0 0,0-2 0 0 0,-1-1 1 0 0,-1 0-1 0 0,29-29 0 0 0,-18 12 157 0 0,-2-1 0 0 0,-1-1-1 0 0,-1-1 1 0 0,-2-1 0 0 0,-2-1 0 0 0,33-74-1 0 0,-32 52-199 0 0,-1-1 0 0 0,-4-1-1 0 0,-2 0 1 0 0,8-68 0 0 0,-18 91-30 0 0,-3-1 1 0 0,-1 0-1 0 0,-1 1 1 0 0,-2-1-1 0 0,-12-61 0 0 0,9 76-61 0 0,-1-1 0 0 0,-1 1 0 0 0,-1 1 0 0 0,0 0 0 0 0,-2 0 0 0 0,-1 0-1 0 0,-1 1 1 0 0,0 1 0 0 0,-2 0 0 0 0,-15-18 0 0 0,23 32-41 0 0,0 1 1 0 0,0-1 0 0 0,0 1-1 0 0,0 0 1 0 0,-1 0-1 0 0,0 1 1 0 0,0 0-1 0 0,0 0 1 0 0,0 1 0 0 0,-1 0-1 0 0,0 0 1 0 0,1 1-1 0 0,-1 0 1 0 0,0 0-1 0 0,0 1 1 0 0,0 0 0 0 0,0 0-1 0 0,0 1 1 0 0,0 0-1 0 0,0 0 1 0 0,0 1-1 0 0,0 0 1 0 0,0 1 0 0 0,0 0-1 0 0,0 0 1 0 0,-8 3-1 0 0,9-2-580 0 0,1 1 0 0 0,-1-1 0 0 0,1 1 0 0 0,0 0-1 0 0,1 0 1 0 0,-1 1 0 0 0,1 0 0 0 0,0 0 0 0 0,0 0 0 0 0,0 0-1 0 0,-7 13 1 0 0,-5 11-6659 0 0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7:39.18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294 75 3209 0 0,'-1'-4'289'0'0,"-1"0"0"0"0,0-1 1 0 0,1 1-1 0 0,-1 0 1 0 0,-1 0-1 0 0,1 1 1 0 0,0-1-1 0 0,-1 0 0 0 0,0 1 1 0 0,0 0-1 0 0,0-1 1 0 0,0 1-1 0 0,-1 0 0 0 0,1 1 1 0 0,-1-1-1 0 0,0 1 1 0 0,1-1-1 0 0,-1 1 0 0 0,0 0 1 0 0,-1 1-1 0 0,1-1 1 0 0,0 1-1 0 0,0-1 0 0 0,-1 1 1 0 0,-5 0-1 0 0,5 0 186 0 0,-1 1 0 0 0,1 0-1 0 0,0 1 1 0 0,-1-1 0 0 0,1 1 0 0 0,0 0-1 0 0,0 0 1 0 0,-1 1 0 0 0,1-1 0 0 0,0 1-1 0 0,-6 4 1 0 0,5-3-339 0 0,1 0-1 0 0,0 1 0 0 0,0-1 1 0 0,0 1-1 0 0,1 1 1 0 0,-7 5-1 0 0,-1 6 123 0 0,1 0 0 0 0,1 1-1 0 0,0 1 1 0 0,1 0 0 0 0,1 0-1 0 0,1 0 1 0 0,0 1-1 0 0,2 0 1 0 0,0 1 0 0 0,1-1-1 0 0,0 1 1 0 0,2-1 0 0 0,1 1-1 0 0,0 0 1 0 0,4 33 0 0 0,-3-51-258 0 0,0 1 1 0 0,0-1-1 0 0,1 0 1 0 0,-1 1 0 0 0,1-1-1 0 0,0 0 1 0 0,0 1 0 0 0,-1-1-1 0 0,1 0 1 0 0,1 0-1 0 0,-1 0 1 0 0,0 0 0 0 0,0 0-1 0 0,1 0 1 0 0,-1 0-1 0 0,1-1 1 0 0,0 1 0 0 0,-1 0-1 0 0,1-1 1 0 0,0 1 0 0 0,3 1-1 0 0,-4-3-7 0 0,1 1 1 0 0,0-1-1 0 0,0 0 0 0 0,0 1 0 0 0,0-1 0 0 0,0 0 1 0 0,0 0-1 0 0,0 0 0 0 0,0 0 0 0 0,-1-1 1 0 0,1 1-1 0 0,0 0 0 0 0,0-1 0 0 0,0 0 1 0 0,0 1-1 0 0,-1-1 0 0 0,1 0 0 0 0,0 0 0 0 0,0 0 1 0 0,-1 0-1 0 0,1 0 0 0 0,-1 0 0 0 0,1 0 1 0 0,-1 0-1 0 0,1-1 0 0 0,1-2 0 0 0,5-4-78 0 0,-1-1 0 0 0,0 0 0 0 0,0-1 0 0 0,-1 0 0 0 0,0 0 0 0 0,6-15 0 0 0,22-71-525 0 0,0 1 183 0 0,-30 88 503 0 0,-2 0-60 0 0,1 1 1 0 0,1-1-1 0 0,-1 1 1 0 0,1-1-1 0 0,9-9 1 0 0,-12 15 3 0 0,0 0 1 0 0,0 0-1 0 0,0 0 0 0 0,0 0 1 0 0,0 0-1 0 0,0 1 1 0 0,0-1-1 0 0,1 0 1 0 0,-1 1-1 0 0,0-1 0 0 0,0 1 1 0 0,1 0-1 0 0,-1-1 1 0 0,0 1-1 0 0,1 0 0 0 0,-1 0 1 0 0,0 0-1 0 0,1-1 1 0 0,-1 1-1 0 0,0 1 0 0 0,1-1 1 0 0,-1 0-1 0 0,0 0 1 0 0,1 0-1 0 0,-1 1 0 0 0,0-1 1 0 0,0 1-1 0 0,1-1 1 0 0,-1 1-1 0 0,0 0 0 0 0,0-1 1 0 0,0 1-1 0 0,0 0 1 0 0,1 0-1 0 0,-1 0 1 0 0,0-1-1 0 0,-1 1 0 0 0,3 2 1 0 0,7 8 174 0 0,-1 0 0 0 0,0 0 1 0 0,0 1-1 0 0,-1 0 1 0 0,-1 1-1 0 0,0 0 0 0 0,-1 0 1 0 0,0 0-1 0 0,6 24 0 0 0,-4-9-114 0 0,-2-1 0 0 0,-1 1 0 0 0,-1 0 0 0 0,0 28 0 0 0,-4-39-1 0 0,0-1 0 0 0,-1 0 0 0 0,-5 21 1 0 0,6-33-82 0 0,-1 0 1 0 0,0 0 0 0 0,0 1-1 0 0,0-1 1 0 0,-1 0 0 0 0,1 0 0 0 0,-1-1-1 0 0,0 1 1 0 0,0 0 0 0 0,-1-1 0 0 0,1 1-1 0 0,-1-1 1 0 0,1 0 0 0 0,-1 1-1 0 0,0-1 1 0 0,0-1 0 0 0,-6 5 0 0 0,-2-5-1859 0 0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7:39.54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19 328 9674 0 0,'1'0'110'0'0,"-1"0"-1"0"0,1 0 0 0 0,0 0 1 0 0,-1 0-1 0 0,1 0 1 0 0,-1 0-1 0 0,1-1 1 0 0,-1 1-1 0 0,1 0 0 0 0,-1 0 1 0 0,1-1-1 0 0,-1 1 1 0 0,1 0-1 0 0,-1-1 1 0 0,0 1-1 0 0,1 0 1 0 0,-1-1-1 0 0,1 1 0 0 0,-1-1 1 0 0,0 1-1 0 0,1-1 1 0 0,-1 1-1 0 0,0-1 1 0 0,0 1-1 0 0,1-1 0 0 0,-1 0 1 0 0,14-18 1464 0 0,-8 9-890 0 0,-1-1-1 0 0,0 0 1 0 0,-1-1-1 0 0,6-20 1 0 0,-7 17-605 0 0,0 0 0 0 0,-1 0 1 0 0,-1-1-1 0 0,0 1 0 0 0,-1-1 0 0 0,-1 1 1 0 0,0 0-1 0 0,-1 0 0 0 0,-1-1 0 0 0,0 1 1 0 0,-6-15-1 0 0,9 29-77 0 0,0 0 0 0 0,0 0 0 0 0,-1-1-1 0 0,1 1 1 0 0,0 0 0 0 0,-1 0 0 0 0,1 0 0 0 0,-1 0 0 0 0,0-1-1 0 0,1 1 1 0 0,-1 0 0 0 0,0 0 0 0 0,1 0 0 0 0,-1 1 0 0 0,0-1-1 0 0,0 0 1 0 0,0 0 0 0 0,0 0 0 0 0,0 1 0 0 0,0-1 0 0 0,0 0 0 0 0,0 1-1 0 0,-1-1 1 0 0,1 1 0 0 0,0-1 0 0 0,0 1 0 0 0,0 0 0 0 0,0-1-1 0 0,-1 1 1 0 0,1 0 0 0 0,-2 0 0 0 0,1 1 5 0 0,0 0-1 0 0,0 0 1 0 0,0 0 0 0 0,1 0-1 0 0,-1 0 1 0 0,1 0 0 0 0,-1 1-1 0 0,0-1 1 0 0,1 1-1 0 0,0-1 1 0 0,-1 1 0 0 0,1-1-1 0 0,0 1 1 0 0,0 0 0 0 0,0 0-1 0 0,0 0 1 0 0,0 0 0 0 0,0 3-1 0 0,-2 2 101 0 0,1 0-1 0 0,0 1 0 0 0,1 0 0 0 0,0-1 1 0 0,0 1-1 0 0,1-1 0 0 0,0 1 0 0 0,0 0 1 0 0,1-1-1 0 0,0 1 0 0 0,0 0 0 0 0,1-1 0 0 0,4 14 1 0 0,0-4 72 0 0,1 0 0 0 0,1 0 0 0 0,0-1 0 0 0,18 27 1 0 0,-23-39-167 0 0,0-1 0 0 0,-1 1 0 0 0,2 0 0 0 0,-1-1 0 0 0,0 1 0 0 0,1-1 0 0 0,-1 0 0 0 0,1 0 0 0 0,0 0 0 0 0,0-1 0 0 0,0 1 0 0 0,1-1 1 0 0,-1 0-1 0 0,0 0 0 0 0,1-1 0 0 0,-1 1 0 0 0,1-1 0 0 0,0 0 0 0 0,-1 0 0 0 0,8 0 0 0 0,-6-2-82 0 0,0 1-1 0 0,-1-1 1 0 0,1 0-1 0 0,0 0 1 0 0,-1-1-1 0 0,1 0 1 0 0,-1 0-1 0 0,1 0 1 0 0,-1-1-1 0 0,0 1 1 0 0,0-1-1 0 0,0 0 1 0 0,0-1-1 0 0,-1 1 1 0 0,1-1-1 0 0,6-8 1 0 0,0 0-254 0 0,-2 0 1 0 0,1-1-1 0 0,-1-1 1 0 0,-1 1-1 0 0,-1-1 1 0 0,8-19-1 0 0,5-20-4973 0 0,-10 23-166 0 0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7:39.78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47 1 1376 0 0,'-46'43'15643'0'0,"46"-42"-15090"0"0,0 1-1 0 0,0-1 1 0 0,-1 0-1 0 0,1 0 1 0 0,0 1 0 0 0,0-1-1 0 0,1 0 1 0 0,-1 1-1 0 0,0-1 1 0 0,1 3-1 0 0,13 17-996 0 0,59 53 1938 0 0,39 44-520 0 0,20 66-554 0 0,-48-62-628 0 0,-81-117 133 0 0,2 3-337 0 0,1 0-1 0 0,0 0 1 0 0,1 0-1 0 0,0-1 1 0 0,0 0-1 0 0,0 0 1 0 0,13 8-1 0 0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7:39.98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33 224 7370 0 0,'-1'1'172'0'0,"0"-1"0"0"0,0 0 1 0 0,0 1-1 0 0,0-1 0 0 0,0 0 1 0 0,0 0-1 0 0,0 1 0 0 0,0-1 1 0 0,0 0-1 0 0,0 0 0 0 0,0 0 1 0 0,0 0-1 0 0,0 0 0 0 0,0-1 1 0 0,0 1-1 0 0,0 0 0 0 0,0 0 1 0 0,0-1-1 0 0,0 1 0 0 0,0 0 1 0 0,0-1-1 0 0,0 1 0 0 0,1-1 1 0 0,-1 1-1 0 0,0-1 0 0 0,0 0 1 0 0,0 1-1 0 0,-1-2 0 0 0,2 0 26 0 0,-1 1-1 0 0,0-1 0 0 0,1 0 0 0 0,-1 0 0 0 0,1 0 0 0 0,0 0 1 0 0,-1 1-1 0 0,1-1 0 0 0,0 0 0 0 0,0 0 0 0 0,0 0 0 0 0,0 0 1 0 0,1 0-1 0 0,0-2 0 0 0,1-7 181 0 0,1 1 0 0 0,0 0 0 0 0,1-1 1 0 0,7-12-1 0 0,-6 13-513 0 0,1 0-1 0 0,0 0 1 0 0,1 1 0 0 0,0 0 0 0 0,1 0 0 0 0,-1 1 0 0 0,2 0 0 0 0,-1 0-1 0 0,1 1 1 0 0,0 0 0 0 0,16-9 0 0 0,0 3-512 0 0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7:41.10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116 18 9674 0 0,'-1'-1'235'0'0,"0"-1"-1"0"0,0 1 1 0 0,0 0-1 0 0,-1-1 1 0 0,1 1 0 0 0,0 0-1 0 0,-1 0 1 0 0,1 0 0 0 0,-1 0-1 0 0,1 0 1 0 0,-1 0-1 0 0,0 1 1 0 0,1-1 0 0 0,-1 0-1 0 0,0 1 1 0 0,0-1-1 0 0,0 1 1 0 0,1 0 0 0 0,-1 0-1 0 0,0-1 1 0 0,0 1-1 0 0,0 0 1 0 0,1 0 0 0 0,-1 1-1 0 0,0-1 1 0 0,0 0-1 0 0,0 1 1 0 0,1-1 0 0 0,-1 1-1 0 0,0-1 1 0 0,1 1-1 0 0,-1 0 1 0 0,0 0 0 0 0,1 0-1 0 0,-1 0 1 0 0,1 0-1 0 0,-1 0 1 0 0,1 0 0 0 0,0 1-1 0 0,-1-1 1 0 0,-1 3 0 0 0,-2 2-42 0 0,1 0 0 0 0,0 1 0 0 0,0-1 0 0 0,1 1 0 0 0,0 0 0 0 0,0 0 1 0 0,0 0-1 0 0,-2 14 0 0 0,-1 8 25 0 0,3 0 1 0 0,0 1-1 0 0,2-1 1 0 0,3 47-1 0 0,0-57-177 0 0,1 0 0 0 0,0 0-1 0 0,1 0 1 0 0,1 0 0 0 0,1-1 0 0 0,1 0-1 0 0,0 0 1 0 0,11 17 0 0 0,-16-31-23 0 0,0 0 0 0 0,1 0 0 0 0,-1 0 0 0 0,1-1 1 0 0,0 1-1 0 0,1-1 0 0 0,-1 0 0 0 0,0 0 0 0 0,1 0 0 0 0,0 0 0 0 0,-1-1 1 0 0,1 1-1 0 0,0-1 0 0 0,0 0 0 0 0,1 0 0 0 0,-1 0 0 0 0,0-1 0 0 0,1 0 1 0 0,-1 0-1 0 0,1 0 0 0 0,-1 0 0 0 0,1-1 0 0 0,-1 1 0 0 0,1-1 0 0 0,0 0 1 0 0,-1-1-1 0 0,1 1 0 0 0,-1-1 0 0 0,1 0 0 0 0,-1 0 0 0 0,9-3 0 0 0,-1-1 46 0 0,0 0 0 0 0,-1-1-1 0 0,1 0 1 0 0,-1-1-1 0 0,-1 0 1 0 0,1-1 0 0 0,-1 0-1 0 0,-1-1 1 0 0,1 0 0 0 0,9-13-1 0 0,20-30 219 0 0,37-65-1 0 0,-18 25-7808 0 0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7:41.68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243 662 6913 0 0,'-31'26'336'0'0,"0"1"-1"0"0,-36 41 0 0 0,17-11 2563 0 0,44-49-2277 0 0,-51 53 7024 0 0,142-162-6116 0 0,-23 22-1056 0 0,7 0-322 0 0,99-109 662 0 0,-124 144-521 0 0,2 2-1 0 0,54-39 1 0 0,146-121 877 0 0,-233 192-955 0 0,1 0-1 0 0,0 0 1 0 0,28-13-1 0 0,6-3-7515 0 0,-28 13-285 0 0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8:00.17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 14 8754 0 0,'-6'-13'5717'0'0,"141"543"-2137"0"0,-130-515-3892 0 0,22 63 1477 0 0,-6-42-2196 0 0,-18-33 461 0 0,-1 0 0 0 0,1 0 0 0 0,0 0 0 0 0,-1-1-1 0 0,1 1 1 0 0,1-1 0 0 0,4 3 0 0 0,8 2-5156 0 0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8:00.55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78 1376 0 0,'19'-50'2351'0'0,"-17"47"-1699"0"0,-1 0-1 0 0,1 0 1 0 0,0 0 0 0 0,0 0-1 0 0,0 0 1 0 0,1 0 0 0 0,3-3 0 0 0,-6 6-424 0 0,1 0 0 0 0,0 0 1 0 0,-1 0-1 0 0,1-1 1 0 0,0 1-1 0 0,-1 0 0 0 0,1 0 1 0 0,0 0-1 0 0,0 1 1 0 0,-1-1-1 0 0,1 0 0 0 0,-1 0 1 0 0,1 0-1 0 0,0 0 1 0 0,-1 1-1 0 0,1-1 0 0 0,4 4 2056 0 0,-4-4-2055 0 0,0 2-1 0 0,17 20 1523 0 0,-12-15-1102 0 0,35 37-112 0 0,2-2 1 0 0,2-2-1 0 0,1-3 1 0 0,2-1-1 0 0,88 50 1 0 0,-95-71-2781 0 0,-40-14 2099 0 0,0-1-1 0 0,0 1 1 0 0,1-1-1 0 0,-1 0 1 0 0,0 0-1 0 0,1 1 0 0 0,-1-1 1 0 0,0 0-1 0 0,1 0 1 0 0,-1 0-1 0 0,1-1 1 0 0,-1 1-1 0 0,0 0 0 0 0,0 0 1 0 0,1-1-1 0 0,-1 1 1 0 0,0-1-1 0 0,1 1 1 0 0,-1-1-1 0 0,0 0 0 0 0,0 1 1 0 0,0-1-1 0 0,0 0 1 0 0,0 0-1 0 0,0 0 1 0 0,0 1-1 0 0,0-1 0 0 0,2-2 1 0 0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8:00.7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66 199 4145 0 0,'-3'1'97'0'0,"0"0"0"0"0,0 0 0 0 0,1 0 0 0 0,-1 0 0 0 0,0-1 0 0 0,0 1 1 0 0,0-1-1 0 0,0 0 0 0 0,0 0 0 0 0,0 0 0 0 0,0 0 0 0 0,0 0 0 0 0,1 0 0 0 0,-1-1 0 0 0,0 0 0 0 0,-4-1 0 0 0,7 2 33 0 0,-1-1-1 0 0,0 1 0 0 0,0-1 0 0 0,0 1 0 0 0,0-1 1 0 0,1 0-1 0 0,-1 1 0 0 0,0-1 0 0 0,1 0 1 0 0,-1 0-1 0 0,0 0 0 0 0,1 1 0 0 0,-1-1 0 0 0,1 0 1 0 0,-1 0-1 0 0,1 0 0 0 0,0 0 0 0 0,-1 0 1 0 0,1-1-1 0 0,-1 0 95 0 0,1-1 0 0 0,0 1-1 0 0,0 0 1 0 0,0-1 0 0 0,1 1 0 0 0,-1 0 0 0 0,0 0 0 0 0,1-1 0 0 0,0 1 0 0 0,-1 0-1 0 0,3-4 1 0 0,3-6 456 0 0,0 1-1 0 0,0 0 1 0 0,2 0-1 0 0,-1 0 0 0 0,1 1 1 0 0,11-10-1 0 0,31-29-1078 0 0,-30 31-5070 0 0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6:34.68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13827 0 0,'6'46'6694'0'0,"13"34"-6299"0"0,-5-25-20 0 0,9 62-22 0 0,9 150-1 0 0,-13 122-172 0 0,-18-346-167 0 0,29 242-13 0 0,-10-136 0 0 0,-19-109-125 0 0,-7-21-1078 0 0,6-19 1075 0 0,-1 0 0 0 0,1 1 0 0 0,0-1 0 0 0,0 0 1 0 0,-1 1-1 0 0,1-1 0 0 0,-1 0 0 0 0,1 0 0 0 0,0 1 0 0 0,-1-1 0 0 0,1 0 0 0 0,-1 0 0 0 0,1 0 0 0 0,0 0 0 0 0,-1 1 0 0 0,1-1 0 0 0,-1 0 0 0 0,1 0 1 0 0,-1 0-1 0 0,1 0 0 0 0,0 0 0 0 0,-1 0 0 0 0,1 0 0 0 0,-1 0 0 0 0,1 0 0 0 0,-1 0 0 0 0,1-1 0 0 0,0 1 0 0 0,-1 0 0 0 0,1 0 0 0 0,-1 0 0 0 0,1 0 0 0 0,-1-1 1 0 0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6:35.1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140 194 456 0 0,'-2'-4'62'0'0,"-1"0"0"0"0,1 1-1 0 0,0-1 1 0 0,-1 1 0 0 0,0-1 0 0 0,0 1 0 0 0,0 0-1 0 0,0 0 1 0 0,-1 0 0 0 0,1 0 0 0 0,-1 1 0 0 0,1-1-1 0 0,-1 1 1 0 0,0 0 0 0 0,0 0 0 0 0,0 1 0 0 0,-8-3-1 0 0,-1 0 441 0 0,-23-7 132 0 0,34 10-416 0 0,0 1-1 0 0,0-1 0 0 0,1 0 1 0 0,-1 0-1 0 0,0 0 0 0 0,1 0 0 0 0,-1 0 1 0 0,1 0-1 0 0,-1 0 0 0 0,1 0 1 0 0,0 0-1 0 0,-1-1 0 0 0,1 1 1 0 0,-2-3-1 0 0,3 3-3 0 0,0 0 0 0 0,0 0 0 0 0,0-1 0 0 0,0 1-1 0 0,1 0 1 0 0,-1 0 0 0 0,0 0 0 0 0,0 0 0 0 0,1-1 0 0 0,-1 1 0 0 0,1 0 0 0 0,-1 0 0 0 0,1 0-1 0 0,-1 0 1 0 0,1 0 0 0 0,-1 0 0 0 0,1 0 0 0 0,0 0 0 0 0,0 0 0 0 0,0 0 0 0 0,-1 1 0 0 0,1-1 0 0 0,0 0-1 0 0,0 1 1 0 0,0-1 0 0 0,2 0 0 0 0,28-19 2127 0 0,-30 20-2243 0 0,21-11 308 0 0,0 2 1 0 0,1 0 0 0 0,0 1 0 0 0,0 2 0 0 0,1 0-1 0 0,0 2 1 0 0,0 0 0 0 0,37 0 0 0 0,-32 4-162 0 0,0 2 0 0 0,0 0 0 0 0,0 2 0 0 0,-1 1 1 0 0,1 1-1 0 0,49 19 0 0 0,-73-23-226 0 0,1 0-1 0 0,-1 0 1 0 0,0 1 0 0 0,1 0-1 0 0,-1 0 1 0 0,-1 0 0 0 0,1 1 0 0 0,0-1-1 0 0,-1 1 1 0 0,0 0 0 0 0,0 1-1 0 0,0-1 1 0 0,0 1 0 0 0,-1-1-1 0 0,0 1 1 0 0,0 0 0 0 0,0 1 0 0 0,0-1-1 0 0,-1 0 1 0 0,0 1 0 0 0,0-1-1 0 0,-1 1 1 0 0,1 0 0 0 0,-1-1 0 0 0,0 1-1 0 0,-1 0 1 0 0,1 0 0 0 0,-1 0-1 0 0,0 0 1 0 0,-1 0 0 0 0,0-1 0 0 0,-1 10-1 0 0,-5 15-37 0 0,-1 0-1 0 0,-2-1 1 0 0,0 0-1 0 0,-2-1 0 0 0,-1 0 1 0 0,-1 0-1 0 0,-2-2 1 0 0,-26 35-1 0 0,-5 0 2 0 0,-4-3 0 0 0,-67 61 0 0 0,116-117 59 0 0,-3 3 97 0 0,0 0-1 0 0,0 0 0 0 0,0 0 1 0 0,1 0-1 0 0,-4 8 1 0 0,7-12-119 0 0,1-1 0 0 0,-1 1 0 0 0,1 0 0 0 0,-1 0 1 0 0,1 0-1 0 0,0 0 0 0 0,0 0 0 0 0,-1 0 1 0 0,1-1-1 0 0,0 1 0 0 0,0 0 0 0 0,0 0 1 0 0,0 0-1 0 0,0 0 0 0 0,0 0 0 0 0,0 0 1 0 0,1 0-1 0 0,-1 0 0 0 0,0 0 0 0 0,0 0 1 0 0,1 0-1 0 0,-1 0 0 0 0,0-1 0 0 0,1 1 1 0 0,-1 0-1 0 0,1 0 0 0 0,-1 0 0 0 0,1-1 1 0 0,0 1-1 0 0,-1 0 0 0 0,1-1 0 0 0,0 1 0 0 0,-1 0 1 0 0,1-1-1 0 0,0 1 0 0 0,0-1 0 0 0,-1 1 1 0 0,1-1-1 0 0,0 1 0 0 0,0-1 0 0 0,0 0 1 0 0,0 0-1 0 0,0 1 0 0 0,0-1 0 0 0,1 0 1 0 0,22 7 222 0 0,0-2 0 0 0,0 0 0 0 0,47 1 0 0 0,19 4 6 0 0,99 31 653 0 0,-109-22-2186 0 0,0-2-4636 0 0,-53-12-1217 0 0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6:35.46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 8 7370 0 0,'-1'0'-237'0'0,"-30"-8"11906"0"0,37 23-10492 0 0,27 36 107 0 0,54 87 356 0 0,-73-112-1478 0 0,-2 1-1 0 0,0 0 1 0 0,12 45-1 0 0,13 128 156 0 0,-30-144-580 0 0,3 0-1 0 0,27 89 1 0 0,-24-115-1532 0 0,-2-10-3104 0 0,2-4-2153 0 0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6:35.65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7 339 6449 0 0,'-1'-2'177'0'0,"0"0"-1"0"0,0-1 0 0 0,0 1 0 0 0,0 0 1 0 0,1-1-1 0 0,-1 1 0 0 0,1-1 0 0 0,0 1 1 0 0,-1-1-1 0 0,1 0 0 0 0,0 1 0 0 0,0-1 1 0 0,1 1-1 0 0,-1-1 0 0 0,0 1 1 0 0,1-1-1 0 0,0 1 0 0 0,-1-1 0 0 0,1 1 1 0 0,2-4-1 0 0,3-7 1151 0 0,1 1 0 0 0,12-19 1 0 0,-9 16-746 0 0,2-3-28 0 0,1 0 1 0 0,0 1-1 0 0,1 1 0 0 0,1 0 0 0 0,23-18 1 0 0,-24 23-565 0 0,0 1 1 0 0,0 0 0 0 0,2 1 0 0 0,-1 0-1 0 0,1 1 1 0 0,0 1 0 0 0,0 1-1 0 0,1 0 1 0 0,0 1 0 0 0,0 1-1 0 0,27-4 1 0 0,-15 7-856 0 0,-3 5-260 0 0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6:35.98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1 222 8290 0 0,'2'-1'248'0'0,"0"0"1"0"0,0 0-1 0 0,-1 0 1 0 0,1 0-1 0 0,0 0 1 0 0,0-1-1 0 0,0 1 1 0 0,-1-1-1 0 0,1 1 1 0 0,-1-1-1 0 0,2-2 1 0 0,6-5 619 0 0,131-102 1533 0 0,-121 98-3079 0 0,2 0 0 0 0,-1 1-1 0 0,2 1 1 0 0,-1 1 0 0 0,35-10 0 0 0,-52 18 344 0 0,0 2 0 0 0,0-1 0 0 0,-1 0 1 0 0,1 1-1 0 0,0-1 0 0 0,0 1 0 0 0,0 0 1 0 0,0 0-1 0 0,0 1 0 0 0,0-1 0 0 0,-1 1 1 0 0,1 0-1 0 0,0 0 0 0 0,4 2 0 0 0,-7-2 315 0 0,1 0-1 0 0,-1 0 1 0 0,1 0 0 0 0,-1 0-1 0 0,1 0 1 0 0,-1 1-1 0 0,0-1 1 0 0,0 0-1 0 0,1 1 1 0 0,-1-1 0 0 0,0 1-1 0 0,0-1 1 0 0,-1 1-1 0 0,1 0 1 0 0,0-1 0 0 0,0 1-1 0 0,-1 0 1 0 0,1-1-1 0 0,-1 1 1 0 0,0 0-1 0 0,1 0 1 0 0,-1 0 0 0 0,0-1-1 0 0,0 1 1 0 0,0 0-1 0 0,0 0 1 0 0,-1 0-1 0 0,1-1 1 0 0,0 1 0 0 0,-1 0-1 0 0,0 2 1 0 0,-10 30-63 0 0,-1-2 1 0 0,-2 0-1 0 0,0 0 1 0 0,-31 46-1 0 0,-15 32 1870 0 0,56-103-1144 0 0,1 0-1 0 0,0 1 1 0 0,0 0-1 0 0,0 0 1 0 0,1-1-1 0 0,-1 12 1 0 0,3-17-414 0 0,-1 0 0 0 0,2 0 1 0 0,-1 0-1 0 0,0 0 0 0 0,0 0 1 0 0,1 0-1 0 0,-1 0 1 0 0,1 0-1 0 0,-1 0 0 0 0,1 0 1 0 0,0 0-1 0 0,0-1 0 0 0,0 1 1 0 0,0 0-1 0 0,0-1 0 0 0,0 1 1 0 0,0 0-1 0 0,0-1 0 0 0,1 1 1 0 0,-1-1-1 0 0,1 0 0 0 0,-1 0 1 0 0,1 1-1 0 0,0-1 0 0 0,-1 0 1 0 0,1 0-1 0 0,0 0 0 0 0,0-1 1 0 0,-1 1-1 0 0,1 0 1 0 0,4 0-1 0 0,5 2 109 0 0,0-1-1 0 0,0-1 1 0 0,0 1 0 0 0,0-2 0 0 0,0 0 0 0 0,1 0-1 0 0,-1-1 1 0 0,0 0 0 0 0,0-1 0 0 0,0 0 0 0 0,14-5-1 0 0,47-20-1610 0 0,-8-8-4547 0 0,-35 15-669 0 0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6:36.22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8754 0 0,'-1'5'4543'0'0,"3"12"-1944"0"0,-1-12-1615 0 0,11 196 4484 0 0,34 464-4851 0 0,-44-625-2160 0 0,-3-25 13 0 0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6:36.4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7 169 9674 0 0,'-1'-6'137'0'0,"-1"0"97"0"0,1-1-1 0 0,0 1 1 0 0,0-1-1 0 0,1 1 1 0 0,0-1 0 0 0,0 1-1 0 0,0-1 1 0 0,1 0-1 0 0,0 1 1 0 0,0-1-1 0 0,1 1 1 0 0,0 0 0 0 0,0-1-1 0 0,0 1 1 0 0,6-10-1 0 0,-6 12-43 0 0,0 1-1 0 0,0 0 1 0 0,0 0-1 0 0,1 0 0 0 0,-1 0 1 0 0,0 0-1 0 0,1 0 1 0 0,0 0-1 0 0,0 1 1 0 0,0 0-1 0 0,0-1 1 0 0,0 1-1 0 0,0 0 0 0 0,1 1 1 0 0,-1-1-1 0 0,1 1 1 0 0,-1-1-1 0 0,1 1 1 0 0,-1 0-1 0 0,1 0 1 0 0,0 0-1 0 0,0 1 0 0 0,-1-1 1 0 0,1 1-1 0 0,0 0 1 0 0,0 0-1 0 0,0 1 1 0 0,-1-1-1 0 0,1 1 0 0 0,0 0 1 0 0,0-1-1 0 0,-1 2 1 0 0,1-1-1 0 0,-1 0 1 0 0,1 1-1 0 0,-1 0 1 0 0,0-1-1 0 0,4 4 0 0 0,20 14 195 0 0,-2 1-1 0 0,-1 2 0 0 0,0 0 0 0 0,25 31 1 0 0,-14-15-185 0 0,154 170 286 0 0,-141-149-311 0 0,69 108 0 0 0,-89-122-181 0 0,36 63 235 0 0,-56-91-510 0 0,0 0-1 0 0,-1 0 1 0 0,-1 1 0 0 0,7 28-1 0 0,-12-35-662 0 0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6:36.64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0 187 13827 0 0,'78'-24'5315'0'0,"90"-25"-3965"0"0,-88 25-1094 0 0,149-46-2793 0 0,-175 51 1586 0 0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6:36.91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 0 1376 0 0,'-3'16'11786'0'0,"4"-15"-11349"0"0,8 23 3936 0 0,-5-16-3961 0 0,47 143 3683 0 0,10 83-3274 0 0,-6 179-460 0 0,-19-101-1889 0 0,-33-296 375 0 0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6:37.28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0 166 6449 0 0,'2'-3'324'0'0,"-1"0"-1"0"0,1 0 0 0 0,0 1 0 0 0,0-1 1 0 0,0 0-1 0 0,0 1 0 0 0,1-1 0 0 0,-1 1 0 0 0,1-1 1 0 0,5-3-1 0 0,33-20 2159 0 0,-27 18-2030 0 0,10-7 116 0 0,1 2 0 0 0,1 1 0 0 0,-1 1 0 0 0,2 1 0 0 0,-1 1 0 0 0,1 1 1 0 0,1 2-1 0 0,-1 0 0 0 0,1 2 0 0 0,0 2 0 0 0,0 0 0 0 0,0 2 0 0 0,0 0 0 0 0,53 10 1 0 0,-54-6-393 0 0,0 2 0 0 0,-1 1 0 0 0,1 1 0 0 0,-1 1 0 0 0,34 17 0 0 0,-47-19-162 0 0,0 1 0 0 0,-1-1 0 0 0,0 2 0 0 0,-1 0 0 0 0,0 0 0 0 0,0 1 0 0 0,-1 1 0 0 0,0 0 0 0 0,-1 0 0 0 0,-1 1 0 0 0,15 25 0 0 0,-11-12-11 0 0,-2 0 0 0 0,-1 1 0 0 0,-1 0 0 0 0,-1 1 1 0 0,-1 0-1 0 0,-2 0 0 0 0,0 0 0 0 0,-2 0 0 0 0,-1 1 0 0 0,-4 35 0 0 0,-3 3 129 0 0,-3 0 1 0 0,-3-1-1 0 0,-23 71 0 0 0,27-106 70 0 0,-2 0 1 0 0,-1 0 0 0 0,-1-1-1 0 0,-2-1 1 0 0,-33 52 0 0 0,41-72-374 0 0,0 0 0 0 0,0 0 0 0 0,-1 0 1 0 0,0-1-1 0 0,-1 0 0 0 0,1 0 0 0 0,-1-1 1 0 0,-1 0-1 0 0,1 0 0 0 0,-1-1 0 0 0,0 0 1 0 0,0-1-1 0 0,-1 0 0 0 0,1 0 0 0 0,-1-1 1 0 0,0 0-1 0 0,0-1 0 0 0,0 0 0 0 0,0 0 1 0 0,0-1-1 0 0,-20-1 0 0 0,3-3-2139 0 0,0 0 0 0 0,-28-9-1 0 0,25 3 2242 0 0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6:38.3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82 609 10594 0 0,'-68'-10'1153'0'0,"68"9"-1069"0"0,-1 1 0 0 0,0 0 0 0 0,0-1 0 0 0,0 1 0 0 0,1-1 0 0 0,-1 1 0 0 0,0-1 1 0 0,1 1-1 0 0,-1-1 0 0 0,0 1 0 0 0,1-1 0 0 0,-1 1 0 0 0,1-1 0 0 0,-1 0 1 0 0,1 1-1 0 0,-1-1 0 0 0,1 0 0 0 0,-1 0 0 0 0,1 1 0 0 0,0-1 0 0 0,-1 0 1 0 0,1 0-1 0 0,0 0 0 0 0,0 1 0 0 0,0-1 0 0 0,-1 0 0 0 0,1 0 0 0 0,0 0 0 0 0,0 0 1 0 0,0 0-1 0 0,0 1 0 0 0,1-1 0 0 0,-1 0 0 0 0,0 0 0 0 0,0 0 0 0 0,0 0 1 0 0,1 1-1 0 0,-1-1 0 0 0,0 0 0 0 0,1 0 0 0 0,-1 1 0 0 0,2-2 0 0 0,0-3 158 0 0,0 0-1 0 0,1 1 0 0 0,-1 0 0 0 0,1 0 0 0 0,6-7 1 0 0,13-8 140 0 0,1 2 0 0 0,1 0 1 0 0,0 1-1 0 0,51-23 1 0 0,-36 18-215 0 0,12-3-111 0 0,0 1 1 0 0,1 3-1 0 0,1 3 1 0 0,59-12-1 0 0,225-29 263 0 0,-219 41-287 0 0,1239-117-185 0 0,11 86-169 0 0,-993 38 231 0 0,1056 4-2900 0 0,-884 7 2124 0 0,-184-15-4741 0 0,-337 12 4621 0 0,-18 0 806 0 0,1 1 1 0 0,-1 0-1 0 0,0 1 1 0 0,1 0-1 0 0,-1 0 1 0 0,0 1 0 0 0,1 0-1 0 0,-1 0 1 0 0,14 5-1 0 0,-21-6 294 0 0,-1 1 0 0 0,0-1 0 0 0,1 0 0 0 0,-1 1-1 0 0,0-1 1 0 0,0 1 0 0 0,1-1 0 0 0,-1 0-1 0 0,0 1 1 0 0,0-1 0 0 0,0 1 0 0 0,1-1 0 0 0,-1 1-1 0 0,0-1 1 0 0,0 1 0 0 0,0-1 0 0 0,0 1-1 0 0,0-1 1 0 0,0 1 0 0 0,0-1 0 0 0,0 1-1 0 0,0-1 1 0 0,0 0 0 0 0,0 1 0 0 0,0-1 0 0 0,-1 1-1 0 0,1-1 1 0 0,0 1 0 0 0,0-1 0 0 0,0 1-1 0 0,-1-1 1 0 0,1 0 0 0 0,0 1 0 0 0,0-1 0 0 0,-1 1-1 0 0,1-1 1 0 0,0 0 0 0 0,-1 1 0 0 0,1-1-1 0 0,-1 0 1 0 0,1 0 0 0 0,0 1 0 0 0,-1-1-1 0 0,1 0 1 0 0,-1 0 0 0 0,0 1 0 0 0,-22 17 1901 0 0,20-16-1715 0 0,-86 56 2222 0 0,58-40-1933 0 0,1 2 0 0 0,-52 44 0 0 0,73-55-387 0 0,1-1-1 0 0,0 1 1 0 0,0 1 0 0 0,1-1 0 0 0,1 1-1 0 0,-1 1 1 0 0,2-1 0 0 0,-1 1-1 0 0,2 0 1 0 0,-1 0 0 0 0,1 1 0 0 0,-4 20-1 0 0,4-3-28 0 0,2 1-1 0 0,0-1 1 0 0,2 0-1 0 0,2 0 0 0 0,0 0 1 0 0,8 35-1 0 0,51 169 28 0 0,37 61 148 0 0,47 165-93 0 0,-66-85-176 0 0,25 96 327 0 0,-85-404-207 0 0,14 43-24 0 0,28 174 0 0 0,-56-247-111 0 0,-2 0 0 0 0,-1 0 0 0 0,-2 0-1 0 0,-2 1 1 0 0,-1-1 0 0 0,-2 0 0 0 0,-1 0 0 0 0,-1-1 0 0 0,-14 37-1 0 0,17-61-42 0 0,-1-1 0 0 0,1 1 0 0 0,-2-1 0 0 0,1-1-1 0 0,-1 1 1 0 0,-1-1 0 0 0,0 0 0 0 0,0 0 0 0 0,-1-1-1 0 0,0 0 1 0 0,0 0 0 0 0,-1-1 0 0 0,0 0 0 0 0,0-1-1 0 0,-1 1 1 0 0,-14 5 0 0 0,1-2-59 0 0,-1-2-1 0 0,1 0 1 0 0,-2-2 0 0 0,1 0-1 0 0,-1-2 1 0 0,-35 2 0 0 0,-640 16-177 0 0,5-35-233 0 0,-215 12-85 0 0,642 18 400 0 0,-366 70 0 0 0,-488 110-30 0 0,688-131 303 0 0,-264 39 12 0 0,608-93-763 0 0,-1-4-1 0 0,0-4 1 0 0,-103-9 0 0 0,136-2-7035 0 0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6:38.7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18 182 5985 0 0,'-2'-8'39'0'0,"-3"-18"164"0"0,0 0 0 0 0,-1-39 0 0 0,6 51 565 0 0,3-28 4870 0 0,-3 41-5587 0 0,5 27 733 0 0,55 311 1069 0 0,-22-146-914 0 0,73 365-138 0 0,-35-183-472 0 0,-26-128-108 0 0,11-2 1 0 0,119 302-1 0 0,-153-476-80 0 0,-2 1 1 0 0,23 113-1 0 0,-40-142-6862 0 0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8:02.08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14 11058 0 0,'0'0'67'0'0,"-1"-1"-1"0"0,1 1 0 0 0,0 0 0 0 0,0-1 0 0 0,0 1 1 0 0,0-1-1 0 0,0 1 0 0 0,0 0 0 0 0,0-1 0 0 0,0 1 0 0 0,0-1 1 0 0,0 1-1 0 0,0-1 0 0 0,0 1 0 0 0,0 0 0 0 0,0-1 1 0 0,0 1-1 0 0,0 0 0 0 0,1-1 0 0 0,-1 1 0 0 0,0-1 1 0 0,0 1-1 0 0,0 0 0 0 0,1-1 0 0 0,-1 1 0 0 0,0 0 1 0 0,0-1-1 0 0,1 1 0 0 0,-1 0 0 0 0,0 0 0 0 0,1-1 1 0 0,-1 1-1 0 0,0 0 0 0 0,1 0 0 0 0,-1 0 0 0 0,1-1 1 0 0,-1 1-1 0 0,0 0 0 0 0,1 0 0 0 0,-1 0 0 0 0,0 0 0 0 0,1 0 1 0 0,-1 0-1 0 0,1 0 0 0 0,-1 0 0 0 0,1 0 0 0 0,-1 0 1 0 0,0 0-1 0 0,1 0 0 0 0,-1 0 0 0 0,1 0 0 0 0,0 0 1 0 0,0 1 9 0 0,0 0 1 0 0,1 0-1 0 0,-1-1 1 0 0,0 1-1 0 0,0 0 1 0 0,0 0-1 0 0,1 0 1 0 0,-1 1-1 0 0,0-1 1 0 0,-1 0-1 0 0,1 0 1 0 0,0 1-1 0 0,0-1 1 0 0,1 2-1 0 0,9 31 345 0 0,-1 0 0 0 0,-2 1 0 0 0,6 49-1 0 0,-10-52-97 0 0,2 0 0 0 0,1-1-1 0 0,1 1 1 0 0,21 52 0 0 0,-28-82-257 0 0,0 1 0 0 0,0 0 0 0 0,1-1 1 0 0,-1 1-1 0 0,1-1 0 0 0,-1 1 0 0 0,1-1 0 0 0,0 0 1 0 0,0 0-1 0 0,0 0 0 0 0,0 0 0 0 0,0 0 0 0 0,0 0 1 0 0,1 0-1 0 0,-1-1 0 0 0,1 1 0 0 0,-1-1 0 0 0,1 0 1 0 0,-1 1-1 0 0,1-1 0 0 0,0-1 0 0 0,0 1 0 0 0,-1 0 1 0 0,1-1-1 0 0,0 1 0 0 0,0-1 0 0 0,0 0 0 0 0,0 0 1 0 0,0 0-1 0 0,0 0 0 0 0,-1 0 0 0 0,1-1 0 0 0,0 1 0 0 0,0-1 1 0 0,0 0-1 0 0,-1 0 0 0 0,1 0 0 0 0,0 0 0 0 0,4-3 1 0 0,8-5 61 0 0,1-1 1 0 0,-1 0-1 0 0,-1-1 1 0 0,27-26-1 0 0,-34 31-104 0 0,108-111-200 0 0,-67 65-6970 0 0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8:02.35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 0 9674 0 0,'-1'1'186'0'0,"0"0"-1"0"0,1-1 1 0 0,-1 1-1 0 0,0-1 1 0 0,1 1-1 0 0,-1 0 1 0 0,0-1-1 0 0,1 1 1 0 0,-1 0-1 0 0,1 0 1 0 0,-1 0-1 0 0,1-1 1 0 0,0 1-1 0 0,-1 0 1 0 0,1 0-1 0 0,0 0 1 0 0,0 0-1 0 0,0 0 1 0 0,-1 0-1 0 0,1-1 1 0 0,0 1-1 0 0,0 0 1 0 0,0 0-1 0 0,1 2 1 0 0,-1-1 22 0 0,1 1 1 0 0,0-1-1 0 0,0 0 0 0 0,0 0 1 0 0,0 1-1 0 0,0-1 1 0 0,0 0-1 0 0,1 0 1 0 0,1 3-1 0 0,6 4 435 0 0,0 0 0 0 0,19 15-1 0 0,-23-20-138 0 0,111 83 3066 0 0,-20-15-3880 0 0,-34-21-5292 0 0,-39-31-1474 0 0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8:02.7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559 13 8754 0 0,'-18'-3'190'0'0,"-5"-1"189"0"0,1 1 0 0 0,-1 1 0 0 0,0 1 0 0 0,0 1 0 0 0,1 1 0 0 0,-36 6 0 0 0,43-3-295 0 0,0 0 0 0 0,0 1 0 0 0,1 1 0 0 0,0 0 0 0 0,0 1 1 0 0,0 0-1 0 0,1 2 0 0 0,0-1 0 0 0,1 1 0 0 0,0 1 0 0 0,0 0 0 0 0,-12 15 0 0 0,9-8 85 0 0,1 2 1 0 0,1 0-1 0 0,1 0 1 0 0,1 1-1 0 0,0 1 1 0 0,2 0-1 0 0,-13 37 1 0 0,8-9 327 0 0,2 1 1 0 0,2 0 0 0 0,2 1 0 0 0,3 0 0 0 0,2 0-1 0 0,6 98 1 0 0,4-83-320 0 0,3 0-1 0 0,2 0 0 0 0,4-1 1 0 0,43 114-1 0 0,-50-155-341 0 0,2 1 1 0 0,1-1-1 0 0,1-1 0 0 0,0 0 0 0 0,23 27 0 0 0,-29-42 60 0 0,0 0-1 0 0,0 0 1 0 0,1-1-1 0 0,0 0 1 0 0,0-1 0 0 0,0 0-1 0 0,1 0 1 0 0,0-1 0 0 0,0 0-1 0 0,0 0 1 0 0,1-1-1 0 0,0 0 1 0 0,-1-1 0 0 0,1 0-1 0 0,1-1 1 0 0,15 2-1 0 0,-3-3 32 0 0,0-1-1 0 0,-1-2 1 0 0,1 0-1 0 0,0-1 1 0 0,0-2-1 0 0,-1 0 0 0 0,25-9 1 0 0,8-7 263 0 0,82-43 0 0 0,-92 41 196 0 0,-1-3-1 0 0,-1-2 1 0 0,-1-2 0 0 0,-2-1-1 0 0,-1-2 1 0 0,63-70-1 0 0,-82 79-66 0 0,-1 0-1 0 0,-1-2 1 0 0,-1 0-1 0 0,-1-1 1 0 0,-1-1 0 0 0,-2 0-1 0 0,-1-1 1 0 0,-1 0-1 0 0,-1-1 1 0 0,-2 0-1 0 0,-1 0 1 0 0,4-42-1 0 0,-9 43-233 0 0,-1 0 0 0 0,-1 0 0 0 0,-2 1 0 0 0,0-1 0 0 0,-2 0 0 0 0,-1 1 0 0 0,-2-1 0 0 0,-1 1 0 0 0,-12-31 0 0 0,12 43-43 0 0,0-1 0 0 0,0 1 0 0 0,-2 1 0 0 0,0-1 0 0 0,0 2 0 0 0,-2-1 0 0 0,0 2 0 0 0,0-1 0 0 0,-2 2 0 0 0,1 0 0 0 0,-1 0 0 0 0,-1 1 0 0 0,0 1 0 0 0,-1 1 0 0 0,-25-12 0 0 0,16 11-83 0 0,0 1-1 0 0,-1 2 1 0 0,0 0-1 0 0,0 2 1 0 0,0 1-1 0 0,-39-1 1 0 0,-160 11-491 0 0,212-5 503 0 0,-51 3-472 0 0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8:03.2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 1 8754 0 0,'-2'0'254'0'0,"0"0"0"0"0,1 1-1 0 0,-1-1 1 0 0,0 0 0 0 0,0 1 0 0 0,1 0 0 0 0,-1-1 0 0 0,0 1-1 0 0,1 0 1 0 0,-1 0 0 0 0,1 0 0 0 0,-1 0 0 0 0,1 0-1 0 0,-1 0 1 0 0,1 0 0 0 0,0 0 0 0 0,-1 1 0 0 0,-1 2 0 0 0,3-2 61 0 0,0 0 1 0 0,0 1-1 0 0,0-1 1 0 0,0 1-1 0 0,0-1 0 0 0,0 1 1 0 0,1-1-1 0 0,-1 1 1 0 0,1-1-1 0 0,0 0 1 0 0,0 1-1 0 0,0-1 1 0 0,2 4-1 0 0,38 96 2509 0 0,74 177-1292 0 0,-111-268-1550 0 0,2 3-42 0 0,-1 0 1 0 0,2 1-1 0 0,0-2 0 0 0,1 1 1 0 0,0-1-1 0 0,1 0 1 0 0,14 16-1 0 0,-12-22-1620 0 0,-11-7 1599 0 0,0 0 0 0 0,0 0 0 0 0,0 0 0 0 0,1 0 0 0 0,-1 0-1 0 0,0 0 1 0 0,0-1 0 0 0,0 1 0 0 0,1 0 0 0 0,-1 0 0 0 0,0 0 0 0 0,0 0 0 0 0,2-5-2027 0 0,-2 5 2027 0 0,0 0 0 0 0,0 0-1 0 0,0-1 1 0 0,0 1 0 0 0,0 0 0 0 0,0 0 0 0 0,0 0 0 0 0,0-1 0 0 0,0 1 0 0 0,-2-7-1845 0 0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8:03.44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173 437 4033 0 0,'-29'-54'317'0'0,"-29"-77"1"0"0,25 48 1597 0 0,-7-19 1658 0 0,28 35 6589 0 0,31 74-9223 0 0,9 17-612 0 0,0 0 0 0 0,-1 2 0 0 0,34 42 0 0 0,2 2 1 0 0,-48-56-760 0 0,0 0 0 0 0,1 0 0 0 0,1-2 0 0 0,32 20-1 0 0,-25-20-7024 0 0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8:04.12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1 691 3225 0 0,'0'-5'189'0'0,"0"0"0"0"0,0 0 1 0 0,0 0-1 0 0,0 0 0 0 0,1 0 1 0 0,0 0-1 0 0,0 0 1 0 0,0 1-1 0 0,0-1 0 0 0,4-7 1 0 0,0-3 277 0 0,-3 8-249 0 0,8-36 1167 0 0,2 0-1 0 0,2 2 0 0 0,1 0 0 0 0,31-57 1 0 0,-45 97-1301 0 0,0-1 0 0 0,-1 0 0 0 0,2 1 0 0 0,-1-1 0 0 0,0 1-1 0 0,0-1 1 0 0,0 1 0 0 0,1 0 0 0 0,-1 0 0 0 0,1-1 0 0 0,-1 1 0 0 0,1 0 0 0 0,-1 0 0 0 0,1 0 0 0 0,0 0 0 0 0,-1 1 0 0 0,1-1 0 0 0,0 0 0 0 0,0 1 0 0 0,0-1 0 0 0,-1 1 0 0 0,1 0 0 0 0,0 0 0 0 0,0 0 0 0 0,0-1-1 0 0,0 2 1 0 0,0-1 0 0 0,0 0 0 0 0,-1 0 0 0 0,1 1 0 0 0,0-1 0 0 0,0 1 0 0 0,0-1 0 0 0,-1 1 0 0 0,1 0 0 0 0,0-1 0 0 0,2 3 0 0 0,7 4 475 0 0,-1 0 1 0 0,0 0 0 0 0,-1 1-1 0 0,16 17 1 0 0,-7-8 0 0 0,116 107 1288 0 0,-176-270-1794 0 0,39 132-72 0 0,0 0 0 0 0,1-1 1 0 0,0 1-1 0 0,1-20 1 0 0,1 28 11 0 0,0 1 0 0 0,1-1 0 0 0,0 1 0 0 0,-1 0 0 0 0,2 0 0 0 0,-1-1 0 0 0,0 1 1 0 0,1 0-1 0 0,0 0 0 0 0,0 0 0 0 0,1 1 0 0 0,0-1 0 0 0,-1 0 0 0 0,8-7 1 0 0,-9 11 9 0 0,0 0 0 0 0,0 0 1 0 0,0 0-1 0 0,0 0 0 0 0,1 0 1 0 0,-1 0-1 0 0,0 0 0 0 0,1 1 1 0 0,-1-1-1 0 0,0 1 0 0 0,1-1 1 0 0,-1 1-1 0 0,1-1 0 0 0,-1 1 1 0 0,1 0-1 0 0,-1-1 0 0 0,1 1 1 0 0,0 0-1 0 0,-1 0 0 0 0,1 0 1 0 0,-1 0-1 0 0,1 1 0 0 0,1-1 1 0 0,0 1 18 0 0,0 1 0 0 0,1-1 0 0 0,-1 1 1 0 0,0-1-1 0 0,0 1 0 0 0,0 0 0 0 0,0 0 0 0 0,0 1 0 0 0,4 3 1 0 0,2 4 48 0 0,-1 0 0 0 0,0 0 0 0 0,0 1 0 0 0,9 17 0 0 0,-11-18-64 0 0,-4-6 2 0 0,1 0 0 0 0,-1-1 0 0 0,0 1 0 0 0,0 0 0 0 0,-1 0 0 0 0,1 1 0 0 0,1 6 0 0 0,-19-45-10 0 0,10 15-12 0 0,1 0 0 0 0,0 0 0 0 0,1 0 0 0 0,1-1 0 0 0,1 1 0 0 0,1-1 0 0 0,1 0 0 0 0,0 0 0 0 0,2 1 0 0 0,0-1 0 0 0,7-29 0 0 0,-8 48 12 0 0,-1-1 1 0 0,1 0 0 0 0,-1 1 0 0 0,1-1-1 0 0,-1 1 1 0 0,1-1 0 0 0,0 1 0 0 0,0 0-1 0 0,-1-1 1 0 0,1 1 0 0 0,0 0 0 0 0,1-1-1 0 0,-1 1 1 0 0,0 0 0 0 0,0 0 0 0 0,0 0-1 0 0,1 0 1 0 0,-1 0 0 0 0,0 0 0 0 0,1 0-1 0 0,-1 1 1 0 0,1-1 0 0 0,-1 0 0 0 0,1 1-1 0 0,-1-1 1 0 0,1 1 0 0 0,-1 0 0 0 0,1 0-1 0 0,0-1 1 0 0,-1 1 0 0 0,1 0 0 0 0,0 0-1 0 0,-1 0 1 0 0,1 0 0 0 0,-1 1 0 0 0,1-1-1 0 0,0 0 1 0 0,-1 1 0 0 0,1-1 0 0 0,-1 1-1 0 0,1 0 1 0 0,-1-1 0 0 0,1 1-1 0 0,1 1 1 0 0,8 4 31 0 0,0 1 0 0 0,0 1 0 0 0,-1-1-1 0 0,14 15 1 0 0,-16-16 8 0 0,-4-1-21 0 0,1-2 0 0 0,-1 1 1 0 0,1-1-1 0 0,0 1 0 0 0,0-1 0 0 0,1-1 1 0 0,-1 1-1 0 0,0-1 0 0 0,1 0 0 0 0,0 0 1 0 0,11 2-1 0 0,-15-4-32 0 0,0 0-1 0 0,1 0 1 0 0,-1 0-1 0 0,0-1 1 0 0,1 1 0 0 0,-1 0-1 0 0,0-1 1 0 0,0 0-1 0 0,1 1 1 0 0,-1-1 0 0 0,0 0-1 0 0,0 0 1 0 0,0 0-1 0 0,0 0 1 0 0,0-1 0 0 0,0 1-1 0 0,0-1 1 0 0,0 1-1 0 0,-1-1 1 0 0,1 1 0 0 0,-1-1-1 0 0,1 0 1 0 0,-1 0 0 0 0,1 0-1 0 0,-1 0 1 0 0,0 0-1 0 0,0 0 1 0 0,0 0 0 0 0,0 0-1 0 0,0-1 1 0 0,0-3-1 0 0,7-27-2187 0 0,-6 15-4914 0 0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8:04.54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5529 0 0,'5'10'838'0'0,"1"-1"0"0"0,0 0 0 0 0,0 0 1 0 0,1-1-1 0 0,0 0 0 0 0,1 0 0 0 0,0 0 0 0 0,15 11 0 0 0,-7-5 278 0 0,40 33 1750 0 0,39 37 1365 0 0,-86-75-4243 0 0,-1 0 1 0 0,0 1-1 0 0,-1 0 0 0 0,0 0 1 0 0,-1 1-1 0 0,0-1 1 0 0,0 2-1 0 0,3 10 1 0 0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8:04.7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11 249 3225 0 0,'-2'-6'181'0'0,"0"0"0"0"0,0 0 1 0 0,1 0-1 0 0,0 0 0 0 0,0-1 1 0 0,0 1-1 0 0,1 0 0 0 0,0-1 1 0 0,0 1-1 0 0,0 0 1 0 0,3-11-1 0 0,-1 6 359 0 0,0 0 1 0 0,1 0-1 0 0,0 1 0 0 0,1-1 1 0 0,9-16-1 0 0,-9 20-40 0 0,1 1 1 0 0,0 0-1 0 0,1 0 0 0 0,-1 0 0 0 0,1 0 1 0 0,0 1-1 0 0,1 0 0 0 0,-1 0 1 0 0,1 1-1 0 0,0-1 0 0 0,0 2 0 0 0,0-1 1 0 0,12-3-1 0 0,-17 6-383 0 0,1 0 0 0 0,0 0 1 0 0,0 0-1 0 0,0 0 0 0 0,0 0 0 0 0,0 1 0 0 0,0-1 1 0 0,0 1-1 0 0,0 0 0 0 0,0 0 0 0 0,0 0 1 0 0,0 0-1 0 0,0 1 0 0 0,0-1 0 0 0,0 1 1 0 0,-1 0-1 0 0,1 0 0 0 0,0 0 0 0 0,0 0 1 0 0,0 0-1 0 0,-1 1 0 0 0,1-1 0 0 0,-1 1 0 0 0,1 0 1 0 0,-1-1-1 0 0,0 1 0 0 0,1 0 0 0 0,-1 1 1 0 0,0-1-1 0 0,0 0 0 0 0,0 0 0 0 0,-1 1 1 0 0,1-1-1 0 0,-1 1 0 0 0,1 0 0 0 0,-1-1 1 0 0,0 1-1 0 0,2 5 0 0 0,-1 2 6 0 0,0 0-1 0 0,0-1 1 0 0,-1 1-1 0 0,0 0 1 0 0,-1 0-1 0 0,0 0 1 0 0,-1 0 0 0 0,-2 15-1 0 0,-23 81-1058 0 0,15-67-1542 0 0,11-36 2008 0 0,0-2 333 0 0,0 0 0 0 0,-1-1 1 0 0,1 1-1 0 0,0 0 0 0 0,0-1 1 0 0,0 1-1 0 0,0 0 0 0 0,-1-1 1 0 0,1 1-1 0 0,0 0 0 0 0,-1-1 1 0 0,1 1-1 0 0,0 0 0 0 0,-1-1 1 0 0,1 1-1 0 0,-1-1 0 0 0,1 1 1 0 0,-1-1-1 0 0,0 1 0 0 0,-2-2-444 0 0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8:05.1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58 119 9218 0 0,'-9'-7'174'0'0,"1"-1"1438"0"0,-1 0 0 0 0,0 1 0 0 0,-13-4 4181 0 0,46 41-4483 0 0,0-8-1075 0 0,0-1 0 0 0,2-2-1 0 0,0 0 1 0 0,1-2 0 0 0,1 0 0 0 0,52 21-1 0 0,-76-36-244 0 0,0-1-1 0 0,0 1 1 0 0,0-1 0 0 0,0 0-1 0 0,1 0 1 0 0,-1 0 0 0 0,0 0-1 0 0,1-1 1 0 0,-1 0-1 0 0,0 0 1 0 0,1 0 0 0 0,-1 0-1 0 0,1-1 1 0 0,-1 0-1 0 0,0 1 1 0 0,6-3 0 0 0,-7 1-94 0 0,0 0 0 0 0,1-1 1 0 0,-1 1-1 0 0,-1 0 0 0 0,1-1 1 0 0,0 0-1 0 0,-1 1 0 0 0,1-1 1 0 0,-1 0-1 0 0,0-1 0 0 0,0 1 1 0 0,0 0-1 0 0,0-1 0 0 0,0 1 1 0 0,-1-1-1 0 0,0 1 0 0 0,1-1 1 0 0,-2 1-1 0 0,2-5 0 0 0,2-15-1486 0 0,0 0-1 0 0,-2 0 0 0 0,0-28 0 0 0,1-15-567 0 0,-4 66 2241 0 0,1-1 1 0 0,0 1 0 0 0,0-1 0 0 0,0 0 0 0 0,0 1-1 0 0,0-1 1 0 0,0 1 0 0 0,0-1 0 0 0,0 1-1 0 0,0-1 1 0 0,1 0 0 0 0,-1 1 0 0 0,0-1 0 0 0,0 1-1 0 0,0-1 1 0 0,1 1 0 0 0,-1-1 0 0 0,0 1-1 0 0,1-1 1 0 0,-1 1 0 0 0,0-1 0 0 0,1 1 0 0 0,-1-1-1 0 0,1 1 1 0 0,-1 0 0 0 0,0-1 0 0 0,1 1 0 0 0,-1 0-1 0 0,1-1 1 0 0,-1 1 0 0 0,1 0 0 0 0,0-1-1 0 0,0 1 1 0 0,0 0 136 0 0,0 1-1 0 0,0-1 0 0 0,0 1 1 0 0,1-1-1 0 0,-1 1 0 0 0,0 0 1 0 0,0-1-1 0 0,0 1 0 0 0,0 0 0 0 0,0 0 1 0 0,0-1-1 0 0,-1 1 0 0 0,1 0 1 0 0,1 2-1 0 0,24 37 2811 0 0,-16-14-2493 0 0,-7-18-752 0 0,-1 0 0 0 0,2-1 0 0 0,-1 1 0 0 0,7 8-1 0 0,-5-9-972 0 0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8:05.2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 3 5529 0 0,'-6'-2'488'0'0,"3"1"-392"0"0,-1 1 792 0 0,5 1-407 0 0,1 1 7 0 0,1 2-552 0 0,1 3-120 0 0,2 3-16 0 0,2 0-8 0 0,2 2 208 0 0,3-2 72 0 0,2-1 0 0 0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8:05.52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 4609 0 0,'4'-3'8241'0'0,"8"9"-5336"0"0,3 10-1369 0 0,0 0-1 0 0,-1 1 0 0 0,15 27 1 0 0,14 15-784 0 0,-3-13-761 0 0,2-1-1 0 0,1-3 1 0 0,3-1-1 0 0,84 58 1 0 0,-112-87-1790 0 0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8:05.92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14 556 2761 0 0,'-1'-2'27'0'0,"-1"0"0"0"0,1 0 0 0 0,0 1 1 0 0,-1-1-1 0 0,1 0 0 0 0,0 0 0 0 0,0 0 0 0 0,1-1 1 0 0,-1 1-1 0 0,0 0 0 0 0,1 0 0 0 0,-1 0 1 0 0,1-1-1 0 0,0 1 0 0 0,0 0 0 0 0,0 0 1 0 0,0-1-1 0 0,0 1 0 0 0,0 0 0 0 0,1 0 1 0 0,-1-1-1 0 0,2-2 0 0 0,1-6 256 0 0,1 0 1 0 0,0 1-1 0 0,8-14 1 0 0,-6 12-56 0 0,-3 7-107 0 0,73-132 4633 0 0,-68 125-4128 0 0,0 1-1 0 0,1 0 1 0 0,0 0 0 0 0,0 1 0 0 0,1 0 0 0 0,1 0 0 0 0,-1 1-1 0 0,2 1 1 0 0,12-8 0 0 0,-22 14-525 0 0,1 1 0 0 0,0-1-1 0 0,-1 1 1 0 0,1 0 0 0 0,0 0 0 0 0,0 0 0 0 0,0 0-1 0 0,-1 0 1 0 0,1 1 0 0 0,0 0 0 0 0,0-1-1 0 0,0 1 1 0 0,0 0 0 0 0,0 0 0 0 0,0 0 0 0 0,0 1-1 0 0,0-1 1 0 0,0 1 0 0 0,0 0 0 0 0,0-1-1 0 0,0 1 1 0 0,-1 1 0 0 0,1-1 0 0 0,0 0 0 0 0,-1 1-1 0 0,1-1 1 0 0,2 3 0 0 0,3 4 109 0 0,0 1 0 0 0,-1 0 1 0 0,0 0-1 0 0,0 0 0 0 0,-1 1 0 0 0,5 10 1 0 0,22 32 229 0 0,-30-49-421 0 0,-1 1 0 0 0,1-1 0 0 0,0 1 0 0 0,1-1 0 0 0,-1 0 1 0 0,0-1-1 0 0,1 1 0 0 0,0 0 0 0 0,7 3 0 0 0,-10-6-17 0 0,0 1-1 0 0,0-1 0 0 0,0 1 1 0 0,0-1-1 0 0,0 0 1 0 0,0 1-1 0 0,0-1 1 0 0,0 0-1 0 0,0 0 1 0 0,0 0-1 0 0,0 0 0 0 0,0 0 1 0 0,0 0-1 0 0,0 0 1 0 0,0 0-1 0 0,0 0 1 0 0,0-1-1 0 0,0 1 1 0 0,0 0-1 0 0,0-1 0 0 0,0 1 1 0 0,0 0-1 0 0,0-1 1 0 0,-1 1-1 0 0,1-1 1 0 0,0 0-1 0 0,0 1 1 0 0,1-2-1 0 0,-1 0 2 0 0,1 0-1 0 0,-1 0 1 0 0,0-1 0 0 0,1 1-1 0 0,-1-1 1 0 0,0 1 0 0 0,0-1-1 0 0,-1 1 1 0 0,1-1 0 0 0,0-4 0 0 0,0-6 42 0 0,0-1 1 0 0,-1 1-1 0 0,-1-18 1 0 0,-12-49 290 0 0,8 55-60 0 0,1 0 0 0 0,1 0 0 0 0,1-36 0 0 0,2 60-250 0 0,-1 0 1 0 0,1-1 0 0 0,0 1-1 0 0,0 0 1 0 0,0 0-1 0 0,1 0 1 0 0,-1 0-1 0 0,0 0 1 0 0,0 0 0 0 0,0-1-1 0 0,1 1 1 0 0,-1 0-1 0 0,1 0 1 0 0,-1 0-1 0 0,1 0 1 0 0,-1 0 0 0 0,1 0-1 0 0,0 0 1 0 0,-1 0-1 0 0,1 1 1 0 0,0-1-1 0 0,0 0 1 0 0,-1 0 0 0 0,3-1-1 0 0,-2 2-1 0 0,0 0 1 0 0,1 0-1 0 0,-1 0 0 0 0,0 0 1 0 0,0 1-1 0 0,0-1 0 0 0,1 0 1 0 0,-1 0-1 0 0,0 1 0 0 0,0-1 0 0 0,0 1 1 0 0,0-1-1 0 0,0 1 0 0 0,0-1 1 0 0,0 1-1 0 0,0 0 0 0 0,0 0 1 0 0,1 1-1 0 0,7 6 87 0 0,-1 0 0 0 0,0 1-1 0 0,8 13 1 0 0,10 15-18 0 0,-3 2 0 0 0,0 1-1 0 0,-3 0 1 0 0,-1 2 0 0 0,-3 0 0 0 0,15 53-1 0 0,-25-67-732 0 0,-2 0 1 0 0,0 1-1 0 0,-1 37 0 0 0,-3-28-7360 0 0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8:06.36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 0 11979 0 0,'-1'1'159'0'0,"1"-1"0"0"0,-1 1 1 0 0,0 0-1 0 0,1-1 1 0 0,-1 1-1 0 0,1 0 1 0 0,-1 0-1 0 0,1-1 0 0 0,-1 1 1 0 0,1 0-1 0 0,-1 0 1 0 0,1 0-1 0 0,0-1 0 0 0,-1 1 1 0 0,1 0-1 0 0,0 0 1 0 0,0 0-1 0 0,0 0 1 0 0,-1 0-1 0 0,1 0 0 0 0,0 0 1 0 0,0 0-1 0 0,1 0 1 0 0,-1 0-1 0 0,0-1 0 0 0,0 1 1 0 0,0 0-1 0 0,0 0 1 0 0,1 0-1 0 0,-1 0 1 0 0,1 0-1 0 0,-1 0 0 0 0,0-1 1 0 0,1 1-1 0 0,-1 0 1 0 0,2 1-1 0 0,2 6-71 0 0,125 225 4688 0 0,-97-179-4440 0 0,169 243-301 0 0,-194-288-107 0 0,2 2-363 0 0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8:06.60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 35 10594 0 0,'-1'-1'284'0'0,"1"0"-1"0"0,0-1 1 0 0,-1 1-1 0 0,1 0 1 0 0,0-1-1 0 0,0 1 1 0 0,0 0-1 0 0,0-1 1 0 0,0 1 0 0 0,0 0-1 0 0,0-1 1 0 0,0 1-1 0 0,0 0 1 0 0,1-1-1 0 0,-1 1 1 0 0,1 0-1 0 0,-1-1 1 0 0,1 1-1 0 0,-1 0 1 0 0,2-2-1 0 0,-1 3-60 0 0,0-1 0 0 0,0 0 0 0 0,0 0 0 0 0,1 1 0 0 0,-1-1-1 0 0,0 1 1 0 0,0-1 0 0 0,1 1 0 0 0,-1 0 0 0 0,0 0 0 0 0,1-1 0 0 0,-1 1-1 0 0,0 0 1 0 0,1 0 0 0 0,-1 0 0 0 0,0 0 0 0 0,1 1 0 0 0,-1-1 0 0 0,0 0-1 0 0,1 0 1 0 0,-1 1 0 0 0,2 0 0 0 0,21 7 292 0 0,0 1 0 0 0,-1 2 0 0 0,0 0 1 0 0,39 26-1 0 0,10 5-45 0 0,129 45-703 0 0,-174-72-2293 0 0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8:06.7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73 398 1376 0 0,'-22'8'-414'0'0,"19"-7"841"0"0,1-1 0 0 0,-1 1 0 0 0,0-1 0 0 0,0 0-1 0 0,1 0 1 0 0,-1 0 0 0 0,0 0 0 0 0,0 0 0 0 0,-4-1 0 0 0,6 1-171 0 0,0-1 0 0 0,0 1 0 0 0,0 0 0 0 0,1-1 0 0 0,-1 1 0 0 0,0-1 0 0 0,0 1 0 0 0,0-1 0 0 0,0 0 0 0 0,0 1 0 0 0,1-1 1 0 0,-1 0-1 0 0,0 1 0 0 0,1-1 0 0 0,-1 0 0 0 0,0 0 0 0 0,1 0 0 0 0,-1 1 0 0 0,0-3 0 0 0,0 1 9 0 0,1 0 1 0 0,0 0-1 0 0,-1 0 0 0 0,1 0 0 0 0,0 0 1 0 0,0 0-1 0 0,0 0 0 0 0,0 0 0 0 0,0 0 1 0 0,1 0-1 0 0,-1 0 0 0 0,1 0 0 0 0,0-4 1 0 0,7-12 599 0 0,1 0 0 0 0,1 1 0 0 0,0 0 0 0 0,1 0 0 0 0,24-27 0 0 0,-15 19-454 0 0,71-86-516 0 0,-25 40-4112 0 0,-43 48-1526 0 0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8:07.21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74 46 4145 0 0,'-1'-16'14994'0'0,"-2"5"-10658"0"0,0 1-3797 0 0,2 9-646 0 0,1 1 0 0 0,0-1 0 0 0,-1 1 0 0 0,1-1 0 0 0,0 1 0 0 0,-1-1 0 0 0,1 1 0 0 0,-1-1 0 0 0,1 1 1 0 0,-1-1-1 0 0,1 1 0 0 0,-1 0 0 0 0,1-1 0 0 0,-1 1 0 0 0,1 0 0 0 0,-1-1 0 0 0,0 1 0 0 0,1 0 0 0 0,-1 0 0 0 0,1 0 0 0 0,-1-1 0 0 0,0 1 0 0 0,1 0 0 0 0,-2 0 0 0 0,-13 6 1681 0 0,11-2-1545 0 0,1-1 0 0 0,0 1 0 0 0,-1 0 0 0 0,1 0 0 0 0,1 0 0 0 0,-1 0 0 0 0,1 0 0 0 0,-1 1 0 0 0,1-1 0 0 0,0 1 0 0 0,1-1 0 0 0,-1 1 0 0 0,1 0 0 0 0,0 0-1 0 0,0-1 1 0 0,1 1 0 0 0,-1 0 0 0 0,1 8 0 0 0,0 4 32 0 0,1 1 1 0 0,0-1-1 0 0,8 33 0 0 0,-9-49-60 0 0,10 41 100 0 0,25 72 0 0 0,-31-103-63 0 0,1-1 0 0 0,0 1 0 0 0,0-1-1 0 0,1 0 1 0 0,0 0 0 0 0,1-1-1 0 0,0 0 1 0 0,1 0 0 0 0,0 0 0 0 0,0-1-1 0 0,18 14 1 0 0,-21-19-9 0 0,0-1-1 0 0,0 1 0 0 0,0-1 1 0 0,1 1-1 0 0,-1-1 1 0 0,1-1-1 0 0,-1 1 0 0 0,1-1 1 0 0,-1 0-1 0 0,1 0 0 0 0,0-1 1 0 0,0 0-1 0 0,8 0 1 0 0,-5-1 3 0 0,-1-1 1 0 0,1 0 0 0 0,-1 0 0 0 0,0-1 0 0 0,1 0 0 0 0,-1 0 0 0 0,0-1 0 0 0,7-5 0 0 0,7-6-33 0 0,0-1 0 0 0,-2-1 0 0 0,0 0 1 0 0,32-39-1 0 0,-23 23-207 0 0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3:13.7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2006 291 6913 0 0,'-18'-8'619'0'0,"0"0"0"0"0,1-1-1 0 0,0-1 1 0 0,-27-20-1 0 0,29 18-336 0 0,-1 2 0 0 0,1 0 0 0 0,-2 0 0 0 0,0 2 0 0 0,-28-11 1 0 0,-164-26 2022 0 0,89 22-1042 0 0,-325-56 2626 0 0,403 74-3852 0 0,-1 2-1 0 0,0 1 1 0 0,-1 3 0 0 0,1 1-1 0 0,-56 10 1 0 0,63-5-182 0 0,1 1 0 0 0,0 2 1 0 0,0 1-1 0 0,1 2 0 0 0,0 1 0 0 0,-51 31 1 0 0,58-27 118 0 0,0 1 1 0 0,2 1 0 0 0,1 2 0 0 0,0 0-1 0 0,2 2 1 0 0,0 0 0 0 0,2 1 0 0 0,1 1-1 0 0,1 1 1 0 0,1 1 0 0 0,2 1 0 0 0,0 0-1 0 0,2 0 1 0 0,1 2 0 0 0,-8 33 0 0 0,4-9 118 0 0,1 0 0 0 0,4 1 0 0 0,2 0 0 0 0,2 1 0 0 0,2 0 0 0 0,4 0 0 0 0,1 0 0 0 0,13 84 0 0 0,0-60 30 0 0,4 0-1 0 0,3-2 1 0 0,4-1 0 0 0,3 0-1 0 0,4-2 1 0 0,3-2 0 0 0,3 0 0 0 0,65 95-1 0 0,16 6-24 0 0,83 114-68 0 0,-37-107-30 0 0,-21-27 0 0 0,-18-17 34 0 0,143 124-1 0 0,-212-210-36 0 0,24 26 3 0 0,69 61-12 0 0,65 20-46 0 0,-47-38 3 0 0,-63-48 50 0 0,222 115-1 0 0,-170-103-4 0 0,-76-46-12 0 0,106 39 1 0 0,-28-14-139 0 0,-39-19 79 0 0,236 58-1 0 0,-297-90 64 0 0,1-2 0 0 0,66 3 0 0 0,-85-12 3 0 0,0-1 1 0 0,0-3 0 0 0,0-1 0 0 0,42-9 0 0 0,-52 5-54 0 0,-2-1 1 0 0,1-1-1 0 0,-1-2 1 0 0,-1-1-1 0 0,0-1 0 0 0,0-1 1 0 0,-1-1-1 0 0,-1-2 1 0 0,-1 0-1 0 0,40-37 1 0 0,-38 27-50 0 0,-1-1 0 0 0,-1 0 0 0 0,-2-2 0 0 0,0-1 0 0 0,-3 0 0 0 0,0-2 1 0 0,-2 0-1 0 0,16-44 0 0 0,-22 49 142 0 0,-1-1 0 0 0,-1 1 0 0 0,-2-2 0 0 0,0 1 0 0 0,-3-1 0 0 0,0 0 0 0 0,-2 0 0 0 0,-1 0 0 0 0,-3-34 0 0 0,-44-251 1087 0 0,35 266-1083 0 0,-2 1 0 0 0,-2 1-1 0 0,-2 0 1 0 0,-34-62-1 0 0,-56-123 475 0 0,3 7-55 0 0,-18-6-468 0 0,-156-217 0 0 0,11 84 535 0 0,113 157-294 0 0,111 153-247 0 0,-1 2 0 0 0,-73-64 0 0 0,-114-79 27 0 0,189 165 296 0 0,-1 2 0 0 0,-51-25 0 0 0,56 33-129 0 0,1-1-1 0 0,1-1 0 0 0,1-3 1 0 0,-32-28-1 0 0,25 13-155 0 0,1 0-11 0 0,-88-66 0 0 0,-269-143 435 0 0,375 237-391 0 0,-1 1 0 0 0,0 0 0 0 0,-1 2 0 0 0,-49-11 0 0 0,-106-9-42 0 0,17 19-200 0 0,107 9-894 0 0,1-3 0 0 0,-108-21 0 0 0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3:16.8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1080 87 5529 0 0,'-61'-38'3280'0'0,"44"26"-1775"0"0,-33-16 1 0 0,45 26-1325 0 0,-1 0 0 0 0,0 1 1 0 0,0 0-1 0 0,-1 0 0 0 0,1 0 0 0 0,0 1 0 0 0,0 0 1 0 0,0 0-1 0 0,0 1 0 0 0,-1 0 0 0 0,1 0 1 0 0,0 0-1 0 0,0 0 0 0 0,0 1 0 0 0,1 0 0 0 0,-1 1 1 0 0,-10 5-1 0 0,-5 3-58 0 0,1 1 0 0 0,1 1 0 0 0,-26 21 0 0 0,-140 145-325 0 0,158-151 269 0 0,-8 11 31 0 0,3 0 0 0 0,-36 56 0 0 0,-46 95-358 0 0,98-163 162 0 0,-121 230 367 0 0,114-208-198 0 0,3 1 0 0 0,2 0 0 0 0,-16 76-1 0 0,26-77 158 0 0,2 0 0 0 0,2 1-1 0 0,2-1 1 0 0,6 53-1 0 0,2-34-157 0 0,4 0 1 0 0,24 92-1 0 0,106 282-86 0 0,-124-400 68 0 0,2 0 0 0 0,2-1 1 0 0,29 45-1 0 0,86 107 173 0 0,-108-159-204 0 0,1-2 0 0 0,59 53 0 0 0,75 45 44 0 0,-113-93-59 0 0,-8-7-27 0 0,1-2 0 0 0,1-2 0 0 0,1-2 1 0 0,61 23-1 0 0,-28-18-31 0 0,149 33 0 0 0,199 16-588 0 0,-351-70 472 0 0,0-3 0 0 0,0-3 0 0 0,134-14-1 0 0,-178 7 187 0 0,-1-1-1 0 0,0-1 0 0 0,0-2 0 0 0,0 0 0 0 0,-1-2 0 0 0,-1-2 0 0 0,0 0 0 0 0,-1-1 0 0 0,0-2 0 0 0,35-28 0 0 0,-34 20 103 0 0,0-1-1 0 0,-1-1 1 0 0,-2-1 0 0 0,-1-1-1 0 0,-1-1 1 0 0,-1-1 0 0 0,-2 0-1 0 0,20-44 1 0 0,-8 6-337 0 0,-4-2 1 0 0,30-121 0 0 0,3-153-119 0 0,-52 209-335 0 0,-14-220 0 0 0,3 281 361 0 0,2 35 185 0 0,-2-1 1 0 0,-1 1-1 0 0,-2 0 0 0 0,-2 1 0 0 0,-1 0 0 0 0,-25-65 0 0 0,17 67 488 0 0,0 1 0 0 0,-2 1 0 0 0,-2 1 0 0 0,-1 0 0 0 0,-1 2 0 0 0,-2 1 0 0 0,-1 0 0 0 0,-1 2 0 0 0,-2 1 0 0 0,0 2 0 0 0,-37-25 0 0 0,-123-71 401 0 0,151 100-695 0 0,-1 1 1 0 0,-1 3-1 0 0,-47-15 1 0 0,23 12-54 0 0,-330-115 1211 0 0,70 30 71 0 0,214 74-1045 0 0,44 13-628 0 0,-2 4 0 0 0,0 3 1 0 0,0 3-1 0 0,-104 0 0 0 0,160 8-653 0 0,-1 1-1 0 0,1 0 1 0 0,-20 5-1 0 0,15-1-475 0 0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3:18.1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171 111 1376 0 0,'-9'-6'405'0'0,"0"1"0"0"0,0-2-1 0 0,1 1 1 0 0,0-1 0 0 0,-13-15-1 0 0,15 15 59 0 0,-1 0 0 0 0,0 1 0 0 0,0-1 0 0 0,0 2-1 0 0,-1-1 1 0 0,0 1 0 0 0,-12-7 0 0 0,19 12-332 0 0,1 0 0 0 0,-1-1 0 0 0,0 1 1 0 0,0 0-1 0 0,0-1 0 0 0,1 1 0 0 0,-1 0 0 0 0,0 0 0 0 0,0 0 0 0 0,0 0 1 0 0,0 0-1 0 0,1 0 0 0 0,-1 0 0 0 0,0 0 0 0 0,0 0 0 0 0,0 0 0 0 0,0 1 1 0 0,1-1-1 0 0,-1 0 0 0 0,0 0 0 0 0,0 1 0 0 0,0-1 0 0 0,1 1 0 0 0,-1-1 0 0 0,0 0 1 0 0,0 2-1 0 0,-1-1 38 0 0,1 1 0 0 0,0-1 0 0 0,0 1 0 0 0,0 0 0 0 0,0 0 1 0 0,0-1-1 0 0,0 1 0 0 0,1 0 0 0 0,-1 0 0 0 0,1 0 0 0 0,-1 2 0 0 0,-1 8 256 0 0,1 0-1 0 0,0 1 0 0 0,1 11 1 0 0,1-15-141 0 0,18 333 1560 0 0,-10-276-2731 0 0,26 91 0 0 0,-31-145-2155 0 0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3:18.7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249 319 5529 0 0,'-4'-3'330'0'0,"-1"0"-1"0"0,1 0 0 0 0,-1 0 1 0 0,0 1-1 0 0,0-1 1 0 0,0 1-1 0 0,-1 1 0 0 0,1-1 1 0 0,-11-1-1 0 0,13 3-122 0 0,-1 0 0 0 0,0 0 1 0 0,1 1-1 0 0,-1 0 0 0 0,0 0 0 0 0,1 0 0 0 0,-1 0 0 0 0,1 0 0 0 0,-1 1 0 0 0,1-1 1 0 0,0 1-1 0 0,-1 0 0 0 0,1 0 0 0 0,0 0 0 0 0,-5 5 0 0 0,-3 4 198 0 0,1 0 0 0 0,0 0 0 0 0,0 0 0 0 0,1 1 0 0 0,1 1 0 0 0,0 0 0 0 0,1 0 0 0 0,0 0 0 0 0,1 1 0 0 0,-8 26 0 0 0,6-15-259 0 0,2 1 0 0 0,1-1 1 0 0,1 1-1 0 0,1 0 1 0 0,1 37-1 0 0,4-34-144 0 0,1-1-1 0 0,1 1 0 0 0,2-1 0 0 0,17 52 1 0 0,52 103-164 0 0,-67-165 133 0 0,-8-17 31 0 0,13 29-175 0 0,0-1-1 0 0,2 0 1 0 0,1-1-1 0 0,28 36 1 0 0,-39-58 8 0 0,0 0 0 0 0,1 0 0 0 0,-1 0 0 0 0,2 0 0 0 0,-1-1 0 0 0,1 0 0 0 0,-1-1 0 0 0,1 1 0 0 0,0-1 0 0 0,1-1 0 0 0,-1 1 0 0 0,1-1 0 0 0,0-1 0 0 0,0 1 0 0 0,0-1 0 0 0,0-1 1 0 0,0 1-1 0 0,0-1 0 0 0,0-1 0 0 0,0 1 0 0 0,0-1 0 0 0,14-2 0 0 0,-1-1 88 0 0,-1-1 1 0 0,1 0-1 0 0,-1-2 1 0 0,0 0-1 0 0,0-1 1 0 0,-1-1-1 0 0,0-1 1 0 0,-1-1 0 0 0,0 0-1 0 0,0-1 1 0 0,-1-1-1 0 0,0-1 1 0 0,-1-1-1 0 0,-1 0 1 0 0,0 0-1 0 0,-1-2 1 0 0,15-20-1 0 0,-8 5 223 0 0,-2 0 0 0 0,-1-1 0 0 0,-1 0 0 0 0,-2-2-1 0 0,-1 1 1 0 0,-2-2 0 0 0,-2 0 0 0 0,0 0 0 0 0,-3-1-1 0 0,-1 0 1 0 0,-1-1 0 0 0,-3 1 0 0 0,0-1 0 0 0,-3 1 0 0 0,-1-1-1 0 0,-1 1 1 0 0,-16-68 0 0 0,10 70 236 0 0,-1 0-1 0 0,-2 0 1 0 0,-2 1 0 0 0,-1 0-1 0 0,-1 2 1 0 0,-1 0 0 0 0,-2 0-1 0 0,-2 2 1 0 0,-23-28 0 0 0,35 49-270 0 0,0-1 0 0 0,-1 2 0 0 0,0 0 1 0 0,0 0-1 0 0,0 0 0 0 0,-1 1 0 0 0,0 1 1 0 0,0 0-1 0 0,0 1 0 0 0,0 0 0 0 0,-1 0 1 0 0,0 1-1 0 0,0 1 0 0 0,0 0 0 0 0,0 0 1 0 0,0 1-1 0 0,0 1 0 0 0,-1 0 0 0 0,-23 4 0 0 0,6 1-166 0 0,0 1 0 0 0,0 2-1 0 0,1 0 1 0 0,0 2 0 0 0,1 2 0 0 0,-50 26-1 0 0,66-32-286 0 0,1 1-1 0 0,1 0 1 0 0,-1 0 0 0 0,1 1-1 0 0,0 1 1 0 0,1-1-1 0 0,-13 17 1 0 0,5 0-1105 0 0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3:20.9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81 126 3225 0 0,'-3'0'24'0'0,"-5"1"271"0"0,1-1 1 0 0,0-1 0 0 0,-1 1 0 0 0,1-1 0 0 0,-1-1-1 0 0,-7-1 1 0 0,14 2-207 0 0,0 1 0 0 0,0-1-1 0 0,0 1 1 0 0,0-1 0 0 0,0 1 0 0 0,0-1 0 0 0,0 0-1 0 0,0 0 1 0 0,0 1 0 0 0,0-1 0 0 0,0 0-1 0 0,1 0 1 0 0,-1 0 0 0 0,0 0 0 0 0,1 0 0 0 0,-1 0-1 0 0,0 0 1 0 0,0-2 0 0 0,1 2 14 0 0,0-1 1 0 0,0 0-1 0 0,-1 0 0 0 0,1 0 1 0 0,0 0-1 0 0,0 0 0 0 0,1 0 1 0 0,-1 1-1 0 0,0-1 0 0 0,1 0 1 0 0,-1 0-1 0 0,1 0 0 0 0,0 1 1 0 0,-1-1-1 0 0,2-2 0 0 0,1-2 70 0 0,0 1 0 0 0,0 0 0 0 0,0 0-1 0 0,1 0 1 0 0,-1 0 0 0 0,1 1 0 0 0,0-1 0 0 0,1 1 0 0 0,-1 0-1 0 0,1 0 1 0 0,-1 1 0 0 0,8-5 0 0 0,-10 7-90 0 0,1 0 0 0 0,0 0 0 0 0,0 0 0 0 0,-1 0 0 0 0,1 0 0 0 0,0 0 0 0 0,0 1 0 0 0,0-1 0 0 0,0 1 0 0 0,0 0 0 0 0,0 0 0 0 0,0 0 0 0 0,0 0 0 0 0,0 0 1 0 0,0 1-1 0 0,-1-1 0 0 0,1 1 0 0 0,0 0 0 0 0,0 0 0 0 0,0 0 0 0 0,-1 0 0 0 0,1 1 0 0 0,0-1 0 0 0,-1 1 0 0 0,0-1 0 0 0,3 3 0 0 0,3 3-76 0 0,0 0 0 0 0,-1 1 1 0 0,0-1-1 0 0,0 2 0 0 0,-1-1 0 0 0,0 1 0 0 0,-1 0 0 0 0,0 0 0 0 0,0 0 1 0 0,-1 1-1 0 0,0-1 0 0 0,0 1 0 0 0,-1 0 0 0 0,2 14 0 0 0,1 14-231 0 0,-2 0-1 0 0,-2 63 0 0 0,2 2 1567 0 0,-4-101-1267 0 0,-1-1 0 0 0,1 1 1 0 0,1 0-1 0 0,-1 0 0 0 0,0 0 0 0 0,0 0 0 0 0,1 0 1 0 0,-1 0-1 0 0,1 0 0 0 0,0-1 0 0 0,-1 1 0 0 0,1 0 1 0 0,0 0-1 0 0,0-1 0 0 0,0 1 0 0 0,0-1 0 0 0,0 1 0 0 0,0-1 1 0 0,1 1-1 0 0,-1-1 0 0 0,1 1 0 0 0,-1-1 0 0 0,1 0 1 0 0,-1 0-1 0 0,1 0 0 0 0,-1 0 0 0 0,1 0 0 0 0,0 0 1 0 0,2 0-1 0 0,-1-1-26 0 0,1 0 1 0 0,0 0 0 0 0,-1 0-1 0 0,1 0 1 0 0,0-1 0 0 0,-1 0-1 0 0,1 0 1 0 0,-1 0 0 0 0,1 0-1 0 0,-1 0 1 0 0,0-1 0 0 0,1 1-1 0 0,-1-1 1 0 0,4-3 0 0 0,8-5-230 0 0,-1-1-1 0 0,0 0 1 0 0,-1 0 0 0 0,0-2 0 0 0,18-22 0 0 0,23-39-4830 0 0,-42 55 3563 0 0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3:21.4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286 95 3225 0 0,'-41'-28'1859'0'0,"-21"-11"379"0"0,57 36-1821 0 0,-1 0 0 0 0,0 0 0 0 0,0 1 0 0 0,0 0 0 0 0,0 0 0 0 0,0 1 0 0 0,-1 0-1 0 0,-12-1 1 0 0,16 2-272 0 0,-1 1-1 0 0,0 0 1 0 0,1-1-1 0 0,-1 1 1 0 0,1 1-1 0 0,-1-1 1 0 0,1 0-1 0 0,-1 1 1 0 0,1 0-1 0 0,0 0 1 0 0,0 0-1 0 0,0 0 1 0 0,0 0-1 0 0,0 1 1 0 0,0-1-1 0 0,1 1 1 0 0,-1 0-1 0 0,1-1 1 0 0,0 1-1 0 0,0 0 1 0 0,0 1-1 0 0,0-1 1 0 0,0 0-1 0 0,1 1 0 0 0,-3 5 1 0 0,-2 10-101 0 0,0-1 1 0 0,1 1-1 0 0,-4 28 1 0 0,2 5-80 0 0,2-1 0 0 0,2 1 1 0 0,8 96-1 0 0,0-106 9 0 0,1-2 0 0 0,2 1 0 0 0,2-1 1 0 0,1 0-1 0 0,23 50 0 0 0,-29-77 9 0 0,1-1 0 0 0,1 0-1 0 0,0-1 1 0 0,1 0 0 0 0,0 0-1 0 0,0 0 1 0 0,1-1 0 0 0,1-1-1 0 0,0 1 1 0 0,0-2 0 0 0,15 11-1 0 0,-16-13 1 0 0,0-1 0 0 0,1-1 0 0 0,-1 1 0 0 0,1-2 0 0 0,0 1 0 0 0,0-1 0 0 0,0-1 0 0 0,0 0-1 0 0,1 0 1 0 0,-1-1 0 0 0,0 0 0 0 0,1-1 0 0 0,-1 0 0 0 0,1-1 0 0 0,10-2 0 0 0,2-1-6 0 0,1-1 1 0 0,-2-1-1 0 0,1-1 1 0 0,-1-1-1 0 0,0-1 1 0 0,0-1 0 0 0,-2-1-1 0 0,25-16 1 0 0,-30 16 238 0 0,0-1 0 0 0,-1 0 0 0 0,0-1 0 0 0,-1 0 1 0 0,-1-1-1 0 0,0 0 0 0 0,-1-1 0 0 0,-1-1 1 0 0,0 0-1 0 0,-1 0 0 0 0,8-18 0 0 0,-7 10 79 0 0,-1-1-1 0 0,-2 0 0 0 0,0 0 1 0 0,-1 0-1 0 0,-2-1 1 0 0,3-45-1 0 0,-7 54-159 0 0,0-1-1 0 0,-2 1 1 0 0,0-1 0 0 0,-1 1-1 0 0,-1 0 1 0 0,0 0 0 0 0,-2 1-1 0 0,0-1 1 0 0,0 1 0 0 0,-2 0-1 0 0,-9-16 1 0 0,4 11 129 0 0,-1 0-1 0 0,0 1 1 0 0,-2 1-1 0 0,0 1 1 0 0,-1 0-1 0 0,-37-29 1 0 0,43 38-387 0 0,-2 1 0 0 0,1 1 0 0 0,-1 0 0 0 0,0 1 0 0 0,-19-7-1 0 0,20 9-703 0 0,-1 1-1 0 0,1 1 0 0 0,-1 0 0 0 0,0 0 0 0 0,1 1 0 0 0,-24 1 0 0 0,-4 5-5888 0 0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3:22.8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 2 5529 0 0,'-1'-1'146'0'0,"0"1"-1"0"0,0 0 0 0 0,0 0 1 0 0,-1 0-1 0 0,1 0 1 0 0,0 0-1 0 0,0 0 1 0 0,0 0-1 0 0,0 0 1 0 0,0 1-1 0 0,0-1 0 0 0,0 0 1 0 0,0 1-1 0 0,0-1 1 0 0,0 0-1 0 0,0 1 1 0 0,0 0-1 0 0,0-1 0 0 0,0 1 1 0 0,0-1-1 0 0,0 1 1 0 0,1 0-1 0 0,-3 1 1 0 0,3 0-26 0 0,0 0 0 0 0,0 1 0 0 0,-1-1 0 0 0,2 0 0 0 0,-1 0 0 0 0,0 0 0 0 0,0 0 0 0 0,0 0 0 0 0,1 0 0 0 0,0 0 0 0 0,-1 0 0 0 0,2 3 0 0 0,70 205 2955 0 0,5 20-1567 0 0,-24-67-1530 0 0,-14-45-3348 0 0,-32-96-1015 0 0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3:23.4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324 119 6913 0 0,'-5'-3'173'0'0,"-1"0"-1"0"0,0 0 0 0 0,1 0 1 0 0,-2 1-1 0 0,1 0 0 0 0,0 0 0 0 0,0 0 1 0 0,-1 1-1 0 0,1 0 0 0 0,0 0 0 0 0,-1 1 1 0 0,1 0-1 0 0,-1 0 0 0 0,1 0 0 0 0,-1 1 1 0 0,1 0-1 0 0,-1 0 0 0 0,1 1 0 0 0,0 0 1 0 0,0 0-1 0 0,0 0 0 0 0,0 1 0 0 0,-8 4 1 0 0,3-1 86 0 0,1 0 1 0 0,-1 1 0 0 0,1 0 0 0 0,1 1-1 0 0,0 0 1 0 0,0 0 0 0 0,0 1-1 0 0,1 0 1 0 0,0 0 0 0 0,1 1 0 0 0,-10 18-1 0 0,7-7-81 0 0,2 0 0 0 0,1 1 0 0 0,0 0 0 0 0,2 0 0 0 0,0 1 0 0 0,2 0 0 0 0,0-1-1 0 0,2 1 1 0 0,1 35 0 0 0,5 2 61 0 0,2-1 0 0 0,21 85 0 0 0,-6-51-199 0 0,63 160 0 0 0,-67-211-279 0 0,2-1 0 0 0,1-1 0 0 0,2 0 0 0 0,2-2 0 0 0,56 67 0 0 0,-69-93 40 0 0,0-1 1 0 0,0-1 0 0 0,1 0-1 0 0,1 0 1 0 0,-1-2-1 0 0,1 1 1 0 0,1-2-1 0 0,-1 0 1 0 0,1-1 0 0 0,1 0-1 0 0,-1-1 1 0 0,1-1-1 0 0,0 0 1 0 0,17 1-1 0 0,-13-3 112 0 0,0-1 0 0 0,-1 0 0 0 0,1-2 0 0 0,0 0 0 0 0,-1-2 0 0 0,1 0-1 0 0,-1-1 1 0 0,0 0 0 0 0,0-2 0 0 0,0-1 0 0 0,24-11 0 0 0,-29 10 223 0 0,-1-1 1 0 0,1-1 0 0 0,-1 0 0 0 0,-1 0-1 0 0,0-1 1 0 0,-1-1 0 0 0,0 0 0 0 0,-1-1-1 0 0,0 0 1 0 0,-1 0 0 0 0,0-1 0 0 0,-1 0-1 0 0,10-24 1 0 0,1-9 445 0 0,-2 0 0 0 0,-3-2 0 0 0,10-52 0 0 0,-16 59-312 0 0,-2-1-1 0 0,-2 1 1 0 0,-2-1 0 0 0,-1 0-1 0 0,-3 0 1 0 0,-1 0-1 0 0,-2 1 1 0 0,-2-1 0 0 0,-2 2-1 0 0,-26-77 1 0 0,7 41 507 0 0,-3 2 1 0 0,-41-73-1 0 0,63 132-687 0 0,-2 2 0 0 0,1-1 0 0 0,-2 1 0 0 0,0 1 0 0 0,0 0-1 0 0,-2 1 1 0 0,1 0 0 0 0,-1 1 0 0 0,-1 1 0 0 0,0 0 0 0 0,-1 1-1 0 0,0 0 1 0 0,0 2 0 0 0,0 0 0 0 0,-21-6 0 0 0,25 9-72 0 0,0 1 0 0 0,-1 0 1 0 0,1 1-1 0 0,-1 0 0 0 0,0 1 1 0 0,0 1-1 0 0,1 0 0 0 0,-1 1 1 0 0,0 0-1 0 0,0 1 0 0 0,1 0 1 0 0,-1 1-1 0 0,1 0 0 0 0,0 1 1 0 0,0 0-1 0 0,0 1 0 0 0,1 1 1 0 0,-1 0-1 0 0,1 0 0 0 0,0 1 1 0 0,-18 16-1 0 0,21-16-311 0 0,1 0 0 0 0,0 1-1 0 0,1 0 1 0 0,0 0 0 0 0,-8 14 0 0 0,-4 15-7202 0 0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3:25.1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7 273 7834 0 0,'0'1'185'0'0,"-1"0"0"0"0,0 1 1 0 0,0 0-1 0 0,0-1 1 0 0,1 1-1 0 0,-1-1 0 0 0,1 1 1 0 0,-1 0-1 0 0,1-1 0 0 0,0 1 1 0 0,0 0-1 0 0,0-1 1 0 0,0 1-1 0 0,0 0 0 0 0,0-1 1 0 0,0 1-1 0 0,0 0 0 0 0,1-1 1 0 0,-1 1-1 0 0,0 0 1 0 0,1-1-1 0 0,0 1 0 0 0,-1 0 1 0 0,1-1-1 0 0,0 1 1 0 0,0-1-1 0 0,2 3 0 0 0,-2-3-34 0 0,1 0-1 0 0,0 0 1 0 0,-1 0-1 0 0,1 0 1 0 0,0 0-1 0 0,0 0 1 0 0,0-1-1 0 0,0 1 0 0 0,-1 0 1 0 0,1-1-1 0 0,0 0 1 0 0,0 1-1 0 0,0-1 1 0 0,0 0-1 0 0,0 0 1 0 0,0 0-1 0 0,0 0 1 0 0,0-1-1 0 0,0 1 1 0 0,0-1-1 0 0,0 1 1 0 0,0-1-1 0 0,3-1 1 0 0,19-9 356 0 0,-1-1 1 0 0,0-2-1 0 0,-1 0 1 0 0,0-1-1 0 0,38-37 1 0 0,7-2 167 0 0,-25 23-1254 0 0,-21 17-245 0 0,-1-1 0 0 0,-1 0 0 0 0,0-1 0 0 0,26-31 0 0 0,-34 32-702 0 0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3:25.5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5529 0 0,'0'1'95'0'0,"0"0"0"0"0,0-1-1 0 0,1 1 1 0 0,-1 0 0 0 0,0 0-1 0 0,0-1 1 0 0,0 1 0 0 0,1 0-1 0 0,-1-1 1 0 0,0 1 0 0 0,1 0-1 0 0,-1-1 1 0 0,1 1 0 0 0,-1 0-1 0 0,0-1 1 0 0,1 1 0 0 0,0 0-1 0 0,-1-1 1 0 0,1 1 0 0 0,-1-1-1 0 0,1 0 1 0 0,0 1 0 0 0,24 17 2716 0 0,-7-5-901 0 0,1 5-696 0 0,-1 0 0 0 0,-2 1 0 0 0,28 41 0 0 0,34 72-33 0 0,-6-9-6911 0 0,-62-106 253 0 0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3:25.9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37 7370 0 0,'3'3'270'0'0,"0"-1"1"0"0,0-1 0 0 0,-1 1-1 0 0,1 0 1 0 0,0-1 0 0 0,0 0 0 0 0,6 2-1 0 0,0 1 150 0 0,30 19 1076 0 0,-1 1 0 0 0,44 35 0 0 0,49 33-701 0 0,-137-98-595 0 0,0 1 1 0 0,1 0-1 0 0,-1-1 0 0 0,1 0 1 0 0,1 0-1 0 0,-1-1 0 0 0,1 1 0 0 0,0-1 1 0 0,-6-14-1 0 0,-31-78 950 0 0,23 46-2577 0 0,12 27-4663 0 0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3:26.2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4 235 2288 0 0,'32'54'3355'0'0,"2"-1"0"0"0,64 74 0 0 0,-64-91-4990 0 0</inkml:trace>
  <inkml:trace contextRef="#ctx0" brushRef="#br0" timeOffset="1">44 67 9674 0 0,'-11'-19'390'0'0,"6"10"1088"0"0,-1 0 0 0 0,0 0 1 0 0,-10-11-1 0 0,28 31-2138 0 0,-9-8-136 0 0,1 0 0 0 0,-1-1 0 0 0,1 1-1 0 0,-1-1 1 0 0,1 0 0 0 0,0 0 0 0 0,0 0-1 0 0,5 1 1 0 0,6 1-1634 0 0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3:26.6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156 31 6913 0 0,'-6'-5'283'0'0,"-1"1"0"0"0,0 1 0 0 0,0 0 0 0 0,0 0 0 0 0,0 0 0 0 0,-1 0 0 0 0,1 1 0 0 0,-1 1 0 0 0,1-1 0 0 0,-10 0 0 0 0,14 2-122 0 0,1 0 0 0 0,-1 0-1 0 0,1 0 1 0 0,-1 0 0 0 0,1 1-1 0 0,0-1 1 0 0,-1 1 0 0 0,1-1-1 0 0,-1 1 1 0 0,1 0 0 0 0,0 0-1 0 0,-1 0 1 0 0,1 0 0 0 0,0 1 0 0 0,0-1-1 0 0,0 0 1 0 0,0 1 0 0 0,0-1-1 0 0,0 1 1 0 0,0 0 0 0 0,1 0-1 0 0,-1 0 1 0 0,1 0 0 0 0,-1 0-1 0 0,1 0 1 0 0,0 0 0 0 0,0 0-1 0 0,0 0 1 0 0,0 1 0 0 0,0-1-1 0 0,0 1 1 0 0,0-1 0 0 0,1 0-1 0 0,-1 4 1 0 0,-1 10 108 0 0,0 1 0 0 0,1-1 1 0 0,3 27-1 0 0,-2-36-299 0 0,1 1 0 0 0,0-1 0 0 0,0 1 0 0 0,1-1-1 0 0,0 0 1 0 0,1 1 0 0 0,-1-1 0 0 0,1 0 0 0 0,8 13 0 0 0,-10-19-11 0 0,0 1-1 0 0,0-1 1 0 0,0 0-1 0 0,0 0 1 0 0,0 1-1 0 0,0-1 1 0 0,1 0 0 0 0,-1 0-1 0 0,0 0 1 0 0,1 0-1 0 0,-1 0 1 0 0,0-1-1 0 0,1 1 1 0 0,-1 0-1 0 0,1-1 1 0 0,-1 1-1 0 0,1-1 1 0 0,0 1 0 0 0,-1-1-1 0 0,1 0 1 0 0,0 0-1 0 0,-1 1 1 0 0,1-1-1 0 0,-1-1 1 0 0,1 1-1 0 0,0 0 1 0 0,-1 0-1 0 0,1 0 1 0 0,0-1 0 0 0,-1 1-1 0 0,1-1 1 0 0,-1 1-1 0 0,1-1 1 0 0,-1 0-1 0 0,1 0 1 0 0,-1 1-1 0 0,0-1 1 0 0,1 0-1 0 0,1-2 1 0 0,0 1-58 0 0,0-1 1 0 0,0 0-1 0 0,-1 0 1 0 0,1 0 0 0 0,-1 0-1 0 0,0 0 1 0 0,0-1-1 0 0,0 1 1 0 0,0-1-1 0 0,0 1 1 0 0,-1-1-1 0 0,1 1 1 0 0,-1-1-1 0 0,0 0 1 0 0,1-6-1 0 0,-2 8 138 0 0,0 0 1 0 0,0-1-1 0 0,0 1 0 0 0,1 0 1 0 0,-1 0-1 0 0,1 0 0 0 0,0-1 1 0 0,-1 1-1 0 0,1 0 0 0 0,0 0 0 0 0,0 0 1 0 0,0 0-1 0 0,1 0 0 0 0,-1 0 1 0 0,2-2-1 0 0,-2 3 38 0 0,0 0 0 0 0,0 1-1 0 0,1-1 1 0 0,-1 0 0 0 0,0 1 0 0 0,0-1 0 0 0,0 1 0 0 0,0-1 0 0 0,1 1-1 0 0,-1 0 1 0 0,0 0 0 0 0,0-1 0 0 0,1 1 0 0 0,-1 0 0 0 0,0 0 0 0 0,0 0-1 0 0,1 0 1 0 0,-1 0 0 0 0,0 1 0 0 0,2-1 0 0 0,1 2 85 0 0,0-1 1 0 0,1 1 0 0 0,-1 0-1 0 0,-1 0 1 0 0,1 0 0 0 0,0 1-1 0 0,-1-1 1 0 0,1 1 0 0 0,-1 0-1 0 0,0 0 1 0 0,1 0 0 0 0,-2 0-1 0 0,1 1 1 0 0,3 4-1 0 0,3 9-352 0 0,-1 1 0 0 0,0 1 0 0 0,-1-1 0 0 0,-2 1 0 0 0,0 0-1 0 0,0 1 1 0 0,-2-1 0 0 0,0 1 0 0 0,-1 29 0 0 0,-1-34-692 0 0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3:27.0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47 1 1376 0 0,'-1'8'561'0'0,"-1"0"0"0"0,1 1 0 0 0,-1-1 0 0 0,0 0 0 0 0,-6 13 0 0 0,-6 24 3016 0 0,9-28-2051 0 0,2-5-174 0 0,0 0 0 0 0,-2 23-1 0 0,5-33-1301 0 0,0-1-1 0 0,0 1 1 0 0,0 0 0 0 0,0-1-1 0 0,0 1 1 0 0,0-1 0 0 0,0 1-1 0 0,0 0 1 0 0,0-1-1 0 0,1 1 1 0 0,-1-1 0 0 0,1 1-1 0 0,-1-1 1 0 0,1 1 0 0 0,0-1-1 0 0,0 1 1 0 0,-1-1-1 0 0,1 1 1 0 0,0-1 0 0 0,0 0-1 0 0,0 0 1 0 0,0 0 0 0 0,1 1-1 0 0,-1-1 1 0 0,0 0-1 0 0,0 0 1 0 0,1 0 0 0 0,2 1-1 0 0,-3-2-85 0 0,-1 1 0 0 0,1-1 0 0 0,0 0-1 0 0,0 0 1 0 0,0 1 0 0 0,-1-1 0 0 0,1 0-1 0 0,0 0 1 0 0,0 0 0 0 0,0 0 0 0 0,0 0-1 0 0,0 0 1 0 0,0 0 0 0 0,-1 0 0 0 0,1 0-1 0 0,0 0 1 0 0,0 0 0 0 0,0-1 0 0 0,0 1-1 0 0,-1 0 1 0 0,1-1 0 0 0,0 1 0 0 0,0 0-1 0 0,-1-1 1 0 0,1 1 0 0 0,0-1 0 0 0,0 1-1 0 0,-1-1 1 0 0,2 0 0 0 0,5-24-1295 0 0,-7 24 1269 0 0,1-1-1 0 0,-1 0 0 0 0,0 1 1 0 0,0-1-1 0 0,1 1 1 0 0,-1-1-1 0 0,0 1 0 0 0,1-1 1 0 0,0 1-1 0 0,-1 0 1 0 0,1-1-1 0 0,0 1 0 0 0,0 0 1 0 0,0-1-1 0 0,0 1 1 0 0,0 0-1 0 0,1-2 1 0 0,-1 3 100 0 0,1 0 1 0 0,-1 0 0 0 0,0 0 0 0 0,1 0-1 0 0,-1 0 1 0 0,0 0 0 0 0,0 0 0 0 0,1 0-1 0 0,-1 0 1 0 0,0 1 0 0 0,0-1 0 0 0,1 0 0 0 0,-1 1-1 0 0,0-1 1 0 0,0 1 0 0 0,0 0 0 0 0,0-1-1 0 0,1 1 1 0 0,-1 0 0 0 0,1 1 0 0 0,0-1-77 0 0,15 2-3363 0 0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3:27.6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98 98 1840 0 0,'-3'-3'417'0'0,"1"0"0"0"0,-1 0-1 0 0,0 1 1 0 0,-1-1 0 0 0,1 1 0 0 0,0 0-1 0 0,-1-1 1 0 0,1 1 0 0 0,-7-2-1 0 0,9 4-258 0 0,-1 0-1 0 0,1 0 1 0 0,-1 0-1 0 0,1 0 1 0 0,0 0-1 0 0,-1 0 1 0 0,1 1-1 0 0,-1-1 1 0 0,1 0-1 0 0,0 1 1 0 0,-1-1-1 0 0,1 1 1 0 0,0 0 0 0 0,0-1-1 0 0,0 1 1 0 0,-1 0-1 0 0,1 0 1 0 0,0 0-1 0 0,0-1 1 0 0,0 1-1 0 0,0 0 1 0 0,0 1-1 0 0,0-1 1 0 0,0 0-1 0 0,1 0 1 0 0,-1 0-1 0 0,0 0 1 0 0,1 1-1 0 0,-1-1 1 0 0,0 3-1 0 0,-4 9 138 0 0,0-1 0 0 0,2 1 0 0 0,-1 0 0 0 0,2 1 0 0 0,0-1 0 0 0,0 1 0 0 0,1-1 0 0 0,1 1 0 0 0,0-1 0 0 0,1 1-1 0 0,0-1 1 0 0,1 0 0 0 0,5 18 0 0 0,-4-24-293 0 0,-1 0 1 0 0,1 0-1 0 0,1 0 0 0 0,-1 0 0 0 0,8 9 0 0 0,-11-15-34 0 0,1 0 0 0 0,0 0 1 0 0,-1 0-1 0 0,1 0 0 0 0,0 0 0 0 0,0 0 0 0 0,-1 0 0 0 0,1 0 0 0 0,0 0 0 0 0,0-1 0 0 0,0 1 0 0 0,0 0 0 0 0,0-1 0 0 0,0 1 0 0 0,0-1 0 0 0,0 1 0 0 0,0-1 0 0 0,0 1 0 0 0,1-1 0 0 0,-1 0 0 0 0,0 1 0 0 0,0-1 0 0 0,0 0 0 0 0,0 0 0 0 0,1 0 0 0 0,-1 0 0 0 0,0 0 0 0 0,0 0 0 0 0,0 0 0 0 0,1-1 0 0 0,-1 1 0 0 0,0 0 0 0 0,0-1 0 0 0,0 1 0 0 0,0-1 0 0 0,0 1 0 0 0,0-1 0 0 0,0 1 0 0 0,0-1 0 0 0,0 0 0 0 0,0 1 0 0 0,0-1 0 0 0,0 0 1 0 0,0 0-1 0 0,1-2 0 0 0,0 0-166 0 0,1-1 1 0 0,-1 0-1 0 0,0 1 1 0 0,-1-1-1 0 0,1 0 1 0 0,-1 0-1 0 0,1-1 1 0 0,-1 1-1 0 0,0 0 1 0 0,-1 0-1 0 0,1-1 1 0 0,-1 1-1 0 0,1 0 1 0 0,-2-8-1 0 0,-8-62-40 0 0,8 68 337 0 0,-5-18 343 0 0,-1-1 0 0 0,-11-25 0 0 0,9 27 417 0 0,1 0 0 0 0,-6-29 0 0 0,14 52-802 0 0,0 0 0 0 0,0 0 0 0 0,0-1-1 0 0,0 1 1 0 0,0 0 0 0 0,0 0 0 0 0,0 0 0 0 0,0-1 0 0 0,0 1 0 0 0,0 0-1 0 0,0 0 1 0 0,0-1 0 0 0,0 1 0 0 0,0 0 0 0 0,0 0 0 0 0,0-1 0 0 0,0 1-1 0 0,0 0 1 0 0,1 0 0 0 0,-1-1 0 0 0,0 1 0 0 0,0 0 0 0 0,0 0 0 0 0,0 0-1 0 0,0-1 1 0 0,1 1 0 0 0,-1 0 0 0 0,0 0 0 0 0,0 0 0 0 0,0 0 0 0 0,0-1-1 0 0,1 1 1 0 0,-1 0 0 0 0,0 0 0 0 0,0 0 0 0 0,1 0 0 0 0,-1 0 0 0 0,0 0-1 0 0,0 0 1 0 0,0 0 0 0 0,1-1 0 0 0,-1 1 0 0 0,0 0 0 0 0,0 0 0 0 0,1 0-1 0 0,-1 0 1 0 0,0 0 0 0 0,0 0 0 0 0,1 0 0 0 0,-1 1 0 0 0,0-1 0 0 0,0 0-1 0 0,1 0 1 0 0,-1 0 0 0 0,23 10 1090 0 0,23 22-553 0 0,-34-21-607 0 0,0 2 0 0 0,0 0 0 0 0,-1 0 0 0 0,0 1 1 0 0,-2 0-1 0 0,17 31 0 0 0,-9-8-160 0 0,24 71 1 0 0,-32-81 159 0 0,-2 0 0 0 0,-1 1 0 0 0,-1 0 0 0 0,-2 0 0 0 0,0 0 1 0 0,-2 34-1 0 0,-3-44-1316 0 0,0 0 0 0 0,0 0 1 0 0,-8 24-1 0 0,4-24-4436 0 0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3:28.3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66 517 6913 0 0,'10'-98'5094'0'0,"-11"79"-4869"0"0,-1 0 1 0 0,0 0-1 0 0,-2 1 1 0 0,0-1-1 0 0,-1 1 1 0 0,-1 0-1 0 0,-10-23 1 0 0,16 41-215 0 0,0-1 1 0 0,0 0-1 0 0,-1 1 1 0 0,1-1-1 0 0,0 0 1 0 0,-1 1-1 0 0,1-1 0 0 0,0 1 1 0 0,-1-1-1 0 0,1 1 1 0 0,-1-1-1 0 0,1 1 1 0 0,-1-1-1 0 0,1 1 0 0 0,-1-1 1 0 0,1 1-1 0 0,-1-1 1 0 0,1 1-1 0 0,-1 0 1 0 0,0-1-1 0 0,1 1 1 0 0,-1 0-1 0 0,0 0 0 0 0,1-1 1 0 0,-2 1-1 0 0,1 0 0 0 0,1 1 0 0 0,-1-1 0 0 0,0 0 0 0 0,1 1-1 0 0,-1-1 1 0 0,0 1 0 0 0,1-1 0 0 0,-1 1 0 0 0,1-1 0 0 0,-1 1-1 0 0,1-1 1 0 0,-1 1 0 0 0,1-1 0 0 0,-1 1 0 0 0,1 0 0 0 0,0-1-1 0 0,-1 1 1 0 0,1 1 0 0 0,-11 36 173 0 0,10-28-313 0 0,1-1 0 0 0,0 1-1 0 0,0 0 1 0 0,1 0 0 0 0,0 0 0 0 0,1-1 0 0 0,0 1 0 0 0,1-1 0 0 0,-1 1 0 0 0,8 14 0 0 0,-8-21 100 0 0,0 1 1 0 0,0-1 0 0 0,1 1 0 0 0,-1-1-1 0 0,1 0 1 0 0,-1 0 0 0 0,1 0 0 0 0,0 0-1 0 0,1 0 1 0 0,-1-1 0 0 0,0 0 0 0 0,1 1-1 0 0,-1-1 1 0 0,1 0 0 0 0,0-1 0 0 0,-1 1-1 0 0,1-1 1 0 0,0 1 0 0 0,0-1 0 0 0,0 0-1 0 0,0-1 1 0 0,0 1 0 0 0,0-1 0 0 0,1 0-1 0 0,-1 0 1 0 0,0 0 0 0 0,8-1 0 0 0,-9 0-25 0 0,0 0 0 0 0,1 0 0 0 0,-1 0 0 0 0,0 0 0 0 0,0 0 0 0 0,0-1 0 0 0,0 1 0 0 0,0-1 0 0 0,0 0 0 0 0,-1 0 0 0 0,1 0 0 0 0,-1 0 0 0 0,1 0 0 0 0,-1-1 0 0 0,0 1 0 0 0,1-1 0 0 0,-1 1 0 0 0,-1-1 0 0 0,1 0 0 0 0,0 0 0 0 0,-1 0 0 0 0,1 0 0 0 0,-1 0 0 0 0,0 0 0 0 0,0 0 0 0 0,0-1 0 0 0,0-4 0 0 0,3-11-123 0 0,-2 0 1 0 0,0 0-1 0 0,-2-32 1 0 0,0 19 812 0 0,1 23-377 0 0,3-42 297 0 0,-4 50-442 0 0,0-1 0 0 0,0 0-1 0 0,0 1 1 0 0,1-1 0 0 0,-1 0 0 0 0,1 0 0 0 0,-1 1 0 0 0,1-1 0 0 0,0 1-1 0 0,0-1 1 0 0,-1 1 0 0 0,1-1 0 0 0,0 1 0 0 0,0-1 0 0 0,1 1-1 0 0,-1 0 1 0 0,0-1 0 0 0,0 1 0 0 0,1 0 0 0 0,-1 0 0 0 0,0 0 0 0 0,4-1-1 0 0,-2 3 320 0 0,0 0-1 0 0,-1 0 1 0 0,1 1-1 0 0,0 0 1 0 0,0-1-1 0 0,-1 1 0 0 0,1 0 1 0 0,-1 0-1 0 0,0 1 1 0 0,0-1-1 0 0,0 0 0 0 0,0 1 1 0 0,0-1-1 0 0,0 1 1 0 0,0 0-1 0 0,1 5 1 0 0,-1-42-650 0 0,9-49 0 0 0,-5 43-1414 0 0,-1 1-5398 0 0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3:39.5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66 155 9674 0 0,'-2'1'145'0'0,"0"0"0"0"0,0 0 0 0 0,-1 0 0 0 0,1 0 0 0 0,0 0-1 0 0,-1-1 1 0 0,1 1 0 0 0,0-1 0 0 0,-1 0 0 0 0,1 1 0 0 0,0-1 0 0 0,-1 0 0 0 0,1-1 0 0 0,-1 1-1 0 0,1 0 1 0 0,0-1 0 0 0,-4 0 0 0 0,4 0-18 0 0,1-1-1 0 0,-1 1 1 0 0,1 0 0 0 0,-1 0-1 0 0,1-1 1 0 0,0 1 0 0 0,0-1-1 0 0,-1 0 1 0 0,1 1 0 0 0,0-1-1 0 0,0 0 1 0 0,1 1 0 0 0,-1-1-1 0 0,0 0 1 0 0,1 0 0 0 0,-1 0-1 0 0,1 0 1 0 0,-1 0 0 0 0,1 0-1 0 0,0 0 1 0 0,0 1 0 0 0,0-5-1 0 0,0 0 150 0 0,0 0 0 0 0,1 0 0 0 0,-1 0 0 0 0,1 0 0 0 0,1 0 0 0 0,-1 1 0 0 0,1-1 0 0 0,0 0-1 0 0,0 1 1 0 0,0-1 0 0 0,1 1 0 0 0,0-1 0 0 0,0 1 0 0 0,7-8 0 0 0,-8 10-242 0 0,0 1 0 0 0,0 1 1 0 0,0-1-1 0 0,0 0 0 0 0,0 0 0 0 0,0 1 1 0 0,0-1-1 0 0,0 1 0 0 0,1-1 0 0 0,-1 1 1 0 0,1 0-1 0 0,-1 0 0 0 0,1 0 0 0 0,-1 1 1 0 0,1-1-1 0 0,-1 0 0 0 0,1 1 0 0 0,0 0 1 0 0,-1 0-1 0 0,1-1 0 0 0,0 2 0 0 0,-1-1 1 0 0,1 0-1 0 0,0 0 0 0 0,-1 1 0 0 0,1 0 0 0 0,-1-1 1 0 0,1 1-1 0 0,-1 0 0 0 0,1 0 0 0 0,-1 0 1 0 0,1 1-1 0 0,-1-1 0 0 0,4 4 0 0 0,3 1-86 0 0,-2 1-1 0 0,1 1 1 0 0,-1 0-1 0 0,0 0 1 0 0,0 0-1 0 0,-1 1 1 0 0,0 0-1 0 0,-1 0 0 0 0,8 17 1 0 0,4 13-263 0 0,11 45 1 0 0,-20-58 124 0 0,3 10-91 0 0,19 54-85 0 0,-27-81 381 0 0,1 1 0 0 0,1-2 1 0 0,0 1-1 0 0,0 0 0 0 0,1-1 1 0 0,12 14-1 0 0,-17-20 17 0 0,1-1 0 0 0,-1 1-1 0 0,1-1 1 0 0,-1 0 0 0 0,1 0 0 0 0,0 0 0 0 0,-1 0-1 0 0,1 0 1 0 0,0 0 0 0 0,0 0 0 0 0,0-1 0 0 0,0 1-1 0 0,0 0 1 0 0,0-1 0 0 0,0 0 0 0 0,0 0 0 0 0,0 1-1 0 0,0-1 1 0 0,3-1 0 0 0,-2 1 19 0 0,1-1-1 0 0,-1 0 1 0 0,1 0 0 0 0,-1 0 0 0 0,1-1-1 0 0,-1 1 1 0 0,0-1 0 0 0,0 0 0 0 0,0 0-1 0 0,4-3 1 0 0,6-7-315 0 0,0 0 1 0 0,-1-1-1 0 0,18-24 0 0 0,-19 22-783 0 0,3-3-5355 0 0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3:40.1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417 112 8290 0 0,'-12'-11'308'0'0,"1"1"0"0"0,-1 0 0 0 0,0 1 0 0 0,-1 1 1 0 0,0 0-1 0 0,-22-10 0 0 0,29 16-133 0 0,-1 0 1 0 0,1 0-1 0 0,0 0 0 0 0,-1 1 1 0 0,0-1-1 0 0,1 2 1 0 0,-1-1-1 0 0,0 1 1 0 0,1 0-1 0 0,-1 0 0 0 0,0 1 1 0 0,1 0-1 0 0,-1 0 1 0 0,1 1-1 0 0,-1-1 0 0 0,1 1 1 0 0,-10 5-1 0 0,6-1 40 0 0,0 0 0 0 0,0 1 0 0 0,1 0-1 0 0,0 1 1 0 0,0 0 0 0 0,1 0 0 0 0,0 1 0 0 0,0 0-1 0 0,1 1 1 0 0,0-1 0 0 0,1 1 0 0 0,0 1-1 0 0,1-1 1 0 0,-7 18 0 0 0,1 2 46 0 0,1 1 0 0 0,1 0 1 0 0,2 0-1 0 0,-5 38 0 0 0,6 22-255 0 0,4 0-1 0 0,15 157 1 0 0,-2-139-418 0 0,37 167 0 0 0,-36-226 354 0 0,3 1 1 0 0,3-2-1 0 0,1 0 1 0 0,2-1-1 0 0,40 63 1 0 0,-52-96 11 0 0,1 0 1 0 0,1-1 0 0 0,0-1-1 0 0,1 0 1 0 0,0 0 0 0 0,1-1-1 0 0,1-1 1 0 0,21 14 0 0 0,-23-18-70 0 0,1 0 1 0 0,0-1 0 0 0,0 0 0 0 0,1-1 0 0 0,-1-1-1 0 0,1 0 1 0 0,0-1 0 0 0,0-1 0 0 0,0 0-1 0 0,27 0 1 0 0,-21-3-71 0 0,1 0-1 0 0,-1-1 1 0 0,0-2 0 0 0,0 0-1 0 0,0-1 1 0 0,0-1-1 0 0,-1-1 1 0 0,26-12-1 0 0,-20 6 9 0 0,-1-1 0 0 0,0-1 0 0 0,-1-1 0 0 0,-1-1 0 0 0,35-35-1 0 0,-33 26 289 0 0,0-1-1 0 0,-2-1 1 0 0,-1 0-1 0 0,-2-2 0 0 0,0-1 1 0 0,-2 0-1 0 0,-2-1 0 0 0,-1-1 1 0 0,-1 0-1 0 0,9-39 1 0 0,-11 26 531 0 0,-3 0 1 0 0,-1-1 0 0 0,-3 0 0 0 0,-2 0 0 0 0,-5-79 0 0 0,-2 89-311 0 0,-1 0 1 0 0,-1 0-1 0 0,-2 1 1 0 0,-2 0-1 0 0,-1 0 1 0 0,-2 1-1 0 0,-29-52 1 0 0,-18-11 627 0 0,-85-107 0 0 0,128 181-866 0 0,0 1 0 0 0,-2 1-1 0 0,-1 0 1 0 0,-31-25-1 0 0,46 42-77 0 0,-1 1 0 0 0,0-1 0 0 0,1 1 0 0 0,-2 0 0 0 0,1 1 0 0 0,0-1-1 0 0,-1 2 1 0 0,1-1 0 0 0,-1 1 0 0 0,0 0 0 0 0,0 0 0 0 0,0 1 0 0 0,0 0 0 0 0,0 1 0 0 0,0 0 0 0 0,0 0-1 0 0,0 0 1 0 0,0 1 0 0 0,0 1 0 0 0,0-1 0 0 0,-8 4 0 0 0,0 1-199 0 0,0 1-1 0 0,0 1 1 0 0,1 1-1 0 0,1 0 1 0 0,-1 1 0 0 0,1 0-1 0 0,1 1 1 0 0,0 1 0 0 0,1 0-1 0 0,0 1 1 0 0,0 0-1 0 0,2 0 1 0 0,-10 17 0 0 0,-9 13-7220 0 0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3:41.7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175 105 3225 0 0,'-10'-8'-35'0'0,"0"0"0"0"0,1-1 1 0 0,-12-12-1 0 0,14 13 727 0 0,0 0-1 0 0,-1 0 0 0 0,0 1 1 0 0,0 0-1 0 0,-16-9 1 0 0,23 16-530 0 0,0-1 1 0 0,0 0-1 0 0,0 1 1 0 0,0-1-1 0 0,-1 1 1 0 0,1-1-1 0 0,0 1 0 0 0,0 0 1 0 0,-1-1-1 0 0,1 1 1 0 0,0 0-1 0 0,-1 0 1 0 0,1 0-1 0 0,0 0 1 0 0,0 0-1 0 0,-1 0 0 0 0,1 0 1 0 0,0 1-1 0 0,-1-1 1 0 0,1 0-1 0 0,0 1 1 0 0,0-1-1 0 0,0 1 0 0 0,-1-1 1 0 0,0 2-1 0 0,0 0 54 0 0,0 0-1 0 0,0-1 0 0 0,1 1 1 0 0,-1 0-1 0 0,0 1 0 0 0,1-1 1 0 0,0 0-1 0 0,0 0 0 0 0,-1 1 0 0 0,1-1 1 0 0,-1 5-1 0 0,-1 5 203 0 0,1-1 1 0 0,0 1-1 0 0,0-1 1 0 0,1 18-1 0 0,3 11-119 0 0,2 0 0 0 0,2-1 1 0 0,1 1-1 0 0,3-1 0 0 0,0-1 0 0 0,3 0 0 0 0,1-1 1 0 0,2 0-1 0 0,1-1 0 0 0,2-1 0 0 0,47 65 0 0 0,-56-87-791 0 0,0 0 0 0 0,1-1 0 0 0,25 20 0 0 0,-33-28 351 0 0,1-1-1 0 0,0-1 0 0 0,0 1 1 0 0,0-1-1 0 0,0 1 0 0 0,1-1 1 0 0,-1 0-1 0 0,0-1 0 0 0,1 1 1 0 0,-1-1-1 0 0,1 0 0 0 0,0 0 1 0 0,-1 0-1 0 0,1-1 0 0 0,0 0 1 0 0,0 0-1 0 0,-1 0 0 0 0,7-1 1 0 0,6-4-1313 0 0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3:42.0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51 3681 0 0,'1'9'245'0'0,"0"0"0"0"0,1 0 0 0 0,0-1 0 0 0,0 1 0 0 0,1-1 0 0 0,0 0-1 0 0,0 0 1 0 0,1 0 0 0 0,7 12 0 0 0,5 5 1024 0 0,28 34-1 0 0,-38-51-1023 0 0,1-1-1 0 0,-1 0 0 0 0,2-1 1 0 0,-1 0-1 0 0,1 0 1 0 0,0 0-1 0 0,0-1 1 0 0,0 0-1 0 0,1-1 0 0 0,0 0 1 0 0,16 5-1 0 0,-20-7-171 0 0,-1-1 0 0 0,1 0-1 0 0,0 0 1 0 0,0-1 0 0 0,0 1-1 0 0,-1-1 1 0 0,1 0 0 0 0,0 0-1 0 0,0-1 1 0 0,0 1 0 0 0,-1-1-1 0 0,1 0 1 0 0,0-1 0 0 0,-1 1-1 0 0,1-1 1 0 0,-1 0 0 0 0,1 0-1 0 0,-1 0 1 0 0,0 0 0 0 0,0-1-1 0 0,0 0 1 0 0,0 0 0 0 0,0 0-1 0 0,-1 0 1 0 0,5-5 0 0 0,-6 5-30 0 0,0-1 1 0 0,0 0-1 0 0,0 1 1 0 0,-1-1 0 0 0,1 0-1 0 0,-1 0 1 0 0,0 0-1 0 0,0 0 1 0 0,0 0 0 0 0,0 0-1 0 0,-1 0 1 0 0,0 0-1 0 0,0-1 1 0 0,0 1 0 0 0,0 0-1 0 0,-1 0 1 0 0,1 0 0 0 0,-1 0-1 0 0,0 0 1 0 0,0 0-1 0 0,-1 0 1 0 0,-3-7 0 0 0,-1-4 295 0 0,-1 1 0 0 0,-1 0 0 0 0,0 1 1 0 0,-16-21-1 0 0,16 25-123 0 0,0 0 1 0 0,0 0-1 0 0,-1 1 0 0 0,0 0 1 0 0,-1 1-1 0 0,-16-10 0 0 0,23 15-320 0 0,0 0 0 0 0,0 0 0 0 0,-1 0 0 0 0,1 1 0 0 0,0 0 0 0 0,-1-1 0 0 0,0 1 0 0 0,1 0 0 0 0,-1 1 0 0 0,1-1 0 0 0,-1 1 0 0 0,0-1 0 0 0,0 1 0 0 0,1 0 0 0 0,-1 1 0 0 0,0-1 0 0 0,1 0 0 0 0,-1 1 0 0 0,0 0 0 0 0,1 0 0 0 0,-1 0 0 0 0,1 1 0 0 0,-1-1 0 0 0,1 1 0 0 0,-4 2 0 0 0,0 2-1593 0 0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3:42.4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47 7370 0 0,'1'2'214'0'0,"1"1"0"0"0,-1-1 0 0 0,0 1 1 0 0,1-1-1 0 0,0 0 0 0 0,0 0 0 0 0,-1 0 1 0 0,1 0-1 0 0,3 2 0 0 0,3 4 160 0 0,22 31 1045 0 0,-1 2 0 0 0,29 55-1 0 0,-5-7-1261 0 0,-66-113-1298 0 0,2 0 1 0 0,0-1-1 0 0,-7-27 0 0 0,11 30 1611 0 0,1 0 0 0 0,1 0-1 0 0,1 0 1 0 0,1-1 0 0 0,-1-30 0 0 0,4 50-326 0 0,0 0 0 0 0,1 0 0 0 0,-1-1 0 0 0,1 1 0 0 0,-1 0 0 0 0,1 1 1 0 0,0-1-1 0 0,0 0 0 0 0,0 0 0 0 0,1 0 0 0 0,-1 0 0 0 0,0 1 0 0 0,1-1 0 0 0,3-4 1 0 0,-3 6-68 0 0,-1 1 1 0 0,0-1-1 0 0,0 0 1 0 0,0 1-1 0 0,0-1 1 0 0,1 1-1 0 0,-1-1 1 0 0,0 1-1 0 0,1-1 1 0 0,-1 1-1 0 0,0 0 1 0 0,1 0 0 0 0,-1-1-1 0 0,0 1 1 0 0,1 0-1 0 0,-1 0 1 0 0,0 1-1 0 0,1-1 1 0 0,-1 0-1 0 0,0 0 1 0 0,1 1-1 0 0,-1-1 1 0 0,0 1-1 0 0,1-1 1 0 0,-1 1-1 0 0,0-1 1 0 0,0 1-1 0 0,0 0 1 0 0,1-1 0 0 0,-1 1-1 0 0,0 0 1 0 0,0 0-1 0 0,0 0 1 0 0,0 0-1 0 0,0 1 1 0 0,14 13 669 0 0,23 28 1 0 0,-30-33-974 0 0,0 0 0 0 0,1 0 0 0 0,0-1 0 0 0,0 0 0 0 0,1-1-1 0 0,1 0 1 0 0,16 11 0 0 0,-10-11-917 0 0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3:42.8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41 5529 0 0,'-1'-3'570'0'0,"0"0"-1"0"0,0 0 1 0 0,1 1 0 0 0,-1-1-1 0 0,1 0 1 0 0,0 0-1 0 0,0 0 1 0 0,0 0 0 0 0,1-4-1 0 0,-1 6-474 0 0,0 1-1 0 0,0 0 0 0 0,0-1 0 0 0,0 1 0 0 0,1 0 0 0 0,-1-1 1 0 0,0 1-1 0 0,0 0 0 0 0,0 0 0 0 0,0-1 0 0 0,0 1 1 0 0,1 0-1 0 0,-1 0 0 0 0,0-1 0 0 0,0 1 0 0 0,0 0 1 0 0,1 0-1 0 0,-1-1 0 0 0,0 1 0 0 0,0 0 0 0 0,1 0 1 0 0,-1 0-1 0 0,0 0 0 0 0,1-1 0 0 0,-1 1 0 0 0,0 0 1 0 0,1 0-1 0 0,-1 0 0 0 0,0 0 0 0 0,1 0 0 0 0,13 10 1540 0 0,12 25 143 0 0,41 72 0 0 0,-48-74-1475 0 0,60 110 259 0 0,16 25-1508 0 0,-23-61-3835 0 0,-57-88 3246 0 0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3:43.2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6 100 6913 0 0,'-1'-1'70'0'0,"1"1"0"0"0,0 0 0 0 0,-1 0-1 0 0,1-1 1 0 0,0 1 0 0 0,-1 0-1 0 0,1-1 1 0 0,0 1 0 0 0,-1 0-1 0 0,1-1 1 0 0,0 1 0 0 0,0 0-1 0 0,-1-1 1 0 0,1 1 0 0 0,0-1-1 0 0,0 1 1 0 0,0 0 0 0 0,0-1-1 0 0,-1 1 1 0 0,1-1 0 0 0,0 1-1 0 0,0-1 1 0 0,0 1 0 0 0,0-1-1 0 0,0 1 1 0 0,0-1 0 0 0,0 1 0 0 0,0 0-1 0 0,0-1 1 0 0,1 0 0 0 0,5-21 1780 0 0,15-19 227 0 0,-20 39-2154 0 0,0 0-1 0 0,0 1 0 0 0,1-1 0 0 0,-1 1 0 0 0,1-1 0 0 0,-1 1 0 0 0,1-1 0 0 0,-1 1 0 0 0,1 0 0 0 0,0 0 0 0 0,0 0 0 0 0,-1 0 0 0 0,1 0 0 0 0,0 0 0 0 0,0 0 0 0 0,0 0 1 0 0,0 1-1 0 0,4-1 0 0 0,-2 1-70 0 0,1 0 1 0 0,0 0 0 0 0,-1 0-1 0 0,1 1 1 0 0,-1 0 0 0 0,1 0 0 0 0,6 2-1 0 0,6 4 88 0 0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3:43.5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88 5985 0 0,'0'-1'63'0'0,"0"1"1"0"0,-1-1-1 0 0,1 1 0 0 0,0 0 0 0 0,0-1 0 0 0,0 1 1 0 0,-1-1-1 0 0,1 1 0 0 0,0-1 0 0 0,0 1 0 0 0,0-1 0 0 0,0 1 1 0 0,0-1-1 0 0,0 1 0 0 0,0-1 0 0 0,0 1 0 0 0,0-1 1 0 0,0 1-1 0 0,0 0 0 0 0,0-1 0 0 0,0 1 0 0 0,0-1 0 0 0,0 1 1 0 0,0-1-1 0 0,0 1 0 0 0,1-1 0 0 0,-1 1 0 0 0,0-1 0 0 0,0 1 1 0 0,1 0-1 0 0,-1-1 0 0 0,0 1 0 0 0,1-1 0 0 0,-1 1 1 0 0,0 0-1 0 0,1-1 0 0 0,-1 1 0 0 0,0 0 0 0 0,1 0 0 0 0,-1-1 1 0 0,1 1-1 0 0,-1 0 0 0 0,1 0 0 0 0,-1 0 0 0 0,1-1 1 0 0,-1 1-1 0 0,0 0 0 0 0,2 0 0 0 0,23-6 2700 0 0,-16 8-2468 0 0,-1 1 0 0 0,0 0 0 0 0,0 0 0 0 0,0 1 0 0 0,0 0 0 0 0,0 0 0 0 0,-1 1 0 0 0,8 6 0 0 0,-8-6-378 0 0,1 1 1 0 0,-1 1-1 0 0,0 0 1 0 0,-1 0-1 0 0,1 0 0 0 0,-1 0 1 0 0,-1 1-1 0 0,1 0 1 0 0,-2 1-1 0 0,1-1 1 0 0,-1 1-1 0 0,4 10 1 0 0,-8-18 29 0 0,0-1 1 0 0,1 1-1 0 0,-1 0 1 0 0,0 0-1 0 0,0 0 1 0 0,0 0 0 0 0,0 0-1 0 0,0 0 1 0 0,0 0-1 0 0,0 0 1 0 0,0-1 0 0 0,0 1-1 0 0,0 0 1 0 0,0 0-1 0 0,-1 0 1 0 0,1 0-1 0 0,0 0 1 0 0,-1 1 0 0 0,1-2 47 0 0,-1 0 1 0 0,1 1 0 0 0,0-1 0 0 0,-1 0-1 0 0,1 0 1 0 0,-1 1 0 0 0,1-1 0 0 0,-1 0-1 0 0,1 0 1 0 0,0 0 0 0 0,-1 1 0 0 0,1-1 0 0 0,-1 0-1 0 0,1 0 1 0 0,-1 0 0 0 0,1 0 0 0 0,-1 0-1 0 0,1 0 1 0 0,-1 0 0 0 0,1 0 0 0 0,-1 0-1 0 0,1 0 1 0 0,-2-1 0 0 0,0 1 139 0 0,-1-1 0 0 0,1 0 0 0 0,-1 0 0 0 0,1 0 0 0 0,0 0 0 0 0,0-1 0 0 0,-1 1 0 0 0,1-1 0 0 0,0 1 0 0 0,0-1 0 0 0,-2-2 0 0 0,-4-6 223 0 0,1 1 0 0 0,0-2 0 0 0,1 1 0 0 0,0-1 0 0 0,1 0 0 0 0,0 0 0 0 0,-6-22 0 0 0,-6-45-1577 0 0,12 50-4380 0 0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3:43.9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36 513 6913 0 0,'6'18'309'0'0,"1"0"-1"0"0,1-1 0 0 0,17 28 0 0 0,-22-39-8 0 0,1-1 0 0 0,-1 0 0 0 0,1 0 0 0 0,0 0 0 0 0,1 0 0 0 0,-1-1-1 0 0,1 0 1 0 0,0 0 0 0 0,0 0 0 0 0,0 0 0 0 0,0-1 0 0 0,1 0 0 0 0,-1 0-1 0 0,1 0 1 0 0,6 1 0 0 0,-10-3-209 0 0,-1-1 0 0 0,1 1 0 0 0,-1-1 0 0 0,1 0 0 0 0,-1 0 0 0 0,1 0 0 0 0,-1 0 0 0 0,1 0 0 0 0,-1 0 0 0 0,1 0-1 0 0,-1 0 1 0 0,1 0 0 0 0,-1-1 0 0 0,1 1 0 0 0,-1-1 0 0 0,0 1 0 0 0,1-1 0 0 0,-1 1 0 0 0,0-1 0 0 0,1 0 0 0 0,-1 0 0 0 0,0 0 0 0 0,0 1 0 0 0,2-3 0 0 0,-2 1-33 0 0,0 0 0 0 0,0 0 0 0 0,0 0 1 0 0,0 0-1 0 0,0 0 0 0 0,0 0 0 0 0,0 0 1 0 0,-1-1-1 0 0,1 1 0 0 0,-1 0 0 0 0,0-1 0 0 0,0 1 1 0 0,0 0-1 0 0,0-3 0 0 0,0-3 15 0 0,-1-1 0 0 0,-1 0 0 0 0,1 1 0 0 0,-2 0 0 0 0,1-1 0 0 0,-1 1 1 0 0,-5-11-1 0 0,1 8 92 0 0,-1 0 1 0 0,-1 0-1 0 0,0 0 1 0 0,-1 1 0 0 0,0 0-1 0 0,0 1 1 0 0,-1 0-1 0 0,0 1 1 0 0,-14-8-1 0 0,6 3-870 0 0,1-1-1 0 0,-19-18 0 0 0,32 28-825 0 0</inkml:trace>
  <inkml:trace contextRef="#ctx0" brushRef="#br0" timeOffset="1">238 1 6913 0 0,'-1'-1'260'0'0,"0"1"-1"0"0,1 0 0 0 0,-1 0 1 0 0,-12 8 5445 0 0,12-7-5446 0 0,1-1 0 0 0,0 1 1 0 0,0-1-1 0 0,-1 2 0 0 0,0 1 17 0 0,1-1-1 0 0,0 0 0 0 0,0 1 0 0 0,0-1 0 0 0,0 0 1 0 0,0 1-1 0 0,1-1 0 0 0,-1 0 0 0 0,2 4 0 0 0,19 45 933 0 0,-10-33-995 0 0,0 0 1 0 0,1-1-1 0 0,1 0 1 0 0,0-1-1 0 0,23 21 1 0 0,43 31-2985 0 0,-62-55-3561 0 0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3:44.3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1 5529 0 0,'-4'6'4914'0'0,"4"-6"-4816"0"0,5 19 2533 0 0,14 27-640 0 0,-14-36-1211 0 0,19 43 1658 0 0,58 93-1 0 0,-40-84-3467 0 0,1 0-3765 0 0,-25-37-1644 0 0</inkml:trace>
  <inkml:trace contextRef="#ctx0" brushRef="#br0" timeOffset="1">316 157 7834 0 0,'0'0'602'0'0,"14"19"3369"0"0,10 29-874 0 0,18 52 0 0 0,-6-14-8471 0 0,-26-66-315 0 0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3:44.6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40 10594 0 0,'-9'-23'948'0'0,"7"10"-607"0"0,2 13-316 0 0,0 0 0 0 0,0 0-1 0 0,0 0 1 0 0,0-1 0 0 0,0 1-1 0 0,0 0 1 0 0,0 0 0 0 0,1 0-1 0 0,-1 0 1 0 0,0-1 0 0 0,0 1 0 0 0,0 0-1 0 0,0 0 1 0 0,0 0 0 0 0,0 0-1 0 0,1-1 1 0 0,-1 1 0 0 0,0 0-1 0 0,0 0 1 0 0,0 0 0 0 0,0 0 0 0 0,1 0-1 0 0,-1 0 1 0 0,0 0 0 0 0,0 0-1 0 0,0 0 1 0 0,1 0 0 0 0,-1 0 0 0 0,0 0-1 0 0,0-1 1 0 0,0 1 0 0 0,1 0-1 0 0,-1 1 1 0 0,0-1 0 0 0,0 0-1 0 0,0 0 1 0 0,1 0 0 0 0,-1 0 0 0 0,0 0-1 0 0,0 0 1 0 0,0 0 0 0 0,1 0-1 0 0,-1 0 1 0 0,0 0 0 0 0,3 3-257 0 0,1-1-1 0 0,-1 1 1 0 0,-1-1 0 0 0,1 1 0 0 0,0 0-1 0 0,-1 0 1 0 0,1 0 0 0 0,-1 0 0 0 0,0 1-1 0 0,2 4 1 0 0,11 12-531 0 0,-6-11 736 0 0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3:45.0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0 186 5529 0 0,'0'0'29'0'0,"0"-1"0"0"0,0 1-1 0 0,0 0 1 0 0,0-1 0 0 0,0 1 0 0 0,0 0-1 0 0,1-1 1 0 0,-1 1 0 0 0,0 0-1 0 0,0-1 1 0 0,0 1 0 0 0,0 0 0 0 0,0-1-1 0 0,0 1 1 0 0,1 0 0 0 0,-1-1-1 0 0,0 1 1 0 0,0 0 0 0 0,0 0 0 0 0,1-1-1 0 0,-1 1 1 0 0,0 0 0 0 0,0 0 0 0 0,1-1-1 0 0,-1 1 1 0 0,0 0 0 0 0,1 0-1 0 0,-1 0 1 0 0,0 0 0 0 0,1 0 0 0 0,-1-1-1 0 0,0 1 1 0 0,1 0 0 0 0,-1 0 0 0 0,0 0-1 0 0,1 0 1 0 0,-1 0 0 0 0,1 0-1 0 0,18 4 1315 0 0,13 13 726 0 0,-23-9-1540 0 0,-1-1-1 0 0,0 1 1 0 0,0 0 0 0 0,0 1 0 0 0,-1-1 0 0 0,-1 2-1 0 0,8 13 1 0 0,-6-10-689 0 0,1-1 0 0 0,20 24 0 0 0,-27-47-2424 0 0,-5-9 2380 0 0,3 19 81 0 0,-11-48 18 0 0,3 17 557 0 0,1 0-1 0 0,2-1 1 0 0,2 0-1 0 0,0 0 1 0 0,3-37-1 0 0,0 69-390 0 0,0-1 0 0 0,0 0 0 0 0,1 1-1 0 0,-1-1 1 0 0,0 1 0 0 0,1 0 0 0 0,-1-1 0 0 0,1 1 0 0 0,-1-1-1 0 0,1 1 1 0 0,0 0 0 0 0,-1-1 0 0 0,1 1 0 0 0,1-2-1 0 0,-1 3-19 0 0,-1 0 0 0 0,1-1 0 0 0,-1 1 0 0 0,1 0 0 0 0,-1 0 0 0 0,1-1 0 0 0,-1 1 0 0 0,1 0 0 0 0,-1 0 0 0 0,1 0 0 0 0,-1 0 0 0 0,1 0 0 0 0,-1 0 0 0 0,1 0 0 0 0,-1 0 0 0 0,1 0 0 0 0,-1 0 0 0 0,1 0 0 0 0,0 0 0 0 0,-1 0 0 0 0,1 0 0 0 0,-1 0 0 0 0,1 1 0 0 0,-1-1 0 0 0,1 0 0 0 0,2 2 28 0 0,0 1-1 0 0,0-1 0 0 0,0 0 1 0 0,0 0-1 0 0,-1 1 1 0 0,1 0-1 0 0,-1-1 0 0 0,0 1 1 0 0,3 5-1 0 0,14 26-576 0 0,-8-11-3872 0 0,-3-8-473 0 0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3:45.3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4 6449 0 0,'-8'-4'4143'0'0,"5"28"-1775"0"0,5 36-403 0 0,1-44-1834 0 0,10 51-143 0 0,-12-63-145 0 0,0-1 1 0 0,0 1 0 0 0,0 0 0 0 0,1-1-1 0 0,0 0 1 0 0,0 1 0 0 0,0-1 0 0 0,0 0 0 0 0,0 0-1 0 0,0 0 1 0 0,1 0 0 0 0,-1 0 0 0 0,1-1-1 0 0,5 5 1 0 0,-7-7 29 0 0,0 1 1 0 0,0-1-1 0 0,0 1 1 0 0,0-1-1 0 0,0 1 1 0 0,0-1-1 0 0,0 0 0 0 0,1 0 1 0 0,-1 1-1 0 0,0-1 1 0 0,0 0-1 0 0,0 0 1 0 0,0 0-1 0 0,1 0 0 0 0,-1 0 1 0 0,0-1-1 0 0,0 1 1 0 0,0 0-1 0 0,0 0 1 0 0,0-1-1 0 0,1 1 0 0 0,-1-1 1 0 0,0 1-1 0 0,0-1 1 0 0,0 1-1 0 0,0-1 0 0 0,0 0 1 0 0,0 0-1 0 0,-1 1 1 0 0,1-1-1 0 0,0 0 1 0 0,0 0-1 0 0,0 0 0 0 0,-1 0 1 0 0,1 0-1 0 0,0 0 1 0 0,-1 0-1 0 0,1 0 1 0 0,-1 0-1 0 0,0 0 0 0 0,1 0 1 0 0,-1 0-1 0 0,0 0 1 0 0,1-2-1 0 0,3-8-99 0 0,-1-1 0 0 0,0 0 1 0 0,1-17-1 0 0,-2 14 754 0 0,-1 10-203 0 0,1 0 0 0 0,-1 1-1 0 0,1-1 1 0 0,0 0 0 0 0,0 0 0 0 0,0 1-1 0 0,1-1 1 0 0,-1 1 0 0 0,1 0-1 0 0,0 0 1 0 0,0 0 0 0 0,6-5-1 0 0,-7 7-181 0 0,0 1 0 0 0,0-1 0 0 0,-1 1 0 0 0,1 0 0 0 0,0 0 0 0 0,1 0 0 0 0,-1 0 0 0 0,0 0 0 0 0,0 0-1 0 0,0 1 1 0 0,0-1 0 0 0,1 1 0 0 0,-1-1 0 0 0,0 1 0 0 0,1 0 0 0 0,-1 0 0 0 0,0 0 0 0 0,1 0 0 0 0,-1 0 0 0 0,0 0 0 0 0,0 1 0 0 0,1-1-1 0 0,-1 1 1 0 0,0 0 0 0 0,0 0 0 0 0,0 0 0 0 0,0 0 0 0 0,0 0 0 0 0,3 2 0 0 0,4 3 71 0 0,-1 1 0 0 0,0 0 0 0 0,-1 0-1 0 0,0 1 1 0 0,0 0 0 0 0,-1 0 0 0 0,0 1 0 0 0,0 0 0 0 0,-1 0 0 0 0,0 0-1 0 0,-1 1 1 0 0,1-1 0 0 0,-2 1 0 0 0,5 17 0 0 0,1 12-987 0 0,-2-1 0 0 0,4 61 0 0 0,-8-57-5036 0 0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3:45.6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 0 5985 0 0,'-1'1'143'0'0,"-1"0"0"0"0,1-1-1 0 0,-1 1 1 0 0,1 0-1 0 0,0-1 1 0 0,-1 1 0 0 0,1 0-1 0 0,0 0 1 0 0,0 0 0 0 0,0 0-1 0 0,0 1 1 0 0,0-1 0 0 0,0 0-1 0 0,0 0 1 0 0,0 1 0 0 0,0-1-1 0 0,1 0 1 0 0,-1 1-1 0 0,0-1 1 0 0,1 0 0 0 0,-1 3-1 0 0,-11 32 1371 0 0,9-19-1049 0 0,1 0 0 0 0,0 0 0 0 0,1 0 0 0 0,1 1 0 0 0,0-1 0 0 0,1 0 0 0 0,2 0 0 0 0,-1 0 0 0 0,2 0 0 0 0,0-1 0 0 0,1 1 0 0 0,1-1 0 0 0,13 28 0 0 0,-16-40-431 0 0,0 1 1 0 0,1-1 0 0 0,-1 0-1 0 0,1 0 1 0 0,0 0 0 0 0,0-1-1 0 0,0 1 1 0 0,1-1 0 0 0,-1 0-1 0 0,1 0 1 0 0,0-1 0 0 0,-1 1-1 0 0,1-1 1 0 0,0 0 0 0 0,10 2-1 0 0,-5-2-1211 0 0,-1 0 0 0 0,0 0 0 0 0,1-2 0 0 0,16 1 0 0 0,-9-1-3897 0 0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3:46.1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34 6449 0 0,'0'1'210'0'0,"-1"1"0"0"0,1-1-1 0 0,0 1 1 0 0,0-1 0 0 0,-1 1-1 0 0,1-1 1 0 0,0 1 0 0 0,0-1-1 0 0,0 1 1 0 0,1-1 0 0 0,-1 1-1 0 0,0-1 1 0 0,1 1 0 0 0,-1-1-1 0 0,0 0 1 0 0,1 1 0 0 0,1 1-1 0 0,15 33 1931 0 0,-9-21-1164 0 0,-4-6-602 0 0,6 12 591 0 0,0-1-1 0 0,18 27 1 0 0,-26-44-1038 0 0,0 1 0 0 0,1 0 0 0 0,0-1 1 0 0,0 0-1 0 0,0 1 0 0 0,0-1 0 0 0,0-1 1 0 0,0 1-1 0 0,1 0 0 0 0,-1-1 0 0 0,1 1 0 0 0,0-1 1 0 0,0 0-1 0 0,0-1 0 0 0,0 1 0 0 0,0 0 1 0 0,0-1-1 0 0,0 0 0 0 0,7 1 0 0 0,-9-3-207 0 0,-1 1 1 0 0,1-1-1 0 0,-1 1 0 0 0,1-1 0 0 0,-1 1 0 0 0,1-1 0 0 0,-1 0 1 0 0,0 0-1 0 0,1 0 0 0 0,-1 0 0 0 0,0 0 0 0 0,0 0 1 0 0,0 0-1 0 0,0 0 0 0 0,0 0 0 0 0,0-1 0 0 0,0 1 0 0 0,0 0 1 0 0,0-1-1 0 0,-1 1 0 0 0,1 0 0 0 0,0-1 0 0 0,-1 1 0 0 0,1-1 1 0 0,-1 1-1 0 0,0-1 0 0 0,1 1 0 0 0,-1-1 0 0 0,0 0 1 0 0,0-2-1 0 0,2-54-3105 0 0,-2 55 3360 0 0,-9-59-371 0 0,6 49 1404 0 0,1-1 1 0 0,0 0-1 0 0,1 0 1 0 0,1-19 0 0 0,0 33-885 0 0,0-1 1 0 0,0 1 0 0 0,0 0 0 0 0,0-1-1 0 0,0 1 1 0 0,0-1 0 0 0,0 1 0 0 0,0 0-1 0 0,0-1 1 0 0,0 1 0 0 0,0 0 0 0 0,0-1-1 0 0,0 1 1 0 0,0 0 0 0 0,1-1 0 0 0,0-1 873 0 0,0 2-874 0 0,-1-1 1 0 0,0 1 0 0 0,1 0 0 0 0,-1 0-1 0 0,0 0 1 0 0,1 0 0 0 0,-1-1 0 0 0,0 1-1 0 0,1 0 1 0 0,-1 0 0 0 0,0 0 0 0 0,1 0-1 0 0,-1 0 1 0 0,1 0 0 0 0,16 9 2198 0 0,14 23-808 0 0,-29-30-1242 0 0,24 29 480 0 0,-15-16-1318 0 0,2-1 1 0 0,0 0-1 0 0,0-1 0 0 0,22 17 0 0 0,-19-20-4812 0 0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3:46.4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2 104 2761 0 0,'0'1'171'0'0,"0"0"1"0"0,-1 0 0 0 0,1 0 0 0 0,0 0 0 0 0,0 0 0 0 0,0 0 0 0 0,0 0 0 0 0,0-1 0 0 0,0 1-1 0 0,0 0 1 0 0,0 0 0 0 0,1 0 0 0 0,-1 0 0 0 0,0 0 0 0 0,1 0 0 0 0,-1 0 0 0 0,0 0 0 0 0,1 0-1 0 0,-1 0 1 0 0,1 0 0 0 0,-1-1 0 0 0,1 1 0 0 0,0 0 0 0 0,-1 0 0 0 0,1-1 0 0 0,0 1-1 0 0,-1 0 1 0 0,1-1 0 0 0,0 1 0 0 0,0-1 0 0 0,0 1 0 0 0,0-1 0 0 0,0 1 0 0 0,-1-1 0 0 0,3 1-1 0 0,43 17 2748 0 0,-28-12-2194 0 0,1 2-191 0 0,0 1 0 0 0,-1 0-1 0 0,0 1 1 0 0,0 1 0 0 0,-1 1-1 0 0,-1 0 1 0 0,0 1 0 0 0,26 28 0 0 0,-36-30-379 0 0,-12-12-57 0 0,-14-14 74 0 0,11 2-249 0 0,1 0 0 0 0,1 0 0 0 0,0 0-1 0 0,1-1 1 0 0,0 0 0 0 0,2 0 0 0 0,-1 0 0 0 0,-4-27 0 0 0,7 26-638 0 0,0 0 0 0 0,1 0 1 0 0,1 0-1 0 0,0 1 0 0 0,3-18 1 0 0,1 11-4083 0 0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3:46.8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0 124 3681 0 0,'12'10'8820'0'0,"73"53"-3912"0"0,-3 9-4382 0 0,-98-95-1489 0 0,6 9 347 0 0,1 0 1 0 0,0-1-1 0 0,1 0 0 0 0,1-1 1 0 0,-6-16-1 0 0,9 18-386 0 0,0 0 0 0 0,1 0 0 0 0,0-1 0 0 0,1 1 0 0 0,1-1 0 0 0,0-17 0 0 0,2 11-1525 0 0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3:47.5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57 516 456 0 0,'1'-17'2551'0'0,"1"0"0"0"0,0 0 0 0 0,6-18 0 0 0,-5 20-935 0 0,1-1 1 0 0,-2 1-1 0 0,1-27 1 0 0,-3 37-1519 0 0,-1-1 0 0 0,1 0 0 0 0,-1 1 0 0 0,0-1 1 0 0,-1 0-1 0 0,0 1 0 0 0,1-1 0 0 0,-2 1 0 0 0,1 0 0 0 0,-1 0 0 0 0,1 0 1 0 0,-1 0-1 0 0,-8-9 0 0 0,-13-8-386 0 0,24 22 280 0 0,0-1 0 0 0,-1 0 1 0 0,1 1-1 0 0,-1-1 0 0 0,0 1 0 0 0,1-1 0 0 0,-1 1 1 0 0,1-1-1 0 0,-1 1 0 0 0,0 0 0 0 0,1-1 0 0 0,-1 1 1 0 0,0-1-1 0 0,1 1 0 0 0,-1 0 0 0 0,0 0 1 0 0,1 0-1 0 0,-1-1 0 0 0,0 1 0 0 0,0 0 0 0 0,1 0 1 0 0,-1 0-1 0 0,0 0 0 0 0,0 0 0 0 0,1 0 0 0 0,-1 0 1 0 0,0 1-1 0 0,0-1 0 0 0,1 0 0 0 0,-1 0 1 0 0,0 0-1 0 0,0 1 0 0 0,1-1 0 0 0,-1 0 0 0 0,0 1 1 0 0,0 0-1 0 0,1 4 4 0 0,1-1 0 0 0,-1 0-1 0 0,1 1 1 0 0,0-1 0 0 0,1 0 0 0 0,-1 0 0 0 0,1 1 0 0 0,-1-1 0 0 0,1 0 0 0 0,4 5-1 0 0,-2-2-43 0 0,-1 1-170 0 0,2 1-1 0 0,-1-1 1 0 0,1-1-1 0 0,1 1 1 0 0,-1-1-1 0 0,1 0 1 0 0,0 0-1 0 0,1 0 0 0 0,13 9 1 0 0,-17-14 153 0 0,0 0 0 0 0,0 0 0 0 0,0 0 0 0 0,1-1 0 0 0,-1 1 0 0 0,1-1 0 0 0,-1 0 0 0 0,1 0 1 0 0,-1 0-1 0 0,1-1 0 0 0,0 1 0 0 0,-1-1 0 0 0,1 0 0 0 0,0 0 0 0 0,-1 0 0 0 0,1 0 0 0 0,0-1 0 0 0,-1 0 0 0 0,1 0 0 0 0,0 0 0 0 0,-1 0 1 0 0,0 0-1 0 0,1 0 0 0 0,-1-1 0 0 0,0 0 0 0 0,1 0 0 0 0,3-3 0 0 0,-4 2 79 0 0,0 1 1 0 0,0-1-1 0 0,-1 0 0 0 0,1 0 0 0 0,-1 0 1 0 0,0 0-1 0 0,0 0 0 0 0,0-1 1 0 0,-1 1-1 0 0,1-1 0 0 0,-1 1 0 0 0,0-1 1 0 0,1 1-1 0 0,-2-1 0 0 0,1 0 1 0 0,0 0-1 0 0,-1-6 0 0 0,1-10 349 0 0,-1 0 0 0 0,-3-23 0 0 0,1 17 323 0 0,2 16-379 0 0,-1-32 678 0 0,1 40-887 0 0,0 0-1 0 0,0-1 1 0 0,0 1-1 0 0,1 0 1 0 0,-1-1-1 0 0,1 1 1 0 0,-1 0-1 0 0,1-1 1 0 0,0 1-1 0 0,0 0 1 0 0,0 0-1 0 0,0 0 0 0 0,2-3 1 0 0,-2 5-74 0 0,0 0-1 0 0,-1-1 1 0 0,1 1 0 0 0,0 0 0 0 0,-1 0-1 0 0,1 0 1 0 0,0-1 0 0 0,0 1-1 0 0,-1 0 1 0 0,1 0 0 0 0,0 0 0 0 0,-1 0-1 0 0,1 1 1 0 0,0-1 0 0 0,0 0 0 0 0,-1 0-1 0 0,1 0 1 0 0,0 0 0 0 0,-1 1-1 0 0,1-1 1 0 0,0 0 0 0 0,-1 1 0 0 0,1-1-1 0 0,-1 1 1 0 0,1-1 0 0 0,0 0 0 0 0,-1 1-1 0 0,2 0 1 0 0,20 19 261 0 0,-16-14-167 0 0,6 3-91 0 0,0 0 0 0 0,1 0 0 0 0,0-2 0 0 0,1 0 0 0 0,0 0-1 0 0,0-1 1 0 0,22 6 0 0 0,-12-4-191 0 0,-23-7 82 0 0,-1-1 0 0 0,1 1 0 0 0,0-1 0 0 0,0 1 0 0 0,0-1 0 0 0,0 1 0 0 0,0-1 0 0 0,-1 0 0 0 0,1 0 0 0 0,0 1 0 0 0,0-1 0 0 0,0 0 0 0 0,0 0 0 0 0,0 0 0 0 0,0 0 0 0 0,0 0 0 0 0,0 0 0 0 0,0 0 0 0 0,0 0 0 0 0,0-1 0 0 0,0 1 0 0 0,0 0 0 0 0,0-1 0 0 0,0 1 0 0 0,0 0 0 0 0,-1-1 0 0 0,1 1 0 0 0,0-1 0 0 0,0 1 0 0 0,0-1 0 0 0,-1 0 0 0 0,1 1 0 0 0,1-2 0 0 0,-1-2-30 0 0,-1 1 1 0 0,1 0-1 0 0,-1 0 1 0 0,0-1 0 0 0,1 1-1 0 0,-2-1 1 0 0,1 1-1 0 0,0 0 1 0 0,-2-6-1 0 0,-3-23 58 0 0,2 22 160 0 0,1 0-1 0 0,0 0 1 0 0,1 1-1 0 0,0-1 0 0 0,0 0 1 0 0,1 0-1 0 0,1 0 1 0 0,0 0-1 0 0,4-19 1 0 0,-5 27-89 0 0,1 1 1 0 0,0-1 0 0 0,0 1-1 0 0,-1 0 1 0 0,1-1-1 0 0,0 1 1 0 0,0 0 0 0 0,1 0-1 0 0,-1 0 1 0 0,0 0 0 0 0,0 0-1 0 0,1 0 1 0 0,-1 0 0 0 0,0 0-1 0 0,1 0 1 0 0,-1 0 0 0 0,1 1-1 0 0,-1-1 1 0 0,1 1 0 0 0,-1-1-1 0 0,1 1 1 0 0,-1-1-1 0 0,1 1 1 0 0,0 0 0 0 0,-1 0-1 0 0,1 0 1 0 0,-1 0 0 0 0,1 0-1 0 0,0 0 1 0 0,-1 0 0 0 0,1 1-1 0 0,1 0 1 0 0,26 8-880 0 0,-6 4-4069 0 0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3:47.8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 55 4609 0 0,'-10'-15'-1625'0'0,"-18"-24"12656"0"0,41 61-6807 0 0,86 124-1045 0 0,72 58-3685 0 0,-149-181-194 0 0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3:48.2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1 232 7370 0 0,'0'3'784'0'0,"1"-4"-784"0"0,6-1 2400 0 0,-2 0-1063 0 0,5-3 7 0 0,5-5-64 0 0,4-4-16 0 0,3-2 1 0 0,2-2-1 0 0,-1-1-752 0 0,3-4-144 0 0,0-4-32 0 0,2-3-8 0 0,3-5-1792 0 0,-7 2-360 0 0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5:23.7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3143 2 10138 0 0,'-5'0'289'0'0,"-4"-1"-181"0"0,1 0 1 0 0,-1 1 0 0 0,0 1-1 0 0,1-1 1 0 0,-11 3-1 0 0,-67 17-154 0 0,0 4 0 0 0,2 3 0 0 0,1 4 0 0 0,-90 48-1 0 0,-301 194-118 0 0,116-24 616 0 0,222-151-307 0 0,-255 217 96 0 0,262-206-34 0 0,44-32 132 0 0,4 3 1 0 0,-136 174 0 0 0,184-212-224 0 0,-55 70 369 0 0,-109 181 0 0 0,10 62-71 0 0,139-248-393 0 0,-51 160 0 0 0,88-228-37 0 0,2 0 0 0 0,1 1 0 0 0,2-1 0 0 0,2 2 0 0 0,1-1 0 0 0,4 56 0 0 0,1-73 12 0 0,1 0-1 0 0,1 0 1 0 0,0 0 0 0 0,2 0 0 0 0,1-1-1 0 0,1 0 1 0 0,0 0 0 0 0,2-1-1 0 0,0 0 1 0 0,2-1 0 0 0,0 0-1 0 0,21 26 1 0 0,-9-20-42 0 0,0 0 0 0 0,2-2 1 0 0,1-1-1 0 0,0 0 0 0 0,2-3 0 0 0,0 0 0 0 0,2-2 1 0 0,35 17-1 0 0,-28-19-9 0 0,1-2-1 0 0,0-1 1 0 0,0-2 0 0 0,2-2 0 0 0,-1-2-1 0 0,71 4 1 0 0,-22-10 56 0 0,1-4 0 0 0,-1-3 0 0 0,0-5 0 0 0,-1-4 0 0 0,123-36 0 0 0,418-173 897 0 0,-538 188-888 0 0,368-164 426 0 0,-313 126-312 0 0,143-100 0 0 0,-222 129-125 0 0,336-244 671 0 0,-330 229-322 0 0,218-190 680 0 0,-217 180-759 0 0,114-140 0 0 0,-38 4 268 0 0,-130 173-397 0 0,-1-1 0 0 0,-1 0 0 0 0,-2-1 0 0 0,18-60 0 0 0,-18 35 84 0 0,-3-1 0 0 0,-2 0 0 0 0,-3 0 1 0 0,-2-1-1 0 0,-3 0 0 0 0,-3 0 0 0 0,-12-91 0 0 0,6 124-163 0 0,-1 0 0 0 0,-1 1 0 0 0,-2 0 1 0 0,0 0-1 0 0,-2 1 0 0 0,-1 1 0 0 0,-1 0 0 0 0,-2 1 0 0 0,0 0 0 0 0,-21-23 0 0 0,-24-21 220 0 0,-131-115 1 0 0,141 140-282 0 0,-2 1 1 0 0,-2 3-1 0 0,-2 3 1 0 0,-1 2-1 0 0,-1 2 1 0 0,-2 4-1 0 0,-92-33 1 0 0,123 53-211 0 0,-1 1 0 0 0,0 2 0 0 0,-1 1 0 0 0,-37-2 0 0 0,-2 6-672 0 0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5:25.0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3641 404 10594 0 0,'-340'-20'4010'0'0,"3"31"-4296"0"0,205 3-675 0 0,0 5 1 0 0,1 6-1 0 0,-139 45 1 0 0,-218 112 1058 0 0,388-135 392 0 0,2 5-1 0 0,-155 108 1 0 0,164-97-380 0 0,-122 95 323 0 0,158-115-305 0 0,-87 94 1 0 0,62-51-129 0 0,-196 242 0 0 0,237-271-26 0 0,2 2 1 0 0,-36 86 0 0 0,-40 133-51 0 0,-44 139 318 0 0,131-347 14 0 0,2 0 0 0 0,4 2-1 0 0,3 0 1 0 0,3 1-1 0 0,-3 80 1 0 0,15-140-254 0 0,0 1 0 0 0,1 0-1 0 0,1 0 1 0 0,0-1 0 0 0,0 1 0 0 0,2-1 0 0 0,0 1-1 0 0,0-1 1 0 0,1-1 0 0 0,0 1 0 0 0,1-1 0 0 0,1 1-1 0 0,0-2 1 0 0,1 1 0 0 0,0-1 0 0 0,1 0 0 0 0,0-1-1 0 0,0 0 1 0 0,1 0 0 0 0,0-1 0 0 0,1 0 0 0 0,0-1-1 0 0,1-1 1 0 0,0 1 0 0 0,22 9 0 0 0,-12-8-90 0 0,1-2 1 0 0,0 0-1 0 0,0-2 0 0 0,0 0 1 0 0,0-1-1 0 0,1-2 0 0 0,-1 0 1 0 0,1-2-1 0 0,-1-1 0 0 0,1 0 1 0 0,0-2-1 0 0,37-9 1 0 0,5-4 98 0 0,-1-4 0 0 0,-1-2 0 0 0,69-35 0 0 0,870-482-83 0 0,-549 241-12 0 0,-306 187 212 0 0,140-137 0 0 0,-242 207-132 0 0,278-302 266 0 0,-218 224 36 0 0,-5-2-22 0 0,156-239 0 0 0,-155 206-20 0 0,-26 41 8 0 0,73-143-1 0 0,-124 204-226 0 0,-2-1 0 0 0,29-100 1 0 0,-47 133-33 0 0,0 1 0 0 0,-2-1 1 0 0,0 0-1 0 0,-1 1 0 0 0,-1-1 1 0 0,-1 0-1 0 0,-1 0 1 0 0,-1 0-1 0 0,-1 0 0 0 0,0 0 1 0 0,-11-31-1 0 0,9 39 46 0 0,0 0-1 0 0,-2 1 1 0 0,1 0-1 0 0,-1 0 1 0 0,-1 0 0 0 0,0 1-1 0 0,-1 1 1 0 0,0-1-1 0 0,0 1 1 0 0,-1 1 0 0 0,0-1-1 0 0,0 2 1 0 0,-1-1-1 0 0,0 2 1 0 0,0-1 0 0 0,-1 2-1 0 0,-12-6 1 0 0,-13-2 236 0 0,0 1 0 0 0,-1 2 0 0 0,0 1 0 0 0,-54-4 0 0 0,41 9-333 0 0,0 3-1 0 0,0 2 1 0 0,-1 3 0 0 0,1 1 0 0 0,-55 14-1 0 0,22-1-635 0 0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5:26.4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58 6913 0 0,'0'-8'169'0'0,"0"-25"-57"0"0,4 16 3551 0 0,8 43 240 0 0,34 187-930 0 0,-37-154-3832 0 0,3 0 0 0 0,3-1 0 0 0,32 83-1 0 0,-38-121-4386 0 0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5:26.9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427 190 2304 0 0,'-1'-5'176'0'0,"0"1"-1"0"0,-1 0 0 0 0,1 0 0 0 0,-1 0 0 0 0,0 0 0 0 0,-1 0 1 0 0,1 0-1 0 0,-1 0 0 0 0,1 1 0 0 0,-1 0 0 0 0,0-1 0 0 0,0 1 0 0 0,-1 0 1 0 0,1 0-1 0 0,-1 1 0 0 0,1-1 0 0 0,-1 1 0 0 0,0-1 0 0 0,0 1 1 0 0,0 0-1 0 0,0 1 0 0 0,0-1 0 0 0,0 1 0 0 0,-1 0 0 0 0,1 0 0 0 0,0 0 1 0 0,-1 1-1 0 0,1-1 0 0 0,-1 1 0 0 0,1 0 0 0 0,-1 0 0 0 0,-6 2 0 0 0,-2-1 204 0 0,1 2-1 0 0,0 0 0 0 0,0 0 0 0 0,0 1 0 0 0,0 1 0 0 0,1 0 0 0 0,-1 0 1 0 0,1 1-1 0 0,0 1 0 0 0,-14 11 0 0 0,12-6-328 0 0,0 1 1 0 0,1 0 0 0 0,1 1-1 0 0,0 0 1 0 0,1 0-1 0 0,1 1 1 0 0,0 1-1 0 0,1-1 1 0 0,1 1-1 0 0,0 1 1 0 0,1-1 0 0 0,-5 23-1 0 0,-1 13-143 0 0,3 1 1 0 0,-6 93-1 0 0,12-105-13 0 0,2 0 1 0 0,2 0-1 0 0,2 0 0 0 0,1 0 1 0 0,2-1-1 0 0,21 70 1 0 0,-22-94-25 0 0,1-1 1 0 0,1-1-1 0 0,0 1 1 0 0,1-1 0 0 0,0-1-1 0 0,1 1 1 0 0,1-2 0 0 0,18 20-1 0 0,-18-23-11 0 0,-1-1-1 0 0,2 0 1 0 0,-1-1-1 0 0,1 0 1 0 0,1 0-1 0 0,-1-1 0 0 0,1-1 1 0 0,0 0-1 0 0,0 0 1 0 0,0-2-1 0 0,26 6 1 0 0,-20-7 51 0 0,1-1 0 0 0,-1-1 0 0 0,0 0 0 0 0,0-1 0 0 0,1-1 0 0 0,-1-1 0 0 0,0 0 0 0 0,-1-2 0 0 0,1 0 1 0 0,20-9-1 0 0,14-8 159 0 0,95-57 0 0 0,-128 68 86 0 0,0-2 0 0 0,-1 1 0 0 0,-1-2 0 0 0,0 0 0 0 0,-1-2 1 0 0,0 1-1 0 0,-1-2 0 0 0,-1 0 0 0 0,-1-1 0 0 0,0 0 0 0 0,-1-1 0 0 0,-1 0 1 0 0,-1-1-1 0 0,-1 0 0 0 0,-1 0 0 0 0,0-1 0 0 0,5-28 0 0 0,-6 13 181 0 0,-2 0-1 0 0,-2 1 1 0 0,-1-2-1 0 0,-1 1 0 0 0,-2 0 1 0 0,-10-58-1 0 0,2 47 73 0 0,-1 1-1 0 0,-2 0 0 0 0,-3 1 1 0 0,-31-68-1 0 0,41 102-383 0 0,0 0 0 0 0,0 0-1 0 0,-2 0 1 0 0,1 0 0 0 0,-1 1-1 0 0,-1 0 1 0 0,0 1 0 0 0,0 0-1 0 0,-1 0 1 0 0,0 1 0 0 0,-18-13-1 0 0,-5 5-123 0 0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5:28.3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78 93 8754 0 0,'-23'-31'847'0'0,"13"18"197"0"0,1 0-1 0 0,-23-23 1 0 0,28 38 148 0 0,4 9-737 0 0,2 10-7 0 0,58 249-613 0 0,-58-260-86 0 0,8 30-4918 0 0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5:28.8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74 37 7834 0 0,'-1'-1'33'0'0,"1"0"1"0"0,-1 0-1 0 0,0 1 1 0 0,0-1 0 0 0,0 0-1 0 0,0 1 1 0 0,0-1-1 0 0,0 1 1 0 0,0 0 0 0 0,0-1-1 0 0,0 1 1 0 0,0 0 0 0 0,0-1-1 0 0,0 1 1 0 0,0 0-1 0 0,0 0 1 0 0,0 0 0 0 0,0 0-1 0 0,0 0 1 0 0,-1 0-1 0 0,1 0 1 0 0,0 0 0 0 0,0 0-1 0 0,0 1 1 0 0,0-1-1 0 0,0 0 1 0 0,0 1 0 0 0,0-1-1 0 0,0 1 1 0 0,-1 0-1 0 0,-1 2 6 0 0,1 1 0 0 0,0-1 0 0 0,0 0 0 0 0,1 1 0 0 0,-1-1 0 0 0,1 1 0 0 0,-2 7 0 0 0,2-9-12 0 0,-6 23 62 0 0,1-1-1 0 0,2 1 1 0 0,0 0 0 0 0,2 0-1 0 0,1 0 1 0 0,1 0-1 0 0,3 25 1 0 0,33 177-66 0 0,31 52-241 0 0,-50-225-149 0 0,2 0 1 0 0,2-1-1 0 0,30 53 1 0 0,-41-90 195 0 0,1 0 0 0 0,0-1 1 0 0,1 0-1 0 0,1 0 0 0 0,0-1 0 0 0,1-1 1 0 0,0 0-1 0 0,1-1 0 0 0,0-1 1 0 0,1 0-1 0 0,31 15 0 0 0,-38-21 179 0 0,0-1 0 0 0,0 0 0 0 0,1-1 0 0 0,0 0 0 0 0,-1-1 0 0 0,1 0 0 0 0,0 0 0 0 0,0-1 0 0 0,0 0 0 0 0,0-1 0 0 0,0 0 0 0 0,0 0 0 0 0,0-1-1 0 0,0-1 1 0 0,0 0 0 0 0,0 0 0 0 0,-1-1 0 0 0,1 0 0 0 0,-1 0 0 0 0,0-1 0 0 0,0-1 0 0 0,0 1 0 0 0,15-12 0 0 0,-11 5 341 0 0,0-1-1 0 0,-2 0 1 0 0,1-1-1 0 0,-1 0 1 0 0,-1 0-1 0 0,-1-2 1 0 0,0 1-1 0 0,-1-1 1 0 0,0 0-1 0 0,6-18 1 0 0,-1-4 656 0 0,-1 0 1 0 0,-2-1-1 0 0,7-51 0 0 0,-10 39-435 0 0,-3 0 0 0 0,-1 1-1 0 0,-3-1 1 0 0,-2 0 0 0 0,-2 0 0 0 0,-2 0-1 0 0,-18-67 1 0 0,16 90-352 0 0,-1-1 0 0 0,-2 2 0 0 0,0-1 0 0 0,-2 1 0 0 0,-1 1 0 0 0,-18-25 0 0 0,19 33-71 0 0,0 1 0 0 0,-1 0 0 0 0,-1 1 0 0 0,0 1 0 0 0,-1 0 0 0 0,0 1 0 0 0,-1 1 0 0 0,-1 0 0 0 0,-21-9 0 0 0,25 14-104 0 0,0 2 0 0 0,0 0 0 0 0,-1 1 0 0 0,0 0 1 0 0,0 1-1 0 0,0 1 0 0 0,0 0 0 0 0,-1 1 0 0 0,1 1 1 0 0,0 0-1 0 0,-1 1 0 0 0,-23 5 0 0 0,24-3-1422 0 0,0 1 0 0 0,0 0 0 0 0,0 1 0 0 0,-14 8 0 0 0,12-4-5282 0 0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5:31.2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23 176 6481 0 0,'-3'-2'249'0'0,"1"0"1"0"0,0 0-1 0 0,0-1 0 0 0,1 1 0 0 0,-1-1 0 0 0,0 0 0 0 0,1 1 0 0 0,0-1 0 0 0,-1 0 0 0 0,1 0 1 0 0,0 0-1 0 0,1 1 0 0 0,-1-1 0 0 0,0 0 0 0 0,1 0 0 0 0,0 0 0 0 0,-1-1 0 0 0,1 1 0 0 0,0 0 0 0 0,1 0 1 0 0,-1 0-1 0 0,0 0 0 0 0,1 0 0 0 0,0 0 0 0 0,1-3 0 0 0,0-4 140 0 0,1 2 0 0 0,0-1 0 0 0,0 0-1 0 0,1 0 1 0 0,0 1 0 0 0,1 0 0 0 0,6-10 0 0 0,-10 17-351 0 0,0-1 0 0 0,-1 1 0 0 0,2 0 0 0 0,-1-1 0 0 0,0 1 0 0 0,0 0 0 0 0,0 0 0 0 0,0 0 0 0 0,1 0 0 0 0,-1 0 0 0 0,1 0 0 0 0,-1 0 0 0 0,0 0 0 0 0,1 0 1 0 0,0 1-1 0 0,-1-1 0 0 0,1 0 0 0 0,-1 1 0 0 0,1 0 0 0 0,0-1 0 0 0,-1 1 0 0 0,1 0 0 0 0,0 0 0 0 0,2 0 0 0 0,-2 1-27 0 0,0 0 1 0 0,0-1-1 0 0,0 2 0 0 0,0-1 1 0 0,-1 0-1 0 0,1 0 0 0 0,0 1 0 0 0,-1-1 1 0 0,1 0-1 0 0,0 1 0 0 0,-1 0 1 0 0,0-1-1 0 0,1 1 0 0 0,-1 0 1 0 0,0 0-1 0 0,1 2 0 0 0,5 10-46 0 0,-1 0-1 0 0,-1 0 0 0 0,0 0 1 0 0,3 18-1 0 0,2 26-520 0 0,6 91 0 0 0,-7-38 53 0 0,-9-109 505 0 0,0 1 0 0 0,1-1 0 0 0,-1 1 0 0 0,0-1 0 0 0,1 1 0 0 0,0-1-1 0 0,-1 0 1 0 0,1 1 0 0 0,0-1 0 0 0,0 0 0 0 0,1 1 0 0 0,-1-1 0 0 0,0 0-1 0 0,1 0 1 0 0,2 3 0 0 0,-2-4 12 0 0,-1 0-1 0 0,1-1 1 0 0,0 1-1 0 0,-1-1 1 0 0,1 0-1 0 0,-1 1 0 0 0,1-1 1 0 0,0 0-1 0 0,-1 0 1 0 0,1 0-1 0 0,0 0 1 0 0,-1 0-1 0 0,1-1 1 0 0,0 1-1 0 0,-1 0 1 0 0,1-1-1 0 0,-1 1 1 0 0,1-1-1 0 0,-1 0 1 0 0,1 1-1 0 0,-1-1 1 0 0,1 0-1 0 0,-1 0 0 0 0,0 0 1 0 0,2-1-1 0 0,10-7 79 0 0,-2 0-1 0 0,1-1 1 0 0,-1 0-1 0 0,0 0 1 0 0,-1-1-1 0 0,12-17 0 0 0,24-40-5173 0 0,-27 38 190 0 0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5:31.7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333 299 10050 0 0,'-7'-3'136'0'0,"1"1"0"0"0,-1 0-1 0 0,0 0 1 0 0,0 0 0 0 0,0 1 0 0 0,-1 0-1 0 0,1 0 1 0 0,0 1 0 0 0,0 0 0 0 0,0 0 0 0 0,-1 0-1 0 0,1 1 1 0 0,0 1 0 0 0,0-1 0 0 0,0 1-1 0 0,0 0 1 0 0,0 0 0 0 0,-8 5 0 0 0,3-1 67 0 0,1 0 1 0 0,0 0 0 0 0,0 1 0 0 0,1 1-1 0 0,0 0 1 0 0,0 0 0 0 0,1 0 0 0 0,0 2-1 0 0,-12 15 1 0 0,10-8-160 0 0,1 1-1 0 0,1 0 1 0 0,0 0-1 0 0,2 1 1 0 0,0 0-1 0 0,1 0 1 0 0,1 1-1 0 0,0 0 1 0 0,2-1-1 0 0,1 2 1 0 0,-1 36-1 0 0,4 0 61 0 0,3 0-1 0 0,21 108 0 0 0,-16-119-166 0 0,3 0-1 0 0,2 0 0 0 0,2-1 1 0 0,2-1-1 0 0,28 52 0 0 0,-29-66 8 0 0,2-1 0 0 0,1-1-1 0 0,1 0 1 0 0,2-2 0 0 0,0 0 0 0 0,2-1-1 0 0,52 40 1 0 0,-62-55-220 0 0,2-1 0 0 0,-1 0 0 0 0,1-1-1 0 0,0-1 1 0 0,1 0 0 0 0,-1-1 0 0 0,2-1 0 0 0,-1-1-1 0 0,0-1 1 0 0,1 0 0 0 0,-1-2 0 0 0,1 0 0 0 0,0 0-1 0 0,-1-2 1 0 0,1-1 0 0 0,23-4 0 0 0,-14 1 90 0 0,-1-2-1 0 0,0 0 1 0 0,0-2 0 0 0,-1-1 0 0 0,-1-1-1 0 0,1-2 1 0 0,-2 0 0 0 0,0-1 0 0 0,0-2-1 0 0,25-21 1 0 0,-25 15 496 0 0,0-1 1 0 0,-1-1-1 0 0,-2-1 1 0 0,0-1-1 0 0,-2-1 1 0 0,-1 0-1 0 0,-1-2 1 0 0,-1 0-1 0 0,-2 0 1 0 0,20-60-1 0 0,-26 61 169 0 0,-1-1 1 0 0,-1 0-1 0 0,-2 0 0 0 0,-1 0 0 0 0,-1 0 0 0 0,-2-1 1 0 0,0 1-1 0 0,-2-1 0 0 0,-2 1 0 0 0,0 0 0 0 0,-2 0 1 0 0,-14-40-1 0 0,-3 5 56 0 0,-3 1 1 0 0,-3 1 0 0 0,-2 1-1 0 0,-3 2 1 0 0,-3 1-1 0 0,-2 2 1 0 0,-65-72 0 0 0,91 115-486 0 0,0 0 0 0 0,0 1 0 0 0,-1 1 0 0 0,-1 1-1 0 0,0 0 1 0 0,0 0 0 0 0,-1 2 0 0 0,0 0 0 0 0,-24-8 0 0 0,33 13-116 0 0,0 1 0 0 0,0 0 0 0 0,0 1 0 0 0,-1 0 0 0 0,1 0-1 0 0,0 1 1 0 0,0-1 0 0 0,-1 1 0 0 0,1 1 0 0 0,0 0 0 0 0,0 0-1 0 0,-1 0 1 0 0,1 1 0 0 0,0 0 0 0 0,0 0 0 0 0,1 1 0 0 0,-1 0 0 0 0,0 0-1 0 0,1 1 1 0 0,0-1 0 0 0,0 1 0 0 0,0 1 0 0 0,0-1 0 0 0,1 1 0 0 0,-10 10-1 0 0,-14 27-753 0 0,1 11-4 0 0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6:29.4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49 9674 0 0,'-5'-5'293'0'0,"-1"-1"111"0"0,0 0-1 0 0,0 0 1 0 0,-1 1-1 0 0,0 0 0 0 0,-7-5 1 0 0,13 9-341 0 0,-1 0 0 0 0,1 1 1 0 0,0-1-1 0 0,0 1 0 0 0,-1-1 1 0 0,1 1-1 0 0,0 0 1 0 0,-1-1-1 0 0,1 1 0 0 0,0 0 1 0 0,-1 0-1 0 0,1 0 1 0 0,0 0-1 0 0,-1 0 0 0 0,1 0 1 0 0,0 0-1 0 0,-1 0 1 0 0,1 1-1 0 0,0-1 0 0 0,0 0 1 0 0,-1 1-1 0 0,1-1 1 0 0,0 1-1 0 0,0 0 0 0 0,-1-1 1 0 0,1 1-1 0 0,0 0 0 0 0,0 0 1 0 0,0-1-1 0 0,0 1 1 0 0,0 0-1 0 0,0 0 0 0 0,0 0 1 0 0,1 0-1 0 0,-1 1 1 0 0,0-1-1 0 0,0 0 0 0 0,1 0 1 0 0,-2 2-1 0 0,-3 9 40 0 0,0 0-1 0 0,0 0 1 0 0,2 1 0 0 0,-1 0-1 0 0,-1 13 1 0 0,4-20-102 0 0,0 0 0 0 0,0 0 0 0 0,1 0 0 0 0,0 0 0 0 0,0 0 0 0 0,0 0 0 0 0,1 1 0 0 0,0-1 0 0 0,0 0 0 0 0,0 0 1 0 0,1-1-1 0 0,4 12 0 0 0,-3-13 25 0 0,1 0 1 0 0,0-1-1 0 0,-1 0 1 0 0,1 1 0 0 0,0-1-1 0 0,6 3 1 0 0,2-2 287 0 0,-12-4-304 0 0,0-1-1 0 0,0 1 1 0 0,0-1-1 0 0,0 1 1 0 0,0-1-1 0 0,0 0 0 0 0,0 1 1 0 0,0-1-1 0 0,0 1 1 0 0,0-1-1 0 0,0 1 1 0 0,0-1-1 0 0,-1 1 1 0 0,1-1-1 0 0,0 1 1 0 0,0-1-1 0 0,-1 1 1 0 0,1-1-1 0 0,0 1 1 0 0,-1-1-1 0 0,1 1 1 0 0,0 0-1 0 0,-1-1 1 0 0,1 1-1 0 0,-1-1 0 0 0,0 0 87 0 0,1 0 0 0 0,-1-1 0 0 0,1 1 0 0 0,0 0 0 0 0,-1-1 0 0 0,1 1 0 0 0,0 0 0 0 0,0-1 0 0 0,0 1 0 0 0,0-1 0 0 0,0 1 0 0 0,0 0 0 0 0,1-1 0 0 0,-1 1 0 0 0,0 0 0 0 0,1-1 0 0 0,-1 1 0 0 0,1 0 0 0 0,-1 0 0 0 0,1 0 0 0 0,-1-1 0 0 0,1 1 0 0 0,0 0 0 0 0,1-2 0 0 0,1-2 717 0 0,-10 10 655 0 0,0 5-1393 0 0,1 1-1 0 0,0-1 0 0 0,0 1 0 0 0,1 0 0 0 0,1 0 0 0 0,-1 0 0 0 0,2 1 0 0 0,-3 13 0 0 0,4-18-75 0 0,1 0 1 0 0,0 0-1 0 0,0 0 1 0 0,1 0-1 0 0,0 0 0 0 0,0 0 1 0 0,1 0-1 0 0,-1 0 1 0 0,2-1-1 0 0,-1 1 0 0 0,1 0 1 0 0,0 0-1 0 0,0-1 0 0 0,1 1 1 0 0,0-1-1 0 0,5 9 1 0 0,-5-11 2 0 0,0-1-1 0 0,1 1 1 0 0,0-1 0 0 0,-1 0 0 0 0,1 0 0 0 0,0 0 0 0 0,0-1 0 0 0,1 1 0 0 0,-1-1 0 0 0,1 0 0 0 0,-1 0-1 0 0,1 0 1 0 0,-1-1 0 0 0,1 0 0 0 0,0 0 0 0 0,0 0 0 0 0,0 0 0 0 0,5-1 0 0 0,13 1 2 0 0,0-2 1 0 0,38-5-1 0 0,-21 2-61 0 0,-27 3 59 0 0,0 0 0 0 0,-1 1 0 0 0,1 0 0 0 0,-1 1 0 0 0,1 1 0 0 0,15 3 0 0 0,-24-4-9 0 0,-1 0 0 0 0,0 1 0 0 0,1-1-1 0 0,-1 1 1 0 0,0 0 0 0 0,1-1 0 0 0,-1 1 0 0 0,0 1 0 0 0,0-1-1 0 0,-1 0 1 0 0,1 1 0 0 0,0-1 0 0 0,-1 1 0 0 0,0 0 0 0 0,1 0-1 0 0,-1 0 1 0 0,0 0 0 0 0,-1 0 0 0 0,1 1 0 0 0,0-1-1 0 0,-1 1 1 0 0,0-1 0 0 0,0 1 0 0 0,0-1 0 0 0,1 7 0 0 0,-1 2-40 0 0,-1 1 0 0 0,0-1 1 0 0,0 0-1 0 0,-1 0 0 0 0,-1 0 1 0 0,0 0-1 0 0,-1 0 0 0 0,0 0 1 0 0,-1 0-1 0 0,0-1 1 0 0,-11 21-1 0 0,4-11-941 0 0,-23 33 1 0 0,-17 11-5564 0 0,38-51 1206 0 0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6:29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6449 0 0,'12'13'9636'0'0,"12"17"-5785"0"0,16 16-3229 0 0,-7-5 56 0 0,-1 2 0 0 0,42 74 0 0 0,-42-63-2417 0 0,51 64-1 0 0,-70-101-5226 0 0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6:30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10 210 5985 0 0,'-1'-2'79'0'0,"0"0"1"0"0,0 0-1 0 0,0 0 0 0 0,0 0 0 0 0,0 0 0 0 0,0-1 0 0 0,0 1 0 0 0,1 0 1 0 0,-1 0-1 0 0,1 0 0 0 0,-1-1 0 0 0,1 1 0 0 0,0 0 0 0 0,0-1 0 0 0,0 1 1 0 0,1 0-1 0 0,-1 0 0 0 0,0-1 0 0 0,1 1 0 0 0,-1 0 0 0 0,1 0 1 0 0,0 0-1 0 0,0-1 0 0 0,0 1 0 0 0,1-2 0 0 0,3-6 34 0 0,0 0 0 0 0,1 0 0 0 0,13-16 0 0 0,0 4-2565 0 0,44-37-1 0 0,-49 46 1984 0 0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6:30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11 7834 0 0,'0'0'34'0'0,"0"0"0"0"0,0 0 0 0 0,0-1 0 0 0,0 1 0 0 0,0 0 0 0 0,0 0 0 0 0,0 0 1 0 0,1 0-1 0 0,-1 0 0 0 0,0 0 0 0 0,0 0 0 0 0,0 0 0 0 0,0-1 0 0 0,0 1 0 0 0,0 0 0 0 0,0 0 1 0 0,0 0-1 0 0,0 0 0 0 0,0 0 0 0 0,0-1 0 0 0,0 1 0 0 0,0 0 0 0 0,0 0 0 0 0,0 0 0 0 0,0 0 1 0 0,0 0-1 0 0,0-1 0 0 0,0 1 0 0 0,0 0 0 0 0,0 0 0 0 0,0 0 0 0 0,0 0 0 0 0,0 0 0 0 0,0-1 1 0 0,0 1-1 0 0,0 0 0 0 0,0 0 0 0 0,0 0 0 0 0,0 0 0 0 0,0 0 0 0 0,0-1 0 0 0,0 1 0 0 0,-1 0 1 0 0,1 0-1 0 0,0 0 0 0 0,0 0 0 0 0,0 0 0 0 0,0 0 0 0 0,-11-3 1748 0 0,-13 4 975 0 0,19 2-2570 0 0,-1 1 0 0 0,1-1 0 0 0,-1 1 0 0 0,1 0 0 0 0,0 0 0 0 0,1 1 0 0 0,-1-1 0 0 0,1 1 0 0 0,0 0 0 0 0,0 0 0 0 0,0 1 0 0 0,1-1 0 0 0,-1 1 0 0 0,-2 6 0 0 0,-3 10 564 0 0,0 0-1 0 0,-9 34 0 0 0,16-50-900 0 0,1 0 0 0 0,0 0 0 0 0,0 1-1 0 0,0-1 1 0 0,1 1 0 0 0,1 10 0 0 0,-1-16 121 0 0,0 0 0 0 0,0 0 1 0 0,0 1-1 0 0,0-1 0 0 0,0 0 0 0 0,1 0 1 0 0,-1 0-1 0 0,0 0 0 0 0,1 0 0 0 0,-1 0 0 0 0,1 0 1 0 0,-1 0-1 0 0,1 0 0 0 0,0-1 0 0 0,-1 1 1 0 0,1 0-1 0 0,0 0 0 0 0,0 0 0 0 0,-1-1 1 0 0,1 1-1 0 0,0 0 0 0 0,0-1 0 0 0,0 1 1 0 0,0-1-1 0 0,0 1 0 0 0,0-1 0 0 0,0 1 1 0 0,0-1-1 0 0,0 1 0 0 0,0-1 0 0 0,0 0 1 0 0,0 0-1 0 0,0 0 0 0 0,0 0 0 0 0,0 0 0 0 0,0 0 1 0 0,0 0-1 0 0,1 0 0 0 0,-1 0 0 0 0,0 0 1 0 0,0 0-1 0 0,0-1 0 0 0,0 1 0 0 0,0 0 1 0 0,0-1-1 0 0,0 1 0 0 0,0-1 0 0 0,1 0 1 0 0,2-1-271 0 0,0 0 0 0 0,0-1 0 0 0,0 1 0 0 0,0-1 0 0 0,0 0 0 0 0,-1 0 0 0 0,1 0 0 0 0,-1 0 0 0 0,0-1 0 0 0,0 0 0 0 0,0 1 0 0 0,0-1 1 0 0,-1 0-1 0 0,1 0 0 0 0,-1-1 0 0 0,2-5 0 0 0,4-10-101 0 0,-1 0 1 0 0,5-31-1 0 0,1-1 654 0 0,-11 47-137 0 0,-1 1 0 0 0,0 0 0 0 0,1 0 0 0 0,0 1 1 0 0,0-1-1 0 0,0 0 0 0 0,1 1 0 0 0,-1-1 0 0 0,5-4 0 0 0,-6 7-46 0 0,0 1 0 0 0,-1-1 1 0 0,1 1-1 0 0,0-1 0 0 0,-1 1 0 0 0,1-1 0 0 0,0 1 0 0 0,0 0 0 0 0,0 0 1 0 0,-1-1-1 0 0,1 1 0 0 0,0 0 0 0 0,0 0 0 0 0,0 0 0 0 0,0 0 0 0 0,0 0 1 0 0,-1 0-1 0 0,1 0 0 0 0,0 0 0 0 0,1 0 0 0 0,0 1 52 0 0,-1 0 1 0 0,1-1-1 0 0,0 1 0 0 0,-1 0 0 0 0,1 0 1 0 0,-1 0-1 0 0,1 0 0 0 0,-1 1 0 0 0,1-1 1 0 0,-1 0-1 0 0,0 1 0 0 0,3 2 1 0 0,36 61 2885 0 0,-35-55-3106 0 0,0 0 0 0 0,1 0 0 0 0,0 0 0 0 0,0-1 0 0 0,1 0 0 0 0,1 0 0 0 0,-1 0 0 0 0,1-1-1 0 0,1 0 1 0 0,12 9 0 0 0,-5-9-5995 0 0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6:30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39 4145 0 0,'-1'-1'117'0'0,"0"0"0"0"0,1 0 0 0 0,-1 0 0 0 0,0 0 0 0 0,0 0 0 0 0,0 0 1 0 0,0 0-1 0 0,0 1 0 0 0,-1-1 0 0 0,1 0 0 0 0,0 0 0 0 0,0 1 0 0 0,0-1 0 0 0,-1 1 0 0 0,1-1 0 0 0,0 1 0 0 0,-1 0 1 0 0,1 0-1 0 0,0-1 0 0 0,-1 1 0 0 0,1 0 0 0 0,0 0 0 0 0,-1 0 0 0 0,-1 1 0 0 0,0-1 123 0 0,-1 1 0 0 0,1 0 0 0 0,0 1-1 0 0,0-1 1 0 0,0 1 0 0 0,0-1 0 0 0,0 1-1 0 0,0 0 1 0 0,-4 4 0 0 0,-2 2 319 0 0,0 0-1 0 0,1 1 1 0 0,0 1 0 0 0,-12 17 0 0 0,7-5-108 0 0,-15 33-1 0 0,25-49-442 0 0,1-1 0 0 0,0 1 0 0 0,0-1-1 0 0,0 1 1 0 0,1 0 0 0 0,0 0 0 0 0,0-1 0 0 0,0 1 0 0 0,1 0-1 0 0,0 0 1 0 0,0 0 0 0 0,1 9 0 0 0,-1-15-11 0 0,1 1 1 0 0,-1 0-1 0 0,0 0 0 0 0,0-1 1 0 0,0 1-1 0 0,1-1 1 0 0,-1 1-1 0 0,0 0 0 0 0,1-1 1 0 0,-1 1-1 0 0,0 0 1 0 0,1-1-1 0 0,-1 1 1 0 0,1-1-1 0 0,-1 1 0 0 0,1-1 1 0 0,-1 1-1 0 0,1-1 1 0 0,-1 0-1 0 0,1 1 0 0 0,0-1 1 0 0,-1 0-1 0 0,1 1 1 0 0,-1-1-1 0 0,1 0 0 0 0,0 0 1 0 0,-1 1-1 0 0,1-1 1 0 0,0 0-1 0 0,0 0 0 0 0,0 0 1 0 0,1 0-32 0 0,0-1 1 0 0,1 1 0 0 0,-1-1 0 0 0,0 1-1 0 0,0-1 1 0 0,0 0 0 0 0,0 0-1 0 0,0 0 1 0 0,-1 0 0 0 0,4-2-1 0 0,3-3-217 0 0,0-1 0 0 0,0 1 0 0 0,8-12 0 0 0,-4 2-38 0 0,0 0 1 0 0,-1-1-1 0 0,-1-1 0 0 0,11-28 0 0 0,19-31 746 0 0,-38 73-309 0 0,1 0-1 0 0,0 0 0 0 0,0 0 1 0 0,0 1-1 0 0,0-1 0 0 0,1 1 1 0 0,-1 0-1 0 0,1 0 0 0 0,7-4 1 0 0,-10 6-72 0 0,0 1 1 0 0,0-1-1 0 0,1 1 1 0 0,-1-1-1 0 0,0 1 1 0 0,0 0-1 0 0,1-1 0 0 0,-1 1 1 0 0,0 0-1 0 0,0 0 1 0 0,1 0-1 0 0,-1 0 1 0 0,0 0-1 0 0,1 0 1 0 0,-1 0-1 0 0,0 0 1 0 0,0 1-1 0 0,1-1 1 0 0,-1 0-1 0 0,0 1 1 0 0,0-1-1 0 0,0 1 0 0 0,1-1 1 0 0,-1 1-1 0 0,0 0 1 0 0,0 0-1 0 0,0-1 1 0 0,0 1-1 0 0,0 0 1 0 0,0 0-1 0 0,0 0 1 0 0,-1 0-1 0 0,1 0 1 0 0,0 0-1 0 0,0 0 1 0 0,-1 0-1 0 0,1 0 0 0 0,0 2 1 0 0,5 10 140 0 0,0 1 0 0 0,-1 0 0 0 0,0 0 0 0 0,-1 0 0 0 0,-1 0 0 0 0,0 1 0 0 0,0 15 0 0 0,1 108 1736 0 0,-4-104-1816 0 0,-8 99-2119 0 0,7-115-4206 0 0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6:31.2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54 256 7370 0 0,'15'-23'3506'0'0,"-6"7"-2486"0"0,-1-1 0 0 0,0 1 0 0 0,10-36 0 0 0,-15 45-984 0 0,-1-1 1 0 0,0 0-1 0 0,-1 0 0 0 0,0 0 0 0 0,0 0 1 0 0,-1 0-1 0 0,0 0 0 0 0,0 0 0 0 0,-1 0 1 0 0,0 0-1 0 0,-4-13 0 0 0,5 20-14 0 0,0-1-1 0 0,-1 1 1 0 0,1 0-1 0 0,-1 0 1 0 0,1 0-1 0 0,-1-1 1 0 0,1 1-1 0 0,-1 0 0 0 0,0 0 1 0 0,1 0-1 0 0,-1 0 1 0 0,0 0-1 0 0,0 0 1 0 0,0 0-1 0 0,0 1 1 0 0,0-1-1 0 0,0 0 1 0 0,0 0-1 0 0,0 1 0 0 0,0-1 1 0 0,0 1-1 0 0,0-1 1 0 0,0 1-1 0 0,0-1 1 0 0,-2 0-1 0 0,1 2 16 0 0,0-1-1 0 0,0 0 1 0 0,1 0 0 0 0,-1 1-1 0 0,0-1 1 0 0,0 1-1 0 0,1 0 1 0 0,-1-1-1 0 0,0 1 1 0 0,1 0 0 0 0,-1 0-1 0 0,1 0 1 0 0,-1 0-1 0 0,1 0 1 0 0,-2 2 0 0 0,-3 3 98 0 0,0 0 0 0 0,1 0 0 0 0,0 0 0 0 0,0 1 1 0 0,0-1-1 0 0,-5 14 0 0 0,5-10-110 0 0,1 1 0 0 0,1 0 0 0 0,0 0 0 0 0,1 0 0 0 0,0 1 0 0 0,0-1 0 0 0,1 1 0 0 0,1-1 0 0 0,0 0 0 0 0,2 19 0 0 0,-1-25-18 0 0,-1 0 0 0 0,1 0 0 0 0,1-1 0 0 0,-1 1 0 0 0,1-1-1 0 0,0 1 1 0 0,0-1 0 0 0,0 0 0 0 0,0 1 0 0 0,1-1 0 0 0,0 0-1 0 0,0-1 1 0 0,0 1 0 0 0,0 0 0 0 0,1-1 0 0 0,-1 0 0 0 0,1 0-1 0 0,0 0 1 0 0,0 0 0 0 0,0 0 0 0 0,0-1 0 0 0,0 0 0 0 0,1 0-1 0 0,-1 0 1 0 0,1 0 0 0 0,-1-1 0 0 0,8 2 0 0 0,-1-1-196 0 0,0-1 0 0 0,1 0 0 0 0,-1 0 0 0 0,1-1 0 0 0,-1-1 0 0 0,0 0 0 0 0,1 0 0 0 0,-1-1 0 0 0,15-5 0 0 0,-1-2-5603 0 0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6:31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1 196 8290 0 0,'-1'-10'359'0'0,"1"-1"-1"0"0,0 1 1 0 0,1 0 0 0 0,0 0 0 0 0,1 0 0 0 0,0 0-1 0 0,1 0 1 0 0,0 0 0 0 0,0 1 0 0 0,1-1 0 0 0,0 1 0 0 0,1 0-1 0 0,0 0 1 0 0,0 0 0 0 0,1 1 0 0 0,0-1 0 0 0,1 2-1 0 0,7-9 1 0 0,-13 15-289 0 0,0 1 0 0 0,-1-1-1 0 0,1 0 1 0 0,0 0 0 0 0,0 0-1 0 0,0 1 1 0 0,0-1 0 0 0,0 1-1 0 0,0-1 1 0 0,0 1-1 0 0,0-1 1 0 0,0 1 0 0 0,0-1-1 0 0,0 1 1 0 0,1 0 0 0 0,-1 0-1 0 0,0-1 1 0 0,0 1 0 0 0,0 0-1 0 0,0 0 1 0 0,0 0 0 0 0,1 0-1 0 0,-1 1 1 0 0,0-1 0 0 0,0 0-1 0 0,0 0 1 0 0,1 1 0 0 0,0 0 14 0 0,0 1 0 0 0,-1-1 0 0 0,1 0 0 0 0,0 1 0 0 0,-1-1 0 0 0,0 1 0 0 0,1 0 0 0 0,-1-1 0 0 0,0 1 0 0 0,0 0 0 0 0,0 0 0 0 0,0 0 0 0 0,1 3 0 0 0,2 7 188 0 0,0 1-1 0 0,-1 0 1 0 0,2 19-1 0 0,1 38-8 0 0,-4 98 0 0 0,-2-92-195 0 0,0-76-44 0 0,-1 1 0 0 0,1-1 0 0 0,0 1 0 0 0,0-1 0 0 0,0 1 0 0 0,0-1 0 0 0,0 1 0 0 0,0-1 0 0 0,0 1 0 0 0,0-1 0 0 0,0 0 0 0 0,1 1 1 0 0,-1-1-1 0 0,0 1 0 0 0,0-1 0 0 0,0 1 0 0 0,1-1 0 0 0,-1 1 0 0 0,0-1 0 0 0,0 0 0 0 0,1 1 0 0 0,-1-1 0 0 0,0 0 0 0 0,1 1 0 0 0,-1-1 0 0 0,0 0 1 0 0,1 1-1 0 0,-1-1 0 0 0,0 0 0 0 0,1 0 0 0 0,-1 1 0 0 0,1-1 0 0 0,-1 0 0 0 0,1 0 0 0 0,-1 0 0 0 0,1 1 0 0 0,20-9 724 0 0,19-26 179 0 0,-37 31-879 0 0,156-156 550 0 0,-121 121-702 0 0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6:26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34 5985 0 0,'-4'-4'288'0'0,"1"0"0"0"0,-1 1 0 0 0,0-1 0 0 0,0 1 0 0 0,0 0 0 0 0,-1 0 0 0 0,1 1-1 0 0,-8-4 1 0 0,10 5-134 0 0,0 1 0 0 0,0 0-1 0 0,0-1 1 0 0,0 1 0 0 0,0 0 0 0 0,0 0-1 0 0,0 1 1 0 0,0-1 0 0 0,0 0-1 0 0,0 1 1 0 0,0-1 0 0 0,1 1 0 0 0,-1-1-1 0 0,0 1 1 0 0,0 0 0 0 0,0 0 0 0 0,1 0-1 0 0,-1 0 1 0 0,0 0 0 0 0,1 0-1 0 0,-1 0 1 0 0,1 0 0 0 0,0 1 0 0 0,-1-1-1 0 0,1 1 1 0 0,-2 1 0 0 0,-7 10 331 0 0,1 0 0 0 0,0 1 0 0 0,0 0 0 0 0,2 0 0 0 0,0 1 0 0 0,0-1 0 0 0,-5 20 0 0 0,4-5-1 0 0,0 0 0 0 0,-5 59 1 0 0,11-76-394 0 0,1 0-1 0 0,1 0 1 0 0,0 1-1 0 0,1-1 1 0 0,0 0 0 0 0,1 0-1 0 0,0 0 1 0 0,8 22 0 0 0,-8-29-80 0 0,1 0 1 0 0,0 1-1 0 0,0-1 1 0 0,0 0-1 0 0,0-1 0 0 0,1 1 1 0 0,0 0-1 0 0,0-1 1 0 0,0 0-1 0 0,0 0 1 0 0,1 0-1 0 0,0-1 1 0 0,-1 1-1 0 0,1-1 0 0 0,1 0 1 0 0,-1 0-1 0 0,0-1 1 0 0,1 0-1 0 0,-1 0 1 0 0,7 2-1 0 0,0-2-11 0 0,0 0 0 0 0,0-1 0 0 0,19 1 0 0 0,-21-3 0 0 0,0 2 0 0 0,1 0 0 0 0,-1 0 0 0 0,0 1 0 0 0,13 3 0 0 0,-21-4-3 0 0,-1-1-1 0 0,1 1 1 0 0,-1 0 0 0 0,1-1 0 0 0,-1 1-1 0 0,0 0 1 0 0,1 0 0 0 0,-1 0-1 0 0,0 0 1 0 0,0 1 0 0 0,0-1-1 0 0,0 0 1 0 0,0 0 0 0 0,0 1 0 0 0,0-1-1 0 0,0 0 1 0 0,0 1 0 0 0,0-1-1 0 0,-1 1 1 0 0,2 2 0 0 0,-1 1-1 0 0,-1-1 0 0 0,1 0 0 0 0,-1 0 0 0 0,0 0 1 0 0,0 1-1 0 0,0-1 0 0 0,0 0 0 0 0,-2 5 0 0 0,-2 7-24 0 0,0 1 1 0 0,-2-1-1 0 0,-6 16 0 0 0,11-30 19 0 0,-17 36-1084 0 0,-1 0 0 0 0,-25 37 0 0 0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6:27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42 6913 0 0,'4'-4'375'0'0,"0"0"0"0"0,0 0 0 0 0,1 0 0 0 0,-1 1-1 0 0,1 0 1 0 0,0 0 0 0 0,0 0 0 0 0,0 0-1 0 0,0 1 1 0 0,1 0 0 0 0,-1 0 0 0 0,10-2 0 0 0,-12 4-130 0 0,1-1 1 0 0,-1 1 0 0 0,0 1-1 0 0,1-1 1 0 0,-1 0 0 0 0,0 1-1 0 0,0 0 1 0 0,0 0 0 0 0,0 0 0 0 0,1 0-1 0 0,-1 0 1 0 0,0 1 0 0 0,-1-1-1 0 0,1 1 1 0 0,0 0 0 0 0,0 0 0 0 0,-1 0-1 0 0,1 0 1 0 0,-1 0 0 0 0,0 0-1 0 0,1 1 1 0 0,-1-1 0 0 0,3 6-1 0 0,10 14 321 0 0,-1 1-1 0 0,0 0 1 0 0,18 47-1 0 0,19 80 957 0 0,-10-25-2426 0 0,-29-95-1195 0 0,30 57 0 0 0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6:27.5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0 326 6913 0 0,'54'-54'1902'0'0,"81"-77"-2673"0"0,-98 102 687 0 0,73-45-1 0 0,-96 66 12 0 0</inkml:trace>
  <inkml:trace contextRef="#ctx0" brushRef="#br0" timeOffset="1">484 0 2304 0 0,'-21'75'4607'0'0,"15"-57"-3714"0"0,0 1 0 0 0,1-1-1 0 0,-4 35 1 0 0,6-28-424 0 0,2-19-236 0 0,0 1 1 0 0,0 0 0 0 0,0 0-1 0 0,1 0 1 0 0,0 0 0 0 0,1 0-1 0 0,1 10 1 0 0,-1-17-223 0 0,-1 0 1 0 0,1 0-1 0 0,-1 0 0 0 0,0-1 0 0 0,1 1 1 0 0,-1 0-1 0 0,1 0 0 0 0,-1 0 0 0 0,1 0 1 0 0,-1-1-1 0 0,0 1 0 0 0,1 0 1 0 0,-1 0-1 0 0,1-1 0 0 0,-1 1 0 0 0,0 0 1 0 0,1-1-1 0 0,-1 1 0 0 0,0 0 0 0 0,1-1 1 0 0,-1 1-1 0 0,0 0 0 0 0,0-1 1 0 0,1 1-1 0 0,-1-1 0 0 0,0 1 0 0 0,0-1 1 0 0,0 1-1 0 0,0 0 0 0 0,0-1 0 0 0,1 1 1 0 0,-1-1-1 0 0,0 1 0 0 0,0-1 0 0 0,9-19-261 0 0,6-44-689 0 0,-4 13 815 0 0,-11 51 172 0 0,0-1-1 0 0,0 1 1 0 0,0 0 0 0 0,0-1-1 0 0,1 1 1 0 0,-1-1 0 0 0,0 1-1 0 0,0 0 1 0 0,0-1 0 0 0,1 1-1 0 0,-1 0 1 0 0,0-1-1 0 0,0 1 1 0 0,1 0 0 0 0,-1-1-1 0 0,0 1 1 0 0,0 0 0 0 0,1 0-1 0 0,-1-1 1 0 0,0 1-1 0 0,1 0 1 0 0,-1 0 0 0 0,1 0-1 0 0,-1 0 1 0 0,0-1 0 0 0,1 1-1 0 0,-1 0 1 0 0,1 0 0 0 0,-1 0-1 0 0,0 0 1 0 0,1 0-1 0 0,-1 0 1 0 0,1 0 0 0 0,-1 0-1 0 0,0 0 1 0 0,1 0 0 0 0,17 9 1363 0 0,10 19-188 0 0,25 34-2862 0 0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6:27.8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32 1840 0 0,'-1'-2'195'0'0,"0"0"0"0"0,0 0 0 0 0,-1 0 0 0 0,1 0 0 0 0,0 0 0 0 0,-1 0 0 0 0,1 0 0 0 0,-1 1 0 0 0,0-1 0 0 0,0 0 0 0 0,1 1 0 0 0,-1 0 0 0 0,0-1 0 0 0,0 1 0 0 0,0 0 0 0 0,-1 0 0 0 0,1 0 0 0 0,0 0 0 0 0,-3-1 0 0 0,3 2 16 0 0,0 0 1 0 0,1 0-1 0 0,-1 0 0 0 0,0 0 1 0 0,1 1-1 0 0,-1-1 0 0 0,1 0 0 0 0,-1 1 1 0 0,0-1-1 0 0,1 1 0 0 0,-1 0 0 0 0,1-1 1 0 0,-1 1-1 0 0,1 0 0 0 0,0 0 1 0 0,-1 0-1 0 0,1 0 0 0 0,0 0 0 0 0,0 0 1 0 0,-1 0-1 0 0,1 1 0 0 0,0-1 0 0 0,0 0 1 0 0,0 1-1 0 0,1-1 0 0 0,-1 1 1 0 0,-1 2-1 0 0,-6 13 206 0 0,1-1 0 0 0,1 1 0 0 0,0 1 0 0 0,1-1 0 0 0,1 1 0 0 0,1 0 0 0 0,1 0 0 0 0,0 0 0 0 0,1 26 0 0 0,1-42-407 0 0,0 0 1 0 0,0-1-1 0 0,0 1 0 0 0,0 0 0 0 0,1 0 1 0 0,-1 0-1 0 0,0-1 0 0 0,1 1 0 0 0,0 0 1 0 0,-1-1-1 0 0,1 1 0 0 0,0 0 1 0 0,0-1-1 0 0,0 1 0 0 0,0-1 0 0 0,0 1 1 0 0,0-1-1 0 0,0 0 0 0 0,0 1 0 0 0,1-1 1 0 0,-1 0-1 0 0,0 0 0 0 0,1 0 0 0 0,-1 0 1 0 0,4 2-1 0 0,-4-3-14 0 0,1 0 0 0 0,-1-1 1 0 0,1 1-1 0 0,-1 0 0 0 0,1 0 0 0 0,-1-1 0 0 0,1 1 1 0 0,-1-1-1 0 0,1 1 0 0 0,-1-1 0 0 0,0 0 0 0 0,1 1 1 0 0,-1-1-1 0 0,0 0 0 0 0,0 0 0 0 0,0 0 1 0 0,0 0-1 0 0,1 0 0 0 0,-1 0 0 0 0,0 0 0 0 0,-1 0 1 0 0,1-1-1 0 0,0 1 0 0 0,0 0 0 0 0,0-1 0 0 0,-1 1 1 0 0,1 0-1 0 0,-1-1 0 0 0,1 1 0 0 0,0-3 0 0 0,20-60-306 0 0,-17 49 339 0 0,0 1 0 0 0,1 0-1 0 0,0 0 1 0 0,1 0 0 0 0,0 1-1 0 0,2 0 1 0 0,-1 0 0 0 0,16-19-1 0 0,-22 31-5 0 0,0 0 1 0 0,-1 0-1 0 0,1 0 0 0 0,0 1 0 0 0,0-1 0 0 0,0 0 0 0 0,0 0 0 0 0,0 1 0 0 0,0-1 0 0 0,0 1 0 0 0,0-1 0 0 0,0 1 0 0 0,0-1 0 0 0,0 1 0 0 0,0 0 0 0 0,0-1 0 0 0,0 1 0 0 0,0 0 0 0 0,0 0 1 0 0,0 0-1 0 0,1 0 0 0 0,-1 0 0 0 0,0 0 0 0 0,0 0 0 0 0,0 0 0 0 0,0 0 0 0 0,1 1 0 0 0,0 0 38 0 0,0 0 0 0 0,0 0 0 0 0,-1 1 1 0 0,1-1-1 0 0,-1 1 0 0 0,1-1 0 0 0,-1 1 0 0 0,0-1 0 0 0,1 1 0 0 0,-1 0 1 0 0,0 0-1 0 0,0-1 0 0 0,1 4 0 0 0,3 8 328 0 0,0 0 0 0 0,-1 0 0 0 0,3 19 0 0 0,-7-31-362 0 0,7 41 441 0 0,-1 0-1 0 0,0 81 1 0 0,-13-35-6681 0 0,4-71 105 0 0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6:28.2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1 669 2761 0 0,'18'-18'728'0'0,"-1"-1"0"0"0,-1-1 0 0 0,-1 0 1 0 0,-1-1-1 0 0,17-32 0 0 0,-25 41-505 0 0,0 0 0 0 0,-1 0 0 0 0,-1-1-1 0 0,0 0 1 0 0,-1 1 0 0 0,0-1 0 0 0,-1 0-1 0 0,-1-1 1 0 0,0 1 0 0 0,0 0 0 0 0,-2 0-1 0 0,-1-16 1 0 0,2 27-189 0 0,0 0 0 0 0,-1 1 0 0 0,1-1 0 0 0,0 0 0 0 0,-1 0 0 0 0,0 1 0 0 0,1-1 0 0 0,-1 0 0 0 0,0 1-1 0 0,0-1 1 0 0,0 0 0 0 0,0 1 0 0 0,0 0 0 0 0,0-1 0 0 0,0 1 0 0 0,-2-2 0 0 0,2 2 22 0 0,0 1 0 0 0,0-1-1 0 0,0 1 1 0 0,0-1 0 0 0,0 1 0 0 0,0 0 0 0 0,0-1 0 0 0,0 1 0 0 0,-1 0-1 0 0,1 0 1 0 0,0 0 0 0 0,0 0 0 0 0,0 0 0 0 0,0 0 0 0 0,0 0-1 0 0,0 1 1 0 0,0-1 0 0 0,0 0 0 0 0,0 0 0 0 0,-2 1 0 0 0,-1 1 125 0 0,1 0 0 0 0,-1 1 0 0 0,0-1 0 0 0,1 1 0 0 0,-1-1 0 0 0,1 1 0 0 0,0 0 0 0 0,0 0 0 0 0,0 1 0 0 0,0-1 1 0 0,1 1-1 0 0,-3 3 0 0 0,-2 7 149 0 0,0 0 1 0 0,1 0-1 0 0,1 0 1 0 0,0 1-1 0 0,-4 28 1 0 0,7-34-260 0 0,1 0 0 0 0,0 1-1 0 0,0-1 1 0 0,1 0 0 0 0,0 1 0 0 0,1-1 0 0 0,0 0-1 0 0,1 0 1 0 0,0 0 0 0 0,5 18 0 0 0,-4-23-32 0 0,-1 1 0 0 0,1-1 0 0 0,0 0 1 0 0,0 0-1 0 0,0 0 0 0 0,0 0 1 0 0,1 0-1 0 0,0-1 0 0 0,0 1 0 0 0,0-1 1 0 0,0 0-1 0 0,0-1 0 0 0,0 1 1 0 0,1 0-1 0 0,0-1 0 0 0,6 2 0 0 0,-2-1-76 0 0,1 0-1 0 0,-1-1 0 0 0,1 0 0 0 0,0 0 0 0 0,-1-1 1 0 0,1-1-1 0 0,16 0 0 0 0,-7-2-311 0 0</inkml:trace>
  <inkml:trace contextRef="#ctx0" brushRef="#br0" timeOffset="1">512 0 9674 0 0,'-1'2'214'0'0,"1"1"0"0"0,-1-1 1 0 0,1 1-1 0 0,-1-1 0 0 0,1 1 0 0 0,0-1 0 0 0,0 1 0 0 0,0-1 1 0 0,0 1-1 0 0,1-1 0 0 0,0 4 0 0 0,-1-5-59 0 0,11 88 3599 0 0,35 133 1 0 0,-30-165-3863 0 0,39 86 0 0 0,-41-111-6909 0 0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6:48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270 200 4145 0 0,'-41'-69'3216'0'0,"29"47"-1535"0"0,-1 0 1 0 0,0 1-1 0 0,-2 1 1 0 0,-18-21 0 0 0,32 41-1605 0 0,1-1 1 0 0,-1 1 0 0 0,1-1 0 0 0,-1 1-1 0 0,1 0 1 0 0,-1-1 0 0 0,1 1-1 0 0,-1 0 1 0 0,1 0 0 0 0,-1 0 0 0 0,0-1-1 0 0,1 1 1 0 0,-1 0 0 0 0,0 0 0 0 0,1 0-1 0 0,-1 0 1 0 0,1 0 0 0 0,-1 0-1 0 0,0 0 1 0 0,1 0 0 0 0,-1 0 0 0 0,0 0-1 0 0,1 0 1 0 0,-1 1 0 0 0,1-1-1 0 0,-1 0 1 0 0,0 0 0 0 0,1 1 0 0 0,-1-1-1 0 0,1 0 1 0 0,-1 1 0 0 0,1-1-1 0 0,-1 1 1 0 0,1-1 0 0 0,-1 0 0 0 0,1 1-1 0 0,-1-1 1 0 0,1 1 0 0 0,0-1 0 0 0,-1 1-1 0 0,1-1 1 0 0,0 1 0 0 0,-1 0-1 0 0,1-1 1 0 0,0 1 0 0 0,0-1 0 0 0,0 1-1 0 0,0 0 1 0 0,-1 0 0 0 0,-13 39 144 0 0,12-32-1 0 0,-11 40-30 0 0,2 1 0 0 0,-9 85 0 0 0,7 104 43 0 0,13-217-207 0 0,-15 513 28 0 0,-14 361-1291 0 0,33-402 422 0 0,36-3 816 0 0,5 126 1201 0 0,-44-588-1151 0 0,1 52 525 0 0,3 1 0 0 0,21 103 0 0 0,-15-158-379 0 0,-5-25-368 0 0,1-16-682 0 0,-5-30-4603 0 0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6:49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98 3225 0 0,'-2'-1'270'0'0,"-1"0"1"0"0,1 0 0 0 0,-20-18 9150 0 0,22 20-9075 0 0,3 2 6 0 0,8 9 27 0 0,-1 1 0 0 0,0 0 1 0 0,-1 1-1 0 0,0 0 0 0 0,13 29 0 0 0,-11-19 178 0 0,24 36 0 0 0,-25-47-533 0 0,0 0 0 0 0,1 0 0 0 0,0-1 0 0 0,1 0 0 0 0,0-1 0 0 0,16 11 0 0 0,-26-20-12 0 0,1 0-1 0 0,0 0 1 0 0,0 0-1 0 0,0-1 1 0 0,0 1-1 0 0,0-1 1 0 0,0 0-1 0 0,1 1 1 0 0,-1-2-1 0 0,0 1 1 0 0,1 0-1 0 0,-1-1 1 0 0,1 1 0 0 0,-1-1-1 0 0,0 0 1 0 0,1 0-1 0 0,-1 0 1 0 0,1-1-1 0 0,-1 1 1 0 0,0-1-1 0 0,1 0 1 0 0,-1 0-1 0 0,0 0 1 0 0,1 0-1 0 0,-1-1 1 0 0,0 1-1 0 0,0-1 1 0 0,0 0-1 0 0,-1 1 1 0 0,1-2-1 0 0,0 1 1 0 0,-1 0-1 0 0,1 0 1 0 0,-1-1-1 0 0,4-4 1 0 0,9-15 233 0 0,-2 0-1 0 0,0 0 1 0 0,-1-1 0 0 0,-1-1-1 0 0,-2 0 1 0 0,8-30 0 0 0,-3 14-110 0 0,20-42 0 0 0,-31 76-285 0 0,9-16-217 0 0,-1 9-2903 0 0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6:50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2334 114 5065 0 0,'-39'-36'4033'0'0,"28"27"-3614"0"0,0 1 0 0 0,0 0 1 0 0,-1 1-1 0 0,0 0 0 0 0,0 1 0 0 0,-1 0 1 0 0,1 1-1 0 0,-1 0 0 0 0,0 1 0 0 0,-1 0 0 0 0,1 1 1 0 0,-1 1-1 0 0,1 0 0 0 0,-20 1 0 0 0,-19 1 157 0 0,1 3 0 0 0,-79 13 0 0 0,43-3-326 0 0,-217-4 1198 0 0,88-6-946 0 0,166 0-559 0 0,0 3 1 0 0,-65 15-1 0 0,4 10-700 0 0,-206 89 0 0 0,267-95 643 0 0,1 2-1 0 0,1 2 0 0 0,2 3 1 0 0,-60 52-1 0 0,74-54 146 0 0,1 1 1 0 0,2 1-1 0 0,1 2 0 0 0,2 0 1 0 0,1 2-1 0 0,2 1 0 0 0,-19 42 1 0 0,29-49 2 0 0,1 1 0 0 0,2 0 0 0 0,0 1 1 0 0,3-1-1 0 0,1 2 0 0 0,1-1 0 0 0,-1 58 0 0 0,6-36 30 0 0,2-1 0 0 0,3 1-1 0 0,23 103 1 0 0,-22-133-80 0 0,1 0 0 0 0,2 0 0 0 0,0 0 1 0 0,1-2-1 0 0,1 1 0 0 0,2-1 0 0 0,0-1 0 0 0,1 0 1 0 0,1-1-1 0 0,1 0 0 0 0,0-2 0 0 0,33 29 0 0 0,28 19-292 0 0,2-4-1 0 0,3-4 0 0 0,114 62 1 0 0,-162-104 77 0 0,1-1 1 0 0,1-1 0 0 0,0-2 0 0 0,1-2 0 0 0,41 6 0 0 0,191 12-583 0 0,-198-26 530 0 0,0-4 1 0 0,127-17 0 0 0,-94-1-158 0 0,123-39 0 0 0,-76 9 636 0 0,194-93 0 0 0,-236 96-12 0 0,-61 28-242 0 0,-1-2-1 0 0,-1-3 1 0 0,49-31-1 0 0,-74 38 70 0 0,1-1 0 0 0,-2-1 0 0 0,-1-1 0 0 0,22-27 0 0 0,61-95 1398 0 0,-87 120-1062 0 0,17-26 526 0 0,49-99 0 0 0,-70 121-847 0 0,-1-1 0 0 0,0 0 1 0 0,-3 0-1 0 0,0-1 0 0 0,6-53 1 0 0,-11 37-55 0 0,-2-1 0 0 0,-10-86 0 0 0,-29-86 812 0 0,22 132-340 0 0,13 62-335 0 0,-1 1 1 0 0,-1 0-1 0 0,-10-22 1 0 0,13 36-75 0 0,-1 0 0 0 0,0 1 0 0 0,-1-1 1 0 0,0 1-1 0 0,0 0 0 0 0,0 0 0 0 0,-1 1 0 0 0,0-1 0 0 0,0 1 1 0 0,-1 1-1 0 0,-7-6 0 0 0,-42-28 1192 0 0,-120-61 1 0 0,150 89-1107 0 0,-1 0 1 0 0,0 1 0 0 0,0 2 0 0 0,-1 1-1 0 0,-1 1 1 0 0,1 1 0 0 0,-40-1 0 0 0,22 6-134 0 0,0 3 0 0 0,-1 1 0 0 0,2 3 0 0 0,-76 19 0 0 0,46-3-2110 0 0,-140 63 0 0 0,164-61-4353 0 0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7:00.6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1081 5065 0 0,'1'3'139'0'0,"-1"1"0"0"0,0 0 0 0 0,1-1 0 0 0,0 1-1 0 0,0-1 1 0 0,0 0 0 0 0,0 1 0 0 0,0-1 0 0 0,1 0 0 0 0,-1 1 0 0 0,1-1 0 0 0,3 3-1 0 0,-5-5-83 0 0,0-1-1 0 0,1 1 0 0 0,-1 0 0 0 0,1-1 1 0 0,-1 1-1 0 0,1-1 0 0 0,0 0 0 0 0,-1 1 0 0 0,1-1 1 0 0,-1 1-1 0 0,1-1 0 0 0,0 0 0 0 0,-1 0 0 0 0,1 1 1 0 0,0-1-1 0 0,0 0 0 0 0,-1 0 0 0 0,1 0 0 0 0,0 0 1 0 0,-1 1-1 0 0,1-1 0 0 0,0 0 0 0 0,1-1 0 0 0,-1 1 32 0 0,1-1 0 0 0,-1 0 0 0 0,0 1 0 0 0,0-1 0 0 0,0 0 0 0 0,0 0 0 0 0,1 0 0 0 0,-1 0 0 0 0,0 0 0 0 0,0 0 0 0 0,-1 0 0 0 0,1 0-1 0 0,0-1 1 0 0,0 1 0 0 0,-1 0 0 0 0,1 0 0 0 0,0-2 0 0 0,6-16 131 0 0,-1 0 1 0 0,-1-1-1 0 0,0 1 0 0 0,-2-1 0 0 0,0 0 0 0 0,0-32 1 0 0,0 5-7 0 0,7-193 314 0 0,-3 24-244 0 0,-3 170-157 0 0,2 0-1 0 0,20-73 1 0 0,-19 95-67 0 0,1 2 0 0 0,1-1 0 0 0,1 1 0 0 0,1 0 0 0 0,0 1 0 0 0,2 1 0 0 0,18-24 0 0 0,-28 41-40 0 0,-1 0 0 0 0,1 0 0 0 0,0 0 0 0 0,0 0 0 0 0,0 1 0 0 0,0-1 0 0 0,0 1 0 0 0,0 0 0 0 0,1 0 0 0 0,-1 0 0 0 0,1 0 0 0 0,-1 1 0 0 0,6-2 0 0 0,-7 2-11 0 0,0 1 1 0 0,0 0-1 0 0,0 0 0 0 0,0 1 1 0 0,0-1-1 0 0,0 0 0 0 0,0 1 1 0 0,0-1-1 0 0,0 1 0 0 0,0-1 1 0 0,0 1-1 0 0,-1 0 1 0 0,1 0-1 0 0,0 0 0 0 0,0 0 1 0 0,-1 0-1 0 0,1 0 0 0 0,-1 1 1 0 0,1-1-1 0 0,-1 0 0 0 0,1 1 1 0 0,-1-1-1 0 0,0 1 0 0 0,0-1 1 0 0,0 1-1 0 0,0 0 1 0 0,2 3-1 0 0,6 13 76 0 0,0 0 0 0 0,-1 1 0 0 0,-1 0-1 0 0,8 30 1 0 0,11 85 495 0 0,-21-104-523 0 0,4 19 133 0 0,5 43 87 0 0,5 0 0 0 0,54 161-1 0 0,-55-200-261 0 0,-11-32 33 0 0,0-1 0 0 0,1 0 0 0 0,17 30 0 0 0,-25-49-43 0 0,1 0-1 0 0,0 0 0 0 0,-1 0 0 0 0,1 0 1 0 0,0-1-1 0 0,-1 1 0 0 0,1 0 0 0 0,0 0 1 0 0,0 0-1 0 0,0-1 0 0 0,0 1 1 0 0,0 0-1 0 0,0-1 0 0 0,0 1 0 0 0,0-1 1 0 0,0 1-1 0 0,0-1 0 0 0,0 1 0 0 0,0-1 1 0 0,0 0-1 0 0,0 1 0 0 0,0-1 0 0 0,1 0 1 0 0,-1 0-1 0 0,2 0 0 0 0,-1-1-2 0 0,0 1 0 0 0,0-1 0 0 0,1 0 0 0 0,-1 0 0 0 0,0 0 0 0 0,0 0 0 0 0,0 0 0 0 0,-1-1 0 0 0,1 1 0 0 0,0 0 0 0 0,0-1 0 0 0,1-2 0 0 0,5-5 21 0 0,-1 0-1 0 0,0 0 1 0 0,-1-1-1 0 0,6-10 1 0 0,2-12 125 0 0,-1-1 0 0 0,-1 0 0 0 0,13-63 0 0 0,-17 61-102 0 0,1 1-1 0 0,2-1 0 0 0,23-51 0 0 0,-32 84-38 0 0,-1-1 0 0 0,0 1-1 0 0,1-1 1 0 0,-1 1 0 0 0,1-1-1 0 0,0 1 1 0 0,0 0 0 0 0,0 0 0 0 0,0 0-1 0 0,0 0 1 0 0,1 0 0 0 0,-1 1-1 0 0,0-1 1 0 0,1 1 0 0 0,-1-1-1 0 0,1 1 1 0 0,0 0 0 0 0,-1 0-1 0 0,5-1 1 0 0,-3 2-5 0 0,0-1 1 0 0,0 1-1 0 0,0 0 0 0 0,1 0 0 0 0,-1 1 1 0 0,0-1-1 0 0,0 1 0 0 0,0 0 0 0 0,-1 0 1 0 0,1 1-1 0 0,0-1 0 0 0,5 3 0 0 0,3 3-19 0 0,-1 0-1 0 0,0 0 0 0 0,0 1 0 0 0,0 1 0 0 0,-1 0 0 0 0,0 0 0 0 0,11 15 1 0 0,6 13 78 0 0,30 53 1 0 0,-38-57 542 0 0,2 0 0 0 0,44 53 0 0 0,-57-77-910 0 0,-1-1 672 0 0,1 0 1 0 0,0 0-1 0 0,14 10 0 0 0,-18-15-999 0 0,-1-1 1 0 0,0-1-1 0 0,1 1 0 0 0,-1 0 0 0 0,1-1 0 0 0,0 0 0 0 0,0 0 0 0 0,6 1 1 0 0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7:01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11 2304 0 0,'0'0'95'0'0,"0"-1"0"0"0,0 1 0 0 0,0 0 0 0 0,0-1 0 0 0,0 1-1 0 0,0 0 1 0 0,0-1 0 0 0,0 1 0 0 0,0 0 0 0 0,0-1-1 0 0,0 1 1 0 0,0 0 0 0 0,0-1 0 0 0,0 1 0 0 0,0 0 0 0 0,0-1-1 0 0,-1 1 1 0 0,1 0 0 0 0,0-1 0 0 0,0 1 0 0 0,0 0-1 0 0,-1 0 1 0 0,1-1 0 0 0,0 1 0 0 0,0 0 0 0 0,-1 0 0 0 0,1-1-1 0 0,0 1 1 0 0,0 0 0 0 0,-1 0 0 0 0,1 0 0 0 0,0 0-1 0 0,-1-1 1 0 0,1 1 0 0 0,0 0 0 0 0,-1 0 0 0 0,1 0 0 0 0,0 0-1 0 0,-1 0 1 0 0,1 0 0 0 0,0 0 0 0 0,-1 0 0 0 0,1 0 0 0 0,-1 0-1 0 0,1 0 1 0 0,0 0 0 0 0,-1 0 0 0 0,1 0 0 0 0,-1 0-1 0 0,0 1-72 0 0,0-1 0 0 0,0 1 0 0 0,0 0 0 0 0,0-1 0 0 0,0 1 0 0 0,0 0 0 0 0,1 0 0 0 0,-1-1 0 0 0,0 1 0 0 0,0 0 0 0 0,0 0 0 0 0,1 0 0 0 0,-1 0 0 0 0,1 0 0 0 0,-1 0 0 0 0,1 0 0 0 0,-1 0 0 0 0,0 2 0 0 0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7:02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0 3225 0 0,'-2'5'330'0'0,"0"-1"0"0"0,1 1 0 0 0,-1-1 0 0 0,1 1 0 0 0,0-1 0 0 0,0 8 0 0 0,-17 149 3983 0 0,5 83-2717 0 0,12-224-1406 0 0,5 589 946 0 0,3-335-1167 0 0,2-9 435 0 0,0 60-1395 0 0,-8-292-2769 0 0,-1-19 137 0 0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7:02.9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0 3225 0 0,'-1'0'140'0'0,"1"0"-1"0"0,-1 0 1 0 0,1 0 0 0 0,0 1 0 0 0,-1-1 0 0 0,1 0 0 0 0,-1 0 0 0 0,-2 2 1118 0 0,3-1-1118 0 0,0-1 0 0 0,0 0 0 0 0,0 1 0 0 0,-1-1 0 0 0,1 0 0 0 0,0 1 0 0 0,0-1-1 0 0,0 1 1 0 0,0-1 0 0 0,-1 0 0 0 0,1 1 0 0 0,0-1 0 0 0,0 1 0 0 0,0-1-1 0 0,0 1 1 0 0,-3 186 3651 0 0,3-74-2525 0 0,10 385 780 0 0,-2-239-1290 0 0,9 394-917 0 0,-10-526-2849 0 0,-6-104-1596 0 0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7:03.6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1 120 4145 0 0,'2'-1'110'0'0,"1"-1"0"0"0,-1 0 0 0 0,1 1 0 0 0,0-1 0 0 0,0 1 0 0 0,0 0-1 0 0,-1 0 1 0 0,1 0 0 0 0,0 0 0 0 0,1 0 0 0 0,-1 1 0 0 0,4-1 0 0 0,42-1 1096 0 0,-39 2-930 0 0,159-5 2649 0 0,255-40 1 0 0,-29-5-1587 0 0,-368 49-1301 0 0,0 0 0 0 0,0 2 1 0 0,0 0-1 0 0,0 2 0 0 0,0 2 1 0 0,0 0-1 0 0,30 11 0 0 0,-45-12 159 0 0,1 0 0 0 0,0-1-1 0 0,1-1 1 0 0,-1 0 0 0 0,0 0-1 0 0,1-2 1 0 0,-1 1 0 0 0,1-2-1 0 0,-1 0 1 0 0,0 0 0 0 0,1-1-1 0 0,22-7 1 0 0,-34 8-724 0 0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7:14.0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30 257 2761 0 0,'-4'-3'497'0'0,"1"0"1"0"0,0 0-1 0 0,0-1 1 0 0,0 1-1 0 0,0-1 1 0 0,1 0-1 0 0,-1 0 1 0 0,-2-7 0 0 0,5 10-351 0 0,0 0 1 0 0,-1 1-1 0 0,1-1 1 0 0,0 0-1 0 0,0 0 1 0 0,0 0-1 0 0,0 0 1 0 0,0 1-1 0 0,0-1 1 0 0,0 0-1 0 0,1 0 1 0 0,-1 0-1 0 0,0 0 1 0 0,0 1-1 0 0,1-1 1 0 0,-1 0-1 0 0,0 0 1 0 0,1 1-1 0 0,-1-1 1 0 0,1-1-1 0 0,1 1-5 0 0,-1 0-1 0 0,0-1 1 0 0,1 1-1 0 0,0 0 0 0 0,-1 0 1 0 0,1 0-1 0 0,0 0 1 0 0,0 0-1 0 0,-1 0 0 0 0,1 1 1 0 0,0-1-1 0 0,2 0 1 0 0,339-83 4139 0 0,-155 50-3371 0 0,1 8 0 0 0,249-2-1 0 0,-289 21-720 0 0,-81 2-91 0 0,0 3 0 0 0,96 9 0 0 0,-163-7-171 0 0,0 0 0 0 0,0 1-1 0 0,0-1 1 0 0,1 0-1 0 0,-1 0 1 0 0,0 1 0 0 0,0-1-1 0 0,0 0 1 0 0,0 1 0 0 0,0 0-1 0 0,1-1 1 0 0,-1 1 0 0 0,0-1-1 0 0,0 1 1 0 0,1 1 0 0 0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7:14.7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10594 0 0,'29'43'1610'0'0,"13"31"295"0"0,35 87 1 0 0,-32-65-2498 0 0,-42-90 205 0 0,9 21-539 0 0,-6-9-3397 0 0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7:15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88 240 2761 0 0,'-3'-4'-14'0'0,"-49"-100"1217"0"0,46 88 27 0 0,0 1 0 0 0,0-1 0 0 0,2-1 1 0 0,-5-29-1 0 0,9 45-1142 0 0,-1 1-1 0 0,1-1 1 0 0,0 1 0 0 0,0-1-1 0 0,0 0 1 0 0,0 1 0 0 0,0-1-1 0 0,0 0 1 0 0,0 1 0 0 0,0-1-1 0 0,0 0 1 0 0,0 1 0 0 0,0-1 0 0 0,0 0-1 0 0,0 1 1 0 0,0-1 0 0 0,1 1-1 0 0,-1-1 1 0 0,0 0 0 0 0,0 1-1 0 0,1-1 1 0 0,-1 1 0 0 0,0-1 0 0 0,1 1-1 0 0,-1-1 1 0 0,1 1 0 0 0,-1-1-1 0 0,0 1 1 0 0,1-1 0 0 0,-1 1-1 0 0,1-1 1 0 0,0 1 0 0 0,-1 0 0 0 0,1-1-1 0 0,-1 1 1 0 0,1 0 0 0 0,-1 0-1 0 0,1-1 1 0 0,0 1 0 0 0,-1 0-1 0 0,1 0 1 0 0,0 0 0 0 0,-1 0 0 0 0,1 0-1 0 0,0 0 1 0 0,-1 0 0 0 0,1 0-1 0 0,-1 0 1 0 0,1 0 0 0 0,0 0-1 0 0,-1 0 1 0 0,1 0 0 0 0,0 1-1 0 0,-1-1 1 0 0,1 0 0 0 0,0 1 0 0 0,42 21 1758 0 0,-32-15-1532 0 0,60 26 781 0 0,38 21 174 0 0,-98-48-1524 0 0,1 2 0 0 0,-1-1 0 0 0,-1 2 0 0 0,1-1 0 0 0,-1 1 0 0 0,13 17-1 0 0,-14-14-1705 0 0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7:15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9 757 4145 0 0,'-8'-1'4117'0'0,"8"1"-4016"0"0,1-12 2206 0 0,8-13 136 0 0,38-47 150 0 0,-11 19-7270 0 0,-23 33-63 0 0</inkml:trace>
  <inkml:trace contextRef="#ctx0" brushRef="#br0" timeOffset="1">234 0 1840 0 0,'-1'1'227'0'0,"0"-1"0"0"0,0 0 0 0 0,0 1 0 0 0,0-1 0 0 0,0 1-1 0 0,1-1 1 0 0,-1 1 0 0 0,0 0 0 0 0,0-1 0 0 0,1 1 0 0 0,-1 0 0 0 0,0 0-1 0 0,1-1 1 0 0,-1 1 0 0 0,1 0 0 0 0,-1 0 0 0 0,1 0 0 0 0,-1 0-1 0 0,1 0 1 0 0,0-1 0 0 0,-1 1 0 0 0,1 0 0 0 0,0 0 0 0 0,-1 2-1 0 0,-4 24 1700 0 0,5-26-1829 0 0,-2 17 631 0 0,1 0 0 0 0,1 0-1 0 0,0 0 1 0 0,2 0 0 0 0,0 0 0 0 0,5 18-1 0 0,-6-27-457 0 0,2 0 1 0 0,-1 0-1 0 0,1-1 0 0 0,1 0 0 0 0,-1 1 0 0 0,1-1 0 0 0,1 0 1 0 0,0-1-1 0 0,0 1 0 0 0,0-1 0 0 0,1 0 0 0 0,0 0 0 0 0,13 11 1 0 0,-16-16-201 0 0,1 1 1 0 0,-1-1-1 0 0,0-1 1 0 0,1 1-1 0 0,-1 0 1 0 0,1-1-1 0 0,0 0 1 0 0,-1 0-1 0 0,1 0 1 0 0,0 0 0 0 0,0-1-1 0 0,-1 1 1 0 0,1-1-1 0 0,0 0 1 0 0,0 0-1 0 0,6-1 1 0 0,-4 0 22 0 0,1-1 1 0 0,0 0-1 0 0,-1 0 0 0 0,0-1 1 0 0,1 0-1 0 0,-1 0 1 0 0,0 0-1 0 0,9-8 0 0 0,0-1-472 0 0,0-1-1 0 0,-1-1 1 0 0,-1 0-1 0 0,0 0 1 0 0,18-28-1 0 0,-18 20-6191 0 0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7:15.8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0 9218 0 0,'-1'1'99'0'0,"0"-1"1"0"0,1 0-1 0 0,-1 0 1 0 0,0 0-1 0 0,1 0 0 0 0,-1 0 1 0 0,0 1-1 0 0,1-1 1 0 0,-1 0-1 0 0,0 1 0 0 0,1-1 1 0 0,-1 0-1 0 0,1 1 1 0 0,-1-1-1 0 0,1 1 1 0 0,-1-1-1 0 0,1 1 0 0 0,-1-1 1 0 0,1 1-1 0 0,-1 0 1 0 0,11 12 1895 0 0,-4-7-1848 0 0,82 78 3406 0 0,50 36-2718 0 0,-81-78-1920 0 0,-11-8-3426 0 0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7:16.2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0 102 2761 0 0,'3'-5'320'0'0,"-1"1"1"0"0,1-1 0 0 0,0 1-1 0 0,0 0 1 0 0,0 0 0 0 0,0 1-1 0 0,1-1 1 0 0,7-5 0 0 0,-7 5 87 0 0,2-2 122 0 0,0 0 0 0 0,1 0-1 0 0,0 1 1 0 0,0 0 0 0 0,1 0 0 0 0,-1 1 0 0 0,1 0 0 0 0,0 1 0 0 0,14-5 0 0 0,-18 7-389 0 0,-1 0-1 0 0,0 1 1 0 0,1-1 0 0 0,-1 1-1 0 0,0 0 1 0 0,1 0-1 0 0,-1 0 1 0 0,0 1 0 0 0,1-1-1 0 0,-1 1 1 0 0,0 0 0 0 0,1 0-1 0 0,-1 0 1 0 0,0 0 0 0 0,0 0-1 0 0,0 1 1 0 0,0-1 0 0 0,0 1-1 0 0,0 0 1 0 0,-1 0-1 0 0,1 0 1 0 0,0 0 0 0 0,-1 1-1 0 0,0-1 1 0 0,1 1 0 0 0,-1-1-1 0 0,0 1 1 0 0,1 3 0 0 0,3 3-26 0 0,-1 1 1 0 0,-1 0-1 0 0,0 0 1 0 0,0 1-1 0 0,-1-1 1 0 0,0 1-1 0 0,-1 0 1 0 0,0 0-1 0 0,-1 0 1 0 0,0 0 0 0 0,-1 15-1 0 0,-1 17-707 0 0,-12 63 0 0 0,12-102 520 0 0,-9 55-1665 0 0,6-33 370 0 0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7:16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0 5065 0 0,'-3'4'238'0'0,"1"-1"-1"0"0,-1 1 1 0 0,1-1-1 0 0,-1 1 1 0 0,1 0-1 0 0,0 0 1 0 0,1 0-1 0 0,-1 0 1 0 0,1 0-1 0 0,0 0 1 0 0,-2 8-1 0 0,1-2 182 0 0,-2 3 227 0 0,0 1 1 0 0,1 0-1 0 0,1 0 1 0 0,0 0-1 0 0,1 1 1 0 0,1-1 0 0 0,2 27-1 0 0,-2-37-498 0 0,1-1 0 0 0,0 0 0 0 0,-1 1 0 0 0,1-1 1 0 0,1 0-1 0 0,-1 0 0 0 0,0 1 0 0 0,1-1 0 0 0,-1 0 0 0 0,1 0 0 0 0,0 0 0 0 0,0-1 0 0 0,0 1 0 0 0,0 0 0 0 0,1-1 0 0 0,-1 0 1 0 0,1 1-1 0 0,-1-1 0 0 0,1 0 0 0 0,0 0 0 0 0,0 0 0 0 0,0-1 0 0 0,0 1 0 0 0,0-1 0 0 0,0 0 0 0 0,1 1 0 0 0,-1-2 1 0 0,0 1-1 0 0,1 0 0 0 0,-1 0 0 0 0,0-1 0 0 0,1 0 0 0 0,-1 0 0 0 0,1 0 0 0 0,-1 0 0 0 0,1 0 0 0 0,-1-1 0 0 0,5-1 0 0 0,-1 1-86 0 0,0 0-1 0 0,1-1 0 0 0,-1-1 0 0 0,0 1 0 0 0,0-1 1 0 0,0 0-1 0 0,-1 0 0 0 0,1-1 0 0 0,10-8 0 0 0,12-13-5579 0 0,-13 8-655 0 0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7:18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53 1376 0 0,'4'-17'812'0'0,"-3"15"-608"0"0,-1 0 0 0 0,1 0 1 0 0,0 0-1 0 0,-1 0 1 0 0,1 1-1 0 0,-1-1 1 0 0,0 0-1 0 0,0 0 1 0 0,0 0-1 0 0,0 0 1 0 0,0 0-1 0 0,0 0 1 0 0,0 0-1 0 0,-1 0 1 0 0,1 0-1 0 0,-1-2 1 0 0,0 4-109 0 0,1 0 1 0 0,-1 0-1 0 0,1 1 1 0 0,-1-1 0 0 0,1 0-1 0 0,-1 0 1 0 0,1 1-1 0 0,-1-1 1 0 0,1 0-1 0 0,-1 1 1 0 0,1-1-1 0 0,0 1 1 0 0,-1-1-1 0 0,1 1 1 0 0,-1-1-1 0 0,1 0 1 0 0,0 1-1 0 0,0-1 1 0 0,-1 1-1 0 0,1-1 1 0 0,0 1-1 0 0,0 0 1 0 0,0-1-1 0 0,0 1 1 0 0,-1-1 0 0 0,1 2-1 0 0,-6 15 484 0 0,-1 23-447 0 0,2-1 0 0 0,2 1 0 0 0,2 0 0 0 0,7 71 0 0 0,-2-30-54 0 0,25 473-639 0 0,-35-231-59 0 0,-1-25 1342 0 0,8-254-576 0 0,-2 351 1902 0 0,-4-308-1782 0 0,-1 0 801 0 0,6 88 1 0 0,0-160-1681 0 0,-2-5-2849 0 0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7:20.6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10 768 3017 0 0,'-5'-33'2235'0'0,"4"29"-2074"0"0,0 0-1 0 0,0 0 1 0 0,0 0-1 0 0,1 0 1 0 0,-1 0-1 0 0,1 0 1 0 0,0 0-1 0 0,0 0 1 0 0,1-4-1 0 0,9-47 1259 0 0,4-79 0 0 0,3-68-320 0 0,-15 192-985 0 0,0 1-1 0 0,0 0 0 0 0,1 0 1 0 0,0 0-1 0 0,6-10 1 0 0,-5 10-112 0 0,0 0 0 0 0,0 0 1 0 0,-1-1-1 0 0,3-14 0 0 0,-5 21 57 0 0,0-1-1 0 0,1 0 1 0 0,0 1-1 0 0,-1-1 0 0 0,1 1 1 0 0,1 0-1 0 0,-1-1 0 0 0,0 1 1 0 0,1 0-1 0 0,0 0 1 0 0,-1 1-1 0 0,6-5 0 0 0,14-17-68 0 0,42-59 1274 0 0,-63 81-1261 0 0,-1 1 0 0 0,1 0-1 0 0,-1 0 1 0 0,1 0 0 0 0,0 0 0 0 0,0 0 0 0 0,-1 0 0 0 0,1 0 0 0 0,0 0 0 0 0,0 0-1 0 0,0 0 1 0 0,0 1 0 0 0,0-1 0 0 0,0 0 0 0 0,0 0 0 0 0,0 1 0 0 0,0-1 0 0 0,1 1-1 0 0,-1-1 1 0 0,0 1 0 0 0,0 0 0 0 0,1-1 0 0 0,-1 1 0 0 0,0 0 0 0 0,0 0 0 0 0,1 0-1 0 0,-1 0 1 0 0,0 0 0 0 0,0 0 0 0 0,1 0 0 0 0,0 1 0 0 0,12-1-103 0 0,3-1 93 0 0,-16 0 6 0 0,0 1 1 0 0,0 0-1 0 0,0 0 0 0 0,1 0 0 0 0,-1 0 0 0 0,0 0 1 0 0,0 0-1 0 0,0 0 0 0 0,1 0 0 0 0,-1 0 0 0 0,0 0 0 0 0,0 1 1 0 0,0-1-1 0 0,0 1 0 0 0,1-1 0 0 0,-1 1 0 0 0,0-1 0 0 0,0 1 1 0 0,0-1-1 0 0,1 2 0 0 0,3 2-8 0 0,0-1 0 0 0,0 1 0 0 0,0 0-1 0 0,-1 1 1 0 0,0-1 0 0 0,1 1 0 0 0,-2 0 0 0 0,1 0 0 0 0,0 0 0 0 0,-1 0 0 0 0,4 10-1 0 0,2 6-79 0 0,11 42 0 0 0,-8-22 45 0 0,9 41-116 0 0,-18-63-19 0 0,1 0-1 0 0,1-1 1 0 0,1 0-1 0 0,1 0 1 0 0,11 22 0 0 0,-13-31 138 0 0,2 4-132 0 0,0-1 0 0 0,1 0 1 0 0,0 0-1 0 0,16 15 0 0 0,-13-13 93 0 0,-11-13 71 0 0,0 0 0 0 0,1 0 1 0 0,-1 0-1 0 0,1-1 0 0 0,-1 1 1 0 0,1 0-1 0 0,0 0 0 0 0,-1-1 0 0 0,1 1 1 0 0,0 0-1 0 0,0-1 0 0 0,-1 1 1 0 0,1 0-1 0 0,0-1 0 0 0,0 1 1 0 0,0-1-1 0 0,0 0 0 0 0,0 1 1 0 0,0-1-1 0 0,0 0 0 0 0,0 1 1 0 0,0-1-1 0 0,0 0 0 0 0,0 0 0 0 0,-1 0 1 0 0,1 0-1 0 0,0 0 0 0 0,0 0 1 0 0,0 0-1 0 0,0 0 0 0 0,0 0 1 0 0,0-1-1 0 0,2 0 0 0 0,9-1 68 0 0,-9 2-9 0 0,0-1 1 0 0,0 1 0 0 0,0-1-1 0 0,0 0 1 0 0,0 0 0 0 0,-1 0 0 0 0,1 0-1 0 0,0 0 1 0 0,-1 0 0 0 0,1-1-1 0 0,-1 0 1 0 0,1 1 0 0 0,3-4-1 0 0,114-89 1503 0 0,-119 94-1552 0 0,-1-1 1 0 0,1 1-1 0 0,0-1 0 0 0,-1 1 1 0 0,1-1-1 0 0,0 1 1 0 0,0 0-1 0 0,0-1 1 0 0,-1 1-1 0 0,1 0 1 0 0,0 0-1 0 0,0-1 0 0 0,0 1 1 0 0,0 0-1 0 0,0 0 1 0 0,-1 0-1 0 0,1 0 1 0 0,0 0-1 0 0,0 0 0 0 0,0 0 1 0 0,0 0-1 0 0,0 1 1 0 0,-1-1-1 0 0,1 0 1 0 0,0 1-1 0 0,0-1 0 0 0,0 0 1 0 0,1 1-1 0 0,0 1 9 0 0,1 0 0 0 0,-1 0 0 0 0,1 1 0 0 0,-1-1 0 0 0,0 0 0 0 0,0 1 0 0 0,0 0 0 0 0,2 3 0 0 0,2 4 18 0 0,0 1 0 0 0,-1-1 1 0 0,7 21-1 0 0,16 47-163 0 0,-18-54 128 0 0,-2 0 0 0 0,8 33 0 0 0,-12-40 33 0 0,0-1 0 0 0,0 1 0 0 0,2-1 0 0 0,0 0 0 0 0,1 0 0 0 0,0-1 0 0 0,17 26 0 0 0,-19-35 49 0 0,0 1-1 0 0,0-1 1 0 0,0-1-1 0 0,1 1 0 0 0,0-1 1 0 0,0 0-1 0 0,0 0 0 0 0,1-1 1 0 0,-1 0-1 0 0,1 0 1 0 0,0 0-1 0 0,1-1 0 0 0,-1 0 1 0 0,0-1-1 0 0,1 1 1 0 0,-1-1-1 0 0,1-1 0 0 0,0 0 1 0 0,10 1-1 0 0,3-2 112 0 0,-14 0-280 0 0,0 0 0 0 0,0 0-1 0 0,0 0 1 0 0,0 1-1 0 0,0 0 1 0 0,0 0 0 0 0,0 1-1 0 0,0 0 1 0 0,0 0-1 0 0,10 5 1 0 0,-11-2-1062 0 0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7:21.6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28 2449 0 0,'-12'16'227'0'0,"12"-16"-228"0"0,0 1 1 0 0,0-1 0 0 0,0 0 0 0 0,0 1-1 0 0,-1-1 1 0 0,1 0 0 0 0,0 1 0 0 0,0-1 0 0 0,-1 0-1 0 0,1 1 1 0 0,0-1 0 0 0,-1 0 0 0 0,1 0-1 0 0,0 1 1 0 0,0-1 0 0 0,-1 0 0 0 0,1 0-1 0 0,-1 0 1 0 0,1 0 0 0 0,0 1 0 0 0,-1-1 0 0 0,1 0-1 0 0,0 0 1 0 0,-1 0 0 0 0,1 0 0 0 0,-1 0-1 0 0,1 0 1 0 0,0 0 0 0 0,-1 0 0 0 0,1 0-1 0 0,-1 0 1 0 0,1 0 0 0 0,0 0 0 0 0,-1 0 0 0 0,1 0-1 0 0,-1 0 1 0 0,1-1 0 0 0,0 1 0 0 0,-1 0-1 0 0,1 0 1 0 0,0 0 0 0 0,-1 0 0 0 0,1-1-1 0 0,0 1 1 0 0,-1 0 0 0 0,1-1 0 0 0,-1 1 0 0 0,30-16 3328 0 0,-14 10-2833 0 0,0 1-1 0 0,1 1 1 0 0,-1 1-1 0 0,1 0 1 0 0,0 1-1 0 0,0 1 1 0 0,0 0 0 0 0,21 2-1 0 0,37-3 222 0 0,-54 0-832 0 0,1 0 1 0 0,0 1 0 0 0,-1 1 0 0 0,1 2 0 0 0,-1 0-1 0 0,1 0 1 0 0,-1 2 0 0 0,0 1 0 0 0,37 13-1 0 0,-47-13-106 0 0,1-1-1 0 0,-1 0 1 0 0,1 0-1 0 0,0-1 1 0 0,0-1-1 0 0,0 0 1 0 0,0-1-1 0 0,0 0 1 0 0,0 0-1 0 0,1-1 1 0 0,-1 0-1 0 0,0-1 1 0 0,0-1-1 0 0,20-4 0 0 0,-14 0-2213 0 0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7:22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21 2304 0 0,'-7'3'-376'0'0,"-4"2"3697"0"0,23-5-832 0 0,59-14-872 0 0,-53 10-1191 0 0,1 0 1 0 0,32-2-1 0 0,-45 5-435 0 0,87 3 1339 0 0,-85-2-1607 0 0,0 1-1 0 0,0 0 0 0 0,0 1 1 0 0,0 0-1 0 0,0 0 1 0 0,0 1-1 0 0,-1 0 0 0 0,15 7 1 0 0,-19-7-746 0 0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7:22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0 3225 0 0,'-2'0'6127'0'0,"-2"11"-4847"0"0,-2 19-950 0 0,5 21 729 0 0,6 61-1 0 0,1 26-459 0 0,-13 78-587 0 0,-3 132-211 0 0,6 90 199 0 0,-1-176 1326 0 0,0 73-37 0 0,3-171-429 0 0,-28 194-1 0 0,21-319-3885 0 0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7:23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34 920 0 0,'-19'-33'7787'0'0,"21"51"-5849"0"0,5 50-1230 0 0,-1 78 0 0 0,2 19-454 0 0,29 67 410 0 0,-20-143-548 0 0,8 110 0 0 0,-24-180-59 0 0,0 1 0 0 0,-2 0 0 0 0,0-1 1 0 0,-1 1-1 0 0,0-1 0 0 0,-2 0 0 0 0,-8 24 0 0 0,3-35 44 0 0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7:23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1 127 4145 0 0,'33'-8'1944'0'0,"27"-3"921"0"0,119-6 0 0 0,-5 1-1257 0 0,-26-18-716 0 0,-100 21-712 0 0,71-11 1 0 0,-102 22-182 0 0,-1 1 0 0 0,1 1-1 0 0,0 0 1 0 0,0 1 0 0 0,0 1 0 0 0,-1 0 0 0 0,1 2 0 0 0,19 5 0 0 0,-13 0 24 0 0,-1 1 0 0 0,24 14 0 0 0,-7-4-867 0 0,-38-19 653 0 0,-1-1 1 0 0,1 0-1 0 0,0 0 1 0 0,-1-1-1 0 0,1 1 0 0 0,0 0 1 0 0,0 0-1 0 0,-1 0 1 0 0,1 0-1 0 0,0-1 1 0 0,-1 1-1 0 0,1 0 0 0 0,-1 0 1 0 0,1-1-1 0 0,0 1 1 0 0,-1-1-1 0 0,1 1 0 0 0,-1-1 1 0 0,1 1-1 0 0,-1 0 1 0 0,1-1-1 0 0,-1 0 1 0 0,1 1-1 0 0,-1-1 0 0 0,0 1 1 0 0,1-1-1 0 0,-1 0 1 0 0,0 1-1 0 0,1-1 0 0 0,-1 1 1 0 0,0-2-1 0 0,5-5-896 0 0,2 0 563 0 0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7:24.4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2489 0 0,'9'12'1327'0'0,"-1"0"0"0"0,0 1 0 0 0,7 15 0 0 0,10 19 1468 0 0,-8-10-4641 0 0,-13-28-1379 0 0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7:24.8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1 920 0 0,'-6'14'624'0'0,"2"0"-1"0"0,0 1 1 0 0,0 0 0 0 0,2 0-1 0 0,-2 15 1 0 0,1-4-45 0 0,-5 29-255 0 0,2 0 0 0 0,3 0 0 0 0,7 86 0 0 0,1-99-324 0 0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7:27.2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5985 0 0,'11'9'5828'0'0,"19"32"-3481"0"0,48 113 662 0 0,15 25-4671 0 0,-85-166 157 0 0,-1 0-1 0 0,9 20 0 0 0,-12-21-2643 0 0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7:27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74 4609 0 0,'-1'-5'345'0'0,"0"0"-1"0"0,0 0 1 0 0,0 0 0 0 0,1 0 0 0 0,0-1-1 0 0,0 1 1 0 0,0 0 0 0 0,2-5 0 0 0,-2 8-188 0 0,1 1 0 0 0,-1 0 0 0 0,1-1 0 0 0,-1 1 0 0 0,1 0 0 0 0,0 0 0 0 0,0 0 0 0 0,-1 0 0 0 0,1 0 0 0 0,0 0 0 0 0,0 0 0 0 0,0 0 0 0 0,0 0 0 0 0,0 0 0 0 0,0 0 0 0 0,1 1-1 0 0,-1-1 1 0 0,0 0 0 0 0,0 1 0 0 0,0-1 0 0 0,1 1 0 0 0,-1-1 0 0 0,0 1 0 0 0,1 0 0 0 0,-1 0 0 0 0,0-1 0 0 0,1 1 0 0 0,-1 0 0 0 0,0 0 0 0 0,1 0 0 0 0,-1 1 0 0 0,1-1 0 0 0,-1 0 0 0 0,0 0 0 0 0,1 1 0 0 0,0 0 0 0 0,24 4 639 0 0,0 1 1 0 0,-1 1-1 0 0,1 1 0 0 0,-2 2 0 0 0,26 13 0 0 0,-34-15-822 0 0,-2 1 0 0 0,1 0-1 0 0,20 19 1 0 0,-28-21-469 0 0,1 0 0 0 0,-1 1 1 0 0,0 0-1 0 0,-1 0 0 0 0,0 1 0 0 0,8 14 0 0 0,-7-6-4951 0 0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7:28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3 636 4145 0 0,'-1'-2'66'0'0,"1"1"0"0"0,-1-1-1 0 0,1 1 1 0 0,0-1 0 0 0,-1 1 0 0 0,1-1 0 0 0,0 1-1 0 0,0-1 1 0 0,0 0 0 0 0,1 1 0 0 0,-1-1 0 0 0,0 1-1 0 0,0-1 1 0 0,1 1 0 0 0,-1-1 0 0 0,1 1 0 0 0,0 0 0 0 0,0-3-1 0 0,18-31 1434 0 0,-12 21-1245 0 0,93-187-2357 0 0,-90 178 2091 0 0</inkml:trace>
  <inkml:trace contextRef="#ctx0" brushRef="#br0" timeOffset="1">149 15 2304 0 0,'-1'-1'98'0'0,"1"0"-1"0"0,-1 0 1 0 0,0 0-1 0 0,1 0 0 0 0,-1 0 1 0 0,0 0-1 0 0,0 1 0 0 0,1-1 1 0 0,-1 0-1 0 0,0 1 0 0 0,0-1 1 0 0,0 0-1 0 0,0 1 0 0 0,0-1 1 0 0,0 1-1 0 0,0-1 1 0 0,0 1-1 0 0,0 0 0 0 0,0-1 1 0 0,0 1-1 0 0,0 0 0 0 0,0 0 1 0 0,0 0-1 0 0,0 0 0 0 0,-1 0 1 0 0,1 0-1 0 0,-1 0 1 0 0,0 1 142 0 0,1 0 0 0 0,-1 0 0 0 0,1 0 0 0 0,-1 0 0 0 0,1 0 0 0 0,0 0 0 0 0,-1 1 0 0 0,1-1 1 0 0,0 0-1 0 0,0 1 0 0 0,0-1 0 0 0,0 1 0 0 0,0-1 0 0 0,0 1 0 0 0,0 0 0 0 0,1-1 1 0 0,-2 3-1 0 0,-4 13 409 0 0,1 0 0 0 0,0 0 0 0 0,1 0-1 0 0,-2 27 1 0 0,5-36-375 0 0,1-1-1 0 0,-1 1 0 0 0,1 0 0 0 0,1-1 0 0 0,-1 1 1 0 0,2 0-1 0 0,-1-1 0 0 0,1 1 0 0 0,0-1 0 0 0,0 0 0 0 0,1 1 1 0 0,6 11-1 0 0,-8-17-206 0 0,0 0 1 0 0,0 0-1 0 0,1 0 1 0 0,-1-1 0 0 0,1 1-1 0 0,-1 0 1 0 0,1-1-1 0 0,0 1 1 0 0,0-1-1 0 0,0 0 1 0 0,0 1-1 0 0,0-1 1 0 0,0 0-1 0 0,0 0 1 0 0,0 0 0 0 0,0 0-1 0 0,0-1 1 0 0,0 1-1 0 0,1-1 1 0 0,-1 1-1 0 0,0-1 1 0 0,0 0-1 0 0,1 0 1 0 0,-1 0-1 0 0,0 0 1 0 0,1 0 0 0 0,-1 0-1 0 0,0 0 1 0 0,0-1-1 0 0,1 0 1 0 0,-1 1-1 0 0,0-1 1 0 0,0 0-1 0 0,3-1 1 0 0,0-1 22 0 0,0 0 0 0 0,0-1 1 0 0,0 1-1 0 0,0-1 0 0 0,0 0 1 0 0,-1 0-1 0 0,0-1 0 0 0,0 1 0 0 0,0-1 1 0 0,0 0-1 0 0,4-8 0 0 0,32-60-1233 0 0,-35 66 246 0 0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7:34.3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7 6449 0 0,'-19'-6'5207'0'0,"31"9"-2193"0"0,8 5-2307 0 0,-2 0 1 0 0,1 0 0 0 0,-1 2-1 0 0,0 1 1 0 0,-1 0 0 0 0,28 24-1 0 0,-17-14-447 0 0,32 20 0 0 0,141 85-2368 0 0,-180-112-170 0 0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7:34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0 251 2304 0 0,'1'-9'541'0'0,"0"0"0"0"0,1 0 0 0 0,0 0-1 0 0,0 1 1 0 0,1-1 0 0 0,0 0 0 0 0,0 1-1 0 0,8-14 1 0 0,4-4 1470 0 0,23-30 0 0 0,-33 49-1697 0 0,0 1-1 0 0,1-1 1 0 0,0 1-1 0 0,0 1 1 0 0,0-1 0 0 0,1 1-1 0 0,-1 0 1 0 0,1 0-1 0 0,0 1 1 0 0,1 0-1 0 0,-1 0 1 0 0,1 1 0 0 0,11-4-1 0 0,-16 6-250 0 0,1 1-1 0 0,0-1 1 0 0,0 1-1 0 0,0 0 1 0 0,0 0-1 0 0,-1 0 1 0 0,1 0-1 0 0,0 0 1 0 0,0 1-1 0 0,0 0 1 0 0,-1 0-1 0 0,1 0 1 0 0,0 0-1 0 0,-1 0 1 0 0,1 1-1 0 0,-1 0 1 0 0,0 0-1 0 0,1 0 1 0 0,-1 0 0 0 0,0 0-1 0 0,0 1 1 0 0,0-1-1 0 0,-1 1 1 0 0,1 0-1 0 0,0-1 1 0 0,-1 1-1 0 0,0 1 1 0 0,0-1-1 0 0,0 0 1 0 0,0 0-1 0 0,1 5 1 0 0,6 9-23 0 0,-2 1 1 0 0,0 0-1 0 0,-2 1 1 0 0,0 0 0 0 0,-1 0-1 0 0,0 0 1 0 0,-2 0-1 0 0,0 0 1 0 0,-2 31-1 0 0,-4 15-1717 0 0,-18 95 1 0 0,19-141 927 0 0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7:35.2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70 456 0 0,'-9'-22'1798'0'0,"7"16"-491"0"0,-1 0 0 0 0,0-1 0 0 0,0 1 0 0 0,0 0 1 0 0,-8-10-1 0 0,10 16-1208 0 0,1 0-1 0 0,-1 0 1 0 0,1 0 0 0 0,-1 0 0 0 0,1 0 0 0 0,-1 0 0 0 0,1 0-1 0 0,0 0 1 0 0,-1 0 0 0 0,1 0 0 0 0,-1 0 0 0 0,1 0 0 0 0,-1 0-1 0 0,1 0 1 0 0,-1 0 0 0 0,1 0 0 0 0,0 1 0 0 0,-1-1 0 0 0,1 0-1 0 0,0 0 1 0 0,-1 1 0 0 0,1-1 0 0 0,-1 0 0 0 0,1 1 0 0 0,0-1-1 0 0,0 0 1 0 0,-1 1 0 0 0,1-1 0 0 0,0 0 0 0 0,0 1 0 0 0,-1-1-1 0 0,1 0 1 0 0,0 1 0 0 0,0-1 0 0 0,0 1 0 0 0,-1-1 0 0 0,1 1-1 0 0,0-1 1 0 0,0 0 0 0 0,0 1 0 0 0,0 0 0 0 0,-10 24 358 0 0,9-21-159 0 0,-2 9-125 0 0,0 1 1 0 0,1 0-1 0 0,0 0 0 0 0,1 0 0 0 0,0 0 0 0 0,2 0 0 0 0,-1 0 1 0 0,2 0-1 0 0,0 0 0 0 0,0 0 0 0 0,2 0 0 0 0,-1-1 1 0 0,2 0-1 0 0,0 1 0 0 0,0-1 0 0 0,1-1 0 0 0,1 1 0 0 0,0-1 1 0 0,1 0-1 0 0,15 18 0 0 0,-21-28-151 0 0,0 0 0 0 0,-1-1 0 0 0,1 1 1 0 0,0-1-1 0 0,0 1 0 0 0,0-1 0 0 0,0 0 0 0 0,0 0 0 0 0,0 0 0 0 0,1 0 1 0 0,-1 0-1 0 0,0 0 0 0 0,1 0 0 0 0,-1-1 0 0 0,0 1 0 0 0,1-1 0 0 0,-1 0 1 0 0,0 0-1 0 0,1 0 0 0 0,2 0 0 0 0,-1-1 40 0 0,1 0 1 0 0,-1 0-1 0 0,0 0 0 0 0,0-1 0 0 0,1 0 1 0 0,-1 0-1 0 0,0 0 0 0 0,-1 0 1 0 0,1 0-1 0 0,4-4 0 0 0,2-2 58 0 0,-1-1-1 0 0,0 0 0 0 0,-1 0 1 0 0,0 0-1 0 0,0-1 0 0 0,11-21 1 0 0,28-70-1456 0 0,-18 34-2968 0 0,-23 56 3065 0 0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7:35.9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99 3225 0 0,'-23'-49'1828'0'0,"4"0"4017"0"0,20 61-2101 0 0,-3 14-2659 0 0,1-1-611 0 0,-9 807 1833 0 0,-2-516-2268 0 0,0 239 50 0 0,29-332-1244 0 0,-12-175 854 0 0,-6-12-3511 0 0,-1-31 2375 0 0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7:36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17 2040 0 0,'0'0'80'0'0,"-1"0"0"0"0,1 0 0 0 0,-1 0 0 0 0,1 0 0 0 0,0 0 0 0 0,-1 0 0 0 0,1 0 0 0 0,0 0 0 0 0,-1 0 0 0 0,1 0 0 0 0,-1 0 0 0 0,1 0 0 0 0,0 0 0 0 0,-1 0 0 0 0,1 0 0 0 0,0 0 0 0 0,-1 0 0 0 0,1 1 0 0 0,0-1 0 0 0,-1 0 0 0 0,1 0 0 0 0,0 0 0 0 0,-1 1 0 0 0,1-1 0 0 0,0 0 0 0 0,0 0-1 0 0,-1 1 1 0 0,1-1 0 0 0,0 0 0 0 0,0 1 0 0 0,0-1 0 0 0,-1 0 0 0 0,1 1 0 0 0,0-1 0 0 0,0 0 0 0 0,0 1 0 0 0,0-1 0 0 0,0 0 0 0 0,-1 1 0 0 0,1-1 0 0 0,6 15 4805 0 0,-3-11-4180 0 0,3 7-169 0 0,2 0 0 0 0,-1-1-1 0 0,2 0 1 0 0,-1 0 0 0 0,1-1 0 0 0,1 0-1 0 0,-1 0 1 0 0,2-1 0 0 0,-1-1 0 0 0,1 0 0 0 0,15 8-1 0 0,-22-13-392 0 0,0 0-1 0 0,1 0 1 0 0,-1 0-1 0 0,0-1 0 0 0,1 0 1 0 0,-1 0-1 0 0,1 0 0 0 0,-1 0 1 0 0,1 0-1 0 0,-1-1 1 0 0,1 0-1 0 0,0 0 0 0 0,-1 0 1 0 0,1-1-1 0 0,-1 0 1 0 0,1 0-1 0 0,-1 0 0 0 0,8-3 1 0 0,-7 2-101 0 0,0-1 1 0 0,-1 0-1 0 0,0 0 0 0 0,1 0 1 0 0,-1 0-1 0 0,-1-1 0 0 0,1 0 1 0 0,0 0-1 0 0,-1 0 1 0 0,0 0-1 0 0,0 0 0 0 0,0-1 1 0 0,0 1-1 0 0,-1-1 0 0 0,4-10 1 0 0,20-58-2412 0 0,-20 51-4261 0 0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7:37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36 2761 0 0,'-4'5'213'0'0,"0"0"0"0"0,1 1 0 0 0,0-1 0 0 0,0 1 0 0 0,1 0 0 0 0,0 0 0 0 0,-4 11 0 0 0,0 3 64 0 0,-73 217 4774 0 0,168-434-3228 0 0,-76 171-1531 0 0,-4 6 370 0 0,0 1 0 0 0,13-18 0 0 0,-19 32-451 0 0,0 1 1 0 0,0 1-1 0 0,0-1 1 0 0,0 0-1 0 0,1 1 0 0 0,-1-1 1 0 0,1 1-1 0 0,0 0 1 0 0,0 1-1 0 0,0-1 0 0 0,0 0 1 0 0,1 1-1 0 0,-1 0 1 0 0,7-2-1 0 0,-9 4-176 0 0,0-1 1 0 0,0 1-1 0 0,0 0 0 0 0,0 0 1 0 0,0 1-1 0 0,0-1 0 0 0,0 0 1 0 0,0 0-1 0 0,0 1 0 0 0,0 0 1 0 0,0-1-1 0 0,0 1 0 0 0,-1 0 1 0 0,1 0-1 0 0,0 0 0 0 0,0 0 1 0 0,-1 0-1 0 0,1 0 0 0 0,-1 0 1 0 0,1 1-1 0 0,-1-1 0 0 0,1 0 1 0 0,-1 1-1 0 0,2 3 0 0 0,4 4 226 0 0,0 1 0 0 0,-1 0 1 0 0,5 12-1 0 0,-4-8-162 0 0,3 5-740 0 0,0-2 0 0 0,0 1 0 0 0,2-1 0 0 0,0-1 0 0 0,15 15 0 0 0,-5-11-5011 0 0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7:55.8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97 3225 0 0,'-5'-44'1539'0'0,"5"39"-1162"0"0,0-1 1 0 0,0 1-1 0 0,-1-1 0 0 0,0 0 1 0 0,0 1-1 0 0,0-1 1 0 0,-4-8-1 0 0,9 22 1500 0 0,10 20 1487 0 0,-9-17-3022 0 0,-1-1-1 0 0,0 1 0 0 0,-1 0 1 0 0,5 22-1 0 0,16 123 823 0 0,56 195 1 0 0,-46-230-795 0 0,98 228 1 0 0,25-51-235 0 0,46 101 19 0 0,66 161 754 0 0,-170-372-43 0 0,90 240-1 0 0,-16-82 256 0 0,-141-287-881 0 0,72 152-110 0 0,-87-168-132 0 0,-2 0-1 0 0,-2 1 0 0 0,8 50 1 0 0,-20-94-120 0 0,0 14-675 0 0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7:51.37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1743 3510 3225 0 0,'6'10'231'0'0,"0"1"1"0"0,1-1-1 0 0,0-1 1 0 0,1 1 0 0 0,0-1-1 0 0,0-1 1 0 0,1 1-1 0 0,0-2 1 0 0,0 1-1 0 0,14 7 1 0 0,-22-14-82 0 0,1 1 0 0 0,0-1 1 0 0,-1 0-1 0 0,1-1 0 0 0,0 1 0 0 0,-1 0 1 0 0,1 0-1 0 0,0-1 0 0 0,0 1 0 0 0,0-1 0 0 0,3 1 1 0 0,0-6 1106 0 0,-8-10-679 0 0,-57-108 997 0 0,-129-196-1 0 0,114 200-1194 0 0,-158-286-92 0 0,-37-75 607 0 0,210 368-774 0 0,17 32-4 0 0,-49-88 229 0 0,-99-251 1 0 0,10-41 922 0 0,-39 19 165 0 0,110 231-492 0 0,-27-45 508 0 0,135 251-1332 0 0,-4-7-655 0 0,14 16-2570 0 0,1 3-2993 0 0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7:52.23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101 3690 6913 0 0,'-23'41'-440'0'0,"1"1"0"0"0,-28 80 0 0 0,49-115 670 0 0,-1-1 0 0 0,1 0 0 0 0,0 1 0 0 0,1-1 0 0 0,0 1-1 0 0,0-1 1 0 0,1 13 0 0 0,0-18-145 0 0,-1 1 0 0 0,0-1 0 0 0,0 0 0 0 0,1 0 0 0 0,-1 0 1 0 0,1 1-1 0 0,-1-1 0 0 0,1 0 0 0 0,-1 0 0 0 0,1 0 0 0 0,0 0 0 0 0,0 0 0 0 0,-1 0 0 0 0,1 0 0 0 0,0 0 0 0 0,0 0 0 0 0,0-1 0 0 0,0 1 0 0 0,1 1 0 0 0,0-2-43 0 0,-1 0 0 0 0,1 1 0 0 0,-1-1 0 0 0,1 0-1 0 0,-1 0 1 0 0,1 0 0 0 0,-1 0 0 0 0,0 0 0 0 0,1 0 0 0 0,-1-1-1 0 0,1 1 1 0 0,-1-1 0 0 0,1 1 0 0 0,-1-1 0 0 0,0 1-1 0 0,1-1 1 0 0,-1 1 0 0 0,0-1 0 0 0,1 0 0 0 0,1-2-1 0 0,6-3 39 0 0,-1-1 0 0 0,1 0-1 0 0,-1-1 1 0 0,-1 0-1 0 0,0 0 1 0 0,10-15-1 0 0,35-62 493 0 0,-26 40-302 0 0,567-976 2122 0 0,-89 224-1612 0 0,-313 554-409 0 0,-11 17-161 0 0,68-103-196 0 0,-23 16 168 0 0,-82 104 70 0 0,292-367 2289 0 0,-422 555-2481 0 0,-11 17-70 0 0,1 0 0 0 0,-1 0 0 0 0,1 0 0 0 0,-1 1 0 0 0,1-1 1 0 0,0 1-1 0 0,0-1 0 0 0,1 1 0 0 0,5-5 0 0 0,-9 8-15 0 0,1 0 0 0 0,-1 0 0 0 0,0 0 0 0 0,0 0 0 0 0,0 0 0 0 0,0 0 0 0 0,0 0 0 0 0,0 0 0 0 0,0 0 0 0 0,0 1 0 0 0,0-1 0 0 0,1 0 0 0 0,-1 0-1 0 0,0 0 1 0 0,0 0 0 0 0,0 0 0 0 0,0 0 0 0 0,0 0 0 0 0,0 0 0 0 0,0 0 0 0 0,0 0 0 0 0,0 0 0 0 0,0 0 0 0 0,0 0 0 0 0,0 1 0 0 0,0-1 0 0 0,0 0 0 0 0,0 0 0 0 0,0 0 0 0 0,0 0 0 0 0,0 0 0 0 0,0 0-1 0 0,0 0 1 0 0,0 0 0 0 0,0 0 0 0 0,0 1 0 0 0,0-1 0 0 0,0 0 0 0 0,0 0 0 0 0,0 0 0 0 0,0 0 0 0 0,0 0 0 0 0,0 0 0 0 0,0 0 0 0 0,0 0 0 0 0,0 0 0 0 0,0 1 0 0 0,0-1 0 0 0,0 0 0 0 0,0 0 0 0 0,0 0-1 0 0,0 0 1 0 0,0 0 0 0 0,0 0 0 0 0,0 0 0 0 0,0 0 0 0 0,0 0 0 0 0,-1 0 0 0 0,1 0 0 0 0,0 0 0 0 0,0 0 0 0 0,0 0 0 0 0,0 0 0 0 0,0 1 0 0 0,0-1 0 0 0,0 0 0 0 0,0 0 0 0 0,0 0 0 0 0,-1 0-1 0 0,-4 9-5883 0 0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8:00.9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75 9 456 0 0,'-1'-1'209'0'0,"-1"0"0"0"0,0 0-1 0 0,0 0 1 0 0,0 0 0 0 0,0 0 0 0 0,0 1-1 0 0,0-1 1 0 0,0 1 0 0 0,0-1 0 0 0,0 1-1 0 0,0 0 1 0 0,0 0 0 0 0,0-1 0 0 0,0 2-1 0 0,0-1 1 0 0,-1 0 0 0 0,1 0 0 0 0,0 1 0 0 0,0-1-1 0 0,0 1 1 0 0,0-1 0 0 0,0 1 0 0 0,0 0-1 0 0,1 0 1 0 0,-1 0 0 0 0,0 0 0 0 0,0 0-1 0 0,0 0 1 0 0,1 1 0 0 0,-1-1 0 0 0,1 0-1 0 0,-1 1 1 0 0,1-1 0 0 0,0 1 0 0 0,-1 0-1 0 0,1-1 1 0 0,0 1 0 0 0,0 0 0 0 0,0 0 0 0 0,-1 3-1 0 0,1 0 90 0 0,1 1 0 0 0,0 0 0 0 0,0 0 0 0 0,0-1 0 0 0,0 1 0 0 0,1 0 0 0 0,0-1 0 0 0,0 1 0 0 0,3 8 0 0 0,22 52 1324 0 0,-13-37-1039 0 0,83 167 938 0 0,-2-4-1015 0 0,14 99-32 0 0,7 17-395 0 0,44 4-84 0 0,-46-102 63 0 0,24 136-135 0 0,-97-234 61 0 0,-6-16 23 0 0,9 27 21 0 0,61 119 1 0 0,45 92-29 0 0,-60-117 71 0 0,70 207 119 0 0,-132-327 243 0 0,5-1 1 0 0,63 132-1 0 0,-76-192-358 0 0,46 63-1 0 0,-48-78-3332 0 0,35 36 1 0 0,-41-46-1292 0 0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8:01.8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3166 6449 0 0,'44'-23'1058'0'0,"-14"2"-741"0"0,-1-1 1 0 0,-1-1-1 0 0,-2-1 1 0 0,34-39-1 0 0,86-123 840 0 0,-44 53-496 0 0,30-21-181 0 0,85-110-284 0 0,135-191 225 0 0,67-28-286 0 0,-359 409-150 0 0,-3-2-1 0 0,-4-2 1 0 0,73-146 0 0 0,-73 130 14 0 0,89-122 1 0 0,-67 109-15 0 0,-46 59-347 0 0,-2-1 1 0 0,-2-1-1 0 0,31-92 1 0 0,-46 114 355 0 0,38-90 3113 0 0,-43 111-2490 0 0,-5 6-648 0 0,0 1-1 0 0,0 0 1 0 0,0 0-1 0 0,0 0 1 0 0,0 0-1 0 0,0 0 1 0 0,0-1-1 0 0,0 1 1 0 0,0 0-1 0 0,0 0 1 0 0,1 0-1 0 0,-1 0 1 0 0,0 0-1 0 0,0 0 1 0 0,0-1-1 0 0,0 1 1 0 0,0 0-1 0 0,0 0 1 0 0,1 0-1 0 0,-1 0 1 0 0,0 0-1 0 0,0 0 1 0 0,0 0 0 0 0,0 0-1 0 0,0 0 1 0 0,1 0-1 0 0,-1 0 1 0 0,0 0-1 0 0,0 0 1 0 0,0 0-1 0 0,0 0 1 0 0,1 0-1 0 0,-1 0 1 0 0,0 0-1 0 0,0 0 1 0 0,0 0-1 0 0,0 0 1 0 0,0 0-1 0 0,1 0 1 0 0,-1 0-1 0 0,0 0 1 0 0,0 0-1 0 0,0 0 1 0 0,0 0-1 0 0,0 0 1 0 0,1 1-1 0 0,-1-1 1 0 0,0 0-1 0 0,0 0 1 0 0,0 0-1 0 0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8:06.6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 33 2248 0 0,'-3'0'0'0'0,"2"-1"0"0"0,0 1 0 0 0,0-1 0 0 0,-1-2 0 0 0,-2 0 0 0 0,0-2 0 0 0,-3 0 0 0 0,-3-2 0 0 0,0 0 0 0 0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8:08.1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52 1674 6449 0 0,'-33'30'1589'0'0,"31"-28"-1502"0"0,1 0 0 0 0,-1 0 0 0 0,0 0 0 0 0,1 0 1 0 0,-1 0-1 0 0,1 0 0 0 0,0 0 0 0 0,0 0 1 0 0,-1 1-1 0 0,1-1 0 0 0,1 1 0 0 0,-1-1 1 0 0,0 1-1 0 0,0 3 0 0 0,1-5-68 0 0,0-1 0 0 0,1 1 1 0 0,-1-1-1 0 0,0 0 0 0 0,0 1 0 0 0,0-1 0 0 0,1 1 1 0 0,-1-1-1 0 0,0 1 0 0 0,1-1 0 0 0,-1 0 0 0 0,0 1 1 0 0,1-1-1 0 0,-1 0 0 0 0,0 1 0 0 0,1-1 0 0 0,-1 0 1 0 0,1 0-1 0 0,-1 1 0 0 0,0-1 0 0 0,1 0 0 0 0,-1 0 0 0 0,1 0 1 0 0,-1 1-1 0 0,1-1 0 0 0,-1 0 0 0 0,1 0 0 0 0,-1 0 1 0 0,1 0-1 0 0,-1 0 0 0 0,1 0 0 0 0,-1 0 0 0 0,1 0 1 0 0,-1 0-1 0 0,1 0 0 0 0,-1 0 0 0 0,1-1 0 0 0,0 1 1 0 0,21-6 266 0 0,-20 5-249 0 0,46-19 716 0 0,-1-3 1 0 0,50-31-1 0 0,-36 19-418 0 0,140-81 472 0 0,122-65-272 0 0,1184-528 2178 0 0,-1004 474-2190 0 0,-7 3-465 0 0,-189 108-3049 0 0,-285 115 1337 0 0,-4 5-3164 0 0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8:08.8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66 2072 0 0,'-1'4'76'0'0,"1"-4"-73"0"0,-1 1 0 0 0,1-1 0 0 0,0 1 0 0 0,0-1 0 0 0,-1 1 1 0 0,1-1-1 0 0,0 1 0 0 0,0 0 0 0 0,0-1 0 0 0,0 1 0 0 0,0-1 0 0 0,0 1 0 0 0,-1-1 0 0 0,1 1 0 0 0,0 0 1 0 0,1-1-1 0 0,-1 1 0 0 0,0-1 0 0 0,0 1 0 0 0,0-1 0 0 0,0 1 0 0 0,0-1 0 0 0,0 1 0 0 0,1 0 0 0 0,-1-1 1 0 0,0 1-1 0 0,1-1 0 0 0,-1 0 0 0 0,0 1 0 0 0,1-1 0 0 0,-1 1 0 0 0,0-1 0 0 0,1 1 0 0 0,0-1 0 0 0,-2 0 117 0 0,0 0-1 0 0,0-1 0 0 0,1 1 1 0 0,-1-1-1 0 0,0 1 0 0 0,0-1 1 0 0,1 0-1 0 0,-1 1 0 0 0,0-1 1 0 0,1 0-1 0 0,-1 1 0 0 0,1-1 1 0 0,-1 0-1 0 0,1 0 0 0 0,-1 1 1 0 0,1-1-1 0 0,0 0 0 0 0,-1 0 1 0 0,1 0-1 0 0,0 0 0 0 0,-1 1 1 0 0,1-1-1 0 0,0 0 0 0 0,0 0 1 0 0,0 0-1 0 0,0 0 0 0 0,0 0 1 0 0,0 0-1 0 0,0 0 0 0 0,1-1 1 0 0,-1 0 37 0 0,1 0 1 0 0,0 0-1 0 0,0 0 1 0 0,0 1-1 0 0,0-1 1 0 0,0 0-1 0 0,0 0 1 0 0,0 1 0 0 0,0-1-1 0 0,1 1 1 0 0,-1-1-1 0 0,1 1 1 0 0,-1 0-1 0 0,1-1 1 0 0,0 1-1 0 0,2-1 1 0 0,4-3 179 0 0,1 0 0 0 0,1 0 0 0 0,-1 1-1 0 0,1 1 1 0 0,-1-1 0 0 0,1 2 0 0 0,0-1 0 0 0,0 1 0 0 0,0 1 0 0 0,1 0 0 0 0,-1 0 0 0 0,0 1 0 0 0,0 0-1 0 0,1 1 1 0 0,-1 0 0 0 0,0 1 0 0 0,0 0 0 0 0,0 1 0 0 0,0-1 0 0 0,13 8 0 0 0,224 86 991 0 0,271 148 0 0 0,-286-115-964 0 0,197 106-292 0 0,-244-141-107 0 0,5-9 0 0 0,3-7-1 0 0,359 91 1 0 0,-169-98 655 0 0,-50-12 1231 0 0,-303-53-1540 0 0,1 2 0 0 0,41 17 0 0 0,-63-21-470 0 0,0 0 0 0 0,-1 0 0 0 0,1 1 0 0 0,-1 0 0 0 0,0 0 0 0 0,-1 1 0 0 0,1 0 0 0 0,-1 1 0 0 0,0 0 0 0 0,-1 0 0 0 0,0 0 1 0 0,7 10-1 0 0,-3 2-7028 0 0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8:14.3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0 924 2761 0 0,'1'-1'410'0'0,"0"1"0"0"0,0-1 1 0 0,0 0-1 0 0,0 1 0 0 0,0-1 1 0 0,1 1-1 0 0,-1-1 1 0 0,0 1-1 0 0,0 0 0 0 0,0-1 1 0 0,0 1-1 0 0,1 0 0 0 0,-1 0 1 0 0,0 0-1 0 0,0 0 0 0 0,1 0 1 0 0,-1 0-1 0 0,0 0 1 0 0,0 0-1 0 0,1 1 0 0 0,-1-1 1 0 0,0 0-1 0 0,0 1 0 0 0,0-1 1 0 0,0 1-1 0 0,1-1 0 0 0,-1 1 1 0 0,1 1-1 0 0,-1-2-352 0 0,0 1 1 0 0,0-1-1 0 0,0 1 0 0 0,0-1 1 0 0,0 1-1 0 0,1-1 0 0 0,-1 1 0 0 0,0-1 1 0 0,0 0-1 0 0,0 0 0 0 0,0 1 0 0 0,1-1 1 0 0,-1 0-1 0 0,0 0 0 0 0,0 0 0 0 0,0-1 1 0 0,1 1-1 0 0,-1 0 0 0 0,0 0 0 0 0,2-1 1 0 0,4-6-456 0 0,0 8 177 0 0,-4 0 299 0 0,-2-1-48 0 0,0 0-1 0 0,-1 0 1 0 0,1 0 0 0 0,0 0-1 0 0,-1 0 1 0 0,1 0-1 0 0,0 0 1 0 0,0 0 0 0 0,-1 0-1 0 0,1 0 1 0 0,0-1-1 0 0,0 1 1 0 0,-1 0 0 0 0,1 0-1 0 0,0-1 1 0 0,-1 1-1 0 0,1 0 1 0 0,-1-1 0 0 0,1 1-1 0 0,0-1 1 0 0,-1 1-1 0 0,1-1 1 0 0,-1 1 0 0 0,1-1-1 0 0,-1 0 1 0 0,0 1-1 0 0,1-1 1 0 0,-1 1 0 0 0,1-2-1 0 0,12-21 280 0 0,-12 20-233 0 0,7-14-38 0 0,-1-1 1 0 0,0 0-1 0 0,-2-1 1 0 0,0 1 0 0 0,4-31-1 0 0,0-95-203 0 0,-7 75 440 0 0,-1 45-87 0 0,16-191 465 0 0,-13 189-592 0 0,1 0 1 0 0,1 0-1 0 0,1 1 0 0 0,1-1 0 0 0,24-46 0 0 0,-27 62 54 0 0,1 0 0 0 0,0 1 0 0 0,0 0 0 0 0,1 0 0 0 0,16-15 0 0 0,-21 21-100 0 0,0 1 1 0 0,1 0-1 0 0,-1 0 1 0 0,1 1-1 0 0,0-1 0 0 0,-1 0 1 0 0,1 1-1 0 0,0 0 1 0 0,0 0-1 0 0,0 0 1 0 0,0 0-1 0 0,0 0 1 0 0,0 0-1 0 0,0 1 0 0 0,1-1 1 0 0,-1 1-1 0 0,0 0 1 0 0,0 0-1 0 0,0 0 1 0 0,0 1-1 0 0,1-1 0 0 0,-1 1 1 0 0,0-1-1 0 0,0 1 1 0 0,5 2-1 0 0,-5-1-9 0 0,0 0 0 0 0,0 0 0 0 0,-1 1 1 0 0,1-1-1 0 0,-1 1 0 0 0,1-1 0 0 0,-1 1 0 0 0,0 0 0 0 0,0 0 0 0 0,0 0 0 0 0,0 0 0 0 0,0 0 0 0 0,-1 0 0 0 0,1 1 1 0 0,-1-1-1 0 0,0 0 0 0 0,0 1 0 0 0,0-1 0 0 0,0 5 0 0 0,2 9-20 0 0,-2-1 0 0 0,1 29 0 0 0,-3 21-123 0 0,3 80 52 0 0,0-129 207 0 0,0 0 0 0 0,1 0 0 0 0,1-1 0 0 0,1 1 0 0 0,0-1 0 0 0,11 24 0 0 0,-10-29-55 0 0,0 0-1 0 0,0 0 0 0 0,1-1 0 0 0,12 14 1 0 0,-18-22-41 0 0,1 0 1 0 0,0 0-1 0 0,-1 0 1 0 0,1-1-1 0 0,0 1 0 0 0,0 0 1 0 0,0-1-1 0 0,0 1 1 0 0,0-1-1 0 0,1 0 1 0 0,-1 0-1 0 0,0 0 1 0 0,0 0-1 0 0,1 0 1 0 0,-1 0-1 0 0,1-1 1 0 0,-1 1-1 0 0,1-1 0 0 0,-1 0 1 0 0,1 1-1 0 0,-1-1 1 0 0,1 0-1 0 0,-1-1 1 0 0,1 1-1 0 0,-1 0 1 0 0,1-1-1 0 0,-1 1 1 0 0,0-1-1 0 0,4-1 1 0 0,-3 0-28 0 0,0 0 0 0 0,-1 0 1 0 0,1 0-1 0 0,0 0 0 0 0,-1-1 1 0 0,0 1-1 0 0,1-1 0 0 0,-1 0 1 0 0,0 1-1 0 0,0-1 0 0 0,2-6 1 0 0,18-41-575 0 0,-7 12 7 0 0,-6 21 397 0 0,1-1-1 0 0,1 1 1 0 0,1 1 0 0 0,19-22-1 0 0,-26 32 173 0 0,0 1 0 0 0,1 0 0 0 0,0 0 0 0 0,0 1 0 0 0,0-1 0 0 0,0 1 0 0 0,0 1 0 0 0,1-1-1 0 0,0 1 1 0 0,0 0 0 0 0,0 1 0 0 0,0-1 0 0 0,0 1 0 0 0,1 1 0 0 0,8-2 0 0 0,-9 4 69 0 0,1-1 1 0 0,-1 1 0 0 0,1 0 0 0 0,-1 1-1 0 0,1 0 1 0 0,-1 0 0 0 0,0 0-1 0 0,0 1 1 0 0,0 0 0 0 0,0 0 0 0 0,-1 1-1 0 0,1 0 1 0 0,-1 0 0 0 0,0 1-1 0 0,0 0 1 0 0,0 0 0 0 0,-1 0-1 0 0,1 0 1 0 0,-1 1 0 0 0,6 9 0 0 0,4 6 53 0 0,-1 1 1 0 0,0 0-1 0 0,-2 1 1 0 0,16 40 0 0 0,6 34 116 0 0,-24-63-95 0 0,2-1 0 0 0,1 0 0 0 0,2 0 1 0 0,1-1-1 0 0,24 35 0 0 0,-37-62-138 0 0,1 0 0 0 0,0 0 0 0 0,1-1 1 0 0,-1 1-1 0 0,1-1 0 0 0,0 0 0 0 0,0 0 0 0 0,0-1 0 0 0,1 1 0 0 0,-1-1 0 0 0,11 4 0 0 0,-9-5-485 0 0,0 0-1 0 0,0 0 0 0 0,1-1 0 0 0,-1 0 0 0 0,0-1 0 0 0,8 1 0 0 0,3-1-6549 0 0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8:15.8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144 2544 4145 0 0,'0'0'428'0'0,"3"0"-2"0"0,0-1 1 0 0,0 1-1 0 0,0 0 0 0 0,0-1 1 0 0,0 0-1 0 0,0 1 0 0 0,0-1 1 0 0,0 0-1 0 0,0-1 0 0 0,-1 1 1 0 0,1 0-1 0 0,0-1 1 0 0,-1 1-1 0 0,1-1 0 0 0,-1 0 1 0 0,3-2-1 0 0,-2 0-162 0 0,1 0 0 0 0,-1 0 0 0 0,0 0 0 0 0,0 0 0 0 0,-1-1 0 0 0,1 0 0 0 0,-1 1 0 0 0,3-9 0 0 0,-1 1-301 0 0,-2 1 0 0 0,1 0-1 0 0,-1-1 1 0 0,-1 1 0 0 0,0-1 0 0 0,-1 1-1 0 0,-1-21 1 0 0,-9-20-561 0 0,-1 1-1 0 0,-26-72 1 0 0,-9-34-384 0 0,-4-95 1921 0 0,-20-307-1 0 0,63 452-882 0 0,4 0 0 0 0,5 0 1 0 0,4 0-1 0 0,36-184 0 0 0,-33 245 350 0 0,2 2 0 0 0,1-1 0 0 0,3 2 0 0 0,35-74 0 0 0,-43 104-287 0 0,1 1 1 0 0,0 0-1 0 0,1 0 0 0 0,0 1 0 0 0,1 0 0 0 0,0 1 0 0 0,0 0 1 0 0,16-11-1 0 0,-17 15-78 0 0,1 0 0 0 0,0 1 0 0 0,0 0 1 0 0,0 1-1 0 0,0 0 0 0 0,1 0 0 0 0,-1 1 0 0 0,1 1 1 0 0,0 0-1 0 0,0 0 0 0 0,0 1 0 0 0,14 0 0 0 0,-22 1-60 0 0,1 0 0 0 0,0 0 0 0 0,0 1 0 0 0,-1-1-1 0 0,1 1 1 0 0,0-1 0 0 0,-1 1 0 0 0,1 0 0 0 0,-1 0-1 0 0,1 1 1 0 0,-1-1 0 0 0,1 1 0 0 0,-1 0 0 0 0,0 0 0 0 0,0 0-1 0 0,0 0 1 0 0,0 0 0 0 0,0 1 0 0 0,0 0 0 0 0,-1-1-1 0 0,1 1 1 0 0,-1 0 0 0 0,0 0 0 0 0,3 5 0 0 0,0 2-71 0 0,-1 1 0 0 0,-1 0 0 0 0,1 0 0 0 0,-2 0 0 0 0,0 0 0 0 0,2 20 0 0 0,46 247 255 0 0,-14-95 152 0 0,-27-109-237 0 0,0 89-1 0 0,-9-107-1 0 0,3 1 1 0 0,3 0-1 0 0,19 86 1 0 0,-1-43 563 0 0,11 128 1 0 0,-22-134-600 0 0,-3-44 506 0 0,26 79 0 0 0,-6-24 499 0 0,-30-104-1041 0 0,1-1-1 0 0,-1 0 1 0 0,0 0 0 0 0,1 0 0 0 0,-1 0 0 0 0,1 0 0 0 0,-1 1 0 0 0,1-1 0 0 0,-1 0-1 0 0,0 0 1 0 0,1 0 0 0 0,-1 0 0 0 0,1 0 0 0 0,-1 0 0 0 0,1 0 0 0 0,-1-1-1 0 0,1 1 1 0 0,-1 0 0 0 0,0 0 0 0 0,1 0 0 0 0,-1 0 0 0 0,1 0 0 0 0,-1-1 0 0 0,0 1-1 0 0,1 0 1 0 0,-1 0 0 0 0,0-1 0 0 0,1 1 0 0 0,-1 0 0 0 0,0-1 0 0 0,1 1 0 0 0,-1 0-1 0 0,0-1 1 0 0,0 1 0 0 0,1 0 0 0 0,-1-1 0 0 0,0 1 0 0 0,0-1 0 0 0,17-15 11 0 0,-17 16-18 0 0,33-36-499 0 0,2 2 0 0 0,1 1 0 0 0,1 3 0 0 0,2 0 0 0 0,59-33 0 0 0,-93 61 552 0 0,1-1 0 0 0,0 1 0 0 0,0 1-1 0 0,1-1 1 0 0,-1 1 0 0 0,0 0-1 0 0,0 0 1 0 0,1 1 0 0 0,-1 0 0 0 0,1 0-1 0 0,-1 0 1 0 0,0 1 0 0 0,0 0 0 0 0,1 0-1 0 0,-1 0 1 0 0,0 1 0 0 0,0 0-1 0 0,0 0 1 0 0,0 1 0 0 0,0 0 0 0 0,-1 0-1 0 0,1 0 1 0 0,-1 1 0 0 0,0-1-1 0 0,7 8 1 0 0,-2-3-24 0 0,-1 1 0 0 0,0-1 0 0 0,0 2 0 0 0,-1 0-1 0 0,0 0 1 0 0,-1 0 0 0 0,0 1 0 0 0,-1 0 0 0 0,0 0 0 0 0,-1 0-1 0 0,0 1 1 0 0,3 13 0 0 0,16 85 278 0 0,16 56 20 0 0,-33-144-264 0 0,1 0-1 0 0,2-1 0 0 0,0 0 1 0 0,1 0-1 0 0,19 27 0 0 0,-19-34 153 0 0,0 0 1 0 0,1 0-1 0 0,0-1 0 0 0,1-1 0 0 0,22 17 0 0 0,-28-24-163 0 0,1 0-1 0 0,1 0 1 0 0,-1-1 0 0 0,0 0-1 0 0,1-1 1 0 0,0 1-1 0 0,0-2 1 0 0,0 1 0 0 0,0-1-1 0 0,1-1 1 0 0,-1 1-1 0 0,12-1 1 0 0,83-6-1414 0 0,-84 5 354 0 0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8:16.6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208 3 3681 0 0,'0'0'189'0'0,"1"-1"1"0"0,-1 1-1 0 0,1 0 1 0 0,0-1 0 0 0,-1 1-1 0 0,1 0 1 0 0,0 0-1 0 0,-1 0 1 0 0,1 0-1 0 0,0 0 1 0 0,-1 0-1 0 0,1 0 1 0 0,0 0-1 0 0,-1 0 1 0 0,1 0 0 0 0,0 0-1 0 0,-1 0 1 0 0,1 0-1 0 0,0 1 1 0 0,-1-1-1 0 0,1 0 1 0 0,0 0-1 0 0,-1 1 1 0 0,1-1-1 0 0,-1 0 1 0 0,1 1 0 0 0,-1-1-1 0 0,1 1 1 0 0,-1-1-1 0 0,1 1 1 0 0,-1-1-1 0 0,1 1 1 0 0,-1-1-1 0 0,1 1 1 0 0,-1-1-1 0 0,0 1 1 0 0,1-1 0 0 0,-1 1-1 0 0,0 0 1 0 0,0-1-1 0 0,1 1 1 0 0,-1 0-1 0 0,0 1 1 0 0,5 29 2205 0 0,-5-8-1616 0 0,0-1 0 0 0,-2 0 0 0 0,-1 0 0 0 0,0 0 0 0 0,-8 22 0 0 0,7-30-701 0 0,0 0 0 0 0,-1 0 0 0 0,-1 0 0 0 0,0-1 0 0 0,-1 0-1 0 0,0-1 1 0 0,-1 1 0 0 0,-16 18 0 0 0,19-26-504 0 0,0 0 0 0 0,-1 0-1 0 0,0-1 1 0 0,0 0 0 0 0,0 0 0 0 0,0-1 0 0 0,-1 0 0 0 0,-9 4 0 0 0,9-5-386 0 0,0 1 0 0 0,1-2 0 0 0,-1 1 0 0 0,0-1 0 0 0,0 0 0 0 0,0-1 0 0 0,0 1 0 0 0,-13-2 1 0 0,12-2-604 0 0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8:17.9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24 5065 0 0,'0'0'188'0'0,"-1"-1"-1"0"0,1 0 1 0 0,0 1 0 0 0,-1-1-1 0 0,1 0 1 0 0,0 0 0 0 0,0 1-1 0 0,0-1 1 0 0,0 0 0 0 0,0 0-1 0 0,0 0 1 0 0,0 1 0 0 0,0-1-1 0 0,0 0 1 0 0,0 0 0 0 0,0 1-1 0 0,1-1 1 0 0,-1 0 0 0 0,0 0-1 0 0,0 1 1 0 0,1-1 0 0 0,-1 0 0 0 0,1 1-1 0 0,-1-1 1 0 0,0 0 0 0 0,1 1-1 0 0,-1-1 1 0 0,1 1 0 0 0,0-1-1 0 0,-1 0 1 0 0,1 1 0 0 0,1-1-1 0 0,-2 1-112 0 0,1 0-1 0 0,0 0 1 0 0,-1 0-1 0 0,1 0 1 0 0,0 0-1 0 0,-1 0 1 0 0,1 0-1 0 0,0 0 1 0 0,-1 0-1 0 0,1 0 1 0 0,0 1-1 0 0,-1-1 0 0 0,1 0 1 0 0,0 1-1 0 0,-1-1 1 0 0,1 0-1 0 0,-1 1 1 0 0,1-1-1 0 0,-1 0 1 0 0,1 1-1 0 0,-1-1 1 0 0,1 1-1 0 0,-1-1 1 0 0,1 1-1 0 0,-1 0 1 0 0,0-1-1 0 0,1 1 1 0 0,-1-1-1 0 0,0 1 1 0 0,1 0-1 0 0,-1-1 1 0 0,0 1-1 0 0,0 0 1 0 0,0-1-1 0 0,1 1 1 0 0,-1 0-1 0 0,0-1 1 0 0,0 2-1 0 0,4 22 441 0 0,-1 0 0 0 0,-1 0 0 0 0,-1 1 0 0 0,-2 26 0 0 0,-1-33-744 0 0,1 1 0 0 0,1-1 0 0 0,1 1-1 0 0,1-1 1 0 0,0 0 0 0 0,2 0 0 0 0,0 0-1 0 0,10 27 1 0 0,-14-44 194 0 0,0 0-107 0 0,1 0-1 0 0,-1 1 1 0 0,1-1 0 0 0,0 0-1 0 0,-1 0 1 0 0,1 0-1 0 0,0 1 1 0 0,0-1 0 0 0,0 0-1 0 0,0 0 1 0 0,0 0-1 0 0,0 0 1 0 0,1 1 0 0 0,2-2-839 0 0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8:18.3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 3681 0 0,'1'-2'246'0'0,"1"1"1"0"0,-1-1 0 0 0,1 1 0 0 0,-1 0-1 0 0,1 0 1 0 0,0 0 0 0 0,-1 0-1 0 0,1 0 1 0 0,0 0 0 0 0,0 0-1 0 0,0 0 1 0 0,0 1 0 0 0,0-1 0 0 0,0 0-1 0 0,0 1 1 0 0,0 0 0 0 0,0 0-1 0 0,3-1 1 0 0,39 3 3154 0 0,-34 0-2893 0 0,1 1-1 0 0,-1 1 1 0 0,0 0 0 0 0,0 1-1 0 0,0-1 1 0 0,-1 2 0 0 0,1 0-1 0 0,-1 0 1 0 0,-1 0 0 0 0,9 9-1 0 0,2 2-776 0 0,-2 0 1 0 0,0 2-1 0 0,19 27 0 0 0,-18-13-4964 0 0,-11-16 461 0 0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8:18.7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1 351 6913 0 0,'20'-12'1298'0'0,"23"-15"-1997"0"0,0-1 0 0 0,44-40-1 0 0,-75 57 700 0 0</inkml:trace>
  <inkml:trace contextRef="#ctx0" brushRef="#br0" timeOffset="1">421 0 2761 0 0,'-4'0'821'0'0,"-6"9"42"0"0,-6 12 496 0 0,4-3-416 0 0,1 0 0 0 0,0 2 0 0 0,2-1 0 0 0,-10 29 0 0 0,16-39-629 0 0,0 0 0 0 0,1 0 1 0 0,0 0-1 0 0,0 1 0 0 0,1-1 1 0 0,0 0-1 0 0,1 1 0 0 0,0-1 0 0 0,1 0 1 0 0,-1 1-1 0 0,2-1 0 0 0,3 16 0 0 0,-3-21-185 0 0,0 0 0 0 0,0 0 1 0 0,0 0-1 0 0,0 0 0 0 0,1 0 0 0 0,-1-1 0 0 0,1 1 0 0 0,0-1 0 0 0,0 0 0 0 0,0 0 0 0 0,0 0 0 0 0,1 0 0 0 0,-1-1 0 0 0,1 1 0 0 0,0-1 0 0 0,0 0 0 0 0,0 0 0 0 0,0 0 0 0 0,0 0 0 0 0,0-1 0 0 0,0 0 0 0 0,0 0 0 0 0,1 0 0 0 0,-1 0 0 0 0,0 0 0 0 0,1-1 0 0 0,-1 0 0 0 0,1 0 0 0 0,8-2 0 0 0,-2 1-295 0 0,-1 0 0 0 0,1-2 0 0 0,0 1 0 0 0,0-1 1 0 0,-1-1-1 0 0,0 0 0 0 0,1 0 0 0 0,-2-1 0 0 0,1-1 0 0 0,17-11 0 0 0,85-84-8453 0 0,-99 86 8494 0 0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8:19.2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51 7370 0 0,'0'-3'146'0'0,"-1"0"0"0"0,1 0 0 0 0,0 0 1 0 0,0-1-1 0 0,0 1 0 0 0,0 0 0 0 0,1-6 0 0 0,-1 8-30 0 0,0 0-1 0 0,1 0 0 0 0,-1 0 0 0 0,0 0 1 0 0,1 0-1 0 0,-1 0 0 0 0,0 0 0 0 0,1 1 0 0 0,-1-1 1 0 0,1 0-1 0 0,0 0 0 0 0,-1 0 0 0 0,1 1 1 0 0,-1-1-1 0 0,1 0 0 0 0,0 1 0 0 0,0-1 0 0 0,-1 1 1 0 0,1-1-1 0 0,0 1 0 0 0,0-1 0 0 0,0 1 1 0 0,0-1-1 0 0,0 1 0 0 0,-1 0 0 0 0,1-1 1 0 0,0 1-1 0 0,0 0 0 0 0,0 0 0 0 0,0 0 0 0 0,1 0 1 0 0,-1 0-31 0 0,0 0 1 0 0,0 1-1 0 0,0-1 1 0 0,0 0-1 0 0,0 1 1 0 0,0-1 0 0 0,-1 1-1 0 0,1-1 1 0 0,0 1-1 0 0,0-1 1 0 0,-1 1-1 0 0,1 0 1 0 0,0-1 0 0 0,-1 1-1 0 0,1 0 1 0 0,0 0-1 0 0,-1-1 1 0 0,1 1 0 0 0,-1 0-1 0 0,1 0 1 0 0,-1 0-1 0 0,0 0 1 0 0,1 0-1 0 0,-1 0 1 0 0,0 0 0 0 0,0-1-1 0 0,1 3 1 0 0,3 29 824 0 0,-3-30-794 0 0,-2 170 1746 0 0,-1-124-2493 0 0,1 0 0 0 0,9 67 0 0 0,-7-108-241 0 0,0 0-1 0 0,1 1 1 0 0,0-1-1 0 0,4 11 1 0 0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8:19.6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48 3225 0 0,'-1'-1'130'0'0,"0"-1"1"0"0,0 0-1 0 0,1 1 1 0 0,-1-1-1 0 0,1 0 1 0 0,-1 0-1 0 0,1 0 0 0 0,0 1 1 0 0,-1-1-1 0 0,1 0 1 0 0,0 0-1 0 0,0 0 1 0 0,1 0-1 0 0,-1 0 1 0 0,0 1-1 0 0,0-1 1 0 0,1 0-1 0 0,-1 0 1 0 0,2-2-1 0 0,-1 3 78 0 0,0 0-1 0 0,0 0 0 0 0,0 1 1 0 0,1-1-1 0 0,-1 0 1 0 0,0 0-1 0 0,1 1 1 0 0,-1-1-1 0 0,0 1 0 0 0,1-1 1 0 0,-1 1-1 0 0,1-1 1 0 0,-1 1-1 0 0,0 0 0 0 0,1 0 1 0 0,-1 0-1 0 0,1 0 1 0 0,-1 0-1 0 0,1 0 1 0 0,-1 0-1 0 0,1 0 0 0 0,-1 1 1 0 0,1-1-1 0 0,-1 0 1 0 0,0 1-1 0 0,2 0 0 0 0,8 2 379 0 0,0 1-1 0 0,-1 0 0 0 0,1 0 0 0 0,-1 1 0 0 0,0 1 0 0 0,-1 0 0 0 0,1 0 0 0 0,-1 0 0 0 0,0 2 0 0 0,-1-1 0 0 0,8 9 0 0 0,-4-3-1075 0 0,-1 0-1 0 0,-1 1 1 0 0,0 0-1 0 0,-1 1 1 0 0,-1 0-1 0 0,10 24 1 0 0,-11-22-1105 0 0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8:19.9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6 436 456 0 0,'0'0'78'0'0,"0"0"-1"0"0,-1 0 1 0 0,1 0 0 0 0,0 0-1 0 0,0 0 1 0 0,-1-1 0 0 0,1 1-1 0 0,0 0 1 0 0,0 0-1 0 0,0 0 1 0 0,-1 0 0 0 0,1 0-1 0 0,0 0 1 0 0,0-1 0 0 0,-1 1-1 0 0,1 0 1 0 0,0 0 0 0 0,0 0-1 0 0,0-1 1 0 0,0 1-1 0 0,0 0 1 0 0,-1 0 0 0 0,1-1-1 0 0,0 1 1 0 0,0 0 0 0 0,0 0-1 0 0,0-1 1 0 0,0 1-1 0 0,0 0 1 0 0,0 0 0 0 0,0-1-1 0 0,0 1 1 0 0,0 0 0 0 0,0 0-1 0 0,0-1 1 0 0,0 1 0 0 0,0 0-1 0 0,0 0 1 0 0,0-1-1 0 0,0 1 1 0 0,0 0 0 0 0,0 0-1 0 0,0-1 1 0 0,11-15 1728 0 0,30-22-1474 0 0,-24 23-1106 0 0,-15 13 746 0 0,8-8-652 0 0,0 0 0 0 0,0 0 0 0 0,-1-1 0 0 0,-1-1 0 0 0,12-20 0 0 0,-13 20 680 0 0</inkml:trace>
  <inkml:trace contextRef="#ctx0" brushRef="#br0" timeOffset="1">392 8 1840 0 0,'0'-1'326'0'0,"-1"1"0"0"0,0-1 0 0 0,0 0 0 0 0,0 1-1 0 0,0-1 1 0 0,0 0 0 0 0,1 1 0 0 0,-1-1-1 0 0,0 1 1 0 0,0 0 0 0 0,0-1 0 0 0,0 1 0 0 0,0 0-1 0 0,-1-1 1 0 0,1 1 0 0 0,0 0 0 0 0,0 0-1 0 0,0 0 1 0 0,0 0 0 0 0,0 0 0 0 0,0 0 0 0 0,0 0-1 0 0,0 1 1 0 0,0-1 0 0 0,0 0 0 0 0,-1 1 0 0 0,-2 1 52 0 0,1-1 1 0 0,0 1 0 0 0,0 0-1 0 0,0 0 1 0 0,1 0 0 0 0,-1 0-1 0 0,0 1 1 0 0,-2 3 0 0 0,-4 4 56 0 0,1 0 0 0 0,1 1 0 0 0,-10 19 0 0 0,14-24-296 0 0,0-1 1 0 0,1 1-1 0 0,0 0 1 0 0,0 0-1 0 0,0 1 1 0 0,1-1-1 0 0,0 0 1 0 0,0 0-1 0 0,1 1 1 0 0,-1-1-1 0 0,1 0 1 0 0,1 1-1 0 0,-1-1 1 0 0,3 9-1 0 0,-2-11-67 0 0,0-1 0 0 0,1 1 0 0 0,-1 0 0 0 0,1 0 0 0 0,0-1-1 0 0,0 1 1 0 0,1-1 0 0 0,-1 0 0 0 0,1 1 0 0 0,-1-1 0 0 0,1 0 0 0 0,0-1 0 0 0,0 1 0 0 0,0 0 0 0 0,1-1 0 0 0,-1 0 0 0 0,0 0-1 0 0,1 0 1 0 0,0 0 0 0 0,-1 0 0 0 0,1-1 0 0 0,0 1 0 0 0,5 0 0 0 0,1 0 21 0 0,1 0 0 0 0,0 0 0 0 0,0-1 0 0 0,-1-1 1 0 0,1 0-1 0 0,0 0 0 0 0,0-1 0 0 0,14-3 0 0 0,-5-1-318 0 0,0 0 0 0 0,0-2 0 0 0,27-12 1 0 0,-16 4-746 0 0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8:23.9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 22 3225 0 0,'-9'0'231'0'0,"-9"1"1675"0"0,27-3 808 0 0,33-6-1846 0 0,1 2 0 0 0,0 2 0 0 0,1 2 0 0 0,-1 1 0 0 0,61 9 0 0 0,216 47 935 0 0,-211-31-2027 0 0,176 14-1 0 0,-112-33-5199 0 0,-147-5 2035 0 0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8:24.7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0 112 1840 0 0,'3'1'413'0'0,"0"0"1"0"0,0 0-1 0 0,1 0 0 0 0,-1 0 0 0 0,0 0 0 0 0,0 0 0 0 0,7-1 0 0 0,12 0-61 0 0,0-2-1 0 0,0-1 1 0 0,0-1-1 0 0,0 0 1 0 0,38-14 0 0 0,16-4 435 0 0,80-6 1048 0 0,160-9 1 0 0,51 36-1486 0 0,-283 5-554 0 0,18 3-1054 0 0,-61-2-2582 0 0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9:05.7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1 1 3585 0 0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9:32.8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13827 0 0,'3'4'162'0'0,"0"0"0"0"0,-1 0 1 0 0,0 0-1 0 0,0 0 0 0 0,0 0 0 0 0,0 1 0 0 0,-1-1 1 0 0,1 0-1 0 0,-1 1 0 0 0,0-1 0 0 0,-1 1 0 0 0,1 5 1 0 0,2 71-399 0 0,-3-47 401 0 0,82 1521 2477 0 0,-82-1552-2713 0 0,10 218 495 0 0,-13-127-6163 0 0,1-78 100 0 0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9:33.6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103 3 10594 0 0,'-10'-1'298'0'0,"1"0"0"0"0,-1 1 0 0 0,0 0 0 0 0,0 0 0 0 0,0 1 0 0 0,0 1 0 0 0,0 0 0 0 0,-11 3 0 0 0,21-5-270 0 0,0 0 0 0 0,0 0 0 0 0,0 1 0 0 0,-1-1 0 0 0,1 0 0 0 0,0 0 0 0 0,0 0 0 0 0,0 0 0 0 0,0 0 0 0 0,-1 1 0 0 0,1-1 0 0 0,0 0 0 0 0,0 0 0 0 0,0 0 0 0 0,0 1 0 0 0,0-1 0 0 0,0 0 0 0 0,0 0 0 0 0,0 0 0 0 0,0 1 0 0 0,0-1 0 0 0,-1 0 0 0 0,1 0 0 0 0,0 0 0 0 0,0 1 0 0 0,0-1 0 0 0,0 0-1 0 0,0 0 1 0 0,0 1 0 0 0,1-1 0 0 0,-1 0 0 0 0,0 0 0 0 0,0 0 0 0 0,0 1 0 0 0,0-1 0 0 0,0 0 0 0 0,0 0 0 0 0,0 0 0 0 0,0 1 0 0 0,1-1 0 0 0,9 11 461 0 0,13 6 237 0 0,34 13 1535 0 0,91 31 1 0 0,-2 0-962 0 0,395 210-360 0 0,-387-189-956 0 0,243 172 1 0 0,-164-108-98 0 0,-162-104-185 0 0,-69-40 280 0 0,1 0-1 0 0,0-1 0 0 0,-1 1 1 0 0,1 0-1 0 0,-1 0 1 0 0,0 1-1 0 0,0-1 0 0 0,0 0 1 0 0,0 1-1 0 0,0-1 0 0 0,0 1 1 0 0,-1 0-1 0 0,1-1 0 0 0,1 7 1 0 0,-2-7 4 0 0,-1-1-1 0 0,0 0 1 0 0,0 1 0 0 0,0-1 0 0 0,0 1 0 0 0,0-1 0 0 0,0 1 0 0 0,0-1-1 0 0,-1 1 1 0 0,1-1 0 0 0,0 0 0 0 0,-1 1 0 0 0,1-1 0 0 0,-1 1-1 0 0,1-1 1 0 0,-1 0 0 0 0,0 0 0 0 0,0 1 0 0 0,0-1 0 0 0,0 0-1 0 0,0 0 1 0 0,0 0 0 0 0,0 0 0 0 0,0 0 0 0 0,0 0 0 0 0,0 0 0 0 0,0 0-1 0 0,0 0 1 0 0,-1-1 0 0 0,1 1 0 0 0,0 0 0 0 0,-4 0 0 0 0,-30 15 69 0 0,-34 15-193 0 0,-118 73 0 0 0,126-63 51 0 0,-207 135-446 0 0,-280 227 827 0 0,534-391-289 0 0,-400 340 1325 0 0,376-312-928 0 0,26-21-3297 0 0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9:34.1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1 109 11522 0 0,'10'0'662'0'0,"1"-1"0"0"0,-1-1 0 0 0,20-4 0 0 0,67-28-820 0 0,-42 13 240 0 0,78-19-1445 0 0,-113 36 675 0 0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9:34.5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14 7370 0 0,'0'0'19'0'0,"0"0"0"0"0,1-1 0 0 0,-1 1 1 0 0,0 0-1 0 0,0 0 0 0 0,0 0 1 0 0,1 0-1 0 0,-1-1 0 0 0,0 1 0 0 0,0 0 1 0 0,1 0-1 0 0,-1 0 0 0 0,0-1 0 0 0,0 1 1 0 0,0 0-1 0 0,0 0 0 0 0,0-1 1 0 0,1 1-1 0 0,-1 0 0 0 0,0 0 0 0 0,0-1 1 0 0,0 1-1 0 0,0 0 0 0 0,0 0 0 0 0,0-1 1 0 0,0 1-1 0 0,0 0 0 0 0,0-1 1 0 0,0 1-1 0 0,0 0 0 0 0,0 0 0 0 0,0-1 1 0 0,0 1-1 0 0,0 0 0 0 0,0-1 1 0 0,0 1-1 0 0,0 0 0 0 0,-1 0 0 0 0,1-1 1 0 0,0 1-1 0 0,0 0 0 0 0,0 0 0 0 0,0-1 1 0 0,-1 1-1 0 0,1 0 0 0 0,0 0 1 0 0,0 0-1 0 0,0-1 0 0 0,-1 1 0 0 0,1 0 1 0 0,0 0-1 0 0,0 0 0 0 0,-4-1 1475 0 0,6 1-1346 0 0,0 1-1 0 0,0-1 1 0 0,-1 1 0 0 0,1-1 0 0 0,0 1 0 0 0,0 0 0 0 0,-1 0-1 0 0,1 0 1 0 0,-1 0 0 0 0,1 0 0 0 0,-1 0 0 0 0,1 0 0 0 0,-1 1 0 0 0,0-1-1 0 0,1 1 1 0 0,-1-1 0 0 0,0 0 0 0 0,0 1 0 0 0,0 0 0 0 0,0-1-1 0 0,0 1 1 0 0,-1 0 0 0 0,1-1 0 0 0,0 1 0 0 0,0 3 0 0 0,13 53 2431 0 0,-12-49-2213 0 0,6 37-885 0 0,-3-1-1 0 0,1 78 0 0 0,-7-81-4977 0 0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9:35.0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1 167 11522 0 0,'6'-4'618'0'0,"-1"1"0"0"0,1-1 0 0 0,0 1 0 0 0,0 0 0 0 0,1 0 0 0 0,9-2-1 0 0,9-4-211 0 0,15-10-67 0 0,135-54-1046 0 0,-145 63-1036 0 0,0 2 0 0 0,34-6 0 0 0,-40 10 1295 0 0,-2-1 338 0 0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9:35.8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1261 177 6913 0 0,'-43'-5'2561'0'0,"-529"-69"5728"0"0,297 30-5810 0 0,-36-6-1727 0 0,290 48-1805 0 0,1 0-3810 0 0,2 3-1621 0 0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9:36.4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1274 10 7834 0 0,'-167'-6'5729'0'0,"-90"3"-2154"0"0,-328 77-2875 0 0,432-40-1899 0 0,89-14-3243 0 0,17-1-810 0 0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9:36.8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200 138 6913 0 0,'-4'-3'102'0'0,"0"1"0"0"0,1-1 0 0 0,-1 1-1 0 0,0 0 1 0 0,-1 1 0 0 0,1-1-1 0 0,0 1 1 0 0,0-1 0 0 0,-1 1-1 0 0,1 1 1 0 0,-1-1 0 0 0,1 0-1 0 0,-1 1 1 0 0,1 0 0 0 0,-1 0-1 0 0,1 1 1 0 0,-1-1 0 0 0,1 1-1 0 0,0 0 1 0 0,-1 0 0 0 0,1 0-1 0 0,0 1 1 0 0,-1-1 0 0 0,1 1-1 0 0,0 0 1 0 0,0 1 0 0 0,1-1-1 0 0,-1 1 1 0 0,0-1 0 0 0,1 1 0 0 0,-1 0-1 0 0,-4 6 1 0 0,1 0-36 0 0,0 2 1 0 0,1-1-1 0 0,0 1 0 0 0,0 0 1 0 0,1 0-1 0 0,1 0 1 0 0,0 1-1 0 0,0-1 1 0 0,1 1-1 0 0,1 0 0 0 0,0 0 1 0 0,0 1-1 0 0,1 18 1 0 0,1-23 77 0 0,1-1 1 0 0,-1 1 0 0 0,1-1 0 0 0,1 0 0 0 0,-1 1 0 0 0,1-1-1 0 0,1 0 1 0 0,-1 0 0 0 0,1 0 0 0 0,6 9 0 0 0,-6-12-22 0 0,0 0 1 0 0,0 0-1 0 0,0 0 1 0 0,0-1-1 0 0,1 1 1 0 0,0-1-1 0 0,0 0 1 0 0,0 0-1 0 0,0 0 1 0 0,0-1-1 0 0,0 1 1 0 0,1-1-1 0 0,-1 0 1 0 0,1 0-1 0 0,0-1 1 0 0,9 3-1 0 0,-10-3-49 0 0,1-1 0 0 0,0 1-1 0 0,0-1 1 0 0,-1 0 0 0 0,1 0-1 0 0,0 0 1 0 0,0-1 0 0 0,-1 0 0 0 0,1 0-1 0 0,0 0 1 0 0,-1 0 0 0 0,1-1-1 0 0,-1 0 1 0 0,8-3 0 0 0,-5 0-33 0 0,0 0-1 0 0,0 0 1 0 0,-1 0 0 0 0,1-1 0 0 0,-1 0 0 0 0,0 0-1 0 0,8-12 1 0 0,-2-1-18 0 0,-1 1 0 0 0,0-1-1 0 0,-2-1 1 0 0,0 0 0 0 0,9-35 0 0 0,-12 33-365 0 0,-1 0 1 0 0,-1-1 0 0 0,-1 1-1 0 0,-1-1 1 0 0,-2 0 0 0 0,0 0 0 0 0,-1 0-1 0 0,-5-30 1 0 0,2 36-4525 0 0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9:37.3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135 20 5121 0 0,'-2'-1'129'0'0,"1"-1"1"0"0,-1 0-1 0 0,0 1 1 0 0,0-1-1 0 0,1 1 0 0 0,-1-1 1 0 0,0 1-1 0 0,-1 0 0 0 0,1 0 1 0 0,0 0-1 0 0,0 0 1 0 0,0 0-1 0 0,-1 0 0 0 0,1 1 1 0 0,0-1-1 0 0,-1 1 1 0 0,1 0-1 0 0,0 0 0 0 0,-1-1 1 0 0,1 2-1 0 0,-3-1 0 0 0,2 1-24 0 0,0 0 0 0 0,1 0-1 0 0,-1 0 1 0 0,0 0 0 0 0,1 1-1 0 0,0-1 1 0 0,-1 1-1 0 0,1 0 1 0 0,0 0 0 0 0,0 0-1 0 0,0 0 1 0 0,0 0 0 0 0,0 0-1 0 0,0 0 1 0 0,1 1 0 0 0,-1-1-1 0 0,1 0 1 0 0,-2 4-1 0 0,-5 9 154 0 0,2 1 0 0 0,0 0-1 0 0,0 0 1 0 0,2 1-1 0 0,0 0 1 0 0,0-1-1 0 0,0 27 1 0 0,3-32-132 0 0,0 1-1 0 0,1 0 1 0 0,1 0-1 0 0,0 0 1 0 0,0 0-1 0 0,2 0 1 0 0,-1-1 0 0 0,1 1-1 0 0,1-1 1 0 0,0 0-1 0 0,9 17 1 0 0,-9-22-45 0 0,0-1 0 0 0,0-1 0 0 0,0 1 0 0 0,0 0 1 0 0,1-1-1 0 0,0 0 0 0 0,0 0 0 0 0,0-1 0 0 0,0 1 0 0 0,1-1 1 0 0,-1 0-1 0 0,1 0 0 0 0,11 3 0 0 0,-14-5-28 0 0,-1 0 0 0 0,1 0 0 0 0,0-1 1 0 0,-1 1-1 0 0,1-1 0 0 0,-1 0 0 0 0,1 0 0 0 0,0 0 0 0 0,-1 0 0 0 0,1 0 0 0 0,0 0 1 0 0,-1-1-1 0 0,1 1 0 0 0,-1-1 0 0 0,1 0 0 0 0,-1 0 0 0 0,1 0 0 0 0,-1 0 0 0 0,1 0 1 0 0,-1 0-1 0 0,0-1 0 0 0,0 1 0 0 0,0-1 0 0 0,1 0 0 0 0,-2 1 0 0 0,1-1 0 0 0,0 0 1 0 0,0 0-1 0 0,-1 0 0 0 0,1-1 0 0 0,-1 1 0 0 0,1 0 0 0 0,-1 0 0 0 0,0-1 0 0 0,1-2 1 0 0,4-11 196 0 0,0-1 1 0 0,-2 0 0 0 0,0 0 0 0 0,-1 0 0 0 0,2-34 0 0 0,-4 41-239 0 0,-1 0 0 0 0,-1 1 0 0 0,0-1 0 0 0,0 0 0 0 0,-1 1 0 0 0,0-1 0 0 0,0 1-1 0 0,-1 0 1 0 0,0 0 0 0 0,-1 0 0 0 0,0 0 0 0 0,-8-11 0 0 0,2 7-980 0 0,-4 3-3348 0 0,1 2-1262 0 0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9:41.9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42 127 10594 0 0,'-7'-8'1185'0'0,"0"0"1"0"0,1-1-1 0 0,0 0 0 0 0,0-1 0 0 0,-3-9 0 0 0,37 77-523 0 0,68 125-456 0 0,-78-152-257 0 0,2-1-1 0 0,1-1 0 0 0,42 45 1 0 0,-61-72 71 0 0,0 0 1 0 0,1 1 0 0 0,-1-1-1 0 0,0-1 1 0 0,1 1 0 0 0,-1 0-1 0 0,1 0 1 0 0,-1-1 0 0 0,1 0 0 0 0,0 1-1 0 0,-1-1 1 0 0,1 0 0 0 0,0 0-1 0 0,0-1 1 0 0,0 1 0 0 0,3 0-1 0 0,-4-2 33 0 0,0 1-1 0 0,0 0 0 0 0,1-1 0 0 0,-2 0 0 0 0,1 1 0 0 0,0-1 1 0 0,0 0-1 0 0,0 0 0 0 0,0 0 0 0 0,0-1 0 0 0,-1 1 1 0 0,1 0-1 0 0,0 0 0 0 0,-1-1 0 0 0,1 1 0 0 0,-1-1 0 0 0,0 0 1 0 0,0 1-1 0 0,1-1 0 0 0,-1 0 0 0 0,0 0 0 0 0,0 0 1 0 0,0 0-1 0 0,0-2 0 0 0,15-35 434 0 0,-2-1-1 0 0,-2 0 1 0 0,-2-1-1 0 0,6-45 1 0 0,-5 29-1841 0 0,22-73 1 0 0,-24 104-5785 0 0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9:42.3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0 143 10138 0 0,'0'0'919'0'0,"20"-12"-446"0"0,65-35 222 0 0,6-3-2028 0 0,-79 45 724 0 0,0 0 0 0 0,0 1 1 0 0,1 0-1 0 0,-1 1 0 0 0,1 1 0 0 0,14-2 1 0 0,9 1 517 0 0,-22 0 80 0 0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9:42.6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12 10594 0 0,'30'-6'-1030'0'0,"-25"5"800"0"0,-1 0-1 0 0,1 0 0 0 0,0 0 1 0 0,0 0-1 0 0,-1 1 1 0 0,10 0-1 0 0,-12 0 254 0 0,0 1 0 0 0,0-1-1 0 0,0 1 1 0 0,0 0 0 0 0,0 0 0 0 0,0-1-1 0 0,0 1 1 0 0,-1 0 0 0 0,1 1 0 0 0,0-1 0 0 0,-1 0-1 0 0,1 0 1 0 0,0 1 0 0 0,-1-1 0 0 0,0 1-1 0 0,1-1 1 0 0,-1 1 0 0 0,0 0 0 0 0,0 0 0 0 0,0-1-1 0 0,1 4 1 0 0,7 17 1059 0 0,0 1 0 0 0,-2 0 0 0 0,0 0 0 0 0,-2 1 0 0 0,3 33 0 0 0,9 33 349 0 0,-7-49-1594 0 0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9:43.0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10 402 16588 0 0,'-10'2'2792'0'0,"28"3"-1267"0"0,10 4-1995 0 0,4 10-619 0 0,-1 1 0 0 0,33 28 0 0 0,30 21 3069 0 0,-94-69-1936 0 0,1 0 1 0 0,-1 0-1 0 0,1 0 0 0 0,-1 0 0 0 0,1 0 1 0 0,-1 0-1 0 0,1 0 0 0 0,-1 0 0 0 0,0 0 0 0 0,1 0 1 0 0,-1 0-1 0 0,1 0 0 0 0,-1 0 0 0 0,1 0 1 0 0,-1 0-1 0 0,1 0 0 0 0,-1-1 0 0 0,1 1 1 0 0,-1 0-1 0 0,0 0 0 0 0,1-1 0 0 0,-1 1 1 0 0,0 0-1 0 0,1-1 0 0 0,-1 1 0 0 0,0 0 1 0 0,1-1-1 0 0,-1 1 0 0 0,0 0 0 0 0,1-1 1 0 0,-1 1-1 0 0,0-1 0 0 0,0 1 0 0 0,0 0 1 0 0,1-1-1 0 0,-1 1 0 0 0,0-1 0 0 0,0 1 0 0 0,0-1 1 0 0,0 1-1 0 0,0-1 0 0 0,0 1 0 0 0,0-1 1 0 0,7-27 398 0 0,-6 22-274 0 0,7-51 312 0 0,-3-1-1 0 0,-3-109 1 0 0,-3 57-2386 0 0,7 1-4485 0 0,-2 81-14 0 0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9:43.4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1 153 12899 0 0,'20'-18'3034'0'0,"30"-22"-1"0"0,-21 19-4727 0 0,2 1-1 0 0,46-22 0 0 0,-48 30-368 0 0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9:37.9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35 14747 0 0,'-14'3'3194'0'0,"33"-1"-2072"0"0,128-9-568 0 0,137-3 1242 0 0,69 0-573 0 0,-107 2-2534 0 0,-142 5-2720 0 0,-82 2-2325 0 0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9:38.3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59 12899 0 0,'-1'0'119'0'0,"0"-1"0"0"0,-1 1 0 0 0,1 0 0 0 0,0 0 0 0 0,0 0 0 0 0,-1 1 0 0 0,1-1 0 0 0,0 0 0 0 0,0 0 0 0 0,-1 1 0 0 0,1-1 0 0 0,0 0 0 0 0,0 1 0 0 0,0 0 0 0 0,0-1 0 0 0,0 1 0 0 0,0 0 0 0 0,0-1 1 0 0,0 1-1 0 0,0 0 0 0 0,0 0 0 0 0,0 0 0 0 0,-1 2 0 0 0,0 0-48 0 0,1 0 0 0 0,1 0 0 0 0,-1 0 0 0 0,0 1 0 0 0,1-1 0 0 0,0 0 0 0 0,-1 1 0 0 0,2 5 1 0 0,-1-1-223 0 0,2 0 0 0 0,-1 0 0 0 0,1 0 1 0 0,0 0-1 0 0,0 0 0 0 0,1 0 0 0 0,0-1 1 0 0,6 11-1 0 0,-7-15 284 0 0,-1 0 1 0 0,1 1-1 0 0,0-1 1 0 0,0 0-1 0 0,0 0 1 0 0,0-1-1 0 0,0 1 0 0 0,1 0 1 0 0,-1-1-1 0 0,1 1 1 0 0,0-1-1 0 0,0 0 1 0 0,0 0-1 0 0,0 0 0 0 0,0 0 1 0 0,0-1-1 0 0,0 1 1 0 0,0-1-1 0 0,1 0 1 0 0,-1 0-1 0 0,5 1 1 0 0,-6-2-30 0 0,0-1 1 0 0,0 0-1 0 0,0 1 1 0 0,0-1 0 0 0,0 0-1 0 0,-1 0 1 0 0,1 0-1 0 0,0 0 1 0 0,-1 0 0 0 0,1 0-1 0 0,-1 0 1 0 0,1-1 0 0 0,-1 1-1 0 0,1 0 1 0 0,-1-1-1 0 0,0 0 1 0 0,0 1 0 0 0,0-1-1 0 0,0 1 1 0 0,0-1 0 0 0,0 0-1 0 0,0 0 1 0 0,-1 0-1 0 0,1 0 1 0 0,-1 1 0 0 0,1-3-1 0 0,2-7 105 0 0,0 0 0 0 0,-1 0-1 0 0,1-13 1 0 0,-2 13-221 0 0,-1 0 1 0 0,0 0-1 0 0,0 0 1 0 0,-2 0-1 0 0,-3-17 1 0 0,5 25-237 0 0,-1 0 0 0 0,0 0 0 0 0,1 0 0 0 0,-1 0 0 0 0,0 0 0 0 0,-1 0 1 0 0,1 0-1 0 0,-1 1 0 0 0,1-1 0 0 0,-1 1 0 0 0,0-1 0 0 0,0 1 0 0 0,0-1 0 0 0,0 1 0 0 0,0 0 0 0 0,0 0 1 0 0,-1 0-1 0 0,1 0 0 0 0,-1 0 0 0 0,1 1 0 0 0,-1-1 0 0 0,0 1 0 0 0,0 0 0 0 0,-5-2 0 0 0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9:38.8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51 165 11522 0 0,'-12'1'328'0'0,"9"-1"-80"0"0,0 0-1 0 0,-1 0 1 0 0,1 0 0 0 0,0 1 0 0 0,0-1 0 0 0,0 1 0 0 0,-5 2 0 0 0,7-3-202 0 0,0 1 1 0 0,1-1 0 0 0,-1 1-1 0 0,1-1 1 0 0,-1 1 0 0 0,1 0 0 0 0,-1-1-1 0 0,1 1 1 0 0,-1 0 0 0 0,1-1 0 0 0,-1 1-1 0 0,1 0 1 0 0,0 0 0 0 0,0-1 0 0 0,-1 1-1 0 0,1 0 1 0 0,0 0 0 0 0,0 0 0 0 0,0-1-1 0 0,0 1 1 0 0,0 0 0 0 0,0 0 0 0 0,0 0-1 0 0,0-1 1 0 0,0 1 0 0 0,0 0 0 0 0,0 0-1 0 0,1 0 1 0 0,-1-1 0 0 0,0 1 0 0 0,0 0-1 0 0,1 0 1 0 0,-1-1 0 0 0,1 1 0 0 0,0 1-1 0 0,12 28 287 0 0,2 0-1 0 0,1-1 1 0 0,1-1-1 0 0,2-1 1 0 0,0 0-1 0 0,2-2 1 0 0,1 0-1 0 0,44 38 1 0 0,-60-58-198 0 0,1 1 0 0 0,0-1-1 0 0,0-1 1 0 0,1 1 0 0 0,-1-1 0 0 0,1 0 0 0 0,9 2-1 0 0,-14-5-83 0 0,-1 0 1 0 0,1-1-1 0 0,-1 1 0 0 0,1-1 0 0 0,-1 0 0 0 0,1 0 0 0 0,-1 0 1 0 0,1 0-1 0 0,-1 0 0 0 0,1 0 0 0 0,-1-1 0 0 0,1 1 0 0 0,-1-1 1 0 0,1 0-1 0 0,-1 0 0 0 0,0 0 0 0 0,1 0 0 0 0,-1 0 0 0 0,0 0 0 0 0,0-1 1 0 0,0 1-1 0 0,0-1 0 0 0,0 1 0 0 0,0-1 0 0 0,0 0 0 0 0,-1 0 1 0 0,1 0-1 0 0,2-3 0 0 0,4-8 154 0 0,-1 0 1 0 0,0 0-1 0 0,0-1 1 0 0,-2 1-1 0 0,0-2 1 0 0,0 1-1 0 0,-1 0 1 0 0,3-23 0 0 0,-1-17-2 0 0,0-55 0 0 0,-2 20-910 0 0,3 8-3621 0 0,-4 64-2446 0 0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9:39.2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 39 456 0 0,'10'-32'1321'0'0,"-9"25"218"0"0,-6 23-753 0 0,-4 13 585 0 0,2 0 0 0 0,-7 49 0 0 0,13-66-966 0 0,0-1 0 0 0,0 1 0 0 0,1 0 0 0 0,1-1 0 0 0,0 1 0 0 0,1-1-1 0 0,0 1 1 0 0,1-1 0 0 0,7 21 0 0 0,-9-30-362 0 0,0 0 1 0 0,0 1-1 0 0,0-1 1 0 0,0 0-1 0 0,0 0 1 0 0,0-1-1 0 0,1 1 1 0 0,-1 0-1 0 0,1 0 0 0 0,0-1 1 0 0,-1 1-1 0 0,1 0 1 0 0,0-1-1 0 0,0 0 1 0 0,3 2-1 0 0,-3-2-51 0 0,-1-1 1 0 0,0 0-1 0 0,1 1 0 0 0,-1-1 1 0 0,1 0-1 0 0,-1 0 0 0 0,1 0 0 0 0,-1 0 1 0 0,0 0-1 0 0,1 0 0 0 0,-1 0 0 0 0,1-1 1 0 0,-1 1-1 0 0,0-1 0 0 0,1 1 1 0 0,-1-1-1 0 0,0 1 0 0 0,1-1 0 0 0,0 0 1 0 0,3-3-39 0 0,-1 1 1 0 0,0 0-1 0 0,0-1 1 0 0,0 0-1 0 0,-1 0 1 0 0,0 0-1 0 0,1-1 1 0 0,-1 1-1 0 0,0-1 1 0 0,-1 1-1 0 0,4-10 1 0 0,-2 4-40 0 0,-1-1 1 0 0,0 0 0 0 0,-1 1 0 0 0,-1-1 0 0 0,1 0-1 0 0,-1-1 1 0 0,-1 1 0 0 0,0 0 0 0 0,-3-18 0 0 0,2 22-127 0 0,0-1 1 0 0,-1 1-1 0 0,0-1 0 0 0,0 1 1 0 0,0 0-1 0 0,-1-1 1 0 0,0 1-1 0 0,-1 0 0 0 0,0 1 1 0 0,0-1-1 0 0,0 1 1 0 0,-1 0-1 0 0,1 0 0 0 0,-11-9 1 0 0,9 10-318 0 0,1 3 0 0 0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9:39.6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 11058 0 0,'0'0'11'0'0,"-1"-1"1"0"0,1 1-1 0 0,0 0 0 0 0,0-1 0 0 0,0 1 0 0 0,0 0 0 0 0,0-1 0 0 0,0 1 0 0 0,0 0 1 0 0,0-1-1 0 0,0 1 0 0 0,0 0 0 0 0,1-1 0 0 0,-1 1 0 0 0,0 0 0 0 0,0-1 0 0 0,0 1 0 0 0,0 0 1 0 0,0-1-1 0 0,1 1 0 0 0,-1 0 0 0 0,0-1 0 0 0,0 1 0 0 0,1 0 0 0 0,-1 0 0 0 0,0-1 0 0 0,0 1 1 0 0,1 0-1 0 0,-1 0 0 0 0,0 0 0 0 0,0-1 0 0 0,1 1 0 0 0,-1 0 0 0 0,0 0 0 0 0,1 0 1 0 0,-1 0-1 0 0,0 0 0 0 0,1-1 0 0 0,-1 1 0 0 0,1 0 0 0 0,-1 0 0 0 0,0 0 0 0 0,1 0 0 0 0,-1 0 1 0 0,0 0-1 0 0,1 0 0 0 0,-1 1 0 0 0,0-1 0 0 0,1 0 0 0 0,-1 0 0 0 0,0 0 0 0 0,1 0 1 0 0,-1 0-1 0 0,0 0 0 0 0,1 1 0 0 0,-1-1 0 0 0,0 0 0 0 0,1 0 0 0 0,-1 0 0 0 0,0 1 0 0 0,0-1 1 0 0,1 1-1 0 0,1 0-236 0 0,-1 0 0 0 0,1 0 0 0 0,-1 1 0 0 0,1-1 0 0 0,-1 0 0 0 0,1 1 0 0 0,-1 0 0 0 0,0-1 0 0 0,1 1 1 0 0,0 2-1 0 0,1 6-413 0 0,-1 0-1 0 0,0 1 1 0 0,-1-1 0 0 0,0 1 0 0 0,0-1 0 0 0,-2 21 0 0 0,0-22 1216 0 0,0-1 1 0 0,1 1 0 0 0,1 0 0 0 0,-1-1-1 0 0,1 1 1 0 0,0-1 0 0 0,1 1 0 0 0,0-1-1 0 0,1 1 1 0 0,-1-1 0 0 0,7 11 0 0 0,-9-17-484 0 0,1-1 0 0 0,0 0 0 0 0,0 1 1 0 0,-1-1-1 0 0,1 0 0 0 0,0 0 1 0 0,0 1-1 0 0,0-1 0 0 0,1 0 1 0 0,-1 0-1 0 0,0 0 0 0 0,0-1 1 0 0,1 1-1 0 0,-1 0 0 0 0,0 0 1 0 0,1-1-1 0 0,-1 1 0 0 0,1 0 1 0 0,-1-1-1 0 0,1 0 0 0 0,-1 1 1 0 0,1-1-1 0 0,-1 0 0 0 0,3 0 1 0 0,-1 0-155 0 0,-1-1 1 0 0,1 1 0 0 0,0-1-1 0 0,-1 0 1 0 0,1 0 0 0 0,-1 0-1 0 0,1-1 1 0 0,-1 1 0 0 0,0 0-1 0 0,1-1 1 0 0,-1 0 0 0 0,3-3-1 0 0,6-6-662 0 0,0 0 0 0 0,-1-2-1 0 0,14-22 1 0 0,-22 32 761 0 0,16-28-723 0 0,24-33 511 0 0,-39 60 330 0 0,0 0 0 0 0,0 0 0 0 0,1 1-1 0 0,-1 0 1 0 0,1-1 0 0 0,0 1 0 0 0,0 0 0 0 0,0 1 0 0 0,0-1 0 0 0,1 1 0 0 0,-1 0 0 0 0,6-2 0 0 0,-8 4-56 0 0,-1 0 0 0 0,1-1 0 0 0,-1 1 0 0 0,0 1 0 0 0,1-1 0 0 0,-1 0 0 0 0,1 0 0 0 0,-1 1 0 0 0,0-1 0 0 0,1 0 0 0 0,-1 1 0 0 0,0-1 0 0 0,0 1 0 0 0,1 0 0 0 0,-1-1 0 0 0,0 1 0 0 0,0 0 0 0 0,0 0 0 0 0,0 0 0 0 0,0 0 0 0 0,0 0 0 0 0,0 0 0 0 0,0 0 0 0 0,0 0 0 0 0,0 0 0 0 0,-1 0 0 0 0,1 1 0 0 0,0-1 0 0 0,0 2 0 0 0,19 47 1775 0 0,-14-34-1486 0 0,-4-12-533 0 0,10 26-104 0 0,-3-11-4359 0 0,-2-6-597 0 0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9:40.0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0 11314 0 0,'0'1'47'0'0,"-1"0"-1"0"0,0 0 1 0 0,1 0-1 0 0,-1 0 1 0 0,1 0-1 0 0,-1 0 1 0 0,1 0-1 0 0,-1 0 1 0 0,1 0-1 0 0,0 0 1 0 0,-1 0-1 0 0,1 0 1 0 0,0 0-1 0 0,0 0 1 0 0,0 0-1 0 0,0 0 1 0 0,0 0-1 0 0,0 0 1 0 0,0 0-1 0 0,0 0 1 0 0,0 0-1 0 0,1 0 1 0 0,-1 0-1 0 0,0 0 1 0 0,1 0-1 0 0,-1 0 1 0 0,1 0-1 0 0,-1 0 1 0 0,1 0-1 0 0,-1 0 1 0 0,2 1-1 0 0,22 42 116 0 0,-17-33 26 0 0,7 14-298 0 0,15 26 838 0 0,34 80 1 0 0,-53-105-729 0 0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9:40.4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1 253 12443 0 0,'2'-3'1104'0'0,"1"-1"-880"0"0,1 0-224 0 0,1-2 0 0 0,1 3 856 0 0,0-1 128 0 0,3-2 25 0 0,4-3 7 0 0,9-5-1464 0 0,9-6-288 0 0,7-3-57 0 0,3-2-7 0 0,3 4 608 0 0,-4 2 192 0 0,-3 2-88 0 0,-5 1 88 0 0</inkml:trace>
  <inkml:trace contextRef="#ctx0" brushRef="#br0" timeOffset="1">534 111 14283 0 0,'-4'3'632'0'0,"1"-2"136"0"0,1-1-616 0 0,3 0-152 0 0,2-1 0 0 0,1-2 0 0 0,1 1-336 0 0,3-4-96 0 0,3-1-16 0 0,5-4-8 0 0,5-3-1016 0 0,2-2-193 0 0,0 2-47 0 0,-2 1-8 0 0,-2 2 1352 0 0,-3 2 272 0 0,-5 1 96 0 0</inkml:trace>
  <inkml:trace contextRef="#ctx0" brushRef="#br0" timeOffset="2">654 256 17972 0 0,'-3'1'1920'0'0,"6"-1"-1856"0"0,1 0-64 0 0,1-1 0 0 0,2 0 88 0 0,3-2-88 0 0,6-2 96 0 0,7-4-1336 0 0,10-4-264 0 0,9-2-49 0 0,-1 0-15 0 0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9:44.7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1 189 7834 0 0,'0'-1'134'0'0,"0"-1"1"0"0,0 1-1 0 0,0-1 1 0 0,0 1 0 0 0,0-1-1 0 0,0 1 1 0 0,0-1-1 0 0,1 1 1 0 0,-1-1 0 0 0,1 1-1 0 0,-1 0 1 0 0,1-1 0 0 0,-1 1-1 0 0,2-2 1 0 0,4 0 856 0 0,-1 16-36 0 0,4 47 1184 0 0,39 177 1175 0 0,-41-214-3194 0 0,1 1 0 0 0,1-1 0 0 0,1-1 0 0 0,0 0 0 0 0,2 0 0 0 0,1-1 0 0 0,26 33 0 0 0,-38-52-100 0 0,1-1 0 0 0,-1 1 1 0 0,1 0-1 0 0,-1-1 0 0 0,1 1 1 0 0,0-1-1 0 0,-1 0 0 0 0,1 0 0 0 0,0 0 1 0 0,0 0-1 0 0,0 0 0 0 0,3 1 0 0 0,-5-2-2 0 0,1 0-1 0 0,0 1 0 0 0,0-1 1 0 0,0 0-1 0 0,-1 0 0 0 0,1 0 1 0 0,0-1-1 0 0,0 1 0 0 0,0 0 1 0 0,-1 0-1 0 0,1 0 1 0 0,0-1-1 0 0,0 1 0 0 0,-1 0 1 0 0,1-1-1 0 0,0 1 0 0 0,-1 0 1 0 0,1-1-1 0 0,0 1 0 0 0,-1-1 1 0 0,1 1-1 0 0,0-2 0 0 0,3-3 82 0 0,-1 0 0 0 0,0 0-1 0 0,0-1 1 0 0,-1 1 0 0 0,1-1-1 0 0,2-11 1 0 0,-3 10-58 0 0,108-421 2260 0 0,-78 286-3141 0 0,-29 130 482 0 0,-2 5-205 0 0,0 0 0 0 0,1 0 0 0 0,0 0 0 0 0,1 0 1 0 0,-1 1-1 0 0,6-11 0 0 0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9:45.1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81 9218 0 0,'3'-2'600'0'0,"0"-1"0"0"0,0 1-1 0 0,0-1 1 0 0,0 1 0 0 0,0 0 0 0 0,1 0-1 0 0,-1 1 1 0 0,5-2 0 0 0,-7 2-434 0 0,23-10 338 0 0,0 1 0 0 0,0 2 0 0 0,1 0 1 0 0,1 2-1 0 0,37-6 0 0 0,-35 9-1209 0 0,-1 2 1 0 0,48 2-1 0 0,-59 0-5002 0 0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9:45.5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78 17508 0 0,'2'3'-298'0'0,"-1"-1"1"0"0,1 0-1 0 0,-1 0 1 0 0,1 0 0 0 0,-1 1-1 0 0,0-1 1 0 0,0 1-1 0 0,0-1 1 0 0,0 1 0 0 0,-1-1-1 0 0,1 1 1 0 0,-1 0-1 0 0,1 4 1 0 0,8 61-690 0 0,-5-36 1964 0 0,-2-16-459 0 0,21 111 3818 0 0,-16-97-4176 0 0</inkml:trace>
  <inkml:trace contextRef="#ctx0" brushRef="#br0" timeOffset="1">622 75 17972 0 0,'137'-35'961'0'0,"75"0"-2986"0"0,-185 30 1785 0 0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9:46.0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3 288 11522 0 0,'-1'-2'417'0'0,"1"0"0"0"0,-1 0 0 0 0,1-1 0 0 0,0 1 0 0 0,0 0 0 0 0,0-1-1 0 0,0 1 1 0 0,0 0 0 0 0,1 0 0 0 0,-1-1 0 0 0,2-3 0 0 0,-2 6-303 0 0,0-1 0 0 0,0 1 0 0 0,1-1 0 0 0,-1 1 0 0 0,0-1 0 0 0,0 1 0 0 0,0-1 0 0 0,0 1 0 0 0,1 0 0 0 0,-1-1 0 0 0,0 1 0 0 0,1 0 0 0 0,-1-1 0 0 0,0 1 0 0 0,1-1 0 0 0,-1 1 0 0 0,0 0 0 0 0,1 0 1 0 0,-1-1-1 0 0,0 1 0 0 0,1 0 0 0 0,-1 0 0 0 0,1-1 0 0 0,0 1 0 0 0,0 0-6 0 0,-1 1 0 0 0,1-1 0 0 0,0 0 0 0 0,-1 1 0 0 0,1-1 0 0 0,0 1 1 0 0,-1-1-1 0 0,1 1 0 0 0,0-1 0 0 0,-1 1 0 0 0,1 0 0 0 0,-1-1 0 0 0,1 1 0 0 0,-1 0 0 0 0,0-1 0 0 0,1 1 0 0 0,-1 0 1 0 0,0-1-1 0 0,1 1 0 0 0,-1 0 0 0 0,0 1 0 0 0,14 31 345 0 0,13 52-1 0 0,-16-48-443 0 0,18 43 0 0 0,-11-41 39 0 0,2-2 0 0 0,1-1 0 0 0,26 34 0 0 0,-47-70-48 0 0,0 0 1 0 0,0 1-1 0 0,0-1 1 0 0,0 0-1 0 0,0 0 1 0 0,0 0 0 0 0,0 0-1 0 0,0 0 1 0 0,0 0-1 0 0,0 0 1 0 0,0 1-1 0 0,0-1 1 0 0,0 0-1 0 0,1 0 1 0 0,-1 0-1 0 0,0 0 1 0 0,0 0-1 0 0,0 0 1 0 0,0 0-1 0 0,0 0 1 0 0,0 0-1 0 0,0 0 1 0 0,1 0-1 0 0,-1 0 1 0 0,0 0-1 0 0,0 0 1 0 0,0 0-1 0 0,0 0 1 0 0,0 0-1 0 0,0 0 1 0 0,1 0 0 0 0,-1 0-1 0 0,0 0 1 0 0,0 0-1 0 0,0 0 1 0 0,0 0-1 0 0,0 0 1 0 0,0 0-1 0 0,1 0 1 0 0,-1 0-1 0 0,0 0 1 0 0,0 0-1 0 0,0 0 1 0 0,0 0-1 0 0,0 0 1 0 0,0 0-1 0 0,0 0 1 0 0,0 0-1 0 0,1-1 1 0 0,-1 1-1 0 0,0 0 1 0 0,0 0-1 0 0,0 0 1 0 0,0 0-1 0 0,0 0 1 0 0,0 0-1 0 0,0-1 1 0 0,4-12 73 0 0,-2-24 112 0 0,-1 27-131 0 0,0-1-40 0 0,36-292 574 0 0,-30 267-1070 0 0,2-1 0 0 0,2 2 0 0 0,1-1 1 0 0,2 2-1 0 0,1-1 0 0 0,23-36 0 0 0,-24 50-1023 0 0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9:46.4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0 119 11522 0 0,'7'-6'-820'0'0,"0"1"-1"0"0,0 1 0 0 0,1-1 0 0 0,0 1 1 0 0,13-5-1 0 0,8 5 10469 0 0,-14-5-8933 0 0,0 0 0 0 0,1 1 0 0 0,0 1 0 0 0,0 1-1 0 0,33-9 1 0 0,23-1-1438 0 0,-3 7-3854 0 0,-50 6 2905 0 0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9:47.0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158 78 6449 0 0,'0'-33'2455'0'0,"0"29"-2061"0"0,1 0 1 0 0,-1 0-1 0 0,0 0 1 0 0,0 0-1 0 0,0 0 1 0 0,-1 0 0 0 0,0 0-1 0 0,-2-7 1 0 0,3 11-347 0 0,0 0 0 0 0,0-1 1 0 0,-1 1-1 0 0,1 0 0 0 0,0 0 1 0 0,0 0-1 0 0,-1 0 0 0 0,1 0 1 0 0,0 0-1 0 0,0 0 0 0 0,-1 0 1 0 0,1 0-1 0 0,0 0 0 0 0,-1 0 1 0 0,1 0-1 0 0,0 0 0 0 0,0 0 1 0 0,-1 0-1 0 0,1 0 0 0 0,0 0 1 0 0,0 0-1 0 0,-1 1 0 0 0,1-1 0 0 0,0 0 1 0 0,0 0-1 0 0,-1 0 0 0 0,1 0 1 0 0,0 0-1 0 0,0 1 0 0 0,0-1 1 0 0,-1 0-1 0 0,1 0 0 0 0,0 0 1 0 0,0 1-1 0 0,0-1 0 0 0,0 0 1 0 0,-1 0-1 0 0,1 1 0 0 0,0-1 1 0 0,0 0-1 0 0,0 0 0 0 0,0 1 1 0 0,0-1-1 0 0,0 0 0 0 0,0 0 1 0 0,0 1-1 0 0,0-1 0 0 0,0 0 1 0 0,-8 15 695 0 0,-20 62-181 0 0,3 2 0 0 0,-28 154 0 0 0,42-175-194 0 0,1 1-1 0 0,4-1 1 0 0,2 1 0 0 0,7 113 0 0 0,0-144-385 0 0,1-1 1 0 0,2 0 0 0 0,0 0 0 0 0,2-1-1 0 0,1 1 1 0 0,1-2 0 0 0,1 1 0 0 0,1-2-1 0 0,2 1 1 0 0,0-2 0 0 0,1 0 0 0 0,32 37-1 0 0,4-10-4589 0 0,8-2-1537 0 0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9:47.5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1 15203 0 0,'3'2'185'0'0,"-1"0"0"0"0,0 0 0 0 0,0 1 0 0 0,0-1 0 0 0,0 1 0 0 0,0-1 0 0 0,0 1 0 0 0,0 0 0 0 0,-1-1 0 0 0,1 1 0 0 0,-1 0 0 0 0,0 0 0 0 0,1 4 0 0 0,0-2-14 0 0,10 26 27 0 0,-2 1 0 0 0,0 0 0 0 0,-3 1 0 0 0,0 0 0 0 0,-3 1 0 0 0,2 48 0 0 0,-16 204 1112 0 0,0-176-1578 0 0,-43 197-1 0 0,30-224-6899 0 0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9:48.1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59 113 9674 0 0,'0'-7'287'0'0,"0"0"0"0"0,1 0 0 0 0,0 0 0 0 0,0 0 0 0 0,1 0 0 0 0,-1 1 0 0 0,1-1 0 0 0,4-6 0 0 0,3-19-5 0 0,-5 20 1677 0 0,-6 29-792 0 0,-7 33-3 0 0,-15 34-903 0 0,-18 75-214 0 0,39-139-373 0 0,0-1 0 0 0,2 1 1 0 0,0 0-1 0 0,1 0 0 0 0,1 0 0 0 0,5 26 1 0 0,-2-26-3163 0 0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9:48.5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1 107 4145 0 0,'2'-24'473'0'0,"-1"8"1342"0"0,1 0 0 0 0,1 0-1 0 0,4-16 1 0 0,-7 32-1762 0 0,0 0-1 0 0,0 0 0 0 0,0 0 1 0 0,0 0-1 0 0,0-1 0 0 0,0 1 1 0 0,0 0-1 0 0,1-1 472 0 0,-1 1-472 0 0,0 0 1 0 0,1 0-1 0 0,-1 0 0 0 0,0 0 1 0 0,0-1-1 0 0,0 1 0 0 0,0 0 1 0 0,0 0-1 0 0,1 0 1 0 0,-1 0-1 0 0,0 0 0 0 0,0 0 1 0 0,0 0-1 0 0,0 0 0 0 0,0 0 1 0 0,1 0-1 0 0,-1 0 0 0 0,0 0 1 0 0,0 0-1 0 0,0 0 1 0 0,0 0-1 0 0,1 0 0 0 0,-1 0 1 0 0,0 0-1 0 0,0 0 0 0 0,0 1 1 0 0,0-1-1 0 0,9 7 1087 0 0,4 12-355 0 0,28 54 1250 0 0,41 100-1 0 0,18 85-2789 0 0,-87-223-245 0 0,-3-9-5731 0 0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9:48.8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0 123 10138 0 0,'0'-7'448'0'0,"2"1"96"0"0,0 1-440 0 0,2-1-104 0 0,1 4 0 0 0,1-1 0 0 0,1-1 96 0 0,5-2-8 0 0,8-5 0 0 0,7-3 0 0 0,7 0-208 0 0,4 1-40 0 0,1 1 0 0 0,1 4-8 0 0,1 3 168 0 0,-6-2-88 0 0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8:37.4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317 130 456 0 0,'-1'-7'447'0'0,"0"1"0"0"0,-1-1 0 0 0,1 0 0 0 0,-1 1 0 0 0,0-1 0 0 0,-1 1 0 0 0,0 0 0 0 0,0 0 0 0 0,0 0 0 0 0,-1 0 0 0 0,0 0 0 0 0,0 1 0 0 0,0-1 0 0 0,0 1 0 0 0,-1 0 0 0 0,0 1 0 0 0,-8-7 0 0 0,9 9-240 0 0,0-1 1 0 0,-1 1 0 0 0,1 0-1 0 0,-1 0 1 0 0,1 1-1 0 0,-1-1 1 0 0,0 1-1 0 0,1 0 1 0 0,-1 0-1 0 0,0 1 1 0 0,0-1 0 0 0,0 1-1 0 0,0 0 1 0 0,0 1-1 0 0,1-1 1 0 0,-1 1-1 0 0,0 0 1 0 0,0 0 0 0 0,1 0-1 0 0,-1 1 1 0 0,0-1-1 0 0,1 1 1 0 0,-1 0-1 0 0,-7 6 1 0 0,3-2-95 0 0,1 0 1 0 0,0 1-1 0 0,0 0 0 0 0,1 1 0 0 0,0 0 1 0 0,0 0-1 0 0,1 0 0 0 0,0 1 1 0 0,0 0-1 0 0,1 0 0 0 0,0 0 1 0 0,1 1-1 0 0,-4 11 0 0 0,0 2 146 0 0,1 0 0 0 0,1 1 0 0 0,1 0 0 0 0,-2 38 0 0 0,6-54-274 0 0,1 1 1 0 0,0-1 0 0 0,0 0 0 0 0,1 1 0 0 0,0-1 0 0 0,0 0 0 0 0,1 0 0 0 0,4 12 0 0 0,-5-18 9 0 0,0 0 1 0 0,-1 0-1 0 0,2 0 1 0 0,-1-1-1 0 0,0 1 1 0 0,0 0-1 0 0,0-1 1 0 0,1 1 0 0 0,-1-1-1 0 0,1 1 1 0 0,-1-1-1 0 0,1 0 1 0 0,0 1-1 0 0,-1-1 1 0 0,1 0-1 0 0,0 0 1 0 0,0 0-1 0 0,0-1 1 0 0,0 1-1 0 0,0 0 1 0 0,0-1-1 0 0,0 1 1 0 0,0-1-1 0 0,0 0 1 0 0,0 1-1 0 0,0-1 1 0 0,0 0-1 0 0,0 0 1 0 0,0-1-1 0 0,0 1 1 0 0,1 0 0 0 0,-1-1-1 0 0,0 1 1 0 0,0-1-1 0 0,0 0 1 0 0,-1 1-1 0 0,1-1 1 0 0,3-2-1 0 0,5-1-36 0 0,-1-2 0 0 0,0 1 0 0 0,0-1 0 0 0,0 0 0 0 0,0-1 0 0 0,-1 0 0 0 0,-1 0 0 0 0,1-1 0 0 0,-1 0 0 0 0,0 0 0 0 0,-1-1 0 0 0,0 1 0 0 0,0-2 0 0 0,-1 1 0 0 0,0 0 0 0 0,0-1 0 0 0,-1 0 0 0 0,3-12 0 0 0,-1-1 433 0 0,0 0-1 0 0,-1-1 1 0 0,-1 0 0 0 0,-2 0 0 0 0,0 0 0 0 0,-2 0 0 0 0,-2-24-1 0 0,3 40 1012 0 0,1 7-499 0 0,7 15-167 0 0,9 25-540 0 0,-1 10-185 0 0,-2 0 1 0 0,-2 1-1 0 0,-3 0 0 0 0,-2 1 0 0 0,-2 0 1 0 0,-2 1-1 0 0,-3-1 0 0 0,-1 1 0 0 0,-12 75 1 0 0,7-97-650 0 0,-2 0 1 0 0,-2-1-1 0 0,0-1 1 0 0,-2 1-1 0 0,-1-2 0 0 0,-1 1 1 0 0,-1-2-1 0 0,-1 0 1 0 0,-29 36-1 0 0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8:37.8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1 462 7834 0 0,'2'-2'253'0'0,"1"0"1"0"0,-1 0 0 0 0,0 0 0 0 0,1-1-1 0 0,-1 1 1 0 0,0-1 0 0 0,-1 0 0 0 0,1 1-1 0 0,0-1 1 0 0,-1 0 0 0 0,1 0 0 0 0,1-5-1 0 0,0 1 157 0 0,23-44 2769 0 0,30-84 1 0 0,-49 115-3115 0 0,-1-1 1 0 0,0 0 0 0 0,-2 0 0 0 0,-1 0 0 0 0,0 0 0 0 0,-2-1 0 0 0,-1-31 0 0 0,0 52-84 0 0,0-1 0 0 0,0 1 0 0 0,0-1-1 0 0,0 1 1 0 0,-1-1 0 0 0,1 1 0 0 0,0 0 0 0 0,-1-1 0 0 0,1 1 0 0 0,-1 0-1 0 0,0-1 1 0 0,1 1 0 0 0,-1 0 0 0 0,0-1 0 0 0,0 1 0 0 0,1 0 0 0 0,-1 0 0 0 0,0 0-1 0 0,0 0 1 0 0,-3-2 0 0 0,3 3 4 0 0,0-1-1 0 0,0 1 1 0 0,0 0 0 0 0,-1 0-1 0 0,1 0 1 0 0,0-1-1 0 0,0 1 1 0 0,0 0 0 0 0,-1 1-1 0 0,1-1 1 0 0,0 0-1 0 0,0 0 1 0 0,0 0 0 0 0,-1 1-1 0 0,1-1 1 0 0,0 1 0 0 0,0-1-1 0 0,0 1 1 0 0,-2 0-1 0 0,-1 2 27 0 0,-1 0 0 0 0,1 1 0 0 0,-1-1 0 0 0,1 1 0 0 0,0 0 0 0 0,1 0 0 0 0,-1 0 0 0 0,1 0 0 0 0,-6 9-1 0 0,3 0 11 0 0,1 0-1 0 0,0 1 0 0 0,1 0 0 0 0,0 0 0 0 0,1 0 1 0 0,0 1-1 0 0,2-1 0 0 0,0 1 0 0 0,0 16 0 0 0,1-24-32 0 0,0 1 0 0 0,1-1-1 0 0,0 0 1 0 0,0 1-1 0 0,0-1 1 0 0,1 0 0 0 0,0 0-1 0 0,0 0 1 0 0,1 0-1 0 0,0 0 1 0 0,0 0 0 0 0,1-1-1 0 0,0 0 1 0 0,0 1-1 0 0,0-1 1 0 0,1-1 0 0 0,0 1-1 0 0,0-1 1 0 0,10 8-1 0 0,-11-10-194 0 0,0-1-1 0 0,1 0 0 0 0,-1 0 0 0 0,0 0 0 0 0,1-1 0 0 0,0 1 0 0 0,6 0 1 0 0,18 1-4366 0 0,-6-4-455 0 0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8:38.2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97 2 1840 0 0,'-1'-1'248'0'0,"0"1"-1"0"0,0 0 0 0 0,-1 0 0 0 0,1 0 1 0 0,0 0-1 0 0,0 0 0 0 0,0 0 0 0 0,-1 0 1 0 0,1 1-1 0 0,0-1 0 0 0,0 0 0 0 0,0 1 1 0 0,0-1-1 0 0,0 1 0 0 0,-1-1 0 0 0,1 1 1 0 0,0-1-1 0 0,0 1 0 0 0,-1 1 0 0 0,-22 14 3274 0 0,19-11-3042 0 0,1-1-1 0 0,0 2 0 0 0,0-1 1 0 0,0 0-1 0 0,0 1 0 0 0,1-1 1 0 0,0 1-1 0 0,0 0 0 0 0,1 0 1 0 0,0 0-1 0 0,0 1 0 0 0,0-1 1 0 0,1 1-1 0 0,0-1 0 0 0,-1 11 1 0 0,0 10-119 0 0,1-1 1 0 0,4 39-1 0 0,-3-60-607 0 0,1 0-1 0 0,0 0 1 0 0,-1 0-1 0 0,1 0 1 0 0,1-1 0 0 0,-1 1-1 0 0,1 0 1 0 0,0-1-1 0 0,0 1 1 0 0,0-1-1 0 0,0 0 1 0 0,1 0-1 0 0,6 8 1 0 0,-2-5-1255 0 0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8:38.6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71 75 7370 0 0,'1'-5'694'0'0,"1"0"0"0"0,-1 0 0 0 0,0 1 1 0 0,0-1-1 0 0,-1 0 0 0 0,1 0 1 0 0,-1 0-1 0 0,0 0 0 0 0,-1 0 1 0 0,1 1-1 0 0,-1-1 0 0 0,-2-8 1 0 0,3 13-644 0 0,0 0 1 0 0,0 0 0 0 0,0 0-1 0 0,0-1 1 0 0,0 1 0 0 0,0 0-1 0 0,0 0 1 0 0,0 0 0 0 0,0 0 0 0 0,0-1-1 0 0,0 1 1 0 0,0 0 0 0 0,0 0-1 0 0,-1 0 1 0 0,1 0 0 0 0,0-1-1 0 0,0 1 1 0 0,0 0 0 0 0,0 0 0 0 0,0 0-1 0 0,-1 0 1 0 0,1 0 0 0 0,0 0-1 0 0,0 0 1 0 0,0 0 0 0 0,0-1 0 0 0,-1 1-1 0 0,1 0 1 0 0,0 0 0 0 0,0 0-1 0 0,0 0 1 0 0,0 0 0 0 0,-1 0-1 0 0,1 0 1 0 0,0 0 0 0 0,0 0 0 0 0,0 0-1 0 0,-1 0 1 0 0,1 0 0 0 0,0 0-1 0 0,0 0 1 0 0,0 0 0 0 0,0 0 0 0 0,-1 0-1 0 0,1 1 1 0 0,0-1 0 0 0,0 0-1 0 0,0 0 1 0 0,-1 0 0 0 0,-7 12 1089 0 0,-3 14-237 0 0,-3 40-447 0 0,2 2 1 0 0,-3 120-1 0 0,13-170-413 0 0,-2 49 177 0 0,8 127 0 0 0,-1-170-515 0 0,0 0 0 0 0,2-1 0 0 0,1 0 0 0 0,0 0 0 0 0,2 0 0 0 0,1-1 0 0 0,0-1 0 0 0,25 42 0 0 0,-22-45-7013 0 0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8:39.0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4 164 9218 0 0,'0'0'33'0'0,"1"0"0"0"0,-1 0-1 0 0,0 0 1 0 0,0 0 0 0 0,0 0 0 0 0,0 0 0 0 0,0 0 0 0 0,1-1-1 0 0,-1 1 1 0 0,0 0 0 0 0,0 0 0 0 0,0 0 0 0 0,0 0 0 0 0,0 0-1 0 0,0-1 1 0 0,0 1 0 0 0,0 0 0 0 0,0 0 0 0 0,0 0-1 0 0,1 0 1 0 0,-1-1 0 0 0,0 1 0 0 0,0 0 0 0 0,0 0 0 0 0,0 0-1 0 0,0-1 1 0 0,0 1 0 0 0,0 0 0 0 0,0 0 0 0 0,0 0 0 0 0,-1 0-1 0 0,1-1 1 0 0,0 1 0 0 0,0 0 0 0 0,0 0 0 0 0,0 0-1 0 0,0 0 1 0 0,0-1 0 0 0,0 1 0 0 0,0 0 0 0 0,0 0 0 0 0,0 0-1 0 0,-1 0 1 0 0,1-1 0 0 0,0 1 0 0 0,0 0 0 0 0,0 0 0 0 0,0 0-1 0 0,0 0 1 0 0,-1 0 0 0 0,1 0 0 0 0,0 0 0 0 0,0 0-1 0 0,0 0 1 0 0,0 0 0 0 0,-1-1 0 0 0,1 1 0 0 0,0 0 0 0 0,0 0-1 0 0,0 0 1 0 0,-1 0 0 0 0,1 0 0 0 0,0 0 0 0 0,0 0 0 0 0,0 0-1 0 0,0 0 1 0 0,-1 1 0 0 0,1-1 0 0 0,21-18 1816 0 0,31-17 752 0 0,-28 21-1748 0 0,1 0 1 0 0,48-17-1 0 0,-40 20-2409 0 0,1 2 0 0 0,0 1 0 0 0,62-6 0 0 0,-64 11 1450 0 0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8:39.4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0 133 11058 0 0,'5'0'205'0'0,"0"1"1"0"0,0 0-1 0 0,-1 0 0 0 0,1 1 0 0 0,0 0 0 0 0,-1-1 0 0 0,1 1 0 0 0,-1 1 0 0 0,0-1 0 0 0,1 1 0 0 0,-1 0 0 0 0,0-1 0 0 0,-1 2 0 0 0,1-1 1 0 0,0 0-1 0 0,-1 1 0 0 0,0 0 0 0 0,0 0 0 0 0,0 0 0 0 0,3 6 0 0 0,7 11 1201 0 0,-2 0 1 0 0,15 40-1 0 0,-25-59-1402 0 0,7 16 368 0 0,-9-24 430 0 0,-5-30 221 0 0,5 12-1003 0 0,2 1 1 0 0,0-1 0 0 0,2 1-1 0 0,9-42 1 0 0,-7 49-907 0 0,0 0 0 0 0,1 1 0 0 0,1-1 0 0 0,11-19 0 0 0,-7 20-5538 0 0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8:39.7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48 221 6913 0 0,'5'7'686'0'0,"-1"0"1"0"0,0 0-1 0 0,0 1 0 0 0,-1 0 0 0 0,1-1 0 0 0,-2 1 0 0 0,1 0 0 0 0,-1 1 0 0 0,1 12 0 0 0,0 10 600 0 0,-2 39 0 0 0,0-11-3493 0 0,0-55 1744 0 0,-1-1 403 0 0,0-1 0 0 0,1 0 0 0 0,-1 0 0 0 0,0 0 0 0 0,0 0 0 0 0,0 1 0 0 0,-1-1 0 0 0,1 0 0 0 0,0 0 0 0 0,-2 4 0 0 0,-2-5 47 0 0</inkml:trace>
  <inkml:trace contextRef="#ctx0" brushRef="#br0" timeOffset="1">3 15 10594 0 0,'-2'-4'944'0'0,"1"0"-751"0"0,2 0 679 0 0,1 3-400 0 0,-1-1 0 0 0,0 2-472 0 0,1 6 0 0 0,0 3-96 0 0,6 21-1448 0 0,-3-11-185 0 0,3 4-63 0 0,0-1-1 0 0,0-1 1409 0 0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8:40.1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213 327 3225 0 0,'0'-1'99'0'0,"0"-1"0"0"0,0 1 0 0 0,0 0 1 0 0,0-1-1 0 0,0 1 0 0 0,-1 0 0 0 0,1 0 0 0 0,-1 0 1 0 0,1-1-1 0 0,-1 1 0 0 0,1 0 0 0 0,-1 0 1 0 0,0 0-1 0 0,1 0 0 0 0,-1 0 0 0 0,0 0 0 0 0,0 0 1 0 0,0 0-1 0 0,0 0 0 0 0,0 0 0 0 0,0 0 1 0 0,0 1-1 0 0,0-1 0 0 0,0 0 0 0 0,-2 0 0 0 0,0 1 224 0 0,0-1-1 0 0,1 1 0 0 0,-1 0 0 0 0,0 0 0 0 0,0 0 0 0 0,0 1 0 0 0,1-1 1 0 0,-1 1-1 0 0,0-1 0 0 0,0 1 0 0 0,-4 2 0 0 0,-4 2 136 0 0,0 0 1 0 0,0 0-1 0 0,1 2 0 0 0,0-1 1 0 0,0 1-1 0 0,1 1 0 0 0,-1 0 1 0 0,2 0-1 0 0,-15 16 1 0 0,19-18-351 0 0,-1-1 0 0 0,1 0 0 0 0,0 1 0 0 0,0 0 0 0 0,1 0 0 0 0,0 0 0 0 0,0 0 0 0 0,0 1 0 0 0,1-1 1 0 0,0 1-1 0 0,0 0 0 0 0,0-1 0 0 0,1 1 0 0 0,0 0 0 0 0,0 0 0 0 0,1 0 0 0 0,0 0 0 0 0,1 9 0 0 0,0-14-167 0 0,-1 0 0 0 0,1 0 0 0 0,-1 0 0 0 0,1 0 0 0 0,0 0 0 0 0,0 0 0 0 0,0 0 0 0 0,0 0 0 0 0,0 0 0 0 0,0 0 0 0 0,0 0 0 0 0,1-1 0 0 0,-1 1 0 0 0,1 0 0 0 0,-1-1 0 0 0,1 1 0 0 0,0-1 0 0 0,-1 0-1 0 0,1 0 1 0 0,0 1 0 0 0,0-1 0 0 0,0 0 0 0 0,0-1 0 0 0,0 1 0 0 0,0 0 0 0 0,0 0 0 0 0,0-1 0 0 0,0 0 0 0 0,1 1 0 0 0,-1-1 0 0 0,0 0 0 0 0,0 0 0 0 0,0 0 0 0 0,0 0 0 0 0,1 0 0 0 0,-1-1 0 0 0,0 1-1 0 0,0-1 1 0 0,3 0 0 0 0,4-2-510 0 0,-1 0 0 0 0,0 0 0 0 0,0 0 0 0 0,0-1 0 0 0,0 0 0 0 0,-1-1-1 0 0,0 0 1 0 0,12-9 0 0 0,-4-1-564 0 0</inkml:trace>
  <inkml:trace contextRef="#ctx0" brushRef="#br0" timeOffset="1">249 349 3681 0 0,'10'-75'327'0'0,"-9"59"555"0"0,-1 1 1 0 0,-4-29-1 0 0,1 8 386 0 0,2 13-415 0 0,0-9 1801 0 0,-2-1 1 0 0,-7-35 0 0 0,6 61-135 0 0,1 17-1241 0 0,0 17-515 0 0,2 18-901 0 0,2-1-1 0 0,2 1 1 0 0,2 0-1 0 0,2-1 0 0 0,2 0 1 0 0,19 59-1 0 0,-14-65-7167 0 0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8:40.5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69 1 11058 0 0,'-2'0'101'0'0,"0"1"-1"0"0,0-1 0 0 0,1 1 0 0 0,-1 0 0 0 0,0 0 0 0 0,1-1 0 0 0,-1 1 1 0 0,0 0-1 0 0,1 0 0 0 0,0 1 0 0 0,-1-1 0 0 0,1 0 0 0 0,0 0 1 0 0,-1 1-1 0 0,1-1 0 0 0,0 1 0 0 0,0-1 0 0 0,0 1 0 0 0,0-1 0 0 0,0 1 1 0 0,1 0-1 0 0,-1-1 0 0 0,0 3 0 0 0,-16 47 956 0 0,15-44-850 0 0,-3 11 104 0 0,1 0 0 0 0,0 1 0 0 0,2-1-1 0 0,-1 37 1 0 0,3-51-324 0 0,1 0 0 0 0,-1 1 0 0 0,1-1 1 0 0,0 0-1 0 0,0 0 0 0 0,0 0 0 0 0,0 0 0 0 0,1 0 0 0 0,-1 0 0 0 0,1 0 1 0 0,0 0-1 0 0,4 4 0 0 0,-4-6-30 0 0,0 0 1 0 0,0 0-1 0 0,0-1 0 0 0,0 1 1 0 0,0-1-1 0 0,0 1 0 0 0,0-1 1 0 0,1 0-1 0 0,-1 0 0 0 0,1 0 1 0 0,-1 0-1 0 0,1 0 0 0 0,-1-1 1 0 0,1 1-1 0 0,-1-1 0 0 0,1 1 1 0 0,0-1-1 0 0,-1 0 0 0 0,1 0 1 0 0,0 0-1 0 0,-1-1 0 0 0,3 0 1 0 0,1 1-8 0 0,0-1 1 0 0,0-1 0 0 0,-1 1 0 0 0,1-1 0 0 0,-1 0 0 0 0,1 0 0 0 0,-1 0 0 0 0,0-1 0 0 0,0 0 0 0 0,0 0 0 0 0,0 0 0 0 0,-1-1 0 0 0,1 0 0 0 0,-1 0 0 0 0,0 0-1 0 0,0 0 1 0 0,0 0 0 0 0,-1-1 0 0 0,1 0 0 0 0,-1 0 0 0 0,0 0 0 0 0,-1 0 0 0 0,1 0 0 0 0,-1 0 0 0 0,0-1 0 0 0,2-6 0 0 0,-3 5 159 0 0,0 0 0 0 0,0 0 0 0 0,0 1 1 0 0,0-1-1 0 0,-1 0 0 0 0,0 0 0 0 0,-1 0 0 0 0,0 0 1 0 0,0 0-1 0 0,0 1 0 0 0,-1-1 0 0 0,0 0 1 0 0,0 1-1 0 0,-1-1 0 0 0,1 1 0 0 0,-1 0 0 0 0,-1 0 1 0 0,1 0-1 0 0,-1 0 0 0 0,0 1 0 0 0,-8-9 0 0 0,9 11-108 0 0,-1 0 0 0 0,1 0 0 0 0,0 0-1 0 0,-1 0 1 0 0,0 1 0 0 0,0 0 0 0 0,0-1-1 0 0,0 1 1 0 0,0 1 0 0 0,0-1-1 0 0,0 0 1 0 0,-1 1 0 0 0,1 0 0 0 0,-1 0-1 0 0,1 1 1 0 0,0-1 0 0 0,-1 1-1 0 0,0 0 1 0 0,1 0 0 0 0,-1 0 0 0 0,1 1-1 0 0,0-1 1 0 0,-6 3 0 0 0,-12 4-1003 0 0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8:40.9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113 1 7370 0 0,'-1'-1'189'0'0,"0"1"-1"0"0,-1 0 1 0 0,1 0 0 0 0,0 1 0 0 0,0-1 0 0 0,0 0 0 0 0,0 0 0 0 0,0 1 0 0 0,-1-1 0 0 0,1 0 0 0 0,0 1 0 0 0,0-1 0 0 0,0 1 0 0 0,0-1 0 0 0,0 1 0 0 0,0 0-1 0 0,0-1 1 0 0,0 1 0 0 0,0 0 0 0 0,1 0 0 0 0,-1 0 0 0 0,0 0 0 0 0,-1 1 0 0 0,-22 27 1839 0 0,23-28-1909 0 0,-7 10 278 0 0,1 1-1 0 0,0 0 1 0 0,0 0 0 0 0,1 1-1 0 0,1-1 1 0 0,0 1 0 0 0,1 1-1 0 0,1-1 1 0 0,0 0 0 0 0,0 1-1 0 0,2 0 1 0 0,-1 22 0 0 0,1-24-308 0 0,2 1-1 0 0,0 0 1 0 0,0-1 0 0 0,1 1 0 0 0,1-1 0 0 0,0 1-1 0 0,1-1 1 0 0,0 0 0 0 0,1 0 0 0 0,0-1 0 0 0,1 1-1 0 0,0-1 1 0 0,14 18 0 0 0,7 3-462 0 0,-10-13-1989 0 0,21 30 0 0 0,-29-33 803 0 0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8:41.3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7 609 8754 0 0,'0'0'30'0'0,"-1"0"-1"0"0,1 0 1 0 0,0 0 0 0 0,0 0-1 0 0,-1-1 1 0 0,1 1 0 0 0,0 0-1 0 0,0 0 1 0 0,-1 0 0 0 0,1 0 0 0 0,0 0-1 0 0,0 0 1 0 0,-1 0 0 0 0,1-1-1 0 0,0 1 1 0 0,0 0 0 0 0,0 0-1 0 0,-1 0 1 0 0,1-1 0 0 0,0 1 0 0 0,0 0-1 0 0,0 0 1 0 0,0 0 0 0 0,0-1-1 0 0,-1 1 1 0 0,1 0 0 0 0,0 0-1 0 0,0-1 1 0 0,0 1 0 0 0,0 0 0 0 0,0 0-1 0 0,0-1 1 0 0,0 1 0 0 0,0 0-1 0 0,0-1 1 0 0,0 1 0 0 0,0 0-1 0 0,0 0 1 0 0,0-1 0 0 0,0 1 0 0 0,0 0-1 0 0,0 0 1 0 0,0-1 0 0 0,0 1-1 0 0,1 0 1 0 0,-1 0 0 0 0,0-1-1 0 0,0 1 1 0 0,0 0 0 0 0,0 0-1 0 0,0 0 1 0 0,1-1 0 0 0,-1 1 0 0 0,18-19 1319 0 0,27-15 9 0 0,-38 29-1105 0 0,110-73-386 0 0,57-43-7806 0 0,-144 98 7790 0 0</inkml:trace>
  <inkml:trace contextRef="#ctx0" brushRef="#br0" timeOffset="1">651 7 10594 0 0,'0'0'59'0'0,"0"0"-1"0"0,0 0 1 0 0,0-1-1 0 0,0 1 1 0 0,0 0-1 0 0,0 0 1 0 0,0-1-1 0 0,0 1 1 0 0,0 0-1 0 0,0 0 1 0 0,0 0-1 0 0,0-1 1 0 0,0 1-1 0 0,0 0 1 0 0,0 0 0 0 0,0-1-1 0 0,0 1 1 0 0,-1 0-1 0 0,1 0 1 0 0,0 0-1 0 0,0-1 1 0 0,0 1-1 0 0,0 0 1 0 0,-1 0-1 0 0,1 0 1 0 0,0 0-1 0 0,0 0 1 0 0,0-1-1 0 0,-1 1 1 0 0,1 0-1 0 0,0 0 1 0 0,0 0-1 0 0,0 0 1 0 0,-1 0-1 0 0,1 0 1 0 0,0 0-1 0 0,0 0 1 0 0,-1 0-1 0 0,1 0 1 0 0,0 0-1 0 0,0 0 1 0 0,-1 0-1 0 0,1 0 1 0 0,0 0-1 0 0,0 0 1 0 0,-1 0 0 0 0,-16 8 2269 0 0,-13 16-215 0 0,21-15-1983 0 0,0 1 0 0 0,0 1 0 0 0,1 0 0 0 0,0 0 0 0 0,0 0 0 0 0,2 1 0 0 0,-1 0-1 0 0,2 0 1 0 0,-1 1 0 0 0,2 0 0 0 0,0 0 0 0 0,-4 19 0 0 0,7-24-154 0 0,-1 0-1 0 0,2 0 1 0 0,-1 0 0 0 0,1 0-1 0 0,1 0 1 0 0,-1 0 0 0 0,1 0-1 0 0,1 0 1 0 0,0 0 0 0 0,0-1 0 0 0,0 1-1 0 0,1 0 1 0 0,0-1 0 0 0,0 0-1 0 0,1 0 1 0 0,0 0 0 0 0,0 0 0 0 0,1 0-1 0 0,0-1 1 0 0,0 0 0 0 0,0 0-1 0 0,9 7 1 0 0,25 16-5322 0 0,-18-16-486 0 0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8:41.7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1 278 13363 0 0,'1'-5'240'0'0,"1"0"1"0"0,0 1-1 0 0,0-1 1 0 0,0 1-1 0 0,1 0 0 0 0,-1-1 1 0 0,1 1-1 0 0,0 0 1 0 0,0 1-1 0 0,7-7 1 0 0,44-36 1882 0 0,-34 29-1806 0 0,10-9-67 0 0,2 1 0 0 0,0 1 1 0 0,1 2-1 0 0,67-33 0 0 0,-96 53-621 0 0,0 0 0 0 0,0 1 0 0 0,0 0 0 0 0,0 0 0 0 0,0 0 0 0 0,0 0 0 0 0,0 1 0 0 0,0 0 0 0 0,0 0 1 0 0,0 0-1 0 0,0 0 0 0 0,0 0 0 0 0,7 2 0 0 0,6 5-1580 0 0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8:44.4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208 33 7370 0 0,'-1'-2'217'0'0,"0"1"1"0"0,1 0 0 0 0,-1 0-1 0 0,-1 0 1 0 0,1 0 0 0 0,0 0 0 0 0,0 0-1 0 0,0 0 1 0 0,0 0 0 0 0,-1 0 0 0 0,1 0-1 0 0,0 1 1 0 0,-1-1 0 0 0,1 1-1 0 0,0-1 1 0 0,-1 1 0 0 0,1-1 0 0 0,-1 1-1 0 0,1 0 1 0 0,-1-1 0 0 0,1 1-1 0 0,-1 0 1 0 0,1 0 0 0 0,-1 0 0 0 0,1 0-1 0 0,-1 1 1 0 0,1-1 0 0 0,-1 0 0 0 0,1 1-1 0 0,-1-1 1 0 0,1 1 0 0 0,-1-1-1 0 0,1 1 1 0 0,0 0 0 0 0,-3 1 0 0 0,-2 1 171 0 0,-1 1 0 0 0,1-1 0 0 0,1 1 0 0 0,-1 0 0 0 0,0 1 0 0 0,-7 7-1 0 0,-1 5-198 0 0,1 0-1 0 0,0 0 1 0 0,2 2-1 0 0,-13 24 1 0 0,18-32-267 0 0,1 0 1 0 0,1 1-1 0 0,0 0 1 0 0,0-1-1 0 0,1 1 1 0 0,1 1-1 0 0,0-1 1 0 0,-1 24-1 0 0,3-34 32 0 0,0-1 1 0 0,0 1-1 0 0,0 0 0 0 0,0 0 0 0 0,0-1 0 0 0,1 1 0 0 0,-1 0 1 0 0,1 0-1 0 0,-1-1 0 0 0,1 1 0 0 0,-1 0 0 0 0,1-1 0 0 0,0 1 1 0 0,0-1-1 0 0,0 1 0 0 0,0-1 0 0 0,0 0 0 0 0,0 1 0 0 0,0-1 1 0 0,3 2-1 0 0,-3-2-34 0 0,1-1-1 0 0,-1 1 1 0 0,0-1 0 0 0,1 1 0 0 0,-1-1 0 0 0,1 0-1 0 0,-1 0 1 0 0,1 0 0 0 0,0 0 0 0 0,-1 0-1 0 0,1 0 1 0 0,-1 0 0 0 0,1 0 0 0 0,-1-1 0 0 0,1 1-1 0 0,-1 0 1 0 0,1-1 0 0 0,1 0 0 0 0,4-3-188 0 0,0 1 0 0 0,0-1 0 0 0,-1 0 1 0 0,0-1-1 0 0,0 0 0 0 0,0 0 0 0 0,10-10 0 0 0,-5 1 256 0 0,0-1 0 0 0,0 0 0 0 0,-2 0 0 0 0,0-1 0 0 0,-1 0 0 0 0,7-19 0 0 0,-11 24 730 0 0,0-1 0 0 0,-1 0 0 0 0,-1 0 0 0 0,0 0 0 0 0,1-24 0 0 0,-2 46-441 0 0,0 0-1 0 0,0 0 1 0 0,1-1 0 0 0,1 1-1 0 0,0 0 1 0 0,0-1-1 0 0,1 1 1 0 0,0-1 0 0 0,0 0-1 0 0,1 0 1 0 0,9 12 0 0 0,-9-13-370 0 0,1-1 0 0 0,0 0 0 0 0,0-1 0 0 0,0 1 0 0 0,1-1 1 0 0,0 0-1 0 0,0-1 0 0 0,0 1 0 0 0,1-2 0 0 0,0 1 0 0 0,0-1 1 0 0,0 0-1 0 0,17 5 0 0 0,-22-8 32 0 0,0 0 0 0 0,0 0 0 0 0,-1-1 0 0 0,1 1 1 0 0,0-1-1 0 0,0 0 0 0 0,0 0 0 0 0,0 0 0 0 0,0 0 0 0 0,0 0 1 0 0,-1-1-1 0 0,1 1 0 0 0,0-1 0 0 0,0 0 0 0 0,0 0 0 0 0,-1 0 0 0 0,1 0 1 0 0,0 0-1 0 0,-1-1 0 0 0,1 1 0 0 0,-1-1 0 0 0,0 0 0 0 0,5-3 0 0 0,-3-1-11 0 0,0 1-1 0 0,0-1 1 0 0,-1 0 0 0 0,0 0-1 0 0,0 0 1 0 0,0 0-1 0 0,-1-1 1 0 0,0 1-1 0 0,2-9 1 0 0,0-4-52 0 0,14-41-363 0 0,-17 56 487 0 0,1 1 0 0 0,-1 0 0 0 0,1 0 0 0 0,-1-1 0 0 0,1 1 0 0 0,0 0 0 0 0,1 1 0 0 0,-1-1 0 0 0,0 0 0 0 0,1 1 0 0 0,-1-1 0 0 0,1 1 0 0 0,0 0 0 0 0,3-3 0 0 0,-5 5 38 0 0,0 0 0 0 0,0 0 0 0 0,-1 0 0 0 0,1 0 0 0 0,0 0 0 0 0,0 0 0 0 0,0 0-1 0 0,-1 0 1 0 0,1 0 0 0 0,0 0 0 0 0,0 0 0 0 0,0 1 0 0 0,-1-1 0 0 0,1 0 0 0 0,0 0 0 0 0,0 1-1 0 0,-1-1 1 0 0,1 1 0 0 0,0-1 0 0 0,-1 1 0 0 0,1-1 0 0 0,-1 1 0 0 0,1-1 0 0 0,0 1 0 0 0,-1-1-1 0 0,1 1 1 0 0,-1 0 0 0 0,1-1 0 0 0,-1 1 0 0 0,0 0 0 0 0,1-1 0 0 0,-1 1 0 0 0,0 0-1 0 0,1 0 1 0 0,-1-1 0 0 0,0 3 0 0 0,13 36 695 0 0,-10-28-650 0 0,0-3-218 0 0,0 0 0 0 0,0 0 0 0 0,1-1 0 0 0,0 0 1 0 0,8 11-1 0 0,-10-15 49 0 0,0-1 0 0 0,0 0 1 0 0,0 0-1 0 0,0 0 1 0 0,0 0-1 0 0,1 0 0 0 0,-1 0 1 0 0,1-1-1 0 0,-1 1 1 0 0,1-1-1 0 0,-1 1 0 0 0,1-1 1 0 0,0 0-1 0 0,0 0 1 0 0,-1 0-1 0 0,1-1 0 0 0,0 1 1 0 0,0-1-1 0 0,3 1 1 0 0,-5-2 115 0 0,1 1 1 0 0,-1 0-1 0 0,0-1 1 0 0,1 0-1 0 0,-1 1 1 0 0,0-1-1 0 0,0 0 0 0 0,0 1 1 0 0,1-1-1 0 0,-1 0 1 0 0,0 0-1 0 0,0 0 1 0 0,0 0-1 0 0,-1 0 1 0 0,1 0-1 0 0,0 0 1 0 0,0 0-1 0 0,0 0 1 0 0,-1-1-1 0 0,1 1 1 0 0,-1 0-1 0 0,1 0 1 0 0,-1-1-1 0 0,1-2 1 0 0,10-37 833 0 0,-10 35-869 0 0,1-6 32 0 0,0 1-1 0 0,1-1 1 0 0,0 1-1 0 0,1 0 1 0 0,0 0 0 0 0,1 0-1 0 0,0 1 1 0 0,1-1-1 0 0,12-17 1 0 0,-17 28-7 0 0,0-1 0 0 0,-1 1 0 0 0,1-1-1 0 0,0 0 1 0 0,0 1 0 0 0,0-1 0 0 0,0 1 0 0 0,0 0 0 0 0,0-1 0 0 0,0 1-1 0 0,0 0 1 0 0,0-1 0 0 0,-1 1 0 0 0,1 0 0 0 0,0 0 0 0 0,0 0-1 0 0,0 0 1 0 0,0 0 0 0 0,0 0 0 0 0,0 0 0 0 0,0 0 0 0 0,0 1 0 0 0,0-1-1 0 0,0 0 1 0 0,0 0 0 0 0,0 1 0 0 0,0-1 0 0 0,0 1 0 0 0,0-1-1 0 0,0 1 1 0 0,0-1 0 0 0,-1 1 0 0 0,1-1 0 0 0,0 1 0 0 0,0 0 0 0 0,-1 0-1 0 0,1-1 1 0 0,0 1 0 0 0,-1 0 0 0 0,1 0 0 0 0,0 1 0 0 0,5 6 232 0 0,0 0-1 0 0,-1 1 1 0 0,6 11 0 0 0,-3-5-413 0 0,-1-5 434 0 0,5 5-2536 0 0,-12-15 2191 0 0,1 0 1 0 0,0-1-1 0 0,0 1 0 0 0,-1-1 1 0 0,1 1-1 0 0,0-1 0 0 0,-1 1 1 0 0,1-1-1 0 0,0 1 1 0 0,-1-1-1 0 0,1 1 0 0 0,-1-1 1 0 0,1 0-1 0 0,-1 1 0 0 0,1-1 1 0 0,-1 0-1 0 0,1 0 0 0 0,-1 1 1 0 0,0-1-1 0 0,1 0 0 0 0,-1 0 1 0 0,0 0-1 0 0,0 1 1 0 0,1-3-1 0 0,8-20-443 0 0,-7 16 535 0 0,0 0 0 0 0,0 0 0 0 0,1 0 0 0 0,0 1 0 0 0,1-1 0 0 0,-1 1 0 0 0,1 0 0 0 0,0 0 0 0 0,8-8 0 0 0,-12 14 5 0 0,0 0 1 0 0,1 0 0 0 0,-1 0-1 0 0,1 0 1 0 0,-1-1-1 0 0,0 1 1 0 0,1 0 0 0 0,-1 0-1 0 0,0 0 1 0 0,1 0-1 0 0,-1 0 1 0 0,1 0-1 0 0,-1 0 1 0 0,0 0 0 0 0,1 0-1 0 0,-1 0 1 0 0,1 0-1 0 0,-1 0 1 0 0,0 1 0 0 0,1-1-1 0 0,-1 0 1 0 0,0 0-1 0 0,1 0 1 0 0,-1 0 0 0 0,0 1-1 0 0,1-1 1 0 0,-1 0-1 0 0,0 0 1 0 0,1 1-1 0 0,-1-1 1 0 0,0 0 0 0 0,1 0-1 0 0,-1 1 1 0 0,0-1-1 0 0,0 0 1 0 0,0 1 0 0 0,1-1-1 0 0,-1 0 1 0 0,0 1-1 0 0,0-1 1 0 0,0 1 0 0 0,0-1-1 0 0,0 1 1 0 0,10 22-103 0 0,-7-14-561 0 0,1-1-254 0 0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8:44.8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 8754 0 0,'1'0'99'0'0,"-1"-1"0"0"0,0 1 1 0 0,1 0-1 0 0,-1-1 0 0 0,1 1 1 0 0,-1-1-1 0 0,1 1 0 0 0,-1 0 1 0 0,1-1-1 0 0,0 1 0 0 0,-1 0 1 0 0,1 0-1 0 0,-1 0 0 0 0,1-1 0 0 0,0 1 1 0 0,-1 0-1 0 0,1 0 0 0 0,-1 0 1 0 0,1 0-1 0 0,0 0 0 0 0,-1 0 1 0 0,1 0-1 0 0,0 0 0 0 0,-1 0 1 0 0,1 0-1 0 0,-1 1 0 0 0,1-1 1 0 0,0 0-1 0 0,-1 0 0 0 0,2 1 0 0 0,14 17 1849 0 0,4 28 362 0 0,-6 11-927 0 0,-2 0-1 0 0,6 90 1 0 0,-9-57-2430 0 0,-5-53-4821 0 0,-5-21 123 0 0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8:45.2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28 5985 0 0,'7'-4'484'0'0,"1"0"0"0"0,0 1 0 0 0,0 0 1 0 0,0 0-1 0 0,0 0 0 0 0,0 1 0 0 0,15-2 0 0 0,-18 4-227 0 0,-1-1 0 0 0,0 0-1 0 0,1 1 1 0 0,-1 0 0 0 0,1 0 0 0 0,-1 1 0 0 0,0-1 0 0 0,1 1 0 0 0,-1 0-1 0 0,0 0 1 0 0,0 0 0 0 0,1 0 0 0 0,-1 1 0 0 0,0 0 0 0 0,0 0 0 0 0,6 4-1 0 0,-8-3-186 0 0,0-1-1 0 0,0 1 0 0 0,-1 0 0 0 0,1 0 0 0 0,-1 0 0 0 0,1 0 0 0 0,-1 0 0 0 0,0 0 1 0 0,0 0-1 0 0,-1 0 0 0 0,1 0 0 0 0,-1 1 0 0 0,1-1 0 0 0,-1 0 0 0 0,0 0 0 0 0,0 1 1 0 0,0-1-1 0 0,-1 0 0 0 0,1 0 0 0 0,-1 0 0 0 0,-1 4 0 0 0,-1 8-144 0 0,-2 0 1 0 0,-11 27-1 0 0,4-17-1245 0 0,-26 40 0 0 0,30-53 538 0 0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8:45.6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9674 0 0,'4'18'9337'0'0,"-2"30"-7000"0"0,-1-4-1459 0 0,3 56-495 0 0,3 33-261 0 0,-4-115-2217 0 0,0 0-1 0 0,10 30 1 0 0,-6-29-4972 0 0</inkml:trace>
  <inkml:trace contextRef="#ctx0" brushRef="#br0" timeOffset="1">243 296 8466 0 0,'1'3'693'0'0,"0"1"0"0"0,0 0 0 0 0,0 0 0 0 0,1-1 1 0 0,0 1-1 0 0,-1-1 0 0 0,4 5 0 0 0,6 13 2185 0 0,6 42-439 0 0,-12-20-7224 0 0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8:45.9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1 218 8754 0 0,'0'-4'384'0'0,"0"1"88"0"0,1 1-376 0 0,0-1-96 0 0,1 2 0 0 0,-1 0 208 0 0,1-1 24 0 0,1 0 8 0 0,1-1 0 0 0,1 0-1104 0 0,2 1-216 0 0,1 3-40 0 0,-1 0-17 0 0,3 2 881 0 0</inkml:trace>
  <inkml:trace contextRef="#ctx0" brushRef="#br0" timeOffset="1">226 0 6913 0 0,'4'4'440'0'0,"-1"0"-1"0"0,0 0 0 0 0,0 0 0 0 0,0 0 0 0 0,0 0 1 0 0,-1 1-1 0 0,0-1 0 0 0,0 1 0 0 0,0 0 0 0 0,0 0 0 0 0,-1-1 1 0 0,2 7-1 0 0,2 6 477 0 0,61 133 6011 0 0,-3-13-4516 0 0,-52-107-2955 0 0,-1-1-1 0 0,11 55 0 0 0,-18-41-1900 0 0,-3-14-2749 0 0,-2-6-688 0 0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8:46.3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1 124 7370 0 0,'7'-6'811'0'0,"1"0"0"0"0,0 1 0 0 0,0 0 0 0 0,14-7 0 0 0,10-6 351 0 0,68-44-4552 0 0,-83 52 3283 0 0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8:46.7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68 5985 0 0,'11'7'12642'0'0,"-9"5"-12208"0"0,10 45 370 0 0,-11-55-807 0 0,0 1 1 0 0,-1-1 0 0 0,1 0 0 0 0,0 0 0 0 0,0-1 0 0 0,0 1 0 0 0,0 0 0 0 0,0 0 0 0 0,0 0 0 0 0,1-1 0 0 0,-1 1-1 0 0,0-1 1 0 0,1 1 0 0 0,0-1 0 0 0,-1 1 0 0 0,1-1 0 0 0,0 0 0 0 0,-1 0 0 0 0,1 0 0 0 0,0 0 0 0 0,0 0 0 0 0,0 0-1 0 0,0 0 1 0 0,2 0 0 0 0,-1-1-20 0 0,-1-1-1 0 0,0 1 1 0 0,1 0-1 0 0,-1-1 0 0 0,0 0 1 0 0,1 1-1 0 0,-1-1 1 0 0,0 0-1 0 0,0 0 1 0 0,0 0-1 0 0,0-1 0 0 0,0 1 1 0 0,0 0-1 0 0,0-1 1 0 0,0 1-1 0 0,0-1 1 0 0,2-3-1 0 0,29-37 53 0 0,-22 27 33 0 0,7-9 8 0 0,-13 16-42 0 0,0 1 0 0 0,1-1 0 0 0,-1 1 0 0 0,2 0 0 0 0,-1 0 0 0 0,1 1 0 0 0,0 0 0 0 0,1 0 0 0 0,14-9 0 0 0,-21 15 10 0 0,0-1 0 0 0,-1 1 0 0 0,1 0 1 0 0,0-1-1 0 0,0 1 0 0 0,0 0 0 0 0,0 0 0 0 0,0 0 0 0 0,-1 0 0 0 0,1 0 0 0 0,0 0 0 0 0,0 0 0 0 0,0 0 0 0 0,0 0 0 0 0,0 0 1 0 0,0 0-1 0 0,-1 0 0 0 0,1 1 0 0 0,0-1 0 0 0,0 0 0 0 0,0 1 0 0 0,0-1 0 0 0,-1 1 0 0 0,1-1 0 0 0,1 2 0 0 0,0-1 38 0 0,-1 1-1 0 0,0 0 1 0 0,1-1-1 0 0,-1 1 0 0 0,0 0 1 0 0,0 0-1 0 0,0 0 1 0 0,0 0-1 0 0,0 0 0 0 0,0 3 1 0 0,1 4 102 0 0,0 0 1 0 0,-1 0-1 0 0,0 0 1 0 0,0 10-1 0 0,-4 54 94 0 0,-18 97-1 0 0,11-101-279 0 0,6-41-241 0 0,-1 0 1 0 0,-15 43 0 0 0,9-45 194 0 0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8:47.8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26 110 3681 0 0,'-1'0'205'0'0,"0"0"0"0"0,0 0-1 0 0,0 0 1 0 0,0 0 0 0 0,0 0 0 0 0,0 0 0 0 0,0 0 0 0 0,0 0 0 0 0,0-1-1 0 0,0 1 1 0 0,0 0 0 0 0,0 0 0 0 0,0-1 0 0 0,0 1 0 0 0,1-1 0 0 0,-1 1-1 0 0,0-1 1 0 0,0 1 0 0 0,0-1 0 0 0,1 0 0 0 0,-1 1 0 0 0,0-1 0 0 0,1 0 0 0 0,-1 1-1 0 0,0-1 1 0 0,0-1 0 0 0,1 0 19 0 0,-1 1 0 0 0,1-1 0 0 0,0 1 0 0 0,0-1 0 0 0,0 1 0 0 0,0-1 0 0 0,0 1 0 0 0,0-1-1 0 0,1 1 1 0 0,-1 0 0 0 0,0-1 0 0 0,1 1 0 0 0,-1-1 0 0 0,1 1 0 0 0,0-2 0 0 0,2-4 202 0 0,1 1-1 0 0,0 0 1 0 0,0 1 0 0 0,0-1 0 0 0,0 1 0 0 0,8-8-1 0 0,-7 10-479 0 0,-1-1 1 0 0,1 1-1 0 0,0 0 0 0 0,0 1 0 0 0,0-1 0 0 0,8-2 0 0 0,-1 2-853 0 0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8:48.3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 0 8290 0 0,'5'11'980'0'0,"0"1"0"0"0,0-1 0 0 0,-1 1 0 0 0,-1 0 1 0 0,0 0-1 0 0,2 15 0 0 0,-3-13-384 0 0,1-3-313 0 0,-2-1 0 0 0,1 1 0 0 0,-2 0 0 0 0,1 0 0 0 0,-2 0 0 0 0,1 0-1 0 0,-3 11 1 0 0,2-16-375 0 0,-1 0-1 0 0,0 0 1 0 0,0 0-1 0 0,-1 0 0 0 0,0 0 1 0 0,0 0-1 0 0,0-1 1 0 0,0 1-1 0 0,-1-1 1 0 0,0 0-1 0 0,0 0 0 0 0,0 0 1 0 0,-8 5-1 0 0,-3 2-754 0 0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8:49.3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234 1 9674 0 0,'-3'0'345'0'0,"-1"1"0"0"0,1-1 0 0 0,0 1 0 0 0,-1 0 0 0 0,1 0 0 0 0,0 0 0 0 0,0 1 0 0 0,0-1 0 0 0,0 1 0 0 0,0 0 0 0 0,-3 2 0 0 0,-31 27 1557 0 0,32-27-1543 0 0,-11 12 249 0 0,0 1 0 0 0,0 1 0 0 0,2 0-1 0 0,0 1 1 0 0,-12 23 0 0 0,18-30-533 0 0,2 1-1 0 0,0 0 1 0 0,0 1 0 0 0,1 0-1 0 0,1-1 1 0 0,0 1-1 0 0,1 1 1 0 0,0-1 0 0 0,0 22-1 0 0,3-31-88 0 0,1 1 0 0 0,-1-1 0 0 0,1 0 0 0 0,0 1 0 0 0,1-1 0 0 0,-1 0-1 0 0,1 0 1 0 0,0 0 0 0 0,1 0 0 0 0,-1 0 0 0 0,1 0 0 0 0,0 0 0 0 0,0-1-1 0 0,5 6 1 0 0,-7-9-38 0 0,0 1 0 0 0,1-1 0 0 0,-1 0-1 0 0,1 0 1 0 0,-1 0 0 0 0,1 0 0 0 0,-1 0 0 0 0,1 0-1 0 0,0 0 1 0 0,-1 0 0 0 0,1-1 0 0 0,0 1-1 0 0,0-1 1 0 0,0 1 0 0 0,-1-1 0 0 0,1 0 0 0 0,4 0-1 0 0,-4 0-27 0 0,1-1-1 0 0,-1 1 0 0 0,0-1 0 0 0,0 0 0 0 0,1 0 0 0 0,-1 0 0 0 0,0 0 1 0 0,0 0-1 0 0,0 0 0 0 0,0-1 0 0 0,0 1 0 0 0,0-1 0 0 0,-1 0 1 0 0,1 1-1 0 0,0-1 0 0 0,-1 0 0 0 0,3-3 0 0 0,5-7-95 0 0,-1-1-1 0 0,-1 0 0 0 0,1 0 1 0 0,-2 0-1 0 0,0-1 0 0 0,5-17 1 0 0,15-86 334 0 0,-12 42 1480 0 0,-14 74-1518 0 0,0-1-1 0 0,0 1 0 0 0,1-1 1 0 0,-1 0-1 0 0,1 1 0 0 0,-1-1 0 0 0,1 1 1 0 0,0-1-1 0 0,0 1 0 0 0,-1 0 1 0 0,1-1-1 0 0,2-1 0 0 0,-3 3-87 0 0,0 0 0 0 0,1 0-1 0 0,-1 0 1 0 0,0 0 0 0 0,1 0-1 0 0,-1 0 1 0 0,0 0 0 0 0,1 0-1 0 0,-1 0 1 0 0,0 0 0 0 0,1 0-1 0 0,-1 0 1 0 0,0 0 0 0 0,1 0-1 0 0,-1 0 1 0 0,0 0 0 0 0,0 0-1 0 0,1 1 1 0 0,-1-1 0 0 0,0 0-1 0 0,1 0 1 0 0,-1 0 0 0 0,0 1-1 0 0,0-1 1 0 0,0 0 0 0 0,1 0-1 0 0,-1 1 1 0 0,0-1 0 0 0,0 0-1 0 0,0 0 1 0 0,1 1 0 0 0,-1-1-1 0 0,0 0 1 0 0,0 1 0 0 0,0-1-1 0 0,0 1 1 0 0,16 45 1228 0 0,-11-29-1143 0 0,-3-12-104 0 0,1 1-1 0 0,-1-1 1 0 0,1 0 0 0 0,0 0-1 0 0,0 0 1 0 0,1 0 0 0 0,-1-1 0 0 0,1 1-1 0 0,0-1 1 0 0,0 0 0 0 0,1 0 0 0 0,-1 0-1 0 0,1-1 1 0 0,7 5 0 0 0,-6-5-489 0 0,1 0 0 0 0,-1-1 1 0 0,1 1-1 0 0,0-1 1 0 0,0-1-1 0 0,0 1 0 0 0,8 0 1 0 0,3-1-6453 0 0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8:50.1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168 54 6905 0 0,'0'0'210'0'0,"-1"0"-1"0"0,0 0 1 0 0,0-1-1 0 0,1 1 1 0 0,-1 0-1 0 0,0-1 1 0 0,1 1-1 0 0,-1 0 0 0 0,0-1 1 0 0,1 1-1 0 0,-1 0 1 0 0,1-1-1 0 0,-1 1 1 0 0,1-1-1 0 0,-1 1 0 0 0,1-1 1 0 0,-1 0-1 0 0,1 1 1 0 0,-1-1-1 0 0,1 1 1 0 0,0-1-1 0 0,-1 0 0 0 0,1 1 1 0 0,0-1-1 0 0,-1 0 1 0 0,1 0-1 0 0,0 1 1 0 0,0-1-1 0 0,0 0 0 0 0,0 0 1 0 0,0 1-1 0 0,0-2 1 0 0,-7-33 9500 0 0,-9 38-9783 0 0,12-1 118 0 0,0 0 0 0 0,1 0 0 0 0,-1 0 0 0 0,1 0 0 0 0,0 1 0 0 0,-1-1 0 0 0,1 1 0 0 0,0 0 0 0 0,1 0 0 0 0,-1 0 0 0 0,-3 5 0 0 0,-22 37-34 0 0,18-24-24 0 0,1 0 0 0 0,0 0 0 0 0,2 0 0 0 0,0 1-1 0 0,2 0 1 0 0,-6 41 0 0 0,10-52 8 0 0,0-1-1 0 0,1 1 1 0 0,0-1-1 0 0,0 1 1 0 0,1-1 0 0 0,1 1-1 0 0,0-1 1 0 0,0 0-1 0 0,1 1 1 0 0,0-1 0 0 0,1 0-1 0 0,0-1 1 0 0,0 1-1 0 0,1-1 1 0 0,0 0-1 0 0,13 16 1 0 0,-14-21-19 0 0,1 1 0 0 0,1-1 0 0 0,-1 0-1 0 0,0 0 1 0 0,1 0 0 0 0,0-1 0 0 0,0 0 0 0 0,0 0 0 0 0,0-1 0 0 0,0 1-1 0 0,1-1 1 0 0,-1-1 0 0 0,1 1 0 0 0,-1-1 0 0 0,1 0 0 0 0,-1-1-1 0 0,1 1 1 0 0,0-1 0 0 0,8-2 0 0 0,2 0-123 0 0,1 0 0 0 0,0-2 0 0 0,-1 0 1 0 0,1-1-1 0 0,32-15 0 0 0,-10 0-689 0 0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8:50.7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60 51 8754 0 0,'-14'1'767'0'0,"-15"-1"-617"0"0,12-4 2704 0 0,54-7 1153 0 0,34 0-1653 0 0,77 0 1 0 0,-71 6-1721 0 0,850-5 952 0 0,-571 14-1809 0 0,-290-7-26 0 0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8:59.6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1194 253 1376 0 0,'-7'-12'497'0'0,"0"-1"-1"0"0,-7-20 1 0 0,9 20-109 0 0,-1 1-1 0 0,1 0 1 0 0,-13-18 0 0 0,2 8 635 0 0,6 7-389 0 0,-1 1 0 0 0,0 0 0 0 0,-16-15 1 0 0,23 25-550 0 0,0 1 0 0 0,-1-1 0 0 0,1 1 0 0 0,0 1 0 0 0,-1-1 0 0 0,0 1 0 0 0,0-1 0 0 0,1 1 0 0 0,-1 1 0 0 0,0-1 1 0 0,-1 1-1 0 0,1-1 0 0 0,0 2 0 0 0,0-1 0 0 0,-7 0 0 0 0,-10 2 53 0 0,0 1-1 0 0,1 1 1 0 0,-1 1-1 0 0,1 1 1 0 0,0 1-1 0 0,0 1 1 0 0,-34 16-1 0 0,7 1-80 0 0,-88 59 0 0 0,111-64-18 0 0,1 1 0 0 0,1 1 1 0 0,0 0-1 0 0,-28 37 1 0 0,-69 109 287 0 0,21-28-193 0 0,57-85 311 0 0,-40 68-1 0 0,69-98-284 0 0,0 1-1 0 0,1 0 1 0 0,2 1 0 0 0,1 0 0 0 0,-11 49-1 0 0,12-11 123 0 0,2-1-1 0 0,2 1 0 0 0,4 1 0 0 0,2-1 1 0 0,4 0-1 0 0,2-1 0 0 0,20 80 0 0 0,-23-122-202 0 0,1-1-1 0 0,0 0 0 0 0,2-1 1 0 0,0 1-1 0 0,1-2 0 0 0,1 1 1 0 0,1-1-1 0 0,1-1 0 0 0,0 0 1 0 0,1 0-1 0 0,1-1 0 0 0,0-1 1 0 0,1-1-1 0 0,1 0 0 0 0,0-1 1 0 0,1 0-1 0 0,0-1 0 0 0,30 14 1 0 0,-8-6-21 0 0,0-1 1 0 0,1-3 0 0 0,1-1 0 0 0,1-2 0 0 0,0-2 0 0 0,0-1 0 0 0,1-3 0 0 0,1-1 0 0 0,-1-3-1 0 0,0-1 1 0 0,1-2 0 0 0,82-11 0 0 0,-86 5 56 0 0,-2-2-1 0 0,1-2 1 0 0,-1-1-1 0 0,45-21 1 0 0,-59 21-34 0 0,-2 0-1 0 0,0-2 1 0 0,0-1 0 0 0,-1-1 0 0 0,-1-1-1 0 0,0 0 1 0 0,28-32 0 0 0,-7 1 124 0 0,-2-1 0 0 0,38-63 0 0 0,-60 83-139 0 0,-1-2 0 0 0,-1 0 0 0 0,-2-1 0 0 0,-2 0 0 0 0,14-57 0 0 0,-13 29 32 0 0,-4 0 1 0 0,-1 0-1 0 0,-4-1 1 0 0,-2 0-1 0 0,-2 0 1 0 0,-4 0-1 0 0,-1 1 0 0 0,-4 0 1 0 0,-2 0-1 0 0,-25-73 1 0 0,36 128-98 0 0,-22-66 204 0 0,-54-113 0 0 0,66 162-186 0 0,-1 0 0 0 0,0 2 0 0 0,-2-1 0 0 0,0 2 0 0 0,-2 0 0 0 0,0 0 0 0 0,0 2 0 0 0,-2 0 0 0 0,-28-20 0 0 0,27 23-214 0 0,0 1 0 0 0,0 1 0 0 0,-23-9-1 0 0,36 17-57 0 0,-1 1-1 0 0,1 0 0 0 0,-1 0 0 0 0,0 0 0 0 0,1 1 0 0 0,-1 0 0 0 0,0 1 0 0 0,0-1 1 0 0,0 1-1 0 0,0 1 0 0 0,0-1 0 0 0,1 1 0 0 0,-1 0 0 0 0,-9 3 0 0 0,-7 5-5918 0 0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9:01.7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 2212 9674 0 0,'-17'-10'520'0'0,"17"10"-535"0"0,-1 0-1 0 0,1 0 1 0 0,0 0 0 0 0,0 0-1 0 0,-1 0 1 0 0,1 0 0 0 0,0 0 0 0 0,0 0-1 0 0,-1 0 1 0 0,1 0 0 0 0,0 0-1 0 0,0 0 1 0 0,-1 0 0 0 0,1 0 0 0 0,0 0-1 0 0,0 1 1 0 0,0-1 0 0 0,-1 0-1 0 0,1 0 1 0 0,0 0 0 0 0,0 0 0 0 0,0 0-1 0 0,-1 1 1 0 0,1-1 0 0 0,0 0-1 0 0,0 0 1 0 0,0 0 0 0 0,0 1 0 0 0,0-1-1 0 0,-1 0 1 0 0,1 0 0 0 0,0 0 0 0 0,0 1-1 0 0,0-1 1 0 0,0 1 0 0 0,2 31-2271 0 0,2-7 1516 0 0,-5 11 1020 0 0,1 12 1621 0 0,8 73-1 0 0,-5-104-1635 0 0,0 0 0 0 0,1-1 0 0 0,1 0 0 0 0,0 0 0 0 0,2 0 0 0 0,-1 0 0 0 0,2-1-1 0 0,10 16 1 0 0,6 2-184 0 0,2-2-1 0 0,0 0 0 0 0,3-2 0 0 0,0-1 1 0 0,1-1-1 0 0,2-1 0 0 0,1-2 0 0 0,0-2 1 0 0,53 26-1 0 0,16 2 257 0 0,2-6 0 0 0,122 35-1 0 0,-119-48-307 0 0,2-4 0 0 0,0-6-1 0 0,2-4 1 0 0,169 4 0 0 0,-217-20 60 0 0,64 4 605 0 0,226-21 1 0 0,-267 2-512 0 0,-2-4-1 0 0,0-3 1 0 0,-2-4-1 0 0,80-36 1 0 0,-46 8 281 0 0,-3-4-1 0 0,115-78 1 0 0,-174 97-391 0 0,-2-2 0 0 0,82-81 0 0 0,80-112-6 0 0,-186 201 29 0 0,31-39 222 0 0,93-148-1 0 0,21-97-261 0 0,35-105-1433 0 0,42-167 342 0 0,-211 478 179 0 0,-13 35 313 0 0,3 1 1 0 0,54-101 0 0 0,-36 78 1330 0 0,-38 74-672 0 0,2 0 0 0 0,0 0 0 0 0,2 2 0 0 0,29-41 0 0 0,-35 53 17 0 0,1 1-1 0 0,0 0 1 0 0,12-8-1 0 0,-17 13-58 0 0,1 1-1 0 0,-1 0 1 0 0,1 0-1 0 0,0 0 1 0 0,-1 0-1 0 0,1 1 1 0 0,0-1 0 0 0,0 1-1 0 0,0 0 1 0 0,0 0-1 0 0,1 1 1 0 0,5-1 0 0 0,-10 1-139 0 0,1 0 0 0 0,-1 0 1 0 0,0 0-1 0 0,1 0 0 0 0,-1 0 1 0 0,0 0-1 0 0,1 1 1 0 0,-1-1-1 0 0,0 0 0 0 0,1 0 1 0 0,-1 0-1 0 0,0 1 0 0 0,1-1 1 0 0,-1 0-1 0 0,0 0 0 0 0,0 0 1 0 0,1 1-1 0 0,-1-1 0 0 0,0 0 1 0 0,0 1-1 0 0,1-1 1 0 0,-1 0-1 0 0,0 1 0 0 0,0-1 1 0 0,0 0-1 0 0,0 1 0 0 0,1 0 1 0 0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9:02.4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74 184 6913 0 0,'-6'-2'130'0'0,"0"0"-1"0"0,0 0 1 0 0,0 1-1 0 0,0 0 0 0 0,-1 0 1 0 0,1 0-1 0 0,0 1 0 0 0,-1 0 1 0 0,-11 1-1 0 0,98-30 2878 0 0,76-51-2128 0 0,-89 43-57 0 0,-55 31-258 0 0,0 1-1 0 0,23-8 1 0 0,-32 12-538 0 0,1 0 0 0 0,-1 0-1 0 0,1 1 1 0 0,-1-1 0 0 0,1 1 0 0 0,-1-1 0 0 0,1 1 0 0 0,-1 0-1 0 0,1 1 1 0 0,-1-1 0 0 0,1 0 0 0 0,-1 1 0 0 0,0 0 0 0 0,1 0-1 0 0,4 2 1 0 0,-7-2 11 0 0,0 0 0 0 0,0 0 0 0 0,0 0 0 0 0,0 0 0 0 0,-1 0 0 0 0,1 1 0 0 0,0-1 0 0 0,-1 0 0 0 0,1 0 0 0 0,-1 1-1 0 0,1-1 1 0 0,-1 0 0 0 0,1 1 0 0 0,-1-1 0 0 0,0 1 0 0 0,0-1 0 0 0,0 0 0 0 0,0 1 0 0 0,0-1 0 0 0,0 3 0 0 0,-5 35 557 0 0,3-25-430 0 0,0 9-11 0 0,0 0 1 0 0,2 0-1 0 0,1 0 0 0 0,1 0 1 0 0,0 0-1 0 0,2 0 0 0 0,1 0 1 0 0,11 32-1 0 0,2 2-1090 0 0,-15-50-112 0 0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8:42.0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9674 0 0,'12'23'4437'0'0,"-1"10"-2137"0"0,10 62 0 0 0,2 105-410 0 0,-14-95-1385 0 0,-3-49-613 0 0,11 83-241 0 0,2-50-3102 0 0,-13-64-2881 0 0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8:42.4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80 7834 0 0,'2'-5'173'0'0,"0"0"0"0"0,1 0 0 0 0,-1 0 0 0 0,1 1 1 0 0,0-1-1 0 0,1 1 0 0 0,-1 0 0 0 0,1 0 0 0 0,0 0 0 0 0,0 0 0 0 0,0 1 1 0 0,0-1-1 0 0,1 1 0 0 0,-1 0 0 0 0,1 1 0 0 0,0-1 0 0 0,0 1 1 0 0,0 0-1 0 0,0 0 0 0 0,0 0 0 0 0,0 1 0 0 0,1 0 0 0 0,-1 0 1 0 0,0 0-1 0 0,1 0 0 0 0,-1 1 0 0 0,1 0 0 0 0,-1 0 0 0 0,1 1 1 0 0,-1 0-1 0 0,0 0 0 0 0,1 0 0 0 0,-1 0 0 0 0,0 1 0 0 0,0 0 1 0 0,0 0-1 0 0,0 0 0 0 0,7 4 0 0 0,0 4 50 0 0,1 0 0 0 0,-2 1-1 0 0,1 0 1 0 0,-1 0 0 0 0,-1 2 0 0 0,0-1-1 0 0,-1 1 1 0 0,0 0 0 0 0,-1 1 0 0 0,-1 0 0 0 0,0 0-1 0 0,-1 1 1 0 0,0 0 0 0 0,-1 0 0 0 0,-1 0-1 0 0,0 1 1 0 0,-1-1 0 0 0,1 32 0 0 0,-3-33-235 0 0,-1 0 1 0 0,-1 0-1 0 0,0 0 0 0 0,-1 0 1 0 0,-1 0-1 0 0,0 0 1 0 0,-1-1-1 0 0,0 0 0 0 0,-11 22 1 0 0,10-25-311 0 0,-1 0 0 0 0,0 0 0 0 0,-1 0 0 0 0,0-1 0 0 0,-1 0 0 0 0,0-1 0 0 0,0 0 0 0 0,0 0 0 0 0,-1 0 0 0 0,-1-1 0 0 0,1-1 0 0 0,-17 9 0 0 0,8-6-5906 0 0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8:42.7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144 84 5529 0 0,'-2'-36'3287'0'0,"2"33"-2968"0"0,1 0 0 0 0,-1 0 0 0 0,0-1-1 0 0,0 1 1 0 0,0 0 0 0 0,-1-1 0 0 0,1 1 0 0 0,-1 0 0 0 0,0 0 0 0 0,0 0 0 0 0,0-1 0 0 0,-2-2-1 0 0,3 6-237 0 0,-1 0-1 0 0,1-1 0 0 0,-1 1 0 0 0,1 0 0 0 0,-1 0 0 0 0,1-1 0 0 0,-1 1 0 0 0,1 0 0 0 0,-1 0 0 0 0,1 0 1 0 0,-1 0-1 0 0,1 0 0 0 0,-1 0 0 0 0,0 0 0 0 0,1 0 0 0 0,-1 0 0 0 0,1 0 0 0 0,-1 0 0 0 0,1 0 0 0 0,-1 0 0 0 0,1 1 1 0 0,-1-1-1 0 0,1 0 0 0 0,-1 0 0 0 0,1 1 0 0 0,-1-1 0 0 0,1 0 0 0 0,-1 0 0 0 0,1 1 0 0 0,-1-1 0 0 0,1 1 1 0 0,0-1-1 0 0,-1 0 0 0 0,1 1 0 0 0,-1-1 0 0 0,1 1 0 0 0,0-1 0 0 0,-1 1 0 0 0,-15 18 1401 0 0,16-18-1379 0 0,-15 19 598 0 0,1 1 0 0 0,1 1 0 0 0,1 0 0 0 0,-15 41 1 0 0,23-53-638 0 0,1 0 0 0 0,0 0 0 0 0,0 1 0 0 0,1-1 0 0 0,0 0 1 0 0,1 1-1 0 0,0 0 0 0 0,1-1 0 0 0,0 1 0 0 0,1-1 0 0 0,0 1 0 0 0,1 0 1 0 0,4 17-1 0 0,-4-24-39 0 0,-1 0 1 0 0,1-1-1 0 0,0 1 1 0 0,0 0-1 0 0,1-1 1 0 0,-1 0-1 0 0,1 0 0 0 0,0 1 1 0 0,-1-1-1 0 0,1-1 1 0 0,0 1-1 0 0,1 0 1 0 0,-1-1-1 0 0,0 0 1 0 0,7 3-1 0 0,-4-2-1 0 0,1 0 0 0 0,-1-1-1 0 0,1 0 1 0 0,0 0 0 0 0,0-1-1 0 0,0 0 1 0 0,-1 0 0 0 0,13-1 0 0 0,-6 0-86 0 0,0-1 1 0 0,0-1 0 0 0,-1 0 0 0 0,1-1-1 0 0,-1 0 1 0 0,1-1 0 0 0,-1 0 0 0 0,0-1-1 0 0,18-10 1 0 0,-22 9-466 0 0,0 0 1 0 0,0 0-1 0 0,-1-1 0 0 0,0 0 1 0 0,-1 0-1 0 0,0-1 0 0 0,0 0 1 0 0,6-10-1 0 0,-1 1-5859 0 0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40:30.6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1591 278 4609 0 0,'0'-13'234'0'0,"0"1"0"0"0,-1-1 0 0 0,0 0 0 0 0,-1 1 0 0 0,-1-1 0 0 0,-7-21 1 0 0,8 28-130 0 0,-1 1 0 0 0,0 0 0 0 0,0 0 0 0 0,0 0 0 0 0,-1 0 0 0 0,1 0 0 0 0,-1 1 0 0 0,0-1 0 0 0,-1 1 0 0 0,1 0 0 0 0,-1 0 0 0 0,0 1 0 0 0,0-1 1 0 0,0 1-1 0 0,0 0 0 0 0,-9-3 0 0 0,-18-7 590 0 0,0 2 1 0 0,-1 1-1 0 0,-46-7 1 0 0,38 11-992 0 0,-1 2 1 0 0,1 2-1 0 0,0 1 1 0 0,-69 8-1 0 0,12 11-1020 0 0,-115 35 0 0 0,145-35 1362 0 0,33-8-167 0 0,1 2 0 0 0,0 1-1 0 0,1 1 1 0 0,0 2 0 0 0,2 2 0 0 0,-48 33-1 0 0,45-25-19 0 0,1 3 0 0 0,1 0 0 0 0,2 2 0 0 0,1 1 0 0 0,-29 43 0 0 0,33-41 176 0 0,3 2 1 0 0,1 0-1 0 0,1 1 1 0 0,-23 63-1 0 0,34-71 111 0 0,0 1 0 0 0,2 0 1 0 0,1 0-1 0 0,2 1 0 0 0,0-1 0 0 0,3 61 0 0 0,2-70 5 0 0,1 0-1 0 0,0-1 0 0 0,2 1 0 0 0,10 31 1 0 0,-9-40-7 0 0,0 1 0 0 0,1-1 0 0 0,0 0 0 0 0,1 0 0 0 0,0 0 0 0 0,1-1 1 0 0,1 0-1 0 0,9 9 0 0 0,36 32 300 0 0,2-3 0 0 0,64 42 0 0 0,-87-67-208 0 0,33 28-609 0 0,-45-33 396 0 0,1-2 1 0 0,1 0-1 0 0,1-1 0 0 0,0-1 0 0 0,1-2 0 0 0,48 20 0 0 0,-34-21 156 0 0,1-2-1 0 0,0-1 1 0 0,46 4-1 0 0,-59-12-203 0 0,-1 0 0 0 0,1-2 0 0 0,0 0 0 0 0,-1-2 0 0 0,49-12 1 0 0,230-76 539 0 0,-264 75-488 0 0,-1-2 0 0 0,0-1 1 0 0,-1-2-1 0 0,-2-2 0 0 0,43-32 0 0 0,-42 24 459 0 0,-1-2-1 0 0,55-62 1 0 0,-76 75-441 0 0,-1 0-1 0 0,-1-1 1 0 0,0-1 0 0 0,-2 0 0 0 0,-1-1 0 0 0,0 0 0 0 0,7-26-1 0 0,53-234 662 0 0,-63 232-572 0 0,-1-1 0 0 0,-3 0 0 0 0,-4-83 0 0 0,-3 114-34 0 0,0 0-1 0 0,-2 0 1 0 0,0 1-1 0 0,-1-1 1 0 0,-1 1 0 0 0,-1 0-1 0 0,-1 1 1 0 0,0 0-1 0 0,-2 1 1 0 0,0-1 0 0 0,-1 2-1 0 0,-1 0 1 0 0,-21-22-1 0 0,13 17-72 0 0,-1 1-1 0 0,-1 1 1 0 0,-1 1-1 0 0,-1 1 1 0 0,0 1-1 0 0,-1 1 0 0 0,-1 2 1 0 0,-53-21-1 0 0,68 31-230 0 0,-2 0-1 0 0,1 0 0 0 0,-14-1 0 0 0,-4 3-576 0 0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9:06.44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28 18 3225 0 0,'-7'-6'-550'0'0,"-14"-6"6815"0"0,24 25-4067 0 0,69 191 3066 0 0,-26-66-4341 0 0,-20-62-1185 0 0,21 94 0 0 0,-42-146-504 0 0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9:07.1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324 388 7370 0 0,'-8'-3'287'0'0,"0"1"1"0"0,-1 0 0 0 0,0 0-1 0 0,1 0 1 0 0,-1 1 0 0 0,0 0-1 0 0,0 1 1 0 0,1 0 0 0 0,-1 1-1 0 0,0 0 1 0 0,0 0 0 0 0,1 0-1 0 0,-1 1 1 0 0,1 1 0 0 0,-1-1-1 0 0,1 1 1 0 0,-9 5 0 0 0,8-3-30 0 0,-1 0 1 0 0,1 1-1 0 0,0 0 1 0 0,1 0-1 0 0,-1 1 1 0 0,1 0 0 0 0,1 1-1 0 0,-1 0 1 0 0,1 0-1 0 0,1 0 1 0 0,0 1-1 0 0,0 0 1 0 0,-8 16-1 0 0,5-2 14 0 0,1 1 0 0 0,1 0 0 0 0,1 1-1 0 0,1-1 1 0 0,1 1 0 0 0,1 0 0 0 0,1 49-1 0 0,5-2 231 0 0,19 104 0 0 0,-15-131-339 0 0,2-1-1 0 0,2-1 1 0 0,1 0-1 0 0,3 0 1 0 0,38 78-1 0 0,-43-104-156 0 0,0 0-1 0 0,1-1 1 0 0,0 0-1 0 0,1-1 0 0 0,1 0 1 0 0,1-1-1 0 0,0 0 1 0 0,1-1-1 0 0,0-1 0 0 0,1 0 1 0 0,0-1-1 0 0,0-1 1 0 0,2-1-1 0 0,-1 0 1 0 0,1-1-1 0 0,21 6 0 0 0,-10-7-53 0 0,1 0-1 0 0,0-3 1 0 0,0 0-1 0 0,0-2 0 0 0,0-1 1 0 0,0-1-1 0 0,1-2 1 0 0,-1-1-1 0 0,0-1 0 0 0,-1-2 1 0 0,56-18-1 0 0,-53 13 50 0 0,-1-1-1 0 0,-1-2 0 0 0,0-1 0 0 0,-1-1 1 0 0,-1-1-1 0 0,-1-2 0 0 0,0-1 0 0 0,-1-1 1 0 0,-1-1-1 0 0,36-43 0 0 0,-43 41 53 0 0,-1 0-1 0 0,-1-2 1 0 0,-1 0-1 0 0,-1 0 1 0 0,-2-2 0 0 0,-1 1-1 0 0,-1-2 1 0 0,9-38-1 0 0,-10 23 10 0 0,-2 0 0 0 0,-1 0 0 0 0,-3 0 0 0 0,-1-1 0 0 0,-5-45-1 0 0,-4 22 14 0 0,-3-1 0 0 0,-2 2-1 0 0,-4 0 1 0 0,-2 0 0 0 0,-4 2 0 0 0,-42-92-1 0 0,57 144-62 0 0,1 0 0 0 0,-2 1 0 0 0,0 0-1 0 0,0 0 1 0 0,-1 1 0 0 0,-1 0 0 0 0,0 0 0 0 0,0 1-1 0 0,-1 0 1 0 0,-12-8 0 0 0,14 13 14 0 0,0-1 1 0 0,0 2-1 0 0,0-1 1 0 0,-1 1-1 0 0,0 1 0 0 0,0 0 1 0 0,0 0-1 0 0,0 1 0 0 0,0 0 1 0 0,-1 1-1 0 0,1 0 1 0 0,0 1-1 0 0,-1 0 0 0 0,-16 3 1 0 0,12-1 7 0 0,1 1 0 0 0,0 1 1 0 0,0 0-1 0 0,0 1 1 0 0,1 0-1 0 0,-1 1 0 0 0,-22 14 1 0 0,15-5-235 0 0,0 0 0 0 0,1 1-1 0 0,-29 30 1 0 0,41-39-174 0 0,2 1-1 0 0,-1 1 0 0 0,-7 12 0 0 0,-2 13-4883 0 0,7-3-966 0 0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9:07.6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165 86 7370 0 0,'-11'2'247'0'0,"1"0"1"0"0,-1 1 0 0 0,1 1 0 0 0,0 0 0 0 0,0 0 0 0 0,1 1 0 0 0,-1 0 0 0 0,1 1-1 0 0,-17 12 1 0 0,22-14 11 0 0,-1 1 0 0 0,1-1 1 0 0,0 1-1 0 0,0 0 0 0 0,1 0 0 0 0,-1 0 0 0 0,1 1 0 0 0,0-1 0 0 0,1 1 0 0 0,-1-1 0 0 0,1 1 0 0 0,0 0 1 0 0,0 0-1 0 0,1 0 0 0 0,0 0 0 0 0,0 0 0 0 0,0 0 0 0 0,1 11 0 0 0,2 25 341 0 0,1-1-1 0 0,14 60 1 0 0,-13-82-494 0 0,1 0 0 0 0,1 0 0 0 0,1-1 0 0 0,1 1-1 0 0,0-1 1 0 0,1-1 0 0 0,16 22 0 0 0,-22-34-97 0 0,0-1 1 0 0,1 0-1 0 0,-1 0 0 0 0,1 0 1 0 0,0-1-1 0 0,0 1 1 0 0,1-1-1 0 0,-1 0 0 0 0,1 0 1 0 0,-1 0-1 0 0,1-1 0 0 0,0 0 1 0 0,0 0-1 0 0,0 0 0 0 0,1 0 1 0 0,-1-1-1 0 0,0 0 0 0 0,0 0 1 0 0,1 0-1 0 0,-1-1 0 0 0,1 0 1 0 0,-1 0-1 0 0,6-1 0 0 0,-2 0 14 0 0,-1-1-1 0 0,1 0 1 0 0,0-1-1 0 0,-1 0 1 0 0,0 0-1 0 0,1-1 1 0 0,-1 0-1 0 0,-1 0 1 0 0,1-1-1 0 0,-1 0 0 0 0,0 0 1 0 0,0-1-1 0 0,7-8 1 0 0,-5 6 54 0 0,0-1 1 0 0,-1-1-1 0 0,0 0 1 0 0,-1 0-1 0 0,0-1 1 0 0,-1 1-1 0 0,0-1 1 0 0,0-1-1 0 0,-1 1 1 0 0,-1-1 0 0 0,0 0-1 0 0,-1 0 1 0 0,0 0-1 0 0,0-1 1 0 0,-2 1-1 0 0,1-1 1 0 0,-2 1-1 0 0,0-1 1 0 0,0 1-1 0 0,-1-1 1 0 0,0 1-1 0 0,-1-1 1 0 0,-4-11-1 0 0,-1-4 27 0 0,-2 1 0 0 0,0 0 1 0 0,-23-44-1 0 0,24 55-80 0 0,-1 1 1 0 0,0 0-1 0 0,-2 1 1 0 0,1 0-1 0 0,-2 0 0 0 0,0 1 1 0 0,-16-14-1 0 0,24 24-54 0 0,-1 0-1 0 0,1 0 0 0 0,-1 0 1 0 0,0 0-1 0 0,0 1 1 0 0,0 0-1 0 0,0 0 0 0 0,0 0 1 0 0,0 1-1 0 0,-1 0 0 0 0,1 0 1 0 0,0 0-1 0 0,-1 0 1 0 0,1 1-1 0 0,-1 0 0 0 0,1 0 1 0 0,0 0-1 0 0,-1 1 0 0 0,1 0 1 0 0,-10 3-1 0 0,11-3-193 0 0,0 1 0 0 0,0 0 0 0 0,0 0 0 0 0,0 0 0 0 0,1 0 0 0 0,-1 1 0 0 0,1 0 1 0 0,-1-1-1 0 0,1 1 0 0 0,0 0 0 0 0,0 1 0 0 0,0-1 0 0 0,1 1 0 0 0,-1-1 0 0 0,1 1 0 0 0,0 0 0 0 0,-2 4 0 0 0,-5 14-5616 0 0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9:08.19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86 267 4609 0 0,'-1'-2'169'0'0,"1"1"1"0"0,-1-1-1 0 0,0 0 0 0 0,1 1 1 0 0,-1-1-1 0 0,0 1 1 0 0,0-1-1 0 0,0 1 0 0 0,0-1 1 0 0,0 1-1 0 0,-1 0 0 0 0,1-1 1 0 0,0 1-1 0 0,-1 0 1 0 0,1 0-1 0 0,-3-1 0 0 0,3 1-12 0 0,0 1-1 0 0,0 0 0 0 0,0 0 1 0 0,0-1-1 0 0,0 1 0 0 0,0 0 1 0 0,0 0-1 0 0,0 0 0 0 0,-1 1 1 0 0,1-1-1 0 0,0 0 0 0 0,0 0 1 0 0,0 1-1 0 0,0-1 0 0 0,0 0 1 0 0,0 1-1 0 0,0-1 0 0 0,0 1 1 0 0,0-1-1 0 0,1 1 0 0 0,-1-1 1 0 0,0 1-1 0 0,0 0 1 0 0,0 0-1 0 0,1-1 0 0 0,-1 1 1 0 0,0 0-1 0 0,0 0 0 0 0,0 1 1 0 0,-4 6 203 0 0,1-1 1 0 0,0 1 0 0 0,0 0-1 0 0,0 0 1 0 0,1 0 0 0 0,1 1-1 0 0,-1-1 1 0 0,1 0 0 0 0,1 1-1 0 0,-1 0 1 0 0,1 9 0 0 0,0 3-137 0 0,1 0 0 0 0,0 0 1 0 0,6 32-1 0 0,-2-30-177 0 0,2 1 1 0 0,9 30-1 0 0,-11-46-100 0 0,-1 1 0 0 0,1 0-1 0 0,1-1 1 0 0,-1 0 0 0 0,1 0-1 0 0,1 0 1 0 0,-1-1 0 0 0,14 14-1 0 0,-18-21-36 0 0,-1 1 0 0 0,0-1 0 0 0,1 1 0 0 0,-1-1 0 0 0,1 1-1 0 0,0-1 1 0 0,-1 1 0 0 0,1-1 0 0 0,-1 0 0 0 0,1 1 0 0 0,0-1-1 0 0,-1 0 1 0 0,1 1 0 0 0,0-1 0 0 0,-1 0 0 0 0,1 0 0 0 0,0 0 0 0 0,-1 0-1 0 0,1 0 1 0 0,0 0 0 0 0,-1 0 0 0 0,1 0 0 0 0,0 0 0 0 0,-1 0 0 0 0,1 0-1 0 0,0 0 1 0 0,-1 0 0 0 0,1 0 0 0 0,0-1 0 0 0,-1 1 0 0 0,1 0-1 0 0,0-1 1 0 0,1 0-115 0 0,-1-1 0 0 0,0 1-1 0 0,1-1 1 0 0,-1 1 0 0 0,0-1 0 0 0,0 0-1 0 0,0 1 1 0 0,0-1 0 0 0,-1 0-1 0 0,1 0 1 0 0,0-3 0 0 0,9-54-2610 0 0,-10 57 2741 0 0,2-37-340 0 0,-7-68-1 0 0,2 80 1058 0 0,1 0-1 0 0,1-1 1 0 0,2 1-1 0 0,0 0 1 0 0,8-37-1 0 0,-9 62-534 0 0,0 0 0 0 0,1 1 0 0 0,-1-1 0 0 0,1 0 0 0 0,-1 1 0 0 0,1-1 0 0 0,-1 1 0 0 0,1-1 1 0 0,0 1-1 0 0,0-1 0 0 0,0 1 0 0 0,0-1 0 0 0,0 1 0 0 0,0-1 0 0 0,0 1 0 0 0,0 0 0 0 0,0 0 0 0 0,1 0 0 0 0,2-2 0 0 0,-3 3-14 0 0,0 0 1 0 0,0 0-1 0 0,0 0 1 0 0,0 0-1 0 0,0 0 1 0 0,0 0-1 0 0,0 0 0 0 0,0 1 1 0 0,0-1-1 0 0,0 0 1 0 0,0 1-1 0 0,0-1 1 0 0,0 1-1 0 0,0-1 0 0 0,0 1 1 0 0,0-1-1 0 0,-1 1 1 0 0,1 0-1 0 0,0-1 1 0 0,0 1-1 0 0,0 0 1 0 0,0 1-1 0 0,7 8 406 0 0,-1-1 0 0 0,-1 1 0 0 0,0 0 1 0 0,5 12-1 0 0,-3-5-190 0 0,1-1 0 0 0,1 1 0 0 0,1-1 0 0 0,0-1 0 0 0,20 22 1 0 0,-26-32-303 0 0,-1-1 0 0 0,1 0 1 0 0,1 0-1 0 0,-1 0 0 0 0,0 0 0 0 0,1-1 1 0 0,0 0-1 0 0,0 0 0 0 0,0-1 1 0 0,0 1-1 0 0,0-1 0 0 0,0-1 1 0 0,1 1-1 0 0,-1-1 0 0 0,1 0 1 0 0,-1 0-1 0 0,1-1 0 0 0,-1 0 0 0 0,13-2 1 0 0,-16 2-9 0 0,0-1-1 0 0,0 1 1 0 0,0-1 0 0 0,-1 0 0 0 0,1 0-1 0 0,0 0 1 0 0,0 0 0 0 0,-1-1 0 0 0,1 1-1 0 0,-1-1 1 0 0,1 0 0 0 0,-1 1 0 0 0,0-1 0 0 0,0 0-1 0 0,0-1 1 0 0,3-3 0 0 0,-2 2 34 0 0,0-1 1 0 0,0 0-1 0 0,-1 0 1 0 0,0 0 0 0 0,0 0-1 0 0,0 0 1 0 0,-1 0-1 0 0,2-8 1 0 0,0-8 156 0 0,-2 0 0 0 0,0-1 0 0 0,-4-33 0 0 0,2 45-146 0 0,-4-34 43 0 0,-16-66 1 0 0,7 49-638 0 0,12 43-1137 0 0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9:08.47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113 0 4145 0 0,'0'0'43'0'0,"-1"0"1"0"0,1 0-1 0 0,0 0 1 0 0,0 0 0 0 0,-1 0-1 0 0,1 0 1 0 0,0 0-1 0 0,-1 0 1 0 0,1 1-1 0 0,0-1 1 0 0,0 0-1 0 0,-1 0 1 0 0,1 0-1 0 0,0 0 1 0 0,0 0-1 0 0,-1 1 1 0 0,1-1-1 0 0,0 0 1 0 0,0 0-1 0 0,0 0 1 0 0,-1 1 0 0 0,1-1-1 0 0,0 0 1 0 0,0 0-1 0 0,0 1 1 0 0,0-1-1 0 0,-1 0 1 0 0,1 0-1 0 0,0 1 1 0 0,0-1-1 0 0,0 0 1 0 0,0 0-1 0 0,0 1 1 0 0,0-1-1 0 0,0 0 1 0 0,0 1 0 0 0,0-1-1 0 0,0 0 1 0 0,0 0-1 0 0,0 1 1 0 0,-7 19 1110 0 0,6-17-1011 0 0,-23 71 2154 0 0,4 1-1 0 0,2 0 1 0 0,-12 139 0 0 0,26-144-2295 0 0,3 1-1 0 0,3-1 1 0 0,3 0 0 0 0,20 98-1 0 0,-18-133-5917 0 0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9:08.88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72 162 10594 0 0,'-5'2'44'0'0,"1"1"-1"0"0,-1 0 1 0 0,0 0-1 0 0,1 0 0 0 0,0 1 1 0 0,0-1-1 0 0,0 1 1 0 0,0 0-1 0 0,0 0 1 0 0,1 0-1 0 0,0 1 0 0 0,0-1 1 0 0,0 1-1 0 0,0 0 1 0 0,1 0-1 0 0,0 0 1 0 0,0 0-1 0 0,0 0 0 0 0,1 0 1 0 0,0 1-1 0 0,0-1 1 0 0,-1 9-1 0 0,2-8 128 0 0,1-1 0 0 0,-1 1 0 0 0,1 0 0 0 0,1 0 0 0 0,-1 0 0 0 0,1-1 0 0 0,0 1 0 0 0,0-1 0 0 0,0 1 0 0 0,1-1 0 0 0,0 0 1 0 0,0 0-1 0 0,0 0 0 0 0,1 0 0 0 0,0-1 0 0 0,7 8 0 0 0,-1-2-131 0 0,0 0 1 0 0,1-1-1 0 0,0-1 1 0 0,0 0-1 0 0,1-1 1 0 0,13 7-1 0 0,-17-10-39 0 0,0-1-1 0 0,0 0 0 0 0,0 0 0 0 0,1-1 0 0 0,-1 0 0 0 0,1-1 0 0 0,-1 0 0 0 0,1 0 1 0 0,-1 0-1 0 0,1-1 0 0 0,-1-1 0 0 0,1 0 0 0 0,-1 0 0 0 0,1 0 0 0 0,-1-1 0 0 0,17-6 1 0 0,-20 6 3 0 0,1-1 1 0 0,0 0 0 0 0,-1-1 0 0 0,1 1 0 0 0,-1-1 0 0 0,0 0 0 0 0,0 0 0 0 0,0-1 0 0 0,-1 1 0 0 0,0-1 0 0 0,0 0 0 0 0,0-1-1 0 0,0 1 1 0 0,-1 0 0 0 0,0-1 0 0 0,0 0 0 0 0,0 0 0 0 0,-1 0 0 0 0,0 0 0 0 0,0 0 0 0 0,-1 0 0 0 0,1-1 0 0 0,-1-6 0 0 0,0 1 81 0 0,-1 1 0 0 0,-1 0 0 0 0,1-1 0 0 0,-2 1 0 0 0,0 0 1 0 0,0 0-1 0 0,-1 0 0 0 0,-1 0 0 0 0,1 0 0 0 0,-2 1 0 0 0,1 0 1 0 0,-2-1-1 0 0,-6-10 0 0 0,1 5 62 0 0,0 0 0 0 0,-2 1 0 0 0,1 0 0 0 0,-2 1 0 0 0,0 0 1 0 0,-29-22-1 0 0,38 33-179 0 0,1 0 0 0 0,-1 0 0 0 0,0 0 0 0 0,0 1 0 0 0,0 0 0 0 0,0 0 0 0 0,-1 0 0 0 0,1 0 0 0 0,0 1 0 0 0,-7-1 0 0 0,-16 5-4685 0 0,12 4-486 0 0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9:09.1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9 8754 0 0,'1'0'137'0'0,"-1"-1"0"0"0,0 1 0 0 0,1-1 0 0 0,-1 1 0 0 0,1-1 0 0 0,-1 1 0 0 0,0-1 0 0 0,1 1 1 0 0,-1-1-1 0 0,1 1 0 0 0,-1 0 0 0 0,1-1 0 0 0,0 1 0 0 0,-1 0 0 0 0,1-1 0 0 0,-1 1 0 0 0,1 0 0 0 0,0 0 0 0 0,-1-1 0 0 0,1 1 0 0 0,-1 0 0 0 0,1 0 1 0 0,0 0-1 0 0,-1 0 0 0 0,1 0 0 0 0,0 0 0 0 0,-1 0 0 0 0,1 0 0 0 0,0 0 0 0 0,-1 0 0 0 0,2 1 0 0 0,0-1 77 0 0,-1 1 0 0 0,1 1 1 0 0,0-1-1 0 0,0 0 0 0 0,-1 0 0 0 0,1 1 0 0 0,0-1 0 0 0,-1 0 0 0 0,1 1 1 0 0,0 1-1 0 0,26 43 2090 0 0,-12-10-1252 0 0,-2 1 1 0 0,14 57-1 0 0,6 19-580 0 0,-27-93-446 0 0,0 0 79 0 0,16 33-1 0 0,-21-48-151 0 0,1-1-1 0 0,-1 0 0 0 0,1 1 1 0 0,0-1-1 0 0,0-1 0 0 0,1 1 1 0 0,-1 0-1 0 0,1-1 0 0 0,0 1 1 0 0,0-1-1 0 0,0 0 0 0 0,8 4 0 0 0,-11-6-29 0 0,0-1-1 0 0,1 1 0 0 0,-1-1 1 0 0,1 1-1 0 0,-1-1 0 0 0,0 0 0 0 0,1 0 1 0 0,-1 0-1 0 0,1 0 0 0 0,-1 0 0 0 0,1 0 1 0 0,-1 0-1 0 0,0 0 0 0 0,1 0 0 0 0,-1 0 1 0 0,1-1-1 0 0,-1 1 0 0 0,0-1 1 0 0,1 1-1 0 0,-1-1 0 0 0,0 0 0 0 0,1 1 1 0 0,0-2-1 0 0,1 0-639 0 0,0-1-1 0 0,-1 1 1 0 0,0-1 0 0 0,1 1 0 0 0,-1-1 0 0 0,0 0-1 0 0,0 0 1 0 0,2-4 0 0 0,5-11-4789 0 0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9:09.3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46 92 2304 0 0,'-4'-3'183'0'0,"0"1"-1"0"0,0-1 0 0 0,0-1 0 0 0,1 1 0 0 0,-1 0 1 0 0,1-1-1 0 0,0 0 0 0 0,0 1 0 0 0,1-1 0 0 0,-1 0 0 0 0,-3-9 1 0 0,5 12-69 0 0,1 0-1 0 0,0 0 1 0 0,-1 0 0 0 0,1-1 0 0 0,0 1 0 0 0,0 0 0 0 0,0 0 0 0 0,0 0 0 0 0,0 0 0 0 0,0-1 0 0 0,0 1 0 0 0,0 0 0 0 0,0 0 0 0 0,0 0 0 0 0,1-1 0 0 0,-1 1-1 0 0,0 0 1 0 0,1 0 0 0 0,-1 0 0 0 0,2-1 0 0 0,-1 0-45 0 0,0 1 0 0 0,1 0-1 0 0,-1-1 1 0 0,1 1 0 0 0,-1 0-1 0 0,1 0 1 0 0,0 0 0 0 0,-1 0-1 0 0,1 1 1 0 0,0-1 0 0 0,0 0 0 0 0,0 1-1 0 0,0-1 1 0 0,-1 1 0 0 0,1-1-1 0 0,4 1 1 0 0,-2-1-97 0 0,0 1 1 0 0,0 0-1 0 0,0 0 1 0 0,0 0-1 0 0,0 0 0 0 0,0 1 1 0 0,0-1-1 0 0,0 1 0 0 0,0 0 1 0 0,0 0-1 0 0,0 0 0 0 0,-1 1 1 0 0,1 0-1 0 0,0-1 1 0 0,-1 1-1 0 0,1 0 0 0 0,3 3 1 0 0,3 5-285 0 0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9:09.45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0 192 5065 0 0,'31'-39'7340'0'0,"54"-55"-5902"0"0,-32 48-4361 0 0,-37 34 1789 0 0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9:09.66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 0 7370 0 0,'-1'3'181'0'0,"0"0"1"0"0,0 0 0 0 0,1 0-1 0 0,-1 1 1 0 0,1-1 0 0 0,0 0-1 0 0,0 0 1 0 0,0 0 0 0 0,1 0 0 0 0,-1 0-1 0 0,1 0 1 0 0,-1 0 0 0 0,1 0-1 0 0,1 4 1 0 0,21 50 2564 0 0,-13-33-1023 0 0,6 18 150 0 0,1 5-1074 0 0,1-1-1 0 0,3-1 1 0 0,1-1-1 0 0,32 47 1 0 0,-53-90-830 0 0,20 25-1106 0 0,-5-15-2604 0 0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9:09.83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9 199 6913 0 0,'-2'-5'37'0'0,"0"-1"0"0"0,1 1 0 0 0,0-1 0 0 0,0 0 0 0 0,0 0-1 0 0,0 1 1 0 0,1-1 0 0 0,0 0 0 0 0,0 0 0 0 0,1 0-1 0 0,0 0 1 0 0,0 0 0 0 0,0 1 0 0 0,1-1 0 0 0,-1 0 0 0 0,1 1-1 0 0,1 0 1 0 0,-1-1 0 0 0,1 1 0 0 0,0 0 0 0 0,0 0 0 0 0,5-6-1 0 0,-4 5 313 0 0,1 0-1 0 0,-1 1 1 0 0,1-1-1 0 0,0 1 1 0 0,1 0-1 0 0,-1 0 1 0 0,1 1-1 0 0,8-6 1 0 0,-11 8-345 0 0,0 1 0 0 0,0-1 0 0 0,-1 1 0 0 0,1 0 0 0 0,0 0 0 0 0,0 0 0 0 0,0 0 0 0 0,0 0 0 0 0,1 1 0 0 0,-1-1 0 0 0,0 1 0 0 0,0 0 0 0 0,0 0 0 0 0,0 0 0 0 0,0 0 0 0 0,0 1 0 0 0,1-1 0 0 0,-1 1 0 0 0,0 0 0 0 0,0-1 0 0 0,5 4 0 0 0,2 2-3931 0 0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9:09.97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1 261 6913 0 0,'0'1'27'0'0,"1"-1"0"0"0,-1 1 0 0 0,1-1 0 0 0,-1 1 0 0 0,1-1 0 0 0,-1 0 0 0 0,1 1 0 0 0,-1-1 0 0 0,1 0 0 0 0,0 1 0 0 0,-1-1 0 0 0,1 0 0 0 0,-1 0 0 0 0,1 1 0 0 0,0-1 0 0 0,-1 0 0 0 0,1 0 0 0 0,0 0 0 0 0,-1 0 0 0 0,1 0 0 0 0,0 0 0 0 0,-1 0 0 0 0,1 0 0 0 0,0 0 0 0 0,-1 0 0 0 0,1 0 0 0 0,0-1 0 0 0,-1 1 0 0 0,1 0 0 0 0,0 0 0 0 0,-1-1 0 0 0,1 1 0 0 0,-1 0 0 0 0,2-1 0 0 0,23-18 240 0 0,-16 12-118 0 0,101-88 1662 0 0,-77 64-2117 0 0,2 1 0 0 0,61-42 0 0 0,-79 62 285 0 0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9:10.8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0 126 3225 0 0,'1'-3'403'0'0,"0"-1"1"0"0,0 1 0 0 0,1 0 0 0 0,-1 0 0 0 0,1 0-1 0 0,0 0 1 0 0,-1 0 0 0 0,1 0 0 0 0,1 1 0 0 0,3-5-1 0 0,-3 4 201 0 0,41-41 5522 0 0,-36 38-5778 0 0,-1 1 1 0 0,1 0-1 0 0,0 0 0 0 0,17-7 0 0 0,-22 10-348 0 0,0 1-1 0 0,0 0 0 0 0,0 0 1 0 0,0 0-1 0 0,0 0 0 0 0,1 1 1 0 0,-1-1-1 0 0,0 1 0 0 0,0 0 1 0 0,0 0-1 0 0,1 0 0 0 0,-1 0 1 0 0,0 0-1 0 0,0 1 0 0 0,0 0 0 0 0,0-1 1 0 0,1 1-1 0 0,-1 0 0 0 0,0 1 1 0 0,0-1-1 0 0,-1 0 0 0 0,1 1 1 0 0,0 0-1 0 0,0-1 0 0 0,-1 1 1 0 0,1 0-1 0 0,-1 1 0 0 0,1-1 1 0 0,-1 0-1 0 0,0 1 0 0 0,0-1 1 0 0,0 1-1 0 0,-1-1 0 0 0,1 1 0 0 0,2 5 1 0 0,2 6 159 0 0,0 1 0 0 0,-1-1 0 0 0,-1 1 0 0 0,0 0 0 0 0,-1 0 0 0 0,0 0 0 0 0,0 21 1 0 0,-6 109 1246 0 0,-4-82-1001 0 0,3-43-191 0 0,2 0-1 0 0,0-1 1 0 0,2 37-1 0 0,0-54-191 0 0,0-1 1 0 0,1 0 0 0 0,-1 0-1 0 0,0 1 1 0 0,1-1-1 0 0,-1 0 1 0 0,0 0-1 0 0,1 0 1 0 0,0 0-1 0 0,-1 1 1 0 0,1-1-1 0 0,0 0 1 0 0,-1 0-1 0 0,1 0 1 0 0,0 0-1 0 0,0-1 1 0 0,0 1-1 0 0,0 0 1 0 0,0 0 0 0 0,0 0-1 0 0,0-1 1 0 0,0 1-1 0 0,1 0 1 0 0,1 0-2 0 0,0 0 0 0 0,0 0 0 0 0,0-1 0 0 0,0 1 0 0 0,0-1 0 0 0,0 1 0 0 0,0-1 0 0 0,0 0 0 0 0,5-1 0 0 0,7-2 1 0 0,0 0 1 0 0,-1-1 0 0 0,17-7 0 0 0,-26 9 6 0 0,18-7-22 0 0,0 0 0 0 0,-1-2-1 0 0,0-1 1 0 0,-1 0 0 0 0,31-25 0 0 0,-35 23-1229 0 0,25-28 1 0 0,-25 21-5496 0 0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9:11.32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453 230 5065 0 0,'-3'-5'6'0'0,"0"0"1"0"0,0 0-1 0 0,0 1 0 0 0,-1-1 0 0 0,0 1 1 0 0,0 0-1 0 0,0 0 0 0 0,0 0 0 0 0,-1 1 1 0 0,1-1-1 0 0,-1 1 0 0 0,0 0 0 0 0,0 1 1 0 0,0-1-1 0 0,-1 1 0 0 0,1 0 0 0 0,0 0 1 0 0,-1 1-1 0 0,0-1 0 0 0,1 1 0 0 0,-8 0 1 0 0,2 0 259 0 0,-1 1 1 0 0,1 0-1 0 0,0 0 0 0 0,0 1 1 0 0,0 1-1 0 0,0 0 1 0 0,0 0-1 0 0,0 1 1 0 0,-20 8-1 0 0,19-5 68 0 0,0 1-1 0 0,0-1 1 0 0,1 2-1 0 0,-1 0 1 0 0,2 0-1 0 0,-1 1 1 0 0,1 0 0 0 0,1 1-1 0 0,0 0 1 0 0,-10 13-1 0 0,9-8-72 0 0,0 2-1 0 0,1-1 1 0 0,1 1-1 0 0,0 0 1 0 0,2 1-1 0 0,-9 30 1 0 0,7-8-52 0 0,2 1 0 0 0,2 0 0 0 0,1 1 0 0 0,2-1 0 0 0,2 0 0 0 0,7 45 0 0 0,5 0 106 0 0,4 0 0 0 0,4-1-1 0 0,3-1 1 0 0,4-1 0 0 0,48 99 0 0 0,-62-152-301 0 0,1-1 1 0 0,1-1 0 0 0,2 0-1 0 0,1-1 1 0 0,1-1 0 0 0,1-1 0 0 0,30 27-1 0 0,-38-40-43 0 0,1-1 1 0 0,1 0-1 0 0,0-2 0 0 0,0 1 0 0 0,1-2 0 0 0,0 0 0 0 0,0-1 0 0 0,1 0 0 0 0,0-1 0 0 0,0-1 0 0 0,0-1 0 0 0,1-1 0 0 0,0 0 0 0 0,31 1 0 0 0,-23-4 62 0 0,0-1-1 0 0,0-1 1 0 0,0-1-1 0 0,0-2 1 0 0,0 0-1 0 0,-1-2 0 0 0,0 0 1 0 0,0-2-1 0 0,-1-1 1 0 0,0-1-1 0 0,-1-1 1 0 0,0-1-1 0 0,0-1 0 0 0,-2 0 1 0 0,0-2-1 0 0,-1-1 1 0 0,0 0-1 0 0,27-33 1 0 0,-20 14 201 0 0,-1-2 1 0 0,-1-1-1 0 0,-3 0 1 0 0,-1-2-1 0 0,-2-1 1 0 0,14-44-1 0 0,-16 29 150 0 0,-2 0-1 0 0,-3-1 1 0 0,-2 0 0 0 0,2-73-1 0 0,-8 41-87 0 0,-4 1 0 0 0,-4-1-1 0 0,-4 1 1 0 0,-29-135 0 0 0,32 202-279 0 0,-1 1 1 0 0,-1 0-1 0 0,-1 0 0 0 0,-1 1 0 0 0,-1 0 1 0 0,-20-31-1 0 0,25 45-16 0 0,0 0 0 0 0,0 0 0 0 0,0 0 0 0 0,-1 0 0 0 0,0 1 0 0 0,0 0 0 0 0,-1 0 0 0 0,1 1 0 0 0,-12-6 0 0 0,13 8-12 0 0,0 0 0 0 0,0 0 1 0 0,0 1-1 0 0,-1-1 0 0 0,1 1 0 0 0,0 0 1 0 0,-1 1-1 0 0,1 0 0 0 0,-1 0 0 0 0,1 0 1 0 0,-1 0-1 0 0,1 1 0 0 0,-1 0 0 0 0,1 0 0 0 0,-6 2 1 0 0,3 0-244 0 0,0 0 0 0 0,1 1 0 0 0,0 0 0 0 0,-1 0 0 0 0,1 0 0 0 0,1 1 0 0 0,-1 0 0 0 0,1 1 0 0 0,0-1 0 0 0,-9 12 0 0 0,-13 15-6718 0 0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9:11.68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259 39 9674 0 0,'-3'-3'185'0'0,"0"0"0"0"0,0-1 0 0 0,0 1 0 0 0,0 1 0 0 0,-1-1 0 0 0,1 0 0 0 0,-1 1 0 0 0,0 0 0 0 0,0-1 0 0 0,0 2 0 0 0,0-1 0 0 0,0 0 0 0 0,0 1 0 0 0,0 0 0 0 0,-1 0 0 0 0,1 0 0 0 0,0 0 0 0 0,-1 1 0 0 0,1-1 0 0 0,0 1 0 0 0,-1 1 0 0 0,1-1 0 0 0,-1 0 0 0 0,1 1 0 0 0,0 0 0 0 0,0 0 0 0 0,-1 0 0 0 0,1 1 0 0 0,0-1 0 0 0,-8 5 0 0 0,4-1 141 0 0,-1 0 1 0 0,1 1-1 0 0,1 0 0 0 0,-1 0 1 0 0,1 0-1 0 0,0 1 1 0 0,0 0-1 0 0,1 1 1 0 0,-1 0-1 0 0,2-1 1 0 0,-1 2-1 0 0,1-1 1 0 0,-4 10-1 0 0,4-8-259 0 0,1 0 0 0 0,0 1 0 0 0,0 0 1 0 0,1 0-1 0 0,0 0 0 0 0,1 0 0 0 0,1 0 0 0 0,-1 0 0 0 0,2 0 0 0 0,0 1 1 0 0,0-1-1 0 0,1 0 0 0 0,0 0 0 0 0,1 1 0 0 0,0-1 0 0 0,1 0 0 0 0,0 0 1 0 0,0-1-1 0 0,2 1 0 0 0,-1-1 0 0 0,1 0 0 0 0,1 0 0 0 0,0 0 0 0 0,0-1 1 0 0,12 14-1 0 0,-9-13-724 0 0,0 0 0 0 0,1 0 0 0 0,0-1 0 0 0,1-1 0 0 0,0 0 0 0 0,0 0 0 0 0,0-1 0 0 0,1 0 0 0 0,0-1 0 0 0,19 7 0 0 0,-5-6-5591 0 0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9:11.99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 89 8290 0 0,'-19'-3'4195'0'0,"15"31"17"0"0,4-27-4224 0 0,0 8 189 0 0,1 0 0 0 0,0 0 0 0 0,0 0 1 0 0,1 0-1 0 0,0 0 0 0 0,0 0 0 0 0,1 0 0 0 0,1 0 1 0 0,-1-1-1 0 0,1 0 0 0 0,1 0 0 0 0,-1 0 0 0 0,1 0 0 0 0,1-1 1 0 0,11 14-1 0 0,-12-16-87 0 0,-1-1 0 0 0,1 1-1 0 0,0-1 1 0 0,0 0 0 0 0,0 0 0 0 0,0-1 0 0 0,1 1 0 0 0,0-1 0 0 0,-1 0-1 0 0,1-1 1 0 0,0 1 0 0 0,1-1 0 0 0,-1-1 0 0 0,0 1 0 0 0,0-1 0 0 0,1 0 0 0 0,-1 0-1 0 0,1-1 1 0 0,-1 0 0 0 0,1 0 0 0 0,-1 0 0 0 0,1-1 0 0 0,8-2 0 0 0,-11 2-86 0 0,-1 0 0 0 0,0 0-1 0 0,1 0 1 0 0,-1-1 0 0 0,0 1 0 0 0,0-1 0 0 0,0 0 0 0 0,0 0 0 0 0,0 0 0 0 0,0 0 0 0 0,-1 0 0 0 0,1-1 0 0 0,-1 1 0 0 0,0-1 0 0 0,1 0 0 0 0,-1 1 0 0 0,0-1 0 0 0,2-6 0 0 0,-2 5 9 0 0,0-1 1 0 0,-1 0 0 0 0,0 0 0 0 0,0 0-1 0 0,0 0 1 0 0,-1 0 0 0 0,0 0 0 0 0,0 0-1 0 0,0 0 1 0 0,0 0 0 0 0,-3-9 0 0 0,0 0 12 0 0,-1 0 1 0 0,-1 1 0 0 0,0-1-1 0 0,-1 1 1 0 0,-1 0 0 0 0,0 0-1 0 0,0 1 1 0 0,-12-14 0 0 0,14 19-7 0 0,-1 1 0 0 0,1 1 0 0 0,-1-1 0 0 0,0 1 0 0 0,-1 0 0 0 0,1 0 0 0 0,-1 1 0 0 0,0 0 0 0 0,-1 0 0 0 0,1 0 1 0 0,0 1-1 0 0,-10-2 0 0 0,13 4-192 0 0,1 0 0 0 0,-1 0 0 0 0,0 0 0 0 0,0 1 1 0 0,0 0-1 0 0,0 0 0 0 0,0 0 0 0 0,0 0 0 0 0,0 0 0 0 0,1 1 1 0 0,-1 0-1 0 0,0 0 0 0 0,0 0 0 0 0,0 0 0 0 0,1 0 1 0 0,-1 1-1 0 0,1 0 0 0 0,-1 0 0 0 0,1 0 0 0 0,0 0 0 0 0,-1 0 1 0 0,1 1-1 0 0,0-1 0 0 0,1 1 0 0 0,-1 0 0 0 0,-4 5 0 0 0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9:12.38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1 220 7370 0 0,'1'-2'147'0'0,"-1"1"1"0"0,1 0 0 0 0,0 0 0 0 0,0-1 0 0 0,0 1 0 0 0,0 0 0 0 0,0 0 0 0 0,0 0-1 0 0,0 0 1 0 0,0 0 0 0 0,1 0 0 0 0,-1 1 0 0 0,0-1 0 0 0,1 0 0 0 0,-1 0-1 0 0,0 1 1 0 0,1-1 0 0 0,-1 1 0 0 0,1 0 0 0 0,-1-1 0 0 0,0 1 0 0 0,4 0 0 0 0,-3 0 69 0 0,0 0 0 0 0,0 1 0 0 0,0 0 1 0 0,0-1-1 0 0,0 1 0 0 0,0 0 0 0 0,0 0 1 0 0,0 0-1 0 0,0 0 0 0 0,0 1 0 0 0,0-1 1 0 0,-1 0-1 0 0,4 4 0 0 0,4 6 595 0 0,0-1 0 0 0,-1 2 0 0 0,13 23-1 0 0,-16-26-836 0 0,0 0 103 0 0,24 37 231 0 0,-28-44-300 0 0,1 0 0 0 0,-1 0 0 0 0,1 0-1 0 0,-1-1 1 0 0,1 1 0 0 0,0 0 0 0 0,-1-1 0 0 0,1 1-1 0 0,0-1 1 0 0,0 0 0 0 0,0 1 0 0 0,1-1 0 0 0,-1 0 0 0 0,0 0-1 0 0,0-1 1 0 0,0 1 0 0 0,4 1 0 0 0,-5-3-10 0 0,0 1 1 0 0,-1-1-1 0 0,1 1 1 0 0,0 0-1 0 0,-1-1 1 0 0,1 1-1 0 0,-1-1 1 0 0,1 0-1 0 0,-1 1 1 0 0,1-1-1 0 0,-1 1 0 0 0,0-1 1 0 0,1 0-1 0 0,-1 1 1 0 0,1-1-1 0 0,-1 0 1 0 0,0 1-1 0 0,0-1 1 0 0,1 0-1 0 0,-1 0 1 0 0,0 1-1 0 0,0-1 1 0 0,0 0-1 0 0,0 0 1 0 0,0 1-1 0 0,0-1 1 0 0,0 0-1 0 0,0 0 1 0 0,-1 0-1 0 0,0-32-31 0 0,1 26 20 0 0,-3-41-14 0 0,0-77 166 0 0,4 111-33 0 0,1 0 1 0 0,-1 0 0 0 0,2 0 0 0 0,0 0-1 0 0,1 1 1 0 0,9-24 0 0 0,1 18 205 0 0,-13 19-282 0 0,-1-1 0 0 0,0 1 1 0 0,1 0-1 0 0,-1 0 0 0 0,1-1 1 0 0,-1 1-1 0 0,1 0 0 0 0,-1 0 0 0 0,1 0 1 0 0,-1 0-1 0 0,1-1 0 0 0,0 1 0 0 0,-1 0 1 0 0,1 0-1 0 0,-1 0 0 0 0,1 0 0 0 0,-1 0 1 0 0,1 1-1 0 0,-1-1 0 0 0,1 0 0 0 0,-1 0 1 0 0,1 0-1 0 0,-1 0 0 0 0,1 1 1 0 0,2 1 109 0 0,0 1 1 0 0,0-1 0 0 0,0 1 0 0 0,-1 0 0 0 0,1 0 0 0 0,-1 0 0 0 0,1 0 0 0 0,1 4 0 0 0,-1-2-140 0 0,22 31 327 0 0,32 38-1 0 0,-46-63-945 0 0,1 1 0 0 0,0-1 0 0 0,0-1-1 0 0,1 0 1 0 0,1-1 0 0 0,19 11-1 0 0,-9-9-5694 0 0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9:12.6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 15 10138 0 0,'0'0'68'0'0,"-1"0"0"0"0,1-1 1 0 0,-1 1-1 0 0,1-1 0 0 0,0 1 0 0 0,-1-1 0 0 0,1 1 0 0 0,0-1 0 0 0,-1 1 0 0 0,1-1 1 0 0,0 1-1 0 0,0-1 0 0 0,0 1 0 0 0,-1-1 0 0 0,1 0 0 0 0,0 1 0 0 0,0-1 1 0 0,0 1-1 0 0,0-1 0 0 0,0 0 0 0 0,0 1 0 0 0,0-1 0 0 0,0 1 0 0 0,0-1 0 0 0,0 1 1 0 0,1-2-1 0 0,12 7 2166 0 0,19 19 616 0 0,0 12-1174 0 0,0 0 0 0 0,43 68-1 0 0,-21-27-1409 0 0,-33-48-333 0 0,51 70 21 0 0,-29-31-2731 0 0,-30-43-4301 0 0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9:12.90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7 171 4145 0 0,'-1'-3'285'0'0,"0"0"1"0"0,0 1-1 0 0,0-1 1 0 0,0 0-1 0 0,1 0 0 0 0,-1 0 1 0 0,1 0-1 0 0,0 0 1 0 0,-1 0-1 0 0,2 0 0 0 0,-1 0 1 0 0,0 0-1 0 0,1 0 1 0 0,-1 0-1 0 0,1 0 0 0 0,0 1 1 0 0,0-1-1 0 0,0 0 1 0 0,0 0-1 0 0,3-4 1 0 0,-1 1 240 0 0,0 0 1 0 0,1 0 0 0 0,0 0 0 0 0,0 0 0 0 0,0 1 0 0 0,1 0 0 0 0,0-1 0 0 0,5-3 0 0 0,-2 3-345 0 0,0 1 0 0 0,0 1 0 0 0,0-1 0 0 0,1 2 0 0 0,-1-1 0 0 0,1 1 0 0 0,0 0 0 0 0,0 1 1 0 0,0 0-1 0 0,0 0 0 0 0,1 1 0 0 0,-1 0 0 0 0,0 1 0 0 0,1 0 0 0 0,9 1 0 0 0,-6 1 40 0 0,0 0 0 0 0,-1 1 0 0 0,1 0 0 0 0,-1 1 0 0 0,0 0 0 0 0,0 1 0 0 0,0 0 0 0 0,0 1 0 0 0,-1 1 0 0 0,15 10 0 0 0,-23-15-307 0 0,-1-1 1 0 0,0 1-1 0 0,0 0 0 0 0,0 0 0 0 0,0 0 0 0 0,0 0 1 0 0,0 0-1 0 0,0 0 0 0 0,-1 0 0 0 0,1 0 0 0 0,-1 1 0 0 0,0-1 1 0 0,1 1-1 0 0,-1-1 0 0 0,0 1 0 0 0,0 0 0 0 0,-1-1 0 0 0,1 1 1 0 0,-1 0-1 0 0,1-1 0 0 0,-1 1 0 0 0,0 0 0 0 0,0 0 0 0 0,0 0 1 0 0,0-1-1 0 0,0 1 0 0 0,-1 0 0 0 0,1-1 0 0 0,-1 1 0 0 0,0 0 1 0 0,0-1-1 0 0,0 1 0 0 0,0-1 0 0 0,0 1 0 0 0,-1-1 0 0 0,1 1 1 0 0,-1-1-1 0 0,1 0 0 0 0,-1 0 0 0 0,-3 3 0 0 0,5-4 73 0 0,0-1-1 0 0,-1 0 0 0 0,1 0 1 0 0,0 0-1 0 0,0 0 0 0 0,0 0 1 0 0,0 0-1 0 0,-1 1 0 0 0,1-1 1 0 0,0 0-1 0 0,0 0 0 0 0,0 0 0 0 0,-1 0 1 0 0,1 0-1 0 0,0 0 0 0 0,0 0 1 0 0,-1 0-1 0 0,1 0 0 0 0,0 0 1 0 0,0 0-1 0 0,0 0 0 0 0,-1 0 1 0 0,1 0-1 0 0,0 0 0 0 0,0 0 1 0 0,0-1-1 0 0,-1 1 0 0 0,1 0 1 0 0,0 0-1 0 0,0 0 0 0 0,0 0 1 0 0,0 0-1 0 0,-1 0 0 0 0,1 0 1 0 0,0-1-1 0 0,0 1 0 0 0,0 0 1 0 0,0 0-1 0 0,0 0 0 0 0,-1-1 1 0 0,-4-12-180 0 0,1-13 76 0 0,5-74-3295 0 0,2 70-1251 0 0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9:13.4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32 186 7370 0 0,'-1'-3'880'0'0,"-17"-34"6084"0"0,7 0-3908 0 0,11 33-2967 0 0,-1 1 1 0 0,1-1 0 0 0,0 0 0 0 0,0 0-1 0 0,0 1 1 0 0,1-1 0 0 0,-1 0-1 0 0,1 1 1 0 0,0-1 0 0 0,0 0 0 0 0,0 1-1 0 0,0 0 1 0 0,1-1 0 0 0,-1 1 0 0 0,1-1-1 0 0,0 1 1 0 0,0 0 0 0 0,0 0 0 0 0,4-4-1 0 0,30-27-2941 0 0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9:13.77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40 1 6913 0 0,'-2'1'214'0'0,"0"1"0"0"0,-1-1 0 0 0,1 1-1 0 0,0 0 1 0 0,0 0 0 0 0,0 0-1 0 0,0 0 1 0 0,0 0 0 0 0,0 0 0 0 0,0 0-1 0 0,1 0 1 0 0,-1 1 0 0 0,1-1-1 0 0,0 1 1 0 0,-1-1 0 0 0,1 1 0 0 0,1 0-1 0 0,-1-1 1 0 0,0 1 0 0 0,0 4-1 0 0,-1 3 394 0 0,0 0-1 0 0,1-1 1 0 0,1 1-1 0 0,0 16 1 0 0,1-16-412 0 0,1 0 1 0 0,0 0 0 0 0,1 0-1 0 0,0-1 1 0 0,1 1 0 0 0,0-1-1 0 0,0 0 1 0 0,1 0-1 0 0,0 0 1 0 0,1-1 0 0 0,0 1-1 0 0,0-1 1 0 0,7 7 0 0 0,-10-12-185 0 0,0 0 0 0 0,-1 0 0 0 0,1-1 1 0 0,0 1-1 0 0,1-1 0 0 0,-1 1 0 0 0,0-1 0 0 0,1 0 1 0 0,-1 0-1 0 0,1-1 0 0 0,-1 1 0 0 0,1-1 1 0 0,0 1-1 0 0,0-1 0 0 0,0 0 0 0 0,0-1 1 0 0,0 1-1 0 0,0-1 0 0 0,0 0 0 0 0,0 0 1 0 0,0 0-1 0 0,0 0 0 0 0,-1-1 0 0 0,1 1 1 0 0,0-1-1 0 0,0 0 0 0 0,0 0 0 0 0,0-1 0 0 0,-1 1 1 0 0,1-1-1 0 0,0 0 0 0 0,-1 0 0 0 0,0 0 1 0 0,1 0-1 0 0,3-4 0 0 0,-4 4 39 0 0,0 0 1 0 0,-1-1-1 0 0,1 1 0 0 0,-1-1 1 0 0,1 0-1 0 0,-1 0 0 0 0,0 0 1 0 0,0 0-1 0 0,0 0 0 0 0,-1 0 0 0 0,1 0 1 0 0,-1-1-1 0 0,1 1 0 0 0,-1-1 1 0 0,0 1-1 0 0,-1-1 0 0 0,1 1 1 0 0,0-1-1 0 0,-1-5 0 0 0,0 3 35 0 0,-1 0 0 0 0,0 1-1 0 0,-1-1 1 0 0,1 0 0 0 0,-1 1 0 0 0,0-1-1 0 0,0 1 1 0 0,-1 0 0 0 0,1 0 0 0 0,-1 0 0 0 0,-5-6-1 0 0,-1-1 14 0 0,0 0-1 0 0,-1 1 0 0 0,-1 1 1 0 0,0-1-1 0 0,0 2 0 0 0,-1 0 1 0 0,0 0-1 0 0,-24-12 0 0 0,11 11-1824 0 0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9:14.02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10594 0 0,'1'0'80'0'0,"-1"0"-1"0"0,1 0 1 0 0,-1 0-1 0 0,1-1 1 0 0,-1 1-1 0 0,1 0 1 0 0,0 0 0 0 0,-1 0-1 0 0,1 0 1 0 0,-1 0-1 0 0,1 0 1 0 0,-1 1-1 0 0,1-1 1 0 0,-1 0-1 0 0,1 0 1 0 0,-1 0-1 0 0,1 0 1 0 0,-1 1-1 0 0,1-1 1 0 0,-1 0-1 0 0,1 0 1 0 0,-1 1-1 0 0,1-1 1 0 0,-1 0 0 0 0,1 1-1 0 0,-1-1 1 0 0,0 0-1 0 0,1 1 1 0 0,-1-1-1 0 0,0 1 1 0 0,1-1-1 0 0,-1 1 1 0 0,0-1-1 0 0,0 1 1 0 0,1-1-1 0 0,-1 1 1 0 0,0 0-1 0 0,15 25 1264 0 0,-13-22-1048 0 0,27 57 2585 0 0,24 73-1 0 0,-33-78-2458 0 0,2-1 1 0 0,35 62-1 0 0,41 32 16 0 0,7 11-697 0 0,-73-104-1718 0 0,-17-26-5391 0 0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9:28.42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669 96 6913 0 0,'-2'-6'-66'0'0,"1"0"0"0"0,-1 0 0 0 0,1-1 0 0 0,0 1 0 0 0,1-1 0 0 0,-1 1 0 0 0,1 0 0 0 0,2-10-1 0 0,-1-10 824 0 0,-1 26-735 0 0,0 0-1 0 0,0-1 1 0 0,0 1 0 0 0,0 0-1 0 0,0 0 1 0 0,0 0 0 0 0,0 0-1 0 0,-1 0 1 0 0,1 0 0 0 0,0 0 0 0 0,0-1-1 0 0,0 1 1 0 0,0 0 0 0 0,0 0-1 0 0,0 0 1 0 0,0 0 0 0 0,0 0-1 0 0,0 0 1 0 0,0 0 0 0 0,0 0 0 0 0,0 0-1 0 0,0 0 1 0 0,0-1 0 0 0,-1 1-1 0 0,1 0 1 0 0,0 0 0 0 0,0 0-1 0 0,0 0 1 0 0,0 0 0 0 0,0 0 0 0 0,0 0-1 0 0,0 0 1 0 0,0 0 0 0 0,-1 0-1 0 0,1 0 1 0 0,0 0 0 0 0,0 0-1 0 0,0 0 1 0 0,0 0 0 0 0,0 0 0 0 0,0 0-1 0 0,0 0 1 0 0,0 0 0 0 0,-1 0-1 0 0,1 0 1 0 0,0 0 0 0 0,0 0-1 0 0,0 0 1 0 0,0 0 0 0 0,0 0 0 0 0,0 0-1 0 0,0 0 1 0 0,0 1 0 0 0,-1-1-1 0 0,1 0 1 0 0,0 0 0 0 0,0 0-1 0 0,0 0 1 0 0,0 0 0 0 0,-10 8 678 0 0,-9 12 161 0 0,-133 218 861 0 0,92-138-1197 0 0,-3 6-363 0 0,-70 162 0 0 0,103-194-103 0 0,3 2 1 0 0,3 1-1 0 0,-17 101 1 0 0,-53 593 452 0 0,88-648-410 0 0,7 1 1 0 0,4 0-1 0 0,6-1 1 0 0,34 155-1 0 0,-29-215-88 0 0,2-1 1 0 0,2 0-1 0 0,4-2 0 0 0,2 0 1 0 0,34 56-1 0 0,-35-75 121 0 0,1-1-1 0 0,2-2 1 0 0,2-1 0 0 0,1-1-1 0 0,2-2 1 0 0,2-1-1 0 0,58 44 1 0 0,-79-68-36 0 0,1-1 0 0 0,-1-1-1 0 0,1 0 1 0 0,1-1 0 0 0,-1 0 0 0 0,1-2 0 0 0,0 1 0 0 0,0-2 0 0 0,0 0 0 0 0,18 0-1 0 0,27 0 305 0 0,82-6-1 0 0,-112 1-344 0 0,174-13 192 0 0,-1-9 0 0 0,-1-9 0 0 0,335-100 0 0 0,96-90 205 0 0,-309 102-438 0 0,-243 87-20 0 0,104-58 1 0 0,-9 2 60 0 0,-152 79-39 0 0,46-21 74 0 0,100-32 0 0 0,-147 57-88 0 0,-1 1 0 0 0,1 2 0 0 0,0 0 0 0 0,0 1 1 0 0,1 2-1 0 0,-1 0 0 0 0,0 2 0 0 0,40 5 0 0 0,-52-3-5 0 0,-1 0 0 0 0,0 1 0 0 0,0 0 0 0 0,0 1 0 0 0,0 0 0 0 0,16 11 0 0 0,-11-7 0 0 0,-11-7-36 0 0,0 1 0 0 0,0-1 1 0 0,0-1-1 0 0,1 1 0 0 0,-1-1 0 0 0,1 0 1 0 0,-1 0-1 0 0,0 0 0 0 0,1-1 0 0 0,0 0 1 0 0,-1 0-1 0 0,1 0 0 0 0,9-2 0 0 0,40-14-5566 0 0,-51 14 5224 0 0,-1 1 0 0 0,0 0 0 0 0,1 0 0 0 0,-1 0 0 0 0,0 1 0 0 0,1-1 0 0 0,-1 1 0 0 0,1-1 0 0 0,-1 1 0 0 0,1 0 0 0 0,-1 1 0 0 0,1-1 0 0 0,6 2 0 0 0,-7-1 318 0 0,1 1 0 0 0,-1-1 1 0 0,0 1-1 0 0,0 0 1 0 0,0 0-1 0 0,0 0 1 0 0,0 0-1 0 0,0 1 1 0 0,0-1-1 0 0,-1 1 0 0 0,4 4 1 0 0,3 6 833 0 0,-1 1 1 0 0,0 0 0 0 0,-1 1-1 0 0,0-1 1 0 0,4 18-1 0 0,8 16 758 0 0,-12-33-1050 0 0,0 0-1 0 0,2 0 1 0 0,0 0-1 0 0,0-1 0 0 0,12 13 1 0 0,-16-23-552 0 0,-1 0 1 0 0,1 0-1 0 0,-1 0 1 0 0,1 0 0 0 0,0-1-1 0 0,1 0 1 0 0,-1 0-1 0 0,0 0 1 0 0,1-1 0 0 0,0 0-1 0 0,-1 0 1 0 0,1 0-1 0 0,0-1 1 0 0,0 1 0 0 0,0-1-1 0 0,0-1 1 0 0,10 1-1 0 0,-2-1-2922 0 0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09:28.94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66 592 6913 0 0,'-4'0'95'0'0,"1"0"-1"0"0,-1-1 0 0 0,0 1 1 0 0,1-1-1 0 0,-1 1 0 0 0,1-1 1 0 0,-1 0-1 0 0,1-1 0 0 0,0 1 1 0 0,-1 0-1 0 0,-4-4 0 0 0,7 4 42 0 0,-1 0 0 0 0,1 0 0 0 0,-1-1 0 0 0,1 1 0 0 0,0-1 0 0 0,0 1-1 0 0,0-1 1 0 0,-1 1 0 0 0,1-1 0 0 0,1 1 0 0 0,-1-1 0 0 0,0 0 0 0 0,0 1 0 0 0,1-1 0 0 0,-1 0-1 0 0,1 0 1 0 0,-1 0 0 0 0,1 0 0 0 0,0 1 0 0 0,0-1 0 0 0,0 0 0 0 0,0 0 0 0 0,0 0 0 0 0,0-2-1 0 0,1 3-53 0 0,-1 0-1 0 0,1 0 1 0 0,-1 0-1 0 0,0 0 0 0 0,1 0 1 0 0,0 0-1 0 0,-1 0 0 0 0,1 0 1 0 0,0 0-1 0 0,-1 1 0 0 0,1-1 1 0 0,0 0-1 0 0,0 0 1 0 0,-1 1-1 0 0,1-1 0 0 0,0 1 1 0 0,0-1-1 0 0,0 1 0 0 0,0-1 1 0 0,0 1-1 0 0,0-1 0 0 0,0 1 1 0 0,0 0-1 0 0,0-1 1 0 0,0 1-1 0 0,0 0 0 0 0,0 0 1 0 0,0 0-1 0 0,0 0 0 0 0,0 0 1 0 0,1 0-1 0 0,0 1 0 0 0,42 4 352 0 0,-37-3-206 0 0,52 8 713 0 0,2-3 1 0 0,-1-2-1 0 0,70-4 0 0 0,-81-1 100 0 0,49 6 1 0 0,-36-1-247 0 0,-60-5-777 0 0,0 0 0 0 0,1 0-1 0 0,-1 0 1 0 0,1-1 0 0 0,-1 1-1 0 0,0-1 1 0 0,1 1 0 0 0,-1-1-1 0 0,0 0 1 0 0,0 0 0 0 0,1 0-1 0 0,-1 0 1 0 0,0 0 0 0 0,0 0-1 0 0,0 0 1 0 0,0-1 0 0 0,0 1-1 0 0,-1-1 1 0 0,1 0 0 0 0,0 0-1 0 0,-1 1 1 0 0,1-1 0 0 0,-1 0-1 0 0,0 0 1 0 0,1 0 0 0 0,-1 0-1 0 0,0-1 1 0 0,0 1 0 0 0,0 0-1 0 0,-1 0 1 0 0,1-1 0 0 0,0-3-1 0 0,2-9 31 0 0,0 0 0 0 0,-2 0 0 0 0,0-1 0 0 0,-1-17-1 0 0,0 9 117 0 0,1-7-36 0 0,-2 0 1 0 0,-1 0-1 0 0,-1 0 1 0 0,-2 0-1 0 0,-1 0 0 0 0,-1 1 1 0 0,-15-36-1 0 0,-5-16-127 0 0,21 52 0 0 0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0:38.20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683 66 3681 0 0,'-4'-10'595'0'0,"-16"-28"1391"0"0,19 37-1805 0 0,0 0-1 0 0,1 0 1 0 0,-1 0 0 0 0,0-1-1 0 0,0 1 1 0 0,0 0 0 0 0,0 0-1 0 0,0 0 1 0 0,0 0-1 0 0,0 1 1 0 0,0-1 0 0 0,0 0-1 0 0,-1 0 1 0 0,1 1 0 0 0,0-1-1 0 0,0 0 1 0 0,-1 1 0 0 0,1 0-1 0 0,-1-1 1 0 0,1 1 0 0 0,0 0-1 0 0,-1-1 1 0 0,1 1 0 0 0,-2 0-1 0 0,2 1-90 0 0,0-1-1 0 0,0 1 1 0 0,0-1-1 0 0,1 1 0 0 0,-1 0 1 0 0,0-1-1 0 0,0 1 1 0 0,1 0-1 0 0,-1-1 0 0 0,1 1 1 0 0,-1 0-1 0 0,0 0 1 0 0,1 0-1 0 0,0 0 0 0 0,-1-1 1 0 0,1 1-1 0 0,-1 0 1 0 0,1 0-1 0 0,0 2 0 0 0,-7 23 337 0 0,6-18-294 0 0,-45 239 704 0 0,13-57-489 0 0,-218 1380 793 0 0,150-280-362 0 0,79 3-138 0 0,17-742-544 0 0,-41 928 1254 0 0,33-1138-1356 0 0,-20 195 155 0 0,0 9 857 0 0,23-315-393 0 0,-6 245 560 0 0,41 1-210 0 0,-21-437-902 0 0,5 41 72 0 0,3 0 0 0 0,27 95 0 0 0,-39-174-141 0 0,0 0 0 0 0,1 0 0 0 0,-1 0 0 0 0,0 0-1 0 0,0-1 1 0 0,0 1 0 0 0,1 0 0 0 0,-1 0 0 0 0,0 0 0 0 0,1 0 0 0 0,-1-1 0 0 0,1 1 0 0 0,-1 0 0 0 0,1-1 0 0 0,-1 1 0 0 0,1 0 0 0 0,-1-1-1 0 0,1 1 1 0 0,0 0 0 0 0,-1-1 0 0 0,1 1 0 0 0,0-1 0 0 0,-1 1 0 0 0,1-1 0 0 0,0 0 0 0 0,0 1 0 0 0,0-1 0 0 0,-1 0 0 0 0,1 1 0 0 0,0-1 0 0 0,0 0-1 0 0,0 0 1 0 0,0 0 0 0 0,0 0 0 0 0,1 0 0 0 0,0-1-82 0 0,-1 1-1 0 0,1-1 1 0 0,-1 0-1 0 0,1-1 1 0 0,-1 1-1 0 0,0 0 1 0 0,1 0-1 0 0,-1-1 1 0 0,0 1-1 0 0,0 0 1 0 0,0-1 0 0 0,0 1-1 0 0,0-1 1 0 0,0 0-1 0 0,0 1 1 0 0,-1-1-1 0 0,2-2 1 0 0,9-26-992 0 0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0:39.29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381 69 1376 0 0,'-144'115'285'0'0,"102"-79"-157"0"0,-2-1 1 0 0,-87 53 0 0 0,129-87-8 0 0,1-1-1 0 0,0 0 1 0 0,0 1-1 0 0,0-1 1 0 0,0 1 0 0 0,0 0-1 0 0,0-1 1 0 0,0 1-1 0 0,0 0 1 0 0,0-1-1 0 0,0 1 1 0 0,0 0-1 0 0,0 0 1 0 0,1 0 0 0 0,-1 0-1 0 0,0 0 1 0 0,1 0-1 0 0,-1 0 1 0 0,1 0-1 0 0,-1 1 1 0 0,1-1-5 0 0,0 0 1 0 0,1-1-1 0 0,-1 1 0 0 0,1-1 1 0 0,-1 1-1 0 0,1-1 0 0 0,-1 1 1 0 0,1-1-1 0 0,0 1 0 0 0,-1-1 1 0 0,1 1-1 0 0,-1-1 0 0 0,1 0 1 0 0,0 0-1 0 0,0 1 0 0 0,-1-1 1 0 0,1 0-1 0 0,0 0 0 0 0,-1 0 1 0 0,1 1-1 0 0,0-1 0 0 0,1 0 1 0 0,53 1 2177 0 0,12-7-1263 0 0,0-3 1 0 0,123-33-1 0 0,23-5-550 0 0,-26 24 137 0 0,256 2 0 0 0,188 38 568 0 0,-204 10-703 0 0,37 1-87 0 0,1-27-233 0 0,623-36 178 0 0,-898 34-37 0 0,844-12 601 0 0,0-33-823 0 0,381-23-18 0 0,-23 8 392 0 0,-764 19-283 0 0,-28 29 286 0 0,-117 3 77 0 0,70 6 112 0 0,-129 6-273 0 0,-307 0-334 0 0,501 50 23 0 0,-94 58-178 0 0,-432-88 98 0 0,-76-18-761 0 0,0 0 1 0 0,0-2-1 0 0,24 1 1 0 0,-22-4-5718 0 0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0:40.78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13848 0 8290 0 0,'-4'2'81'0'0,"-1"0"0"0"0,1 1 0 0 0,0-1 0 0 0,0 1 0 0 0,1 0 1 0 0,-1 0-1 0 0,1 0 0 0 0,-1 0 0 0 0,1 1 0 0 0,0-1 0 0 0,-4 7 0 0 0,1 0-38 0 0,1 1 0 0 0,-1 1 0 0 0,-2 11 0 0 0,2-7 61 0 0,-34 98 878 0 0,6 2-1 0 0,5 2 0 0 0,5 0 0 0 0,-15 193 1 0 0,27 489 1392 0 0,97 299 313 0 0,-55-807-2096 0 0,49 598-4 0 0,8 86-334 0 0,-21 4 538 0 0,-68-370-427 0 0,3 206 248 0 0,20-446-369 0 0,1 27 51 0 0,17 435 397 0 0,-34-784-691 0 0,2 0 0 0 0,2 0 0 0 0,3-1 0 0 0,31 83 0 0 0,-30-95 26 0 0,0 1-1 0 0,-3 0 1 0 0,-1 0 0 0 0,8 63-1 0 0,-17-96-16 0 0,1 0-1 0 0,-1 0 1 0 0,0 0 0 0 0,0 0-1 0 0,0 0 1 0 0,0 0 0 0 0,-1 0-1 0 0,1-1 1 0 0,-1 1 0 0 0,1 0-1 0 0,-2 4 1 0 0,0-5-3 0 0,0-1 1 0 0,1 1-1 0 0,-1 0 0 0 0,0-1 0 0 0,0 1 1 0 0,0-1-1 0 0,0 1 0 0 0,0-1 0 0 0,0 0 0 0 0,-1 0 1 0 0,1 0-1 0 0,0 0 0 0 0,-1 0 0 0 0,-3 0 1 0 0,-29 7-16 0 0,-1-2 1 0 0,1-2 0 0 0,-1-1 0 0 0,1-2 0 0 0,-43-3 0 0 0,44 1-60 0 0,-103-2-376 0 0,-178 19-1 0 0,205-2 440 0 0,-408 42-54 0 0,-119-38 132 0 0,532-17-58 0 0,-654-8 110 0 0,-65 1-10 0 0,246 16-122 0 0,-718 0-59 0 0,-942 62-669 0 0,1621-31 527 0 0,-479 41-288 0 0,426-19 496 0 0,0-40-350 0 0,-83-78 157 0 0,231-17 697 0 0,86 11 103 0 0,116 15-161 0 0,-132-15-220 0 0,399 57-226 0 0,-1 2 0 0 0,1 3 0 0 0,0 2 0 0 0,0 2 0 0 0,-56 13 0 0 0,11 0-16 0 0,35-7 201 0 0,0 2 0 0 0,-80 29 0 0 0,140-41-189 0 0,1-1 1 0 0,0 1 0 0 0,-1 1 0 0 0,1-1-1 0 0,0 0 1 0 0,0 1 0 0 0,0-1-1 0 0,0 1 1 0 0,0-1 0 0 0,0 1 0 0 0,0 0-1 0 0,0 0 1 0 0,1 0 0 0 0,-2 2-1 0 0,1 3-125 0 0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0:41.79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49 26 10594 0 0,'-7'-6'632'0'0,"5"5"-224"0"0,0-1 0 0 0,1 0 0 0 0,-1 0 0 0 0,0 1 0 0 0,0-1 0 0 0,0 1 0 0 0,0 0 0 0 0,-1 0 0 0 0,1 0 0 0 0,0 0-1 0 0,0 0 1 0 0,-1 0 0 0 0,1 0 0 0 0,-1 1 0 0 0,1-1 0 0 0,-4 0 0 0 0,5 3-293 0 0,1-1-1 0 0,0 1 1 0 0,0-1-1 0 0,-1 1 0 0 0,1-1 1 0 0,0 1-1 0 0,1-1 1 0 0,-1 1-1 0 0,0-1 1 0 0,0 1-1 0 0,0-1 1 0 0,1 1-1 0 0,-1-1 0 0 0,1 0 1 0 0,-1 1-1 0 0,1-1 1 0 0,0 0-1 0 0,0 2 1 0 0,0-1 57 0 0,69 168 727 0 0,39 115-381 0 0,-90-223-458 0 0,-7-16-157 0 0,3 0-1 0 0,39 83 1 0 0,-50-122-1525 0 0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0:42.2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15 206 6913 0 0,'-3'-4'82'0'0,"1"-1"-1"0"0,0 0 0 0 0,0 0 1 0 0,1 0-1 0 0,0 0 0 0 0,0 0 0 0 0,0-1 1 0 0,0 1-1 0 0,0-9 0 0 0,1 1 359 0 0,1 1-1 0 0,0 0 0 0 0,2-14 0 0 0,-2 22-275 0 0,0 0 0 0 0,0 0 0 0 0,1 0 0 0 0,-1 0 0 0 0,1 0 0 0 0,0 0 0 0 0,0 0-1 0 0,0 0 1 0 0,0 0 0 0 0,1 1 0 0 0,0-1 0 0 0,-1 1 0 0 0,1 0 0 0 0,0 0 0 0 0,1 0-1 0 0,-1 0 1 0 0,1 1 0 0 0,-1-1 0 0 0,1 1 0 0 0,0 0 0 0 0,0 0 0 0 0,-1 0 0 0 0,2 0-1 0 0,-1 1 1 0 0,0 0 0 0 0,0-1 0 0 0,0 2 0 0 0,1-1 0 0 0,-1 0 0 0 0,0 1 0 0 0,1 0 0 0 0,-1 0-1 0 0,0 0 1 0 0,7 2 0 0 0,-1-1 11 0 0,0 0 0 0 0,0 1 0 0 0,-1 1 0 0 0,1 0 0 0 0,-1 0-1 0 0,0 0 1 0 0,0 2 0 0 0,0-1 0 0 0,-1 1 0 0 0,1 0 0 0 0,-1 0 0 0 0,0 1 0 0 0,-1 1 0 0 0,12 10-1 0 0,-12-7-121 0 0,0-1 0 0 0,-1 2-1 0 0,0-1 1 0 0,0 1 0 0 0,-1 0-1 0 0,-1 0 1 0 0,0 0-1 0 0,0 1 1 0 0,-1-1 0 0 0,-1 1-1 0 0,0 0 1 0 0,0 0 0 0 0,-1 0-1 0 0,-1 0 1 0 0,0 0 0 0 0,-1 0-1 0 0,0 0 1 0 0,0 0-1 0 0,-5 15 1 0 0,0-2 32 0 0,-2 0-1 0 0,0-1 1 0 0,-1 0 0 0 0,-2-1-1 0 0,0 1 1 0 0,-2-2 0 0 0,-30 42-1 0 0,36-55-24 0 0,-25 30 382 0 0,30-37-361 0 0,0 0 0 0 0,0 0 0 0 0,0 0 1 0 0,0-1-1 0 0,0 1 0 0 0,0-1 0 0 0,0 1 0 0 0,-1-1 0 0 0,1 0 1 0 0,-1 0-1 0 0,1 0 0 0 0,-1 0 0 0 0,1 0 0 0 0,-1-1 0 0 0,-3 1 1 0 0,6-1-63 0 0,0 0 1 0 0,0 0 0 0 0,-1 0 0 0 0,1 0 0 0 0,0 0 0 0 0,0 0-1 0 0,-1 0 1 0 0,1 0 0 0 0,0 0 0 0 0,0 0 0 0 0,0 0-1 0 0,-1 0 1 0 0,1 0 0 0 0,0-1 0 0 0,0 1 0 0 0,0 0 0 0 0,0 0-1 0 0,-1 0 1 0 0,1 0 0 0 0,0 0 0 0 0,0-1 0 0 0,0 1 0 0 0,0 0-1 0 0,0 0 1 0 0,-1 0 0 0 0,1 0 0 0 0,0-1 0 0 0,0 1-1 0 0,0 0 1 0 0,0 0 0 0 0,0 0 0 0 0,0-1 0 0 0,0 1 0 0 0,0 0-1 0 0,0 0 1 0 0,0 0 0 0 0,0-1 0 0 0,0 1 0 0 0,0 0 0 0 0,0 0-1 0 0,0-1 1 0 0,0 1 0 0 0,0 0 0 0 0,0 0 0 0 0,0-1-1 0 0,6-14 275 0 0,12-12-227 0 0,-10 20-62 0 0,-1 1 0 0 0,1-1 0 0 0,0 1 0 0 0,0 0 0 0 0,1 1 1 0 0,0 0-1 0 0,0 1 0 0 0,0-1 0 0 0,0 2 0 0 0,1-1 0 0 0,0 1 0 0 0,0 1 0 0 0,-1 0 1 0 0,1 0-1 0 0,0 1 0 0 0,18 0 0 0 0,12 1-8 0 0,1 2 1 0 0,68 13-1 0 0,-106-15 4 0 0,12 3-121 0 0,29 4 255 0 0,46 2 0 0 0,-77-9-580 0 0,1 0 0 0 0,0-1 0 0 0,0 0 0 0 0,0-1 0 0 0,-1 0 0 0 0,1-1 0 0 0,21-9 0 0 0,-6-1-6595 0 0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0:42.45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74 0 6913 0 0,'-15'1'283'0'0,"-21"0"2161"0"0,19 3 2200 0 0,16-3-4478 0 0,1 0 1 0 0,-1 0-1 0 0,1 0 0 0 0,-1 1 0 0 0,1-1 0 0 0,-1 0 0 0 0,1 0 0 0 0,-1 0 0 0 0,1 0 0 0 0,0 0 0 0 0,0 1 1 0 0,0-1-1 0 0,-1 0 0 0 0,1 0 0 0 0,0 0 0 0 0,1 1 0 0 0,-1-1 0 0 0,0 0 0 0 0,0 0 0 0 0,1 2 0 0 0,8 30 966 0 0,-6-23-661 0 0,30 83 562 0 0,4 0 0 0 0,48 87 0 0 0,8 18-846 0 0,-89-189-608 0 0,32 67 1309 0 0,-5-31-7785 0 0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0:42.6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10 332 5065 0 0,'-3'-10'326'0'0,"1"0"-1"0"0,0 0 1 0 0,1 0 0 0 0,0-1-1 0 0,0 1 1 0 0,1 0 0 0 0,1 0-1 0 0,-1-1 1 0 0,2 1 0 0 0,0 0-1 0 0,0 0 1 0 0,0 0 0 0 0,1 0-1 0 0,5-11 1 0 0,-2 6 441 0 0,0 1 0 0 0,1-1 0 0 0,0 1 1 0 0,1 1-1 0 0,0-1 0 0 0,1 1 0 0 0,1 1 0 0 0,12-13 0 0 0,-18 21-601 0 0,-1 1 0 0 0,1 0 0 0 0,0 0 0 0 0,0 0 0 0 0,0 1 0 0 0,1-1 0 0 0,-1 1 0 0 0,0 0 0 0 0,1 0 0 0 0,0 0 0 0 0,-1 1 0 0 0,10-2 0 0 0,-9 3-252 0 0,-1 0-1 0 0,0 0 0 0 0,0 1 0 0 0,1-1 0 0 0,-1 1 0 0 0,0 0 0 0 0,0 0 1 0 0,0 0-1 0 0,0 1 0 0 0,0 0 0 0 0,0-1 0 0 0,0 1 0 0 0,-1 1 0 0 0,1-1 1 0 0,-1 0-1 0 0,1 1 0 0 0,3 3 0 0 0,8 10-6192 0 0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0:42.8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39 249 4609 0 0,'-2'2'-169'0'0,"-21"17"1492"0"0,14-21 618 0 0,5-15 492 0 0,4 5-1565 0 0,1 0 1 0 0,0 1 0 0 0,1 0-1 0 0,0-1 1 0 0,1 1 0 0 0,0 0-1 0 0,1 0 1 0 0,0 0-1 0 0,1 0 1 0 0,8-13 0 0 0,-4 7-331 0 0,24-29 0 0 0,14-4-5956 0 0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0:43.02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1 122 13363 0 0,'0'1'26'0'0,"0"0"1"0"0,0 0-1 0 0,1-1 0 0 0,-1 1 1 0 0,0 0-1 0 0,0-1 1 0 0,1 1-1 0 0,-1 0 0 0 0,1-1 1 0 0,-1 1-1 0 0,0 0 0 0 0,1-1 1 0 0,-1 1-1 0 0,1-1 1 0 0,-1 1-1 0 0,1-1 0 0 0,0 1 1 0 0,-1-1-1 0 0,1 1 0 0 0,-1-1 1 0 0,1 0-1 0 0,0 1 1 0 0,0-1-1 0 0,-1 0 0 0 0,1 0 1 0 0,0 1-1 0 0,-1-1 1 0 0,1 0-1 0 0,0 0 0 0 0,0 0 1 0 0,-1 0-1 0 0,1 0 0 0 0,0 0 1 0 0,0 0-1 0 0,-1 0 1 0 0,1 0-1 0 0,0 0 0 0 0,0 0 1 0 0,-1-1-1 0 0,1 1 0 0 0,1-1 1 0 0,44-11 143 0 0,-30 7 794 0 0,-9 4-808 0 0,103-32 595 0 0,-97 28-840 0 0,-1-1 1 0 0,0 0-1 0 0,0-1 0 0 0,0 0 1 0 0,-1 0-1 0 0,16-15 0 0 0,-3-2 89 0 0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0:43.2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69 1 3225 0 0,'-5'4'502'0'0,"0"0"1"0"0,0 0 0 0 0,0 1 0 0 0,1 0 0 0 0,-1 0-1 0 0,1 0 1 0 0,1 1 0 0 0,-1 0 0 0 0,1-1-1 0 0,0 1 1 0 0,0 0 0 0 0,0 0 0 0 0,1 1 0 0 0,0-1-1 0 0,0 0 1 0 0,-1 13 0 0 0,0 6 1233 0 0,0 0 1 0 0,2 40 0 0 0,19 111 1880 0 0,-8-99-2758 0 0,54 314-1506 0 0,-59-380-2145 0 0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0:43.5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13 140 3225 0 0,'-3'-12'232'0'0,"0"0"-1"0"0,0 0 1 0 0,-1-18 0 0 0,4 26 211 0 0,0-1 0 0 0,0 0 0 0 0,1 0 0 0 0,-1 1-1 0 0,1-1 1 0 0,0 0 0 0 0,0 1 0 0 0,1-1 0 0 0,-1 0-1 0 0,1 1 1 0 0,4-8 0 0 0,-6 11-303 0 0,1 1 1 0 0,-1-1-1 0 0,1 0 0 0 0,-1 1 1 0 0,1-1-1 0 0,-1 0 0 0 0,1 1 0 0 0,0-1 1 0 0,-1 0-1 0 0,1 1 0 0 0,0-1 1 0 0,-1 1-1 0 0,1 0 0 0 0,0-1 1 0 0,0 1-1 0 0,-1 0 0 0 0,1-1 1 0 0,0 1-1 0 0,0 0 0 0 0,0 0 0 0 0,0-1 1 0 0,-1 1-1 0 0,1 0 0 0 0,0 0 1 0 0,1 0-1 0 0,0 1 49 0 0,0-1 1 0 0,0 1-1 0 0,0-1 0 0 0,0 1 1 0 0,0 0-1 0 0,0 0 0 0 0,0 0 1 0 0,0 0-1 0 0,0 0 0 0 0,2 2 1 0 0,4 4 357 0 0,1 1 0 0 0,-1 0 0 0 0,8 9 1 0 0,-12-13-188 0 0,40 51 763 0 0,37 59 0 0 0,-50-66-298 0 0,3-1 1 0 0,57 60 0 0 0,-86-101-833 0 0,77 69-884 0 0,-74-69 741 0 0,0 0 0 0 0,0 0 0 0 0,1-1 1 0 0,0 0-1 0 0,0 0 0 0 0,0-1 0 0 0,1-1 1 0 0,16 5-1 0 0,-16-7-2084 0 0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0:43.7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108 68 3225 0 0,'-5'3'-73'0'0,"-43"22"1106"0"0,45-24-686 0 0,1 0 1 0 0,-1 0 0 0 0,0 0-1 0 0,0 0 1 0 0,1 0 0 0 0,-1-1-1 0 0,0 1 1 0 0,0-1 0 0 0,0 0-1 0 0,0 0 1 0 0,0 0 0 0 0,0 0-1 0 0,0 0 1 0 0,1-1 0 0 0,-6-1-1 0 0,8 2-291 0 0,0 0 0 0 0,-1 0 0 0 0,1 0 0 0 0,0 0 0 0 0,0 0-1 0 0,-1-1 1 0 0,1 1 0 0 0,0 0 0 0 0,0 0 0 0 0,-1 0-1 0 0,1-1 1 0 0,0 1 0 0 0,0 0 0 0 0,0 0 0 0 0,0-1 0 0 0,-1 1-1 0 0,1 0 1 0 0,0 0 0 0 0,0-1 0 0 0,0 1 0 0 0,0 0 0 0 0,0 0-1 0 0,0-1 1 0 0,0 1 0 0 0,0 0 0 0 0,0-1 0 0 0,0 1 0 0 0,0 0-1 0 0,0 0 1 0 0,0-1 0 0 0,0 1 0 0 0,0 0 0 0 0,0 0-1 0 0,0-1 1 0 0,0 1 0 0 0,0-1 0 0 0,9-11 946 0 0,13-8 29 0 0,-12 14-820 0 0,0 0 0 0 0,0 1-1 0 0,0 0 1 0 0,1 0 0 0 0,0 1 0 0 0,0 0 0 0 0,0 1 0 0 0,22-3 0 0 0,8 2-257 0 0,49 0-1 0 0,1 0-1616 0 0,-62 1-3395 0 0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0:43.9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62 1 4609 0 0,'-6'2'1050'0'0,"1"1"0"0"0,0 0-1 0 0,-1 0 1 0 0,1 1 0 0 0,1-1 0 0 0,-1 1-1 0 0,0 0 1 0 0,-4 5 0 0 0,8-7-788 0 0,0 1 1 0 0,-1-1-1 0 0,1 0 0 0 0,0 0 0 0 0,0 1 1 0 0,0-1-1 0 0,0 1 0 0 0,0-1 0 0 0,1 1 1 0 0,-1-1-1 0 0,1 1 0 0 0,0-1 0 0 0,0 1 1 0 0,0 0-1 0 0,0-1 0 0 0,0 1 1 0 0,0-1-1 0 0,1 1 0 0 0,-1-1 0 0 0,1 1 1 0 0,1 3-1 0 0,58 150 2550 0 0,-1-7-2258 0 0,-37-79-667 0 0,106 294-1268 0 0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0:44.22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27 2304 0 0,'1'-25'6902'0'0,"0"24"-6655"0"0,14 0 6216 0 0,1 4-6410 0 0,14 5 902 0 0,0 2 0 0 0,0 0 0 0 0,-1 2 0 0 0,28 16 0 0 0,-40-18-812 0 0,-1 1 1 0 0,0 0-1 0 0,-1 1 1 0 0,0 1 0 0 0,-1 0-1 0 0,-1 1 1 0 0,22 28 0 0 0,-25-29-66 0 0,-1 1-1 0 0,0 0 1 0 0,-1 1 0 0 0,-1 0 0 0 0,0 0 0 0 0,0 0 0 0 0,-2 1 0 0 0,0 0-1 0 0,-1 0 1 0 0,-1 1 0 0 0,0-1 0 0 0,-1 1 0 0 0,-1 0 0 0 0,0-1 0 0 0,-1 1-1 0 0,-1 0 1 0 0,-1 0 0 0 0,0-1 0 0 0,-2 1 0 0 0,1-1 0 0 0,-2 0 0 0 0,0 0 0 0 0,-1 0-1 0 0,-1-1 1 0 0,-14 26 0 0 0,14-29-35 0 0,-37 55 160 0 0,40-62-212 0 0,-1 0 0 0 0,1 0 0 0 0,-1 0-1 0 0,0 0 1 0 0,0-1 0 0 0,0 0-1 0 0,0 0 1 0 0,-1 0 0 0 0,-9 4-1 0 0,15-8 0 0 0,-1 0-1 0 0,1 1 1 0 0,0-1-1 0 0,-1 0 1 0 0,1 0-1 0 0,0 0 1 0 0,-1 1-1 0 0,1-1 1 0 0,-1 0-1 0 0,1 0 1 0 0,0 0-1 0 0,-1 0 0 0 0,1 0 1 0 0,-1 0-1 0 0,1 0 1 0 0,-1 0-1 0 0,1 0 1 0 0,0 0-1 0 0,-1 0 1 0 0,1 0-1 0 0,-1 0 1 0 0,1 0-1 0 0,0 0 0 0 0,-1 0 1 0 0,1-1-1 0 0,-1 1 1 0 0,1 0-1 0 0,0 0 1 0 0,-1 0-1 0 0,1-1 1 0 0,0 1-1 0 0,-1 0 1 0 0,1-1-1 0 0,0 1 0 0 0,-1 0 1 0 0,1 0-1 0 0,0-1 1 0 0,0 1-1 0 0,-1-1 1 0 0,1 1-1 0 0,0-1 1 0 0,0-13-229 0 0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6:55.87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7 932 7834 0 0,'0'0'42'0'0,"0"0"0"0"0,-1 0 0 0 0,1 0 0 0 0,0 0 0 0 0,0 0 0 0 0,0 1 0 0 0,0-1 0 0 0,0 0 0 0 0,0 0-1 0 0,-1 0 1 0 0,1 0 0 0 0,0 0 0 0 0,0 0 0 0 0,0 0 0 0 0,0 0 0 0 0,-1 0 0 0 0,1 0 0 0 0,0 0 0 0 0,0 0 0 0 0,0 0 0 0 0,0 0 0 0 0,-1 0 0 0 0,1 0 0 0 0,0 0 0 0 0,0 0 0 0 0,0 0 0 0 0,0 0 0 0 0,0 0 0 0 0,-1 0 0 0 0,1 0 0 0 0,0-1 0 0 0,0 1 0 0 0,0 0 0 0 0,0 0 0 0 0,0 0 0 0 0,0 0 0 0 0,-1 0 0 0 0,1 0 0 0 0,0 0 0 0 0,0 0 0 0 0,0-1 0 0 0,0 1 0 0 0,0 0 0 0 0,0 0 0 0 0,0 0 0 0 0,0 0 0 0 0,0 0 0 0 0,0-1 0 0 0,0 1 0 0 0,-1 0 0 0 0,1 0 0 0 0,0 0 0 0 0,0 0 0 0 0,0-1 0 0 0,0 1 0 0 0,6-13 1039 0 0,13-14-112 0 0,65-68 2537 0 0,152-133 0 0 0,37-36-2239 0 0,-252 241-1300 0 0,117-125 213 0 0,-115 127-401 0 0,2 0-1 0 0,0 1 1 0 0,1 2-1 0 0,38-21 1 0 0,-63 38 437 0 0,24-10-3533 0 0,-36 30-4001 0 0,1-12 7161 0 0,1 0 1 0 0,-1-1-1 0 0,-18 10 0 0 0,3-4 91 0 0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6:56.1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 17 2761 0 0,'-2'0'80'0'0,"1"0"0"0"0,0 0 0 0 0,-1-1 0 0 0,1 1 0 0 0,0-1 0 0 0,-1 1 0 0 0,1-1 0 0 0,0 0 0 0 0,0 1 0 0 0,-1-1 0 0 0,1 0 0 0 0,0 0 0 0 0,0 0 0 0 0,0 0 0 0 0,-1-2 0 0 0,-3-2 740 0 0,87 94 11429 0 0,-52-53-11441 0 0,-3 0 0 0 0,0 2-1 0 0,-3 1 1 0 0,25 54 0 0 0,35 118 101 0 0,13 28-701 0 0,-67-184-214 0 0,3-3 0 0 0,1 0 0 0 0,3-2 0 0 0,70 73-1 0 0,-98-114-577 0 0,0-1 0 0 0,1-1 0 0 0,-1 0 0 0 0,1 0 0 0 0,1-1 0 0 0,19 9 0 0 0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6:56.54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5529 0 0,'0'1'80'0'0,"0"0"-1"0"0,0 0 1 0 0,0 1 0 0 0,0-1-1 0 0,0 0 1 0 0,0 0-1 0 0,0 0 1 0 0,0 1 0 0 0,0-1-1 0 0,1 0 1 0 0,-1 0-1 0 0,0 0 1 0 0,1 0 0 0 0,-1 0-1 0 0,1 0 1 0 0,-1 1 0 0 0,1-1-1 0 0,0 0 1 0 0,-1 0-1 0 0,1-1 1 0 0,0 1 0 0 0,0 0-1 0 0,1 1 1 0 0,21 24 1541 0 0,-11-15-875 0 0,1-2 1 0 0,1 1-1 0 0,-1-2 1 0 0,2 0 0 0 0,20 9-1 0 0,82 25 2196 0 0,-46-18-1760 0 0,92 43 1062 0 0,40 13-1088 0 0,-161-65-1921 0 0,2-2-1 0 0,77 11 1 0 0,-106-22-1278 0 0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6:56.8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229 26 2304 0 0,'-2'-3'266'0'0,"-1"1"-1"0"0,1 0 0 0 0,-1 0 1 0 0,0 0-1 0 0,1 0 0 0 0,-1 0 1 0 0,0 0-1 0 0,0 1 0 0 0,0 0 1 0 0,0-1-1 0 0,-1 1 0 0 0,1 0 1 0 0,0 1-1 0 0,0-1 0 0 0,-1 0 0 0 0,1 1 1 0 0,0 0-1 0 0,-7 0 0 0 0,7 0 31 0 0,1 1 0 0 0,-1 0 0 0 0,0-1-1 0 0,1 1 1 0 0,-1 1 0 0 0,1-1 0 0 0,-1 0 0 0 0,1 0-1 0 0,-1 1 1 0 0,1 0 0 0 0,0-1 0 0 0,0 1 0 0 0,0 0-1 0 0,0 0 1 0 0,0 0 0 0 0,0 0 0 0 0,0 0-1 0 0,1 1 1 0 0,-1-1 0 0 0,1 0 0 0 0,0 1 0 0 0,-3 5-1 0 0,-9 32 692 0 0,2 0 0 0 0,1 2 0 0 0,2-1 0 0 0,-3 53 0 0 0,0-9-100 0 0,0-16-752 0 0,-6 40 307 0 0,-5 163-1 0 0,22-266-488 0 0,0 1 0 0 0,0-1 0 0 0,1 1-1 0 0,-1-1 1 0 0,2 1 0 0 0,-1-1 0 0 0,1 0-1 0 0,2 7 1 0 0,3 0-416 0 0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6:57.51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44 0 3681 0 0,'-2'1'112'0'0,"0"-1"-1"0"0,0 1 1 0 0,1 0 0 0 0,-1 0 0 0 0,0 0 0 0 0,1 0-1 0 0,-1 0 1 0 0,0 0 0 0 0,1 1 0 0 0,0-1 0 0 0,-1 0-1 0 0,1 1 1 0 0,0-1 0 0 0,0 1 0 0 0,0-1 0 0 0,0 1 0 0 0,0 0-1 0 0,0-1 1 0 0,0 1 0 0 0,0 0 0 0 0,0 2 0 0 0,-2 2 242 0 0,1 1 0 0 0,0-1-1 0 0,0 0 1 0 0,0 1 0 0 0,0 8 0 0 0,2-8 80 0 0,0 1-1 0 0,1-1 0 0 0,0 1 0 0 0,1-1 0 0 0,-1 0 0 0 0,1 1 1 0 0,1-1-1 0 0,5 13 0 0 0,35 55 2158 0 0,-20-37-1743 0 0,49 103 696 0 0,90 252 1 0 0,-108-262-1219 0 0,-6-13-919 0 0,-21-38-4484 0 0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6:57.97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0 416 3681 0 0,'2'-9'74'0'0,"-1"1"0"0"0,1-1 0 0 0,0 0 0 0 0,1 1 0 0 0,0-1 0 0 0,1 1 0 0 0,8-16 1 0 0,0 5 335 0 0,1 1 1 0 0,17-17-1 0 0,-21 24-241 0 0,123-130 2998 0 0,-117 127-2449 0 0,0 0-1 0 0,2 2 1 0 0,-1 0 0 0 0,2 0 0 0 0,-1 2 0 0 0,2 0-1 0 0,23-9 1 0 0,-39 18-621 0 0,-1 0 0 0 0,0 0 0 0 0,1 1-1 0 0,-1-1 1 0 0,1 1 0 0 0,-1-1 0 0 0,1 1 0 0 0,-1 0-1 0 0,0 0 1 0 0,1 0 0 0 0,-1 1 0 0 0,4 0 0 0 0,-5-1-46 0 0,0 1 1 0 0,1-1-1 0 0,-1 1 1 0 0,0-1-1 0 0,0 1 1 0 0,0 0-1 0 0,0-1 1 0 0,0 1-1 0 0,0 0 1 0 0,0 0-1 0 0,0 0 1 0 0,0 0 0 0 0,0 0-1 0 0,0 0 1 0 0,-1 0-1 0 0,1 0 1 0 0,0 2-1 0 0,1 3 76 0 0,0-1-1 0 0,-1 1 1 0 0,1 0 0 0 0,-1 0-1 0 0,-1 0 1 0 0,1 0 0 0 0,-1-1-1 0 0,-1 13 1 0 0,-2 13 197 0 0,-2 1 0 0 0,0-1-1 0 0,-14 40 1 0 0,-37 90 27 0 0,42-123-320 0 0,-38 88 14 0 0,32-84-23 0 0,2 1-1 0 0,2 1 0 0 0,-19 84 0 0 0,34-123-14 0 0,0-1 0 0 0,0 1 0 0 0,1-1 0 0 0,0 1 0 0 0,0-1 0 0 0,1 1 0 0 0,-1 0 0 0 0,1-1 0 0 0,0 1 0 0 0,0-1 0 0 0,0 0 0 0 0,1 1 0 0 0,-1-1 0 0 0,1 0 0 0 0,0 0 0 0 0,3 5 0 0 0,-2-6 2 0 0,-1-1 0 0 0,1 1 0 0 0,-1 0 0 0 0,1-1 0 0 0,0 0 1 0 0,0 0-1 0 0,0 1 0 0 0,1-2 0 0 0,-1 1 0 0 0,0 0 0 0 0,1-1 1 0 0,-1 0-1 0 0,1 1 0 0 0,-1-1 0 0 0,1-1 0 0 0,0 1 0 0 0,0 0 0 0 0,-1-1 1 0 0,1 0-1 0 0,4 0 0 0 0,9-1 66 0 0,-1 0-1 0 0,1-2 1 0 0,-1 0 0 0 0,1 0 0 0 0,-1-2-1 0 0,28-11 1 0 0,93-52 739 0 0,-31 14-501 0 0,-89 46-342 0 0,34-16-996 0 0,1 3-1 0 0,103-28 1 0 0,-135 44-479 0 0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6:58.2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 0 4609 0 0,'-1'1'71'0'0,"1"-1"0"0"0,0 0 0 0 0,0 0 0 0 0,-1 0 0 0 0,1 0 0 0 0,0 1 0 0 0,0-1 0 0 0,0 0 0 0 0,-1 0 0 0 0,1 1 0 0 0,0-1 0 0 0,0 0 0 0 0,0 0 0 0 0,0 1 0 0 0,0-1 0 0 0,-1 0 1 0 0,1 0-1 0 0,0 1 0 0 0,0-1 0 0 0,0 0 0 0 0,0 0 0 0 0,0 1 0 0 0,0-1 0 0 0,0 0 0 0 0,0 1 0 0 0,0-1 0 0 0,0 0 0 0 0,0 1 0 0 0,0-1 0 0 0,0 0 0 0 0,0 0 0 0 0,0 1 0 0 0,1-1 0 0 0,-1 0 0 0 0,0 0 0 0 0,0 1 0 0 0,0-1 0 0 0,0 0 0 0 0,0 0 0 0 0,1 1 0 0 0,-1-1 0 0 0,0 0 0 0 0,0 0 0 0 0,0 0 0 0 0,1 1 0 0 0,-1-1 0 0 0,1 0 1 0 0,8 14 1594 0 0,4-5-806 0 0,0 0 0 0 0,1-2-1 0 0,0 1 1 0 0,0-2 0 0 0,1 0 0 0 0,0 0 0 0 0,27 5 0 0 0,-6 0 82 0 0,94 25 762 0 0,-77-23-351 0 0,101 39 1 0 0,-139-44-1636 0 0,0 1 1 0 0,-1 0-1 0 0,26 21 0 0 0,15 11-741 0 0,-39-34-3906 0 0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6:58.5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160 33 3225 0 0,'-11'-13'127'0'0,"-24"-6"11519"0"0,28 40-9675 0 0,-29 143 679 0 0,-23 245 0 0 0,53-357-3143 0 0,2 0 0 0 0,3 0 0 0 0,7 80 1 0 0,-1-97-6803 0 0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8:32.6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38 3681 0 0,'-1'-2'633'0'0,"0"0"1"0"0,0-1-1 0 0,0 0 1 0 0,1 1-1 0 0,-1-1 1 0 0,5-19 9061 0 0,-4 21-9609 0 0,4 25 1462 0 0,15 481 257 0 0,-13-306-1779 0 0,-4-156-165 0 0,-2 16-332 0 0,3-1 0 0 0,3 1 0 0 0,19 86 0 0 0,-18-123-4101 0 0,0-2-1473 0 0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8:33.0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7 176 4145 0 0,'-1'-5'303'0'0,"-1"-1"0"0"0,1 0 0 0 0,0 1 0 0 0,0-1 1 0 0,1 0-1 0 0,0 0 0 0 0,0 0 0 0 0,0 0 0 0 0,1 1 0 0 0,0-1 0 0 0,0 0 1 0 0,0 0-1 0 0,1 1 0 0 0,-1-1 0 0 0,2 1 0 0 0,3-9 0 0 0,-4 9-55 0 0,0 1-1 0 0,1-1 1 0 0,-1 0-1 0 0,1 1 1 0 0,0 0-1 0 0,1 0 1 0 0,-1 0-1 0 0,1 0 1 0 0,-1 0-1 0 0,1 1 1 0 0,0 0-1 0 0,1-1 0 0 0,-1 1 1 0 0,0 1-1 0 0,1-1 1 0 0,0 1-1 0 0,-1 0 1 0 0,11-3-1 0 0,-12 4-212 0 0,0 1 0 0 0,0 0 0 0 0,1 0 0 0 0,-1 1 0 0 0,0-1 0 0 0,0 1 0 0 0,0-1 1 0 0,0 1-1 0 0,0 0 0 0 0,0 0 0 0 0,0 1 0 0 0,-1-1 0 0 0,1 0 0 0 0,0 1 0 0 0,-1 0 0 0 0,1-1 0 0 0,-1 1 0 0 0,1 0 0 0 0,-1 0 0 0 0,0 1 0 0 0,0-1 0 0 0,0 0 0 0 0,0 1 0 0 0,0-1 0 0 0,2 6 0 0 0,2 2-22 0 0,0 1-1 0 0,-1-1 1 0 0,0 1 0 0 0,-1 0-1 0 0,4 17 1 0 0,-4-7-30 0 0,-1-1-1 0 0,-1 1 1 0 0,-1 0 0 0 0,-1 0-1 0 0,-1 0 1 0 0,0-1-1 0 0,-2 1 1 0 0,0-1 0 0 0,-2 1-1 0 0,-13 38 1 0 0,0-12 160 0 0,-2-1 0 0 0,-2-1-1 0 0,-40 60 1 0 0,57-97-108 0 0,-8 13 266 0 0,13-20-293 0 0,0-1 0 0 0,0 0 0 0 0,-1 1 0 0 0,1-1 0 0 0,0 0 0 0 0,0 1 0 0 0,0-1 0 0 0,0 0 0 0 0,0 0 0 0 0,0 1 0 0 0,0-1 0 0 0,1 0 0 0 0,-1 1 0 0 0,0-1-1 0 0,0 0 1 0 0,0 1 0 0 0,0-1 0 0 0,0 0 0 0 0,0 0 0 0 0,0 1 0 0 0,1-1 0 0 0,-1 0 0 0 0,0 1 0 0 0,0-1 0 0 0,0 0 0 0 0,1 0 0 0 0,-1 0 0 0 0,0 1 0 0 0,0-1 0 0 0,1 0 0 0 0,-1 0 0 0 0,0 0 0 0 0,0 0 0 0 0,1 1 0 0 0,-1-1 0 0 0,0 0 0 0 0,1 0 0 0 0,-1 0 0 0 0,0 0 0 0 0,1 0-1 0 0,-1 0 1 0 0,0 0 0 0 0,0 0 0 0 0,1 0 0 0 0,-1 0 0 0 0,0 0 0 0 0,1 0 0 0 0,-1 0 0 0 0,0 0 0 0 0,1 0 0 0 0,-1 0 0 0 0,0 0 0 0 0,1 0 0 0 0,-1-1 0 0 0,0 1 0 0 0,0 0 0 0 0,1 0 0 0 0,-1 0 0 0 0,52-10 396 0 0,-41 6-524 0 0,1 2 0 0 0,-1 0 0 0 0,1 0 1 0 0,0 1-1 0 0,-1 0 0 0 0,1 1 0 0 0,0 0 1 0 0,0 1-1 0 0,18 4 0 0 0,-14 0-5393 0 0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8:33.4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127 12 920 0 0,'-3'-2'424'0'0,"0"0"0"0"0,0 1 0 0 0,0 0 1 0 0,0 0-1 0 0,0 0 0 0 0,-1 0 0 0 0,1 0 0 0 0,0 1 0 0 0,0-1 0 0 0,-1 1 0 0 0,1 0 0 0 0,0 0 0 0 0,0 0 0 0 0,-1 0 0 0 0,1 0 0 0 0,0 1 1 0 0,0 0-1 0 0,-1 0 0 0 0,1 0 0 0 0,0 0 0 0 0,0 0 0 0 0,0 0 0 0 0,0 1 0 0 0,-3 2 0 0 0,2-1-246 0 0,0 1 0 0 0,1-1 0 0 0,-1 1-1 0 0,1 0 1 0 0,0 0 0 0 0,0 0 0 0 0,0 1 0 0 0,1-1-1 0 0,0 1 1 0 0,0-1 0 0 0,0 1 0 0 0,0 0 0 0 0,0 0-1 0 0,1 0 1 0 0,-1 6 0 0 0,1-1-170 0 0,0-1 0 0 0,0 0 1 0 0,1 1-1 0 0,1-1 0 0 0,-1 1 0 0 0,2-1 0 0 0,-1 1 1 0 0,1-1-1 0 0,1 0 0 0 0,-1 0 0 0 0,2 0 0 0 0,-1 0 1 0 0,1 0-1 0 0,0-1 0 0 0,7 10 0 0 0,-1-4 13 0 0,0-1 0 0 0,0 0 1 0 0,1 0-1 0 0,1-1 0 0 0,0-1 0 0 0,1 0 0 0 0,27 18 0 0 0,-39-28-7 0 0,1 0 0 0 0,-1 0 0 0 0,1 0 0 0 0,0 0 0 0 0,-1 0 0 0 0,1 0 0 0 0,0-1 0 0 0,0 1 0 0 0,0 0 0 0 0,-1-1 0 0 0,1 0 0 0 0,0 1 0 0 0,0-1 0 0 0,0 0 0 0 0,0 0 0 0 0,0 0 0 0 0,0 0 0 0 0,0 0 0 0 0,0 0 0 0 0,0-1 0 0 0,-1 1 0 0 0,1-1 0 0 0,0 1 0 0 0,0-1-1 0 0,0 0 1 0 0,-1 0 0 0 0,1 0 0 0 0,0 0 0 0 0,-1 0 0 0 0,4-2 0 0 0,-4 1 111 0 0,1 0 0 0 0,-1 0 0 0 0,1 0 0 0 0,-1 0 1 0 0,0-1-1 0 0,0 1 0 0 0,0 0 0 0 0,0-1 0 0 0,0 1 0 0 0,-1 0 0 0 0,1-1 0 0 0,-1 1 0 0 0,0-1 0 0 0,1 1 0 0 0,-1-1 0 0 0,0 1 0 0 0,0-1 0 0 0,-1 1 0 0 0,1-1 0 0 0,0 1 0 0 0,-1-1 0 0 0,0 1 0 0 0,-1-4 0 0 0,-4-10 336 0 0,0 1 0 0 0,-1 1 0 0 0,-1-1-1 0 0,-13-17 1 0 0,16 24-459 0 0,-1 1-1 0 0,1 0 1 0 0,-1 1-1 0 0,-1 0 1 0 0,1 0-1 0 0,-1 0 1 0 0,0 0-1 0 0,-1 1 1 0 0,-12-7-1 0 0,4 9-937 0 0,11 3 8 0 0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8T18:58:33.7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143 25 2761 0 0,'1'-1'269'0'0,"-1"0"0"0"0,0 0 0 0 0,0 0 1 0 0,0 0-1 0 0,0 0 0 0 0,0 0 0 0 0,0 0 1 0 0,0 0-1 0 0,0 0 0 0 0,0 0 0 0 0,0 0 0 0 0,-1 0 1 0 0,1 1-1 0 0,0-1 0 0 0,-1 0 0 0 0,1 0 1 0 0,0 0-1 0 0,-1 0 0 0 0,1 1 0 0 0,-1-1 1 0 0,0 0-1 0 0,1 0 0 0 0,-1 1 0 0 0,1-1 1 0 0,-1 0-1 0 0,0 1 0 0 0,-1-1 0 0 0,1 1-35 0 0,0 0-1 0 0,0 0 1 0 0,0 0-1 0 0,0 0 1 0 0,-1 0-1 0 0,1 1 1 0 0,0-1-1 0 0,0 1 1 0 0,0-1-1 0 0,0 1 1 0 0,0-1-1 0 0,0 1 1 0 0,0 0-1 0 0,0-1 0 0 0,0 1 1 0 0,0 0-1 0 0,-1 1 1 0 0,-36 42 2236 0 0,37-43-2462 0 0,-6 9 99 0 0,-1 0 1 0 0,1 1 0 0 0,1 0 0 0 0,0 0-1 0 0,1 0 1 0 0,0 1 0 0 0,-6 24 0 0 0,10-31-103 0 0,0 1 0 0 0,0 0 0 0 0,1 0 0 0 0,0 0 1 0 0,0-1-1 0 0,1 1 0 0 0,-1 0 0 0 0,1 0 0 0 0,1 0 0 0 0,-1-1 1 0 0,1 1-1 0 0,0-1 0 0 0,0 1 0 0 0,0-1 0 0 0,1 0 0 0 0,0 0 1 0 0,0 0-1 0 0,0 0 0 0 0,6 6 0 0 0,41 39 5 0 0,-38-40-9 0 0,0 2-1 0 0,-1-1 1 0 0,0 1-1 0 0,-1 1 1 0 0,12 19-1 0 0,-20-28 0 0 0,0 0 0 0 0,0 0 0 0 0,0 1 0 0 0,-1-1 0 0 0,0 0 0 0 0,0 1-1 0 0,0-1 1 0 0,0 1 0 0 0,-1 0 0 0 0,0-1 0 0 0,0 1 0 0 0,0-1 0 0 0,0 1 0 0 0,-1-1 0 0 0,0 1 0 0 0,0-1-1 0 0,0 1 1 0 0,0-1 0 0 0,-1 1 0 0 0,1-1 0 0 0,-1 0 0 0 0,0 0 0 0 0,-5 7 0 0 0,-1 0 9 0 0,0 0 1 0 0,-1-1 0 0 0,-1 0-1 0 0,1 0 1 0 0,-1-1 0 0 0,-1-1-1 0 0,0 1 1 0 0,0-2 0 0 0,0 1-1 0 0,-1-2 1 0 0,0 1 0 0 0,-18 5-1 0 0,9-5-142 0 0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7:49.8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23 8754 0 0,'-3'-2'552'0'0,"0"-1"1"0"0,1 1 0 0 0,-1 0-1 0 0,-1-1 1 0 0,1 2-1 0 0,0-1 1 0 0,0 0 0 0 0,-1 1-1 0 0,1-1 1 0 0,-8-1 0 0 0,13 6-330 0 0,-1 0 0 0 0,0 0 0 0 0,1-1 0 0 0,0 1 0 0 0,0-1 0 0 0,-1 1 0 0 0,1-1 0 0 0,1 0 0 0 0,2 4 0 0 0,-4-6-165 0 0,270 304 1797 0 0,-227-249-1623 0 0,75 73 1 0 0,-95-106-745 0 0,0-1 1 0 0,1-2 0 0 0,1 0-1 0 0,1-2 1 0 0,47 24 0 0 0,-56-34-625 0 0,-6-4-3347 0 0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7:50.4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1 2729 0 0,'0'0'124'0'0,"10"21"16"0"0,3 17-140 0 0,-1 0 0 0 0,-2 1 0 0 0,-1 1 0 0 0,-3-1 0 0 0,3 54 0 0 0,-9-77 9 0 0,0-1 1 0 0,-1 1 0 0 0,-1 0-1 0 0,-7 31 1 0 0,7-38 0 0 0,0 0 0 0 0,-1 0-1 0 0,-1 0 1 0 0,0 0 0 0 0,0-1 0 0 0,0 0 0 0 0,-1 0 0 0 0,0 0-1 0 0,-10 12 1 0 0,14-19-13 0 0,0 0 0 0 0,0 0 0 0 0,0 0 0 0 0,1 0 0 0 0,-1-1 0 0 0,0 1 0 0 0,0 0 0 0 0,0 0-1 0 0,0-1 1 0 0,-1 1 0 0 0,1 0 0 0 0,0-1 0 0 0,0 1 0 0 0,0-1 0 0 0,0 0 0 0 0,-1 1 0 0 0,1-1 0 0 0,0 0 0 0 0,-2 1-1 0 0,3-2 32 0 0,-1 1-1 0 0,1 0 1 0 0,-1-1-1 0 0,1 1 0 0 0,-1-1 1 0 0,1 1-1 0 0,0-1 1 0 0,-1 1-1 0 0,1-1 0 0 0,0 1 1 0 0,-1-1-1 0 0,1 1 1 0 0,0-1-1 0 0,0 0 0 0 0,-1 1 1 0 0,1-1-1 0 0,0 1 1 0 0,0-1-1 0 0,0 0 0 0 0,0 1 1 0 0,0-1-1 0 0,0 1 1 0 0,0-1-1 0 0,0 0 0 0 0,0 0 1 0 0,0-6 408 0 0,1 1 0 0 0,0 0 0 0 0,0 0 0 0 0,1 0 0 0 0,-1 0 0 0 0,4-7-1 0 0,10-19 1204 0 0,2 1 0 0 0,37-51 0 0 0,-42 66-1171 0 0,2 0 0 0 0,0 1 0 0 0,0 0 0 0 0,2 1 0 0 0,0 1 0 0 0,19-13 0 0 0,-31 24-391 0 0,3-3 8 0 0,1 0 0 0 0,1 0 0 0 0,-1 0 1 0 0,1 1-1 0 0,-1 1 0 0 0,15-5 0 0 0,-21 8-85 0 0,1-1 0 0 0,0 1 0 0 0,-1 0-1 0 0,1 0 1 0 0,-1 0 0 0 0,1 1 0 0 0,0-1 0 0 0,-1 1 0 0 0,1-1-1 0 0,-1 1 1 0 0,1 0 0 0 0,-1 0 0 0 0,1 0 0 0 0,-1 0-1 0 0,0 0 1 0 0,0 1 0 0 0,1-1 0 0 0,-1 1 0 0 0,0-1 0 0 0,0 1-1 0 0,0 0 1 0 0,-1 0 0 0 0,1 0 0 0 0,0 0 0 0 0,-1 0 0 0 0,1 0-1 0 0,-1 0 1 0 0,2 4 0 0 0,6 11-96 0 0,0 1-1 0 0,-2-1 1 0 0,0 1 0 0 0,-1 0-1 0 0,0 1 1 0 0,5 35-1 0 0,1 118-436 0 0,-6-55-22 0 0,-6-116 574 0 0,0 0-1 0 0,0 0 1 0 0,0 1-1 0 0,0-1 1 0 0,0 0-1 0 0,0 0 1 0 0,1 0-1 0 0,-1 0 1 0 0,0 0-1 0 0,1 0 1 0 0,-1 0-1 0 0,0 0 1 0 0,1 1-1 0 0,-1-1 1 0 0,1 0-1 0 0,0-1 1 0 0,-1 1-1 0 0,1 0 1 0 0,0 0-1 0 0,0 0 1 0 0,0 1 0 0 0,0-2 18 0 0,0 0 0 0 0,0-1 1 0 0,-1 1-1 0 0,1 0 1 0 0,0 0-1 0 0,0 0 1 0 0,-1-1-1 0 0,1 1 0 0 0,0 0 1 0 0,-1-1-1 0 0,1 1 1 0 0,0-1-1 0 0,-1 1 1 0 0,1-1-1 0 0,-1 1 1 0 0,1-1-1 0 0,-1 1 0 0 0,1-1 1 0 0,-1 1-1 0 0,1-1 1 0 0,-1 0-1 0 0,1 0 1 0 0,24-46 1206 0 0,-24 43-1265 0 0,47-108 556 0 0,-10 40-6316 0 0,-24 50 957 0 0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7:51.2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141 1081 4609 0 0,'0'-77'6984'0'0,"-11"-21"-4218"0"0,7 73-2834 0 0,-2 1 0 0 0,0 0 0 0 0,-20-46 0 0 0,-1 26-913 0 0,26 42 865 0 0,0 0 1 0 0,-1 0 0 0 0,1 1-1 0 0,0-1 1 0 0,-1 1-1 0 0,1-1 1 0 0,-1 1-1 0 0,1 0 1 0 0,-1-1-1 0 0,1 1 1 0 0,-1 0-1 0 0,0 0 1 0 0,0 0-1 0 0,0 0 1 0 0,0 0-1 0 0,0 1 1 0 0,0-1 0 0 0,0 1-1 0 0,0-1 1 0 0,0 1-1 0 0,0 0 1 0 0,-2-1-1 0 0,3 2 79 0 0,-1 0-1 0 0,1-1 1 0 0,0 1-1 0 0,0 0 0 0 0,0 0 1 0 0,0 0-1 0 0,0 0 1 0 0,0 0-1 0 0,0 0 1 0 0,0 0-1 0 0,0 1 0 0 0,1-1 1 0 0,-1 0-1 0 0,0 0 1 0 0,1 1-1 0 0,-1-1 1 0 0,1 0-1 0 0,-1 1 0 0 0,1-1 1 0 0,0 1-1 0 0,-1-1 1 0 0,1 0-1 0 0,0 1 1 0 0,0 1-1 0 0,-1 37 259 0 0,1-37-282 0 0,1 15 163 0 0,0 0 0 0 0,1-1-1 0 0,1 1 1 0 0,1-1-1 0 0,0 0 1 0 0,1 0 0 0 0,1 0-1 0 0,1-1 1 0 0,10 21 0 0 0,-12-30 31 0 0,-1 1 0 0 0,1-1 1 0 0,0-1-1 0 0,1 1 1 0 0,0-1-1 0 0,0 0 1 0 0,0 0-1 0 0,1 0 0 0 0,0-1 1 0 0,0 0-1 0 0,0-1 1 0 0,1 1-1 0 0,-1-1 1 0 0,1-1-1 0 0,0 0 0 0 0,0 0 1 0 0,0 0-1 0 0,1-1 1 0 0,-1 0-1 0 0,0-1 0 0 0,12 1 1 0 0,-13-2-235 0 0,1 0 1 0 0,0 0-1 0 0,0-1 0 0 0,-1 0 1 0 0,1-1-1 0 0,0 0 0 0 0,-1 0 1 0 0,0-1-1 0 0,1 0 0 0 0,-1 0 1 0 0,0 0-1 0 0,-1-1 0 0 0,1 0 1 0 0,0 0-1 0 0,-1-1 0 0 0,0 0 1 0 0,0 0-1 0 0,-1 0 0 0 0,1-1 1 0 0,-1 0-1 0 0,0 0 0 0 0,-1 0 1 0 0,6-11-1 0 0,1-2-475 0 0,0-1 1 0 0,-2 0-1 0 0,-1 0 0 0 0,0-1 1 0 0,-1-1-1 0 0,7-42 1 0 0,-9 30 6 0 0,-2 0 0 0 0,-1-1 1 0 0,-1 1-1 0 0,-6-47 1 0 0,2 57 391 0 0,-1-1 1 0 0,-1 1-1 0 0,-1 0 1 0 0,-2 0-1 0 0,0 1 1 0 0,-20-39-1 0 0,27 59 263 0 0,0 1 0 0 0,-1 0 0 0 0,1-1 0 0 0,0 1 0 0 0,-1 0 0 0 0,0 0 0 0 0,1 0 1 0 0,-1 0-1 0 0,0 0 0 0 0,0 0 0 0 0,0 1 0 0 0,0-1 0 0 0,0 0 0 0 0,0 1 0 0 0,-1 0 0 0 0,1 0 0 0 0,-5-2 0 0 0,5 3 14 0 0,0 0 0 0 0,1 0 1 0 0,-1 0-1 0 0,0 1 1 0 0,1-1-1 0 0,-1 1 0 0 0,1-1 1 0 0,-1 1-1 0 0,1 0 0 0 0,-1-1 1 0 0,1 1-1 0 0,-1 0 1 0 0,1 0-1 0 0,0 0 0 0 0,-1 0 1 0 0,1 0-1 0 0,0 0 0 0 0,0 1 1 0 0,0-1-1 0 0,0 0 1 0 0,0 1-1 0 0,0-1 0 0 0,0 0 1 0 0,1 1-1 0 0,-1-1 0 0 0,0 1 1 0 0,1-1-1 0 0,-1 1 1 0 0,0 2-1 0 0,-4 9 292 0 0,1 0 0 0 0,1 1-1 0 0,-1 0 1 0 0,2 0 0 0 0,0 0 0 0 0,1 0 0 0 0,0 0 0 0 0,1 1-1 0 0,1-1 1 0 0,0 0 0 0 0,1 0 0 0 0,0 0 0 0 0,1 0-1 0 0,7 18 1 0 0,-8-28-300 0 0,1 0 0 0 0,-1 0-1 0 0,1-1 1 0 0,0 1 0 0 0,0-1-1 0 0,0 1 1 0 0,1-1 0 0 0,-1 0 0 0 0,1-1-1 0 0,0 1 1 0 0,0 0 0 0 0,-1-1-1 0 0,2 0 1 0 0,-1 0 0 0 0,0 0 0 0 0,0-1-1 0 0,1 1 1 0 0,-1-1 0 0 0,0 0-1 0 0,1 0 1 0 0,-1-1 0 0 0,1 1 0 0 0,0-1-1 0 0,-1 0 1 0 0,1 0 0 0 0,5-1-1 0 0,-7 0-183 0 0,1 1-1 0 0,-1 0 0 0 0,0-1 0 0 0,1 0 1 0 0,-1 0-1 0 0,0 0 0 0 0,0 0 0 0 0,1 0 1 0 0,-1-1-1 0 0,0 1 0 0 0,0-1 0 0 0,-1 0 1 0 0,1 0-1 0 0,0 0 0 0 0,-1 0 0 0 0,1 0 1 0 0,-1 0-1 0 0,1-1 0 0 0,-1 0 0 0 0,0 1 1 0 0,0-1-1 0 0,0 0 0 0 0,-1 0 0 0 0,1 0 1 0 0,-1 0-1 0 0,1 0 0 0 0,-1 0 0 0 0,0 0 1 0 0,0-1-1 0 0,-1 1 0 0 0,1 0 0 0 0,-1-1 1 0 0,1 1-1 0 0,-1-1 0 0 0,-1-4 0 0 0,0-5-230 0 0,-2 0 0 0 0,0 0 0 0 0,0 1 0 0 0,-1-1 0 0 0,-1 1 0 0 0,0 0-1 0 0,-1 0 1 0 0,0 0 0 0 0,-12-16 0 0 0,-10-11-840 0 0,-41-43 0 0 0,47 57 568 0 0,-50-55-1243 0 0,-29-33 1008 0 0,92 101 892 0 0,6 7 332 0 0,-1 0 1 0 0,0 0 0 0 0,0 0-1 0 0,0 0 1 0 0,0 1-1 0 0,-1-1 1 0 0,0 1 0 0 0,1 0-1 0 0,-2 1 1 0 0,1-1-1 0 0,-11-4 1 0 0,16 8-315 0 0,-1-1 0 0 0,1 1 0 0 0,0 0 0 0 0,0 0 0 0 0,-1 0 0 0 0,1 0 0 0 0,0 0 0 0 0,0 0 0 0 0,-1 0-1 0 0,1 0 1 0 0,0 0 0 0 0,-1 0 0 0 0,1 0 0 0 0,0 0 0 0 0,0 0 0 0 0,-1 0 0 0 0,1 0 0 0 0,0 0 0 0 0,0 0 0 0 0,-1 0 0 0 0,1 0 0 0 0,0 0 0 0 0,0 1 0 0 0,-1-1 0 0 0,1 0 0 0 0,0 0 0 0 0,0 0 0 0 0,-1 0 0 0 0,1 1 0 0 0,0-1 0 0 0,0 0 0 0 0,0 0 0 0 0,0 0 0 0 0,-1 1-1 0 0,1-1 1 0 0,0 0 0 0 0,0 0 0 0 0,0 1 0 0 0,0-1 0 0 0,3 13 2201 0 0,16 16-241 0 0,-18-27-2002 0 0,147 199 3492 0 0,-105-148-2786 0 0,82 78 0 0 0,-72-82-472 0 0,114 98 328 0 0,-137-124-608 0 0,1-1 1 0 0,1-2-1 0 0,65 31 0 0 0,8-9-1768 0 0,-49-20-5511 0 0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7:46.5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14 6913 0 0,'-10'-13'3685'0'0,"18"24"-281"0"0,6 5-2679 0 0,0 1 0 0 0,17 29 0 0 0,1 1 46 0 0,163 242 1781 0 0,-116-165-2101 0 0,101 121 1 0 0,-175-240-610 0 0,0 3-127 0 0,1-1 1 0 0,0 0 0 0 0,0-1 0 0 0,1 1-1 0 0,0-1 1 0 0,0 0 0 0 0,1-1 0 0 0,9 6-1 0 0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7:46.9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 52 7834 0 0,'-3'-4'128'0'0,"-15"-20"935"0"0,17 24-997 0 0,1-1 0 0 0,-1 1 0 0 0,1-1 0 0 0,0 0 1 0 0,0 1-1 0 0,-1-1 0 0 0,1 1 0 0 0,0-1 0 0 0,0 0 1 0 0,0 1-1 0 0,-1-1 0 0 0,1 0 0 0 0,0 1 0 0 0,0-1 0 0 0,0 0 1 0 0,0 1-1 0 0,1-1 0 0 0,-1 0 0 0 0,0 1 0 0 0,0-1 1 0 0,0 0-1 0 0,0 1 0 0 0,1-1 0 0 0,-1 0 0 0 0,0 1 1 0 0,0-1-1 0 0,1 1 0 0 0,-1-1 0 0 0,1 1 0 0 0,-1-1 0 0 0,0 1 1 0 0,1-1-1 0 0,-1 1 0 0 0,1-1 0 0 0,-1 1 0 0 0,1-1 1 0 0,1 0-1 0 0,-1 1 30 0 0,0 0 1 0 0,0 0-1 0 0,0 0 0 0 0,0 0 1 0 0,0 0-1 0 0,0 0 1 0 0,0 0-1 0 0,0 0 0 0 0,0 0 1 0 0,0 1-1 0 0,0-1 0 0 0,0 0 1 0 0,0 1-1 0 0,0-1 1 0 0,0 0-1 0 0,0 1 0 0 0,0 0 1 0 0,0-1-1 0 0,-1 1 1 0 0,1-1-1 0 0,0 1 0 0 0,1 1 1 0 0,22 19 1107 0 0,-17-14-752 0 0,33 31 729 0 0,-2 2 0 0 0,52 70 1 0 0,52 99-227 0 0,-55-76-807 0 0,-22-45-317 0 0,-55-77-788 0 0,0 0-1 0 0,0 0 0 0 0,1-1 0 0 0,1-1 0 0 0,15 11 0 0 0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7:47.5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7 352 4809 0 0,'-2'-4'42'0'0,"1"0"1"0"0,0 0-1 0 0,0-1 0 0 0,0 1 0 0 0,1 0 1 0 0,0-1-1 0 0,-1 1 0 0 0,1 0 0 0 0,1-1 1 0 0,-1 1-1 0 0,1 0 0 0 0,1-7 1 0 0,18-52 1406 0 0,-15 51-1039 0 0,1-1 1 0 0,0 1-1 0 0,1 1 0 0 0,0-1 0 0 0,1 1 1 0 0,0 1-1 0 0,1-1 0 0 0,0 1 1 0 0,20-16-1 0 0,-8 9 235 0 0,2 2 0 0 0,-1 0 1 0 0,49-22-1 0 0,-66 34-565 0 0,1 1-1 0 0,-1 0 0 0 0,0 0 1 0 0,1 1-1 0 0,-1-1 0 0 0,1 1 1 0 0,-1 0-1 0 0,1 1 0 0 0,0-1 1 0 0,-1 1-1 0 0,12 1 0 0 0,-14 0-62 0 0,0 0-1 0 0,0-1 1 0 0,0 2-1 0 0,0-1 1 0 0,0 0-1 0 0,0 1 0 0 0,0-1 1 0 0,0 1-1 0 0,-1 0 1 0 0,1 0-1 0 0,-1 0 1 0 0,1 0-1 0 0,-1 0 0 0 0,0 1 1 0 0,0-1-1 0 0,0 1 1 0 0,0-1-1 0 0,0 1 1 0 0,0 0-1 0 0,-1 0 0 0 0,2 4 1 0 0,4 11-92 0 0,-1 0 1 0 0,-1 1-1 0 0,0 0 1 0 0,-2 0-1 0 0,0 0 1 0 0,-1 0-1 0 0,-1 0 1 0 0,-1 1-1 0 0,-3 25 1 0 0,-5 23 533 0 0,-23 86 0 0 0,12-67 837 0 0,17-81-1080 0 0,-3 23 327 0 0,4-28-506 0 0,1-1 0 0 0,0 1 0 0 0,0 0 1 0 0,0-1-1 0 0,0 1 0 0 0,-1-1 0 0 0,1 1 1 0 0,0 0-1 0 0,0-1 0 0 0,0 1 0 0 0,0-1 1 0 0,0 1-1 0 0,0 0 0 0 0,1-1 0 0 0,-1 1 0 0 0,0-1 1 0 0,0 1-1 0 0,0-1 0 0 0,0 1 0 0 0,1 0 1 0 0,-1-1-1 0 0,0 1 0 0 0,1-1 0 0 0,-1 1 1 0 0,0-1-1 0 0,1 1 0 0 0,-1-1 0 0 0,1 1 1 0 0,-1-1-1 0 0,0 0 0 0 0,1 1 0 0 0,-1-1 1 0 0,1 1-1 0 0,3-3 34 0 0,-1 0 0 0 0,0 0 0 0 0,1 0 0 0 0,-1 0 0 0 0,0-1 1 0 0,-1 1-1 0 0,1-1 0 0 0,0 1 0 0 0,-1-1 0 0 0,1 0 0 0 0,1-4 0 0 0,2 0 36 0 0,36-42 442 0 0,-30 33-409 0 0,2-1 0 0 0,0 2 0 0 0,1 0 0 0 0,0 1 0 0 0,1 0 1 0 0,1 1-1 0 0,23-14 0 0 0,-2 5-93 0 0,36-29-1 0 0,-42 28-697 0 0,57-31 1 0 0,-78 49-1101 0 0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7:48.4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 4609 0 0,'0'0'19'0'0,"0"0"-1"0"0,0-1 1 0 0,0 1-1 0 0,0 0 1 0 0,0 0-1 0 0,0 0 1 0 0,0-1 0 0 0,0 1-1 0 0,1 0 1 0 0,-1 0-1 0 0,0 0 1 0 0,0 0-1 0 0,0-1 1 0 0,0 1-1 0 0,0 0 1 0 0,0 0 0 0 0,0 0-1 0 0,0 0 1 0 0,0 0-1 0 0,0-1 1 0 0,0 1-1 0 0,1 0 1 0 0,-1 0 0 0 0,0 0-1 0 0,0 0 1 0 0,0 0-1 0 0,0 0 1 0 0,0 0-1 0 0,1-1 1 0 0,-1 1 0 0 0,0 0-1 0 0,0 0 1 0 0,0 0-1 0 0,0 0 1 0 0,1 0-1 0 0,-1 0 1 0 0,0 0-1 0 0,0 0 1 0 0,0 0 0 0 0,0 0-1 0 0,1 0 1 0 0,-1 0-1 0 0,0 0 1 0 0,0 0-1 0 0,0 0 1 0 0,0 0 0 0 0,1 0-1 0 0,-1 0 1 0 0,0 0-1 0 0,0 0 1 0 0,0 0-1 0 0,0 1 1 0 0,1-1 0 0 0,-1 0-1 0 0,0 0 1 0 0,0 0-1 0 0,0 0 1 0 0,15 3 571 0 0,-4 6-275 0 0,-1 0 0 0 0,0 1-1 0 0,0 0 1 0 0,-1 0 0 0 0,-1 1 0 0 0,1 0 0 0 0,-2 1-1 0 0,9 17 1 0 0,6 6 299 0 0,31 47 286 0 0,103 148 729 0 0,-119-181-1600 0 0,2-2-1 0 0,70 65 0 0 0,-65-68-722 0 0,-19-11-3751 0 0,-20-25 1328 0 0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7:48.8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18 389 920 0 0,'-1'0'10'0'0,"0"1"1"0"0,0-1-1 0 0,0 1 0 0 0,0-1 0 0 0,0 1 0 0 0,0-1 1 0 0,0 1-1 0 0,0 0 0 0 0,0 0 0 0 0,0-1 1 0 0,1 1-1 0 0,-1 0 0 0 0,0 0 0 0 0,0 0 0 0 0,1 0 1 0 0,-1 0-1 0 0,0 0 0 0 0,1 0 0 0 0,-1 2 1 0 0,1-2 56 0 0,0 0 1 0 0,0 0 0 0 0,0 0 0 0 0,0 0 0 0 0,0-1-1 0 0,1 1 1 0 0,-1 0 0 0 0,0 0 0 0 0,1 0 0 0 0,-1-1-1 0 0,0 1 1 0 0,1 0 0 0 0,-1 0 0 0 0,1-1 0 0 0,0 1-1 0 0,-1 0 1 0 0,1-1 0 0 0,-1 1 0 0 0,1-1 0 0 0,1 2-1 0 0,5 3 635 0 0,1 0 0 0 0,0-1 0 0 0,0 0-1 0 0,11 4 1 0 0,-6-3-150 0 0,18 12 294 0 0,2-2-1 0 0,-1-2 0 0 0,2-1 1 0 0,0-2-1 0 0,0-1 0 0 0,42 6 1 0 0,43-8 471 0 0,-106-7-1121 0 0,1-1 1 0 0,0 0-1 0 0,-1-1 1 0 0,0-1-1 0 0,1 0 1 0 0,21-8-1 0 0,-32 10-162 0 0,-1-1-1 0 0,1 1 1 0 0,0-1-1 0 0,-1 1 1 0 0,1-1-1 0 0,-1 0 1 0 0,1 0-1 0 0,-1 0 1 0 0,0 0-1 0 0,1 0 1 0 0,-1 0-1 0 0,-1-1 1 0 0,1 1-1 0 0,0-1 1 0 0,0 0-1 0 0,-1 1 1 0 0,0-1-1 0 0,2-3 1 0 0,-2 1 62 0 0,0 0 0 0 0,0 0 0 0 0,0 0-1 0 0,-1 0 1 0 0,0 0 0 0 0,0 0 0 0 0,0 1 0 0 0,-1-1 0 0 0,1 0 0 0 0,-3-7 0 0 0,-3-7 292 0 0,-1 1 0 0 0,0 0 0 0 0,-1 0 1 0 0,-17-26-1 0 0,20 35-301 0 0,-45-76 65 0 0,-76-98 0 0 0,94 151-2707 0 0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7:55.0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1292 2304 0 0,'0'0'26'0'0,"0"0"-1"0"0,0-1 1 0 0,0 1-1 0 0,0 0 0 0 0,0 0 1 0 0,0 0-1 0 0,0 0 0 0 0,0 0 1 0 0,0 0-1 0 0,0 0 0 0 0,0 0 1 0 0,0 0-1 0 0,0-1 1 0 0,0 1-1 0 0,0 0 0 0 0,0 0 1 0 0,0 0-1 0 0,0 0 0 0 0,0 0 1 0 0,0 0-1 0 0,0 0 0 0 0,0 0 1 0 0,0 0-1 0 0,0 0 0 0 0,0-1 1 0 0,0 1-1 0 0,0 0 1 0 0,0 0-1 0 0,0 0 0 0 0,0 0 1 0 0,-1 0-1 0 0,1 0 0 0 0,0 0 1 0 0,0 0-1 0 0,0 0 0 0 0,0 0 1 0 0,0 0-1 0 0,0 0 1 0 0,0 0-1 0 0,0 0 0 0 0,0 0 1 0 0,0 0-1 0 0,-1 0 0 0 0,1 0 1 0 0,0 0-1 0 0,0 0 0 0 0,0 0 1 0 0,0 0-1 0 0,0 0 0 0 0,0 0 1 0 0,0 0-1 0 0,0 0 1 0 0,0 0-1 0 0,-1 0 0 0 0,1 0 1 0 0,0 0-1 0 0,0 0 0 0 0,0 0 1 0 0,0 0-1 0 0,0 0 0 0 0,0 0 1 0 0,0 0-1 0 0,0 0 1 0 0,0 0-1 0 0,0 0 0 0 0,0 0 1 0 0,5-12 692 0 0,11-11-378 0 0,65-73 132 0 0,100-130 1044 0 0,-75 83 402 0 0,166-172 0 0 0,-101 104-1412 0 0,-114 134-1060 0 0,83-85 1 0 0,-116 138-3155 0 0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36.2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6 6449 0 0,'-5'-5'3473'0'0,"4"11"-1708"0"0,3 14-1092 0 0,-2-19-686 0 0,21 79 1699 0 0,-10-40-382 0 0,10 64 0 0 0,-13-9-782 0 0,-7-62-253 0 0,2 0 0 0 0,1 0 0 0 0,2 0 0 0 0,17 57 0 0 0,-11-66-2301 0 0,-12-23 1979 0 0,1-1-1 0 0,-1 1 1 0 0,0-1-1 0 0,0 1 1 0 0,0-1-1 0 0,0 0 1 0 0,1 1 0 0 0,-1-1-1 0 0,0 0 1 0 0,0 1-1 0 0,1-1 1 0 0,-1 0-1 0 0,0 1 1 0 0,1-1-1 0 0,-1 0 1 0 0,0 1-1 0 0,1-1 1 0 0,-1 0-1 0 0,1 0 1 0 0,-1 1 0 0 0,0-1-1 0 0,1 0 1 0 0,-1 0-1 0 0,1 0 1 0 0,-1 0-1 0 0,1 0 1 0 0,-1 0-1 0 0,0 0 1 0 0,1 0-1 0 0,-1 0 1 0 0,1 0-1 0 0,-1 0 1 0 0,1 0 0 0 0,-1 0-1 0 0,1 0 1 0 0,-1 0-1 0 0,0 0 1 0 0,1 0-1 0 0,-1 0 1 0 0,1 0-1 0 0,-1-1 1 0 0,0 1-1 0 0,1 0 1 0 0,-1 0-1 0 0,1-1 1 0 0,-1 1 0 0 0,0 0-1 0 0,1-1 1 0 0,-1 1-1 0 0,0 0 1 0 0,1-1-1 0 0,2-4-1479 0 0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36.8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61 253 2304 0 0,'-2'-3'186'0'0,"0"0"0"0"0,1 0 0 0 0,-1 0 0 0 0,0 1 0 0 0,0-1 0 0 0,-1 0 0 0 0,1 1 0 0 0,0-1 0 0 0,-1 1 0 0 0,0 0-1 0 0,1 0 1 0 0,-5-2 0 0 0,-20-20 5195 0 0,27 24-5259 0 0,0-1 0 0 0,-1 0 0 0 0,1 1 0 0 0,0-1 1 0 0,0 1-1 0 0,0-1 0 0 0,0 0 0 0 0,0 1 0 0 0,1-1 0 0 0,-1 0 0 0 0,0 1 0 0 0,0-1 0 0 0,0 0 0 0 0,1 1 0 0 0,-1-1 0 0 0,0 1 0 0 0,0-1 1 0 0,1 1-1 0 0,-1-1 0 0 0,0 0 0 0 0,1 1 0 0 0,-1-1 0 0 0,1 1 0 0 0,-1 0 0 0 0,1-1 0 0 0,-1 1 0 0 0,1-1 0 0 0,-1 1 0 0 0,1 0 0 0 0,-1-1 0 0 0,1 1 1 0 0,0 0-1 0 0,-1 0 0 0 0,1-1 0 0 0,0 1 0 0 0,-1 0 0 0 0,2 0 0 0 0,24-11 1869 0 0,23 0-628 0 0,0 2 0 0 0,97-6-1 0 0,-102 13-1382 0 0,1-2-1 0 0,-1-2 0 0 0,1-2 0 0 0,49-16 0 0 0,-50 8 37 0 0,-12 4 45 0 0,52-13 1 0 0,-73 23-53 0 0,0 0 1 0 0,1 1-1 0 0,-1 0 1 0 0,1 0-1 0 0,-1 2 1 0 0,1-1-1 0 0,-1 2 1 0 0,19 3-1 0 0,29 12 50 0 0,-29-8 81 0 0,51 9-1 0 0,-70-16-121 0 0,0-1 0 0 0,0-1 0 0 0,0 0-1 0 0,0 0 1 0 0,0-1 0 0 0,-1-1-1 0 0,1 0 1 0 0,17-5 0 0 0,-22 5-33 0 0,34-12 45 0 0,0 1 0 0 0,1 2 0 0 0,0 2 0 0 0,55-4 0 0 0,-61 10 226 0 0,-10 1-76 0 0,0 0 0 0 0,31 4-1 0 0,-48-1-170 0 0,-1 0 0 0 0,1 0 0 0 0,0 1 1 0 0,-1 0-1 0 0,1 0 0 0 0,-1 1 0 0 0,0 0 0 0 0,0 1 0 0 0,0-1 0 0 0,0 1 0 0 0,8 7 0 0 0,62 45-9 0 0,-72-48-1041 0 0,-3 8-5889 0 0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37.1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33 920 0 0,'-2'-6'1693'0'0,"1"5"-1070"0"0,1-1 1 0 0,-14-18 8110 0 0,12 19-8110 0 0,-1-1 0 0 0,2 4-280 0 0,0 0 0 0 0,0 0 0 0 0,0 0 0 0 0,0 1 0 0 0,0-1 0 0 0,0 0 0 0 0,1 1 0 0 0,-1-1 0 0 0,1 0 0 0 0,-1 1 0 0 0,1-1 0 0 0,0 4 0 0 0,0-2 65 0 0,-12 122 1157 0 0,4 164 0 0 0,8-252-1978 0 0,0-30-860 0 0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37.5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81 5529 0 0,'0'-2'340'0'0,"1"0"1"0"0,-1 0-1 0 0,1 0 0 0 0,0 0 1 0 0,0 0-1 0 0,0 1 0 0 0,0-1 1 0 0,0 0-1 0 0,0 0 0 0 0,0 1 1 0 0,0-1-1 0 0,1 1 0 0 0,-1-1 0 0 0,1 1 1 0 0,-1 0-1 0 0,1-1 0 0 0,0 1 1 0 0,-1 0-1 0 0,4-1 0 0 0,40-22 2705 0 0,-38 21-2488 0 0,3-1-172 0 0,0 0 0 0 0,0 1 0 0 0,0 1 0 0 0,0-1 0 0 0,0 2 1 0 0,0-1-1 0 0,1 1 0 0 0,-1 1 0 0 0,16 1 0 0 0,8 3 436 0 0,52 12 1 0 0,2 1-290 0 0,-18-10-252 0 0,1-4 0 0 0,109-8 1 0 0,-109 1-186 0 0,131 7 0 0 0,-176 0-182 0 0,0 0 0 0 0,-1 2 0 0 0,1 1 1 0 0,-1 1-1 0 0,0 1 0 0 0,0 2 0 0 0,-1 0 1 0 0,31 19-1 0 0,-43-22-255 0 0,29 17-334 0 0,-38-23 334 0 0,-1 1-1 0 0,1-1 0 0 0,0 0 0 0 0,0 0 0 0 0,-1-1 0 0 0,1 1 0 0 0,0-1 1 0 0,0 1-1 0 0,0-1 0 0 0,0 0 0 0 0,0 0 0 0 0,5-1 0 0 0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38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23 2304 0 0,'5'-17'497'0'0,"-5"17"-436"0"0,0 0 0 0 0,0 0-1 0 0,0 0 1 0 0,0-1 0 0 0,0 1 0 0 0,0 0-1 0 0,0 0 1 0 0,0 0 0 0 0,0-1 0 0 0,0 1-1 0 0,0 0 1 0 0,0 0 0 0 0,0 0 0 0 0,0-1-1 0 0,0 1 1 0 0,0 0 0 0 0,-1 0 0 0 0,1 0-1 0 0,0 0 1 0 0,0-1 0 0 0,0 1-1 0 0,0 0 1 0 0,0 0 0 0 0,-1 0 0 0 0,1 0-1 0 0,0 0 1 0 0,0-1 0 0 0,0 1 0 0 0,-1 0-1 0 0,1 0 1 0 0,0 0 0 0 0,0 0 0 0 0,0 0-1 0 0,-1 0 1 0 0,1 0 0 0 0,0 0 0 0 0,-2 0 69 0 0,1 1 1 0 0,-1-1-1 0 0,1 1 1 0 0,-1 0-1 0 0,1-1 1 0 0,0 1 0 0 0,-1 0-1 0 0,1 0 1 0 0,0 0-1 0 0,0 0 1 0 0,-1 0-1 0 0,1 0 1 0 0,0 0 0 0 0,0 0-1 0 0,0 1 1 0 0,0-1-1 0 0,0 2 1 0 0,-18 28 726 0 0,-29 65-1 0 0,34-66 439 0 0,0-1-1 0 0,-36 54 0 0 0,103-173-1677 0 0,-35 62 333 0 0,-3 4 96 0 0,0 0 0 0 0,35-38 0 0 0,-57 71 79 0 0,-1 0 1 0 0,1 1-1 0 0,1 0 0 0 0,0 0 0 0 0,0 0 1 0 0,-3 12-1 0 0,-25 69 653 0 0,31-83-703 0 0,-9 34 347 0 0,11-41-408 0 0,1 1 1 0 0,0-1-1 0 0,-1 0 1 0 0,1 0-1 0 0,0 0 1 0 0,0 1 0 0 0,0-1-1 0 0,0 0 1 0 0,0 0-1 0 0,0 0 1 0 0,0 1-1 0 0,0-1 1 0 0,0 0-1 0 0,1 0 1 0 0,-1 0 0 0 0,0 0-1 0 0,1 1 1 0 0,-1-1-1 0 0,1 0 1 0 0,0 0-1 0 0,-1 0 1 0 0,1 0 0 0 0,0 0-1 0 0,-1 0 1 0 0,1 0-1 0 0,0 0 1 0 0,0-1-1 0 0,1 2 1 0 0,-1-2-34 0 0,0 0 0 0 0,0 0 1 0 0,0 1-1 0 0,0-1 0 0 0,0 0 0 0 0,0-1 0 0 0,0 1 1 0 0,0 0-1 0 0,0 0 0 0 0,1 0 0 0 0,-1-1 0 0 0,0 1 1 0 0,0 0-1 0 0,0-1 0 0 0,0 1 0 0 0,-1-1 0 0 0,1 1 1 0 0,0-1-1 0 0,0 0 0 0 0,0 1 0 0 0,1-2 0 0 0,21-21-327 0 0,-13 13 199 0 0,55-59-300 0 0,-51 53 497 0 0,0 0-1 0 0,1 0 1 0 0,1 1-1 0 0,0 1 1 0 0,1 1-1 0 0,26-16 1 0 0,-42 28-36 0 0,1 1 1 0 0,-1-1-1 0 0,1 0 0 0 0,-1 0 0 0 0,1 1 1 0 0,-1-1-1 0 0,1 1 0 0 0,-1-1 0 0 0,1 1 0 0 0,0 0 1 0 0,-1 0-1 0 0,1 0 0 0 0,-1 0 0 0 0,1 0 1 0 0,0 0-1 0 0,-1 0 0 0 0,1 0 0 0 0,0 0 1 0 0,1 1-1 0 0,-2 0-7 0 0,0 0 1 0 0,0-1-1 0 0,0 1 1 0 0,-1 0-1 0 0,1 0 0 0 0,0 0 1 0 0,0 0-1 0 0,-1 0 1 0 0,1 0-1 0 0,-1 0 0 0 0,1 0 1 0 0,-1 0-1 0 0,1 0 1 0 0,-1 0-1 0 0,0 0 0 0 0,1 0 1 0 0,-1 0-1 0 0,0 1 1 0 0,0-1-1 0 0,0 2 0 0 0,0 8 50 0 0,0 0 0 0 0,-2 0 1 0 0,1 0-1 0 0,-5 16 0 0 0,3-14 67 0 0,-5 15 84 0 0,5-22-164 0 0,1 0 0 0 0,0 0 0 0 0,0 0 1 0 0,1-1-1 0 0,0 2 0 0 0,0-1 0 0 0,1 0 1 0 0,-1 0-1 0 0,1 0 0 0 0,1 8 0 0 0,-1-13-44 0 0,0-1 1 0 0,0 0-1 0 0,1 0 0 0 0,-1 0 0 0 0,0 1 0 0 0,0-1 0 0 0,0 0 0 0 0,0 0 0 0 0,0 0 0 0 0,0 1 0 0 0,1-1 0 0 0,-1 0 0 0 0,0 0 1 0 0,0 0-1 0 0,0 0 0 0 0,1 0 0 0 0,-1 1 0 0 0,0-1 0 0 0,0 0 0 0 0,0 0 0 0 0,1 0 0 0 0,-1 0 0 0 0,0 0 0 0 0,0 0 0 0 0,1 0 1 0 0,-1 0-1 0 0,0 0 0 0 0,0 0 0 0 0,1 0 0 0 0,-1 0 0 0 0,0 0 0 0 0,0 0 0 0 0,0 0 0 0 0,1 0 0 0 0,-1 0 0 0 0,0 0 0 0 0,0 0 1 0 0,1 0-1 0 0,-1 0 0 0 0,0-1 0 0 0,0 1 0 0 0,14-9-9 0 0,7-13-238 0 0,-21 22 242 0 0,58-77-464 0 0,-45 56 322 0 0,2 1 1 0 0,0 0 0 0 0,33-30-1 0 0,-48 49 147 0 0,1 0 0 0 0,0 0 0 0 0,0 0-1 0 0,-1 1 1 0 0,1-1 0 0 0,0 0 0 0 0,0 1 0 0 0,0-1 0 0 0,0 0 0 0 0,0 1-1 0 0,0-1 1 0 0,0 1 0 0 0,0 0 0 0 0,0-1 0 0 0,0 1 0 0 0,0 0-1 0 0,0 0 1 0 0,0 0 0 0 0,2-1 0 0 0,-2 2 15 0 0,-1-1 0 0 0,0 1 0 0 0,1-1 0 0 0,-1 1-1 0 0,0-1 1 0 0,1 1 0 0 0,-1 0 0 0 0,0-1 0 0 0,0 1 0 0 0,0-1 0 0 0,1 1 0 0 0,-1 0 0 0 0,0-1-1 0 0,0 1 1 0 0,0-1 0 0 0,0 1 0 0 0,0 0 0 0 0,0-1 0 0 0,0 1 0 0 0,0 0 0 0 0,0-1-1 0 0,0 1 1 0 0,-1 0 0 0 0,-14 49 965 0 0,13-45-870 0 0,-32 74 1182 0 0,-3 7-24 0 0,60-112-2105 0 0,54-72-931 0 0,-68 88 1685 0 0,0 1 0 0 0,1 0 1 0 0,1 0-1 0 0,0 1 0 0 0,0 0 0 0 0,0 1 0 0 0,16-8 0 0 0,-26 15 70 0 0,0-1 1 0 0,0 1-1 0 0,1-1 0 0 0,-1 1 0 0 0,0-1 0 0 0,1 1 1 0 0,-1 0-1 0 0,0 0 0 0 0,1-1 0 0 0,-1 1 0 0 0,0 0 0 0 0,1 0 1 0 0,-1 0-1 0 0,0 1 0 0 0,1-1 0 0 0,-1 0 0 0 0,0 0 0 0 0,1 1 1 0 0,-1-1-1 0 0,0 1 0 0 0,0-1 0 0 0,1 1 0 0 0,-1 0 1 0 0,0-1-1 0 0,0 1 0 0 0,0 0 0 0 0,0 0 0 0 0,0 0 0 0 0,0 0 1 0 0,0-1-1 0 0,0 2 0 0 0,0-1 0 0 0,0 0 0 0 0,-1 0 1 0 0,1 0-1 0 0,0 0 0 0 0,-1 0 0 0 0,1 1 0 0 0,-1-1 0 0 0,1 0 1 0 0,-1 0-1 0 0,1 1 0 0 0,-1-1 0 0 0,0 2 0 0 0,3 9-78 0 0,-1 0 0 0 0,0 0 0 0 0,0 25 0 0 0,-2-23 136 0 0,0 50 99 0 0,-1-43-40 0 0,1 0 0 0 0,5 37 0 0 0,-5-58-107 0 0,0 0 0 0 0,0 1-1 0 0,0-1 1 0 0,0 0 0 0 0,0 1-1 0 0,0-1 1 0 0,0 0 0 0 0,0 0-1 0 0,0 1 1 0 0,0-1 0 0 0,0 0-1 0 0,0 0 1 0 0,0 1 0 0 0,0-1-1 0 0,1 0 1 0 0,-1 0 0 0 0,0 1 0 0 0,0-1-1 0 0,0 0 1 0 0,0 0 0 0 0,1 0-1 0 0,-1 1 1 0 0,0-1 0 0 0,0 0-1 0 0,0 0 1 0 0,1 0 0 0 0,-1 0-1 0 0,0 1 1 0 0,0-1 0 0 0,1 0-1 0 0,-1 0 1 0 0,0 0 0 0 0,0 0-1 0 0,1 0 1 0 0,-1 0 0 0 0,0 0 0 0 0,0 0-1 0 0,1 0 1 0 0,-1 0 0 0 0,0 0-1 0 0,0 0 1 0 0,1 0 0 0 0,-1 0-1 0 0,0 0 1 0 0,1 0 0 0 0,12-11-266 0 0,6-19-294 0 0,-4 6 452 0 0,0 0-1 0 0,20-24 1 0 0,-29 40 114 0 0,2-1-1 0 0,-1 1 0 0 0,1 1 1 0 0,1 0-1 0 0,-1 0 1 0 0,1 0-1 0 0,0 1 0 0 0,15-7 1 0 0,-23 12 27 0 0,1 0-1 0 0,-1 1 1 0 0,1-1 0 0 0,-1 1 0 0 0,1 0 0 0 0,0-1-1 0 0,-1 1 1 0 0,1 0 0 0 0,-1 0 0 0 0,1 0-1 0 0,-1 0 1 0 0,1 0 0 0 0,0 0 0 0 0,-1 0-1 0 0,1 1 1 0 0,-1-1 0 0 0,1 1 0 0 0,-1-1 0 0 0,1 1-1 0 0,-1-1 1 0 0,1 1 0 0 0,-1 0 0 0 0,0 0-1 0 0,1-1 1 0 0,-1 1 0 0 0,0 0 0 0 0,0 0-1 0 0,0 1 1 0 0,2 0 0 0 0,2 5 275 0 0,0 0 0 0 0,-1 0-1 0 0,1 0 1 0 0,5 14 0 0 0,-8-15 71 0 0,1 0 0 0 0,0 0 0 0 0,0 0 0 0 0,9 10 0 0 0,-12-16-334 0 0,1 1 0 0 0,0 0-1 0 0,-1-1 1 0 0,1 1 0 0 0,0-1 0 0 0,0 1 0 0 0,0-1 0 0 0,0 0-1 0 0,-1 1 1 0 0,1-1 0 0 0,0 0 0 0 0,0 0 0 0 0,0 0 0 0 0,0 1 0 0 0,0-1-1 0 0,0 0 1 0 0,0 0 0 0 0,0 0 0 0 0,0 0 0 0 0,0-1 0 0 0,0 1-1 0 0,-1 0 1 0 0,1 0 0 0 0,0 0 0 0 0,0-1 0 0 0,0 1 0 0 0,0 0 0 0 0,0-1-1 0 0,0 1 1 0 0,0-2 0 0 0,29-22 531 0 0,-7 6-6464 0 0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39.2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38 6449 0 0,'-6'-8'-98'0'0,"-6"-21"10460"0"0,13 29-10251 0 0,0 0 1 0 0,-1 0 0 0 0,1-1 0 0 0,0 1 0 0 0,0 0 0 0 0,-1 0 0 0 0,1 0-1 0 0,0 0 1 0 0,0 0 0 0 0,-1 0 0 0 0,1 0 0 0 0,0 1 0 0 0,0-1-1 0 0,-1 0 1 0 0,1 0 0 0 0,0 0 0 0 0,-1 1 0 0 0,1-1 0 0 0,0 0 0 0 0,0 1-1 0 0,5 2 84 0 0,0 0-1 0 0,-1 1 1 0 0,0 0-1 0 0,1-1 1 0 0,-1 2 0 0 0,-1-1-1 0 0,1 0 1 0 0,-1 1-1 0 0,5 5 1 0 0,35 55 712 0 0,-20-29-543 0 0,17 17-1028 0 0,95 93 0 0 0,-124-134 62 0 0,-8-9-34 0 0,10 11-1055 0 0,-30-22-3839 0 0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39.6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22 292 3225 0 0,'-2'-2'307'0'0,"0"-1"1"0"0,0 1 0 0 0,0 0-1 0 0,0-1 1 0 0,0 1-1 0 0,1-1 1 0 0,-1 0 0 0 0,1 1-1 0 0,0-1 1 0 0,-2-4 0 0 0,3 6-165 0 0,0 1 0 0 0,-1-1 0 0 0,1 1 0 0 0,0-1 1 0 0,0 0-1 0 0,0 1 0 0 0,0-1 0 0 0,0 0 0 0 0,0 1 0 0 0,0-1 1 0 0,0 1-1 0 0,0-1 0 0 0,0 0 0 0 0,0 1 0 0 0,0-1 1 0 0,0 0-1 0 0,0 1 0 0 0,1-1 0 0 0,-1 0 0 0 0,0 1 0 0 0,0-1 1 0 0,1 1-1 0 0,-1-1 0 0 0,1 1 0 0 0,-1-1 0 0 0,0 1 0 0 0,1-1 1 0 0,-1 1-1 0 0,1-1 0 0 0,-1 1 0 0 0,1-1 0 0 0,-1 1 1 0 0,1 0-1 0 0,-1-1 0 0 0,1 1 0 0 0,0 0 0 0 0,-1 0 0 0 0,1-1 1 0 0,-1 1-1 0 0,1 0 0 0 0,0 0 0 0 0,-1 0 0 0 0,1 0 1 0 0,0 0-1 0 0,-1 0 0 0 0,1 0 0 0 0,-1 0 0 0 0,1 0 0 0 0,0 0 1 0 0,-1 0-1 0 0,1 0 0 0 0,0 0 0 0 0,0 1 0 0 0,27 2 2199 0 0,47 14-1 0 0,-59-12-2010 0 0,1 0-1 0 0,-1-2 0 0 0,1 0 1 0 0,0-1-1 0 0,0 0 0 0 0,0-2 1 0 0,34-2-1 0 0,-48 2-299 0 0,-1-1-1 0 0,1 1 1 0 0,0-1-1 0 0,-1 0 1 0 0,1 0 0 0 0,0 0-1 0 0,-1 0 1 0 0,1 0-1 0 0,-1-1 1 0 0,0 1 0 0 0,1-1-1 0 0,-1 1 1 0 0,0-1-1 0 0,3-4 1 0 0,-4 5-12 0 0,0 0-1 0 0,0-1 1 0 0,-1 1 0 0 0,1-1-1 0 0,-1 1 1 0 0,1-1 0 0 0,-1 1-1 0 0,0-1 1 0 0,0 1 0 0 0,0-1-1 0 0,0 1 1 0 0,0-1 0 0 0,0 0-1 0 0,0 1 1 0 0,0-1 0 0 0,0 1-1 0 0,-1-1 1 0 0,1 1 0 0 0,-1-1-1 0 0,1 1 1 0 0,-1-1 0 0 0,1 1-1 0 0,-1-1 1 0 0,0 1 0 0 0,0 0-1 0 0,-1-3 1 0 0,-46-63 360 0 0,32 47-855 0 0,1-1 0 0 0,1-1-1 0 0,-22-45 1 0 0,32 50-2758 0 0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39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5529 0 0,'4'4'5416'0'0,"13"15"-3330"0"0,8 17-919 0 0,2-2 0 0 0,2 0 0 0 0,64 58-1 0 0,-83-84-1293 0 0,60 55-5633 0 0,-65-57 4575 0 0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40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27 11522 0 0,'17'-11'1831'0'0,"-15"9"-1545"0"0,1 1 1 0 0,0-1 0 0 0,0 0-1 0 0,-1 1 1 0 0,1-1-1 0 0,0 1 1 0 0,0 0-1 0 0,0 0 1 0 0,1 0 0 0 0,-1 1-1 0 0,0-1 1 0 0,3 0-1 0 0,1 2-86 0 0,0 0-1 0 0,0 0 1 0 0,0 0-1 0 0,0 1 0 0 0,0 0 1 0 0,0 0-1 0 0,-1 1 1 0 0,1 0-1 0 0,-1 0 1 0 0,0 0-1 0 0,10 7 1 0 0,1 3 439 0 0,0 0 0 0 0,24 24 0 0 0,12 19-1230 0 0,41 38-1182 0 0,-87-86-120 0 0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40.6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22 248 1376 0 0,'-2'-3'225'0'0,"-1"-1"0"0"0,1 1-1 0 0,0-1 1 0 0,0 1 0 0 0,0-1-1 0 0,1 0 1 0 0,-1 1 0 0 0,1-1-1 0 0,0 0 1 0 0,0 0 0 0 0,0 0-1 0 0,0 0 1 0 0,1 0 0 0 0,-1 0-1 0 0,1-6 1 0 0,1 3 185 0 0,0 0 1 0 0,0 0 0 0 0,1 1-1 0 0,0-1 1 0 0,0 1 0 0 0,0-1-1 0 0,1 1 1 0 0,6-11-1 0 0,-4 8 50 0 0,1 0-1 0 0,0 1 0 0 0,1-1 0 0 0,0 1 0 0 0,0 1 0 0 0,0 0 0 0 0,1 0 0 0 0,1 0 1 0 0,-1 1-1 0 0,1 0 0 0 0,0 0 0 0 0,11-4 0 0 0,-15 8-325 0 0,0-1 1 0 0,0 2-1 0 0,1-1 0 0 0,-1 1 1 0 0,1-1-1 0 0,-1 1 0 0 0,1 1 1 0 0,-1-1-1 0 0,9 1 0 0 0,-12 1-113 0 0,0-1 0 0 0,-1 1 0 0 0,1-1 0 0 0,0 1 0 0 0,0 0 0 0 0,0 0 0 0 0,-1 0 0 0 0,1 0 0 0 0,0 0 0 0 0,-1 0-1 0 0,1 1 1 0 0,-1-1 0 0 0,1 0 0 0 0,-1 1 0 0 0,1-1 0 0 0,-1 1 0 0 0,0-1 0 0 0,0 1 0 0 0,0 0 0 0 0,0 0 0 0 0,0-1 0 0 0,0 1 0 0 0,-1 0 0 0 0,1 0 0 0 0,-1 0-1 0 0,1 0 1 0 0,-1 0 0 0 0,0 0 0 0 0,1 3 0 0 0,0 10-22 0 0,0 0-1 0 0,-1-1 0 0 0,0 1 1 0 0,-1 0-1 0 0,-4 18 1 0 0,2-16 164 0 0,1 1 0 0 0,1-1 0 0 0,1 21 0 0 0,0-37-104 0 0,0 0-1 0 0,0-1 1 0 0,0 1 0 0 0,0 0-1 0 0,0 0 1 0 0,0 0-1 0 0,1-1 1 0 0,-1 1 0 0 0,0 0-1 0 0,0 0 1 0 0,1-1 0 0 0,-1 1-1 0 0,1 0 1 0 0,-1-1 0 0 0,1 1-1 0 0,-1 0 1 0 0,1-1-1 0 0,-1 1 1 0 0,1-1 0 0 0,0 1-1 0 0,-1-1 1 0 0,1 1 0 0 0,-1-1-1 0 0,1 1 1 0 0,1-1 0 0 0,0 1 36 0 0,0-1 0 0 0,0 1 0 0 0,-1-1 0 0 0,1 0 0 0 0,0 0 0 0 0,0 0 0 0 0,0 0 1 0 0,0 0-1 0 0,0 0 0 0 0,3-1 0 0 0,7-3 329 0 0,0 0-1 0 0,21-10 1 0 0,-21 9-110 0 0,1-2-180 0 0,-1 0 1 0 0,0-1 0 0 0,0 0 0 0 0,-1-1-1 0 0,0 0 1 0 0,-1-1 0 0 0,1 0 0 0 0,11-17-1 0 0,-9 12-79 0 0,2-1-1 0 0,29-23 1 0 0,-35 33-1004 0 0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52.9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235 115 2761 0 0,'-6'-20'1489'0'0,"-13"-34"844"0"0,18 51-2152 0 0,-1 0 1 0 0,1 0 0 0 0,-1 0 0 0 0,0 1 0 0 0,1-1 0 0 0,-1 1-1 0 0,0-1 1 0 0,0 1 0 0 0,-1 0 0 0 0,1 0 0 0 0,0 0 0 0 0,-1 0-1 0 0,0 0 1 0 0,-4-3 0 0 0,5 5-95 0 0,1-1 0 0 0,0 1 0 0 0,-1 0 0 0 0,1-1 0 0 0,0 1 0 0 0,-1 0 0 0 0,1 0 0 0 0,-1 0 0 0 0,1 0 0 0 0,0 0 0 0 0,-1 0 0 0 0,1 1 0 0 0,-1-1 0 0 0,1 0 0 0 0,0 1 0 0 0,-1-1 0 0 0,1 0 0 0 0,0 1 0 0 0,0 0 0 0 0,-1-1 0 0 0,1 1 0 0 0,0 0 0 0 0,0 0 1 0 0,0 0-1 0 0,0-1 0 0 0,0 1 0 0 0,0 0 0 0 0,0 1 0 0 0,0-1 0 0 0,0 0 0 0 0,0 0 0 0 0,1 0 0 0 0,-1 0 0 0 0,0 1 0 0 0,1-1 0 0 0,-1 0 0 0 0,0 2 0 0 0,-3 8 332 0 0,1-1-1 0 0,0 1 1 0 0,-3 20 0 0 0,2-13 27 0 0,-7 34 146 0 0,2-1 1 0 0,-2 58-1 0 0,5 105-270 0 0,-2 22 53 0 0,-57 1008-79 0 0,65-1177-372 0 0,12 1197-380 0 0,-7-1199 355 0 0,3-1 0 0 0,20 77 0 0 0,47 123 388 0 0,-71-251-278 0 0,15 52 47 0 0,-15-20-37 0 0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53.6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90 920 0 0,'-2'-2'245'0'0,"1"-1"-1"0"0,-1 1 1 0 0,0-1-1 0 0,0 1 0 0 0,0 0 1 0 0,0 0-1 0 0,-1 0 1 0 0,1 0-1 0 0,0 0 1 0 0,-5-2-1 0 0,-14-16 8103 0 0,27 28-5577 0 0,46 59-1879 0 0,-29-35-818 0 0,0 0 1 0 0,49 48 0 0 0,-62-70 90 0 0,1-1 0 0 0,-1 0-1 0 0,2-1 1 0 0,-1 0 0 0 0,1-1 0 0 0,0 0 0 0 0,1-1 0 0 0,0 0 0 0 0,0-1 0 0 0,0-1 0 0 0,19 4 0 0 0,-28-7-63 0 0,0 0-1 0 0,1-1 1 0 0,-1 1-1 0 0,0-1 1 0 0,0 0-1 0 0,1-1 1 0 0,-1 1-1 0 0,0-1 1 0 0,1 0-1 0 0,-1 0 1 0 0,0 0 0 0 0,0 0-1 0 0,0-1 1 0 0,0 1-1 0 0,0-1 1 0 0,0 0-1 0 0,3-3 1 0 0,-2 0 2 0 0,1 1 0 0 0,-2-1 0 0 0,1 0 1 0 0,0 0-1 0 0,-1-1 0 0 0,0 1 0 0 0,0-1 1 0 0,-1 0-1 0 0,6-11 0 0 0,-1-5-205 0 0,-1 0-1 0 0,-1-1 1 0 0,-1 0-1 0 0,0 0 1 0 0,1-28-1 0 0,-2-1-1661 0 0,1-3-4870 0 0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57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23 3225 0 0,'-2'-2'145'0'0,"0"0"0"0"0,0 0 0 0 0,0 1 1 0 0,0-1-1 0 0,0 0 0 0 0,0 1 0 0 0,0-1 1 0 0,-1 1-1 0 0,1 0 0 0 0,-1 0 0 0 0,1 0 1 0 0,-1 0-1 0 0,1 0 0 0 0,-1 0 0 0 0,1 1 1 0 0,-1-1-1 0 0,0 1 0 0 0,1 0 0 0 0,-1 0 1 0 0,0 0-1 0 0,1 0 0 0 0,-1 0 0 0 0,0 1 1 0 0,1-1-1 0 0,-1 1 0 0 0,1-1 0 0 0,-1 1 0 0 0,1 0 1 0 0,-1 0-1 0 0,1 0 0 0 0,-1 1 0 0 0,-2 1 1 0 0,-2 0 165 0 0,0 2 0 0 0,0-1 0 0 0,0 1 0 0 0,1 0 0 0 0,0 0 0 0 0,0 1 0 0 0,0-1 0 0 0,0 1 0 0 0,1 1 0 0 0,0-1 0 0 0,0 1 0 0 0,-7 13 1 0 0,7-9 11 0 0,1 0 0 0 0,0 0 0 0 0,1 0 1 0 0,0 1-1 0 0,0-1 0 0 0,1 1 0 0 0,1-1 1 0 0,0 18-1 0 0,1-11-90 0 0,1 0-1 0 0,1-1 1 0 0,0 1-1 0 0,2-1 1 0 0,0 1-1 0 0,1-1 1 0 0,0 0 0 0 0,2-1-1 0 0,0 0 1 0 0,1 0-1 0 0,0 0 1 0 0,11 14 0 0 0,-13-22-156 0 0,0-1 1 0 0,0-1-1 0 0,1 1 1 0 0,0-1 0 0 0,0 0-1 0 0,0 0 1 0 0,1-1 0 0 0,-1 0-1 0 0,1-1 1 0 0,1 1 0 0 0,13 4-1 0 0,-18-7-181 0 0,0-1 0 0 0,-1 0 0 0 0,1 0-1 0 0,0-1 1 0 0,-1 1 0 0 0,1-1 0 0 0,0 0 0 0 0,0 0-1 0 0,-1 0 1 0 0,1 0 0 0 0,0-1 0 0 0,0 1-1 0 0,-1-1 1 0 0,1 0 0 0 0,0 0 0 0 0,-1 0-1 0 0,1-1 1 0 0,-1 1 0 0 0,0-1 0 0 0,1 0 0 0 0,-1 0-1 0 0,0 0 1 0 0,0 0 0 0 0,0-1 0 0 0,0 1-1 0 0,-1-1 1 0 0,1 0 0 0 0,-1 0 0 0 0,1 0 0 0 0,2-5-1 0 0,6-12-3854 0 0,-2 0-1104 0 0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58.2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47 1376 0 0,'-14'-24'-1127'0'0,"2"2"9029"0"0,20 44-1563 0 0,11 21-4169 0 0,31 50 0 0 0,76 95-723 0 0,-54-85-752 0 0,39 76-99 0 0,35 51-689 0 0,-131-209-632 0 0,33 34-1 0 0,-16-29-5666 0 0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58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0 7834 0 0,'-6'1'247'0'0,"0"2"1074"0"0,8 10 249 0 0,5 13-773 0 0,1 0-1 0 0,1-1 1 0 0,2 0 0 0 0,1 0 0 0 0,27 42 0 0 0,-6-8 24 0 0,-10-17-898 0 0,47 92 1199 0 0,-30-43-8340 0 0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58.9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11 296 3225 0 0,'-1'-1'251'0'0,"0"0"-1"0"0,0 0 1 0 0,0 0 0 0 0,0 0 0 0 0,1 0 0 0 0,-1 0 0 0 0,0 0-1 0 0,1 0 1 0 0,-1-1 0 0 0,0 1 0 0 0,1 0 0 0 0,0 0 0 0 0,-1-1-1 0 0,1 1 1 0 0,0 0 0 0 0,-1-1 0 0 0,1 1 0 0 0,0 0 0 0 0,0-1-1 0 0,0 1 1 0 0,0 0 0 0 0,1-1 0 0 0,-1 1 0 0 0,0 0 0 0 0,0-1 0 0 0,1 1-1 0 0,-1 0 1 0 0,1-1 0 0 0,-1 1 0 0 0,1 0 0 0 0,0 0 0 0 0,-1 0-1 0 0,1 0 1 0 0,0-1 0 0 0,0 1 0 0 0,0 0 0 0 0,0 0 0 0 0,1-1-1 0 0,1 1 9 0 0,-1-1 0 0 0,1 0-1 0 0,0 1 1 0 0,-1 0 0 0 0,1 0 0 0 0,0 0-1 0 0,0 0 1 0 0,0 0 0 0 0,0 0-1 0 0,0 1 1 0 0,0-1 0 0 0,0 1-1 0 0,0 0 1 0 0,0 0 0 0 0,1 0-1 0 0,3 1 1 0 0,10 3 258 0 0,-1 1 0 0 0,0 0 0 0 0,0 1 0 0 0,25 14 0 0 0,-23-11-226 0 0,0-1 1 0 0,38 12-1 0 0,-50-18-218 0 0,-1-1-50 0 0,-1 0 1 0 0,1 0-1 0 0,-1 0 1 0 0,1 0-1 0 0,-1-1 1 0 0,1 0-1 0 0,7 0 0 0 0,-11 0-15 0 0,-1 0 0 0 0,1 0-1 0 0,0-1 1 0 0,-1 1 0 0 0,1 0-1 0 0,0-1 1 0 0,0 1 0 0 0,-1 0-1 0 0,1-1 1 0 0,-1 1-1 0 0,1-1 1 0 0,0 1 0 0 0,-1-1-1 0 0,1 1 1 0 0,-1-1 0 0 0,1 0-1 0 0,-1 1 1 0 0,1-1 0 0 0,-1 1-1 0 0,1-2 1 0 0,-1 0 28 0 0,1 0 0 0 0,-1 0 0 0 0,1 0 0 0 0,-1 0 0 0 0,0 0 0 0 0,0 0 0 0 0,0 0 0 0 0,0 0 0 0 0,0 0 0 0 0,0 0 0 0 0,-1-2 0 0 0,-6-20 114 0 0,0 0-1 0 0,-1 1 1 0 0,-2 0 0 0 0,-16-29 0 0 0,12 24-2066 0 0,1 0-1 0 0,-10-34 1 0 0,17 42-4343 0 0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59.3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6913 0 0,'4'1'315'0'0,"0"1"0"0"0,0 0 0 0 0,-1 0 0 0 0,1 0 0 0 0,-1 0 0 0 0,0 1 0 0 0,0-1 0 0 0,1 1 0 0 0,-2 0 0 0 0,1 0 0 0 0,0 0 0 0 0,-1 0 0 0 0,5 7 0 0 0,-2-3 319 0 0,17 24 686 0 0,-1 2-1 0 0,27 59 1 0 0,-28-54-1221 0 0,0 5-506 0 0,16 27-2753 0 0,-30-60 1866 0 0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59.6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19 5985 0 0,'-5'-14'2841'0'0,"14"9"11"0"0,-7 5-2609 0 0,0 1 0 0 0,0-1 0 0 0,0 0 1 0 0,0 0-1 0 0,1 1 0 0 0,-1-1 0 0 0,0 1 1 0 0,0 0-1 0 0,0 0 0 0 0,0 0 0 0 0,2 1 0 0 0,28 21 1318 0 0,-1 2 0 0 0,-2 0 0 0 0,48 53 0 0 0,-54-50-2235 0 0,-1 0 0 0 0,-2 2 0 0 0,-1 0 0 0 0,21 43 0 0 0,-34-55-3568 0 0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9:00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9 181 3225 0 0,'-3'-12'719'0'0,"1"0"1"0"0,1-1 0 0 0,0 1 0 0 0,0 0 0 0 0,1-1-1 0 0,0 1 1 0 0,2-1 0 0 0,-1 1 0 0 0,1 0 0 0 0,5-15-1 0 0,-7 26-589 0 0,0-1 0 0 0,1 0 1 0 0,-1 1-1 0 0,1-1 0 0 0,-1 1 0 0 0,1-1 0 0 0,-1 1 0 0 0,1-1 0 0 0,0 1 0 0 0,0-1 0 0 0,0 1 0 0 0,0 0 0 0 0,0-1 0 0 0,0 1 0 0 0,0 0 0 0 0,0 0 0 0 0,0 0 0 0 0,0 0 0 0 0,1 0 0 0 0,-1 0 0 0 0,1 0 0 0 0,2-1 0 0 0,-3 2-58 0 0,0 0 0 0 0,1 0 0 0 0,-1 1-1 0 0,0-1 1 0 0,1 0 0 0 0,-1 1 0 0 0,0-1-1 0 0,1 1 1 0 0,-1-1 0 0 0,0 1-1 0 0,0 0 1 0 0,0-1 0 0 0,0 1 0 0 0,0 0-1 0 0,1 0 1 0 0,-1 0 0 0 0,-1 0 0 0 0,1 0-1 0 0,0 0 1 0 0,0 0 0 0 0,0 0 0 0 0,0 0-1 0 0,-1 0 1 0 0,1 0 0 0 0,-1 1 0 0 0,1-1-1 0 0,0 2 1 0 0,6 14 59 0 0,-2-1-1 0 0,0 1 0 0 0,-1 0 1 0 0,0 0-1 0 0,-1 0 1 0 0,-1 1-1 0 0,-1-1 1 0 0,-2 30-1 0 0,3 11 1433 0 0,-2-57-1481 0 0,0 1 1 0 0,0-1 0 0 0,0 1-1 0 0,0-1 1 0 0,0 0 0 0 0,0 1-1 0 0,1-1 1 0 0,-1 1 0 0 0,0-1-1 0 0,1 1 1 0 0,-1-1 0 0 0,1 0-1 0 0,0 1 1 0 0,0-1 0 0 0,-1 0-1 0 0,1 0 1 0 0,0 1 0 0 0,0-1-1 0 0,0 0 1 0 0,2 1 0 0 0,-2-1-39 0 0,0-1 0 0 0,0 1 0 0 0,1-1 0 0 0,-1 0 1 0 0,0 0-1 0 0,0 0 0 0 0,1 1 0 0 0,-1-1 0 0 0,0 0 0 0 0,0 0 0 0 0,1-1 1 0 0,-1 1-1 0 0,0 0 0 0 0,0 0 0 0 0,1-1 0 0 0,-1 1 0 0 0,0 0 0 0 0,0-1 1 0 0,1 0-1 0 0,9-5 52 0 0,-1 0 1 0 0,-1 0 0 0 0,1-1-1 0 0,10-10 1 0 0,-8 7 15 0 0,19-11-158 0 0,0 1-1 0 0,65-30 1 0 0,-6 5-4032 0 0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9:00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3 5065 0 0,'-15'3'245'0'0,"2"-1"953"0"0,-1 0-1 0 0,1 1 1 0 0,0 1 0 0 0,-6 9 5604 0 0,83-11-5493 0 0,78-17 293 0 0,31-1-260 0 0,-145 15-1248 0 0,-1 2 1 0 0,1 1-1 0 0,-1 1 1 0 0,38 9 0 0 0,-50-8-63 0 0,25 6-62 0 0,66 8-1 0 0,-92-16 31 0 0,0-2-1 0 0,0 0 0 0 0,0 0 0 0 0,-1-2 1 0 0,1 1-1 0 0,0-2 0 0 0,0 0 1 0 0,21-8-1 0 0,-34 10-1 0 0,0 1 0 0 0,1-1 1 0 0,-1 1-1 0 0,0-1 0 0 0,0 1 0 0 0,0 0 1 0 0,0-1-1 0 0,1 1 0 0 0,-1 0 0 0 0,0 0 1 0 0,0 0-1 0 0,1 0 0 0 0,-1 0 0 0 0,0 0 1 0 0,0 0-1 0 0,1 0 0 0 0,-1 0 0 0 0,0 1 1 0 0,0-1-1 0 0,0 0 0 0 0,1 1 0 0 0,1 0 1 0 0,-3 0-1 0 0,0 0 1 0 0,0 0-1 0 0,1 0 1 0 0,-1 0-1 0 0,0 0 1 0 0,0 0 0 0 0,0 0-1 0 0,0-1 1 0 0,0 1-1 0 0,0 0 1 0 0,0 0 0 0 0,0 0-1 0 0,-1 0 1 0 0,1 0-1 0 0,0 0 1 0 0,0 0 0 0 0,-1 0-1 0 0,1 0 1 0 0,-1-1-1 0 0,1 1 1 0 0,-1 0 0 0 0,1 0-1 0 0,-1-1 1 0 0,1 1-1 0 0,-1 0 1 0 0,0 0-1 0 0,1-1 1 0 0,-1 1 0 0 0,-1 0-1 0 0,-4 8 31 0 0,0-1-1 0 0,0 2 1 0 0,1-1-1 0 0,0 1 0 0 0,0 0 1 0 0,1 0-1 0 0,1 0 1 0 0,-1 0-1 0 0,-2 16 1 0 0,0 14 157 0 0,-2 49 0 0 0,5-44-141 0 0,-4 39 21 0 0,-11 106 332 0 0,13-160-345 0 0,-1 1 0 0 0,-1-1-1 0 0,-2-1 1 0 0,-13 31 0 0 0,21-58-37 0 0,-2 7-171 0 0,10-9-2776 0 0,-3 0 1485 0 0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7:59.7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1 3225 0 0,'-1'4'13'0'0,"0"0"1"0"0,1 1-1 0 0,-1-1 0 0 0,1 0 1 0 0,0 1-1 0 0,0-1 1 0 0,0 1-1 0 0,1-1 0 0 0,0 0 1 0 0,-1 1-1 0 0,1-1 1 0 0,1 0-1 0 0,-1 0 0 0 0,1 0 1 0 0,0 0-1 0 0,4 8 1 0 0,-5-12-23 0 0,-1-1 0 0 0,1 1 0 0 0,-1 0 0 0 0,1-1 1 0 0,-1 1-1 0 0,0-1 0 0 0,1 1 0 0 0,-1-1 0 0 0,1 1 1 0 0,-1-1-1 0 0,0 1 0 0 0,1-1 0 0 0,-1 1 0 0 0,0-1 1 0 0,0 0-1 0 0,1 1 0 0 0,-1-1 0 0 0,0 1 0 0 0,0-1 0 0 0,0 0 1 0 0,0 1-1 0 0,0-1 0 0 0,0 0 0 0 0,0 1 0 0 0,0-1 1 0 0,0 1-1 0 0,0-2 0 0 0,2-23 536 0 0,2 0 2318 0 0,-4 24-2692 0 0,0 1 1 0 0,0-1-1 0 0,1 1 0 0 0,-1-1 1 0 0,0 1-1 0 0,0-1 1 0 0,1 1-1 0 0,-1-1 1 0 0,0 1-1 0 0,1 0 1 0 0,-1-1-1 0 0,1 1 1 0 0,-1-1-1 0 0,1 1 1 0 0,-1 0-1 0 0,1-1 1 0 0,-1 1-1 0 0,1 0 1 0 0,-1 0-1 0 0,1-1 1 0 0,-1 1-1 0 0,2 0 1 0 0,0 0 72 0 0,0 1 1 0 0,1-1 0 0 0,-1 1-1 0 0,0 0 1 0 0,0-1-1 0 0,0 1 1 0 0,1 0 0 0 0,-1 1-1 0 0,0-1 1 0 0,0 0 0 0 0,-1 1-1 0 0,1-1 1 0 0,0 1-1 0 0,0-1 1 0 0,2 4 0 0 0,194 212 3466 0 0,-162-175-3364 0 0,49 67 104 0 0,80 135 1 0 0,-95-136-608 0 0,-35-54-677 0 0,54 77-4340 0 0,-79-117 554 0 0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00.1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24 336 456 0 0,'-3'-8'187'0'0,"0"1"1"0"0,1 0-1 0 0,-1-1 1 0 0,2 1-1 0 0,-1-1 0 0 0,1 0 1 0 0,0-9-1 0 0,-1 0 255 0 0,-1 0 258 0 0,2 0 1 0 0,0-1 0 0 0,0 1 0 0 0,2 0 0 0 0,0-1-1 0 0,1 1 1 0 0,5-18 0 0 0,-6 30-489 0 0,0 0 0 0 0,1 1-1 0 0,-1-1 1 0 0,1 1 0 0 0,0-1-1 0 0,0 1 1 0 0,1-1 0 0 0,-1 1 0 0 0,1 0-1 0 0,0 0 1 0 0,0 0 0 0 0,0 1 0 0 0,0-1-1 0 0,1 1 1 0 0,0 0 0 0 0,-1 0 0 0 0,1 0-1 0 0,1 0 1 0 0,-1 0 0 0 0,0 1-1 0 0,0 0 1 0 0,1 0 0 0 0,-1 0 0 0 0,1 1-1 0 0,0-1 1 0 0,0 1 0 0 0,-1 0 0 0 0,1 1-1 0 0,7-1 1 0 0,-4 0-141 0 0,0 1 1 0 0,0 1-1 0 0,0-1 0 0 0,0 1 0 0 0,0 1 0 0 0,0 0 1 0 0,0 0-1 0 0,-1 0 0 0 0,1 1 0 0 0,0 0 1 0 0,-1 0-1 0 0,0 1 0 0 0,0 0 0 0 0,8 6 1 0 0,-7-3-43 0 0,-1 0 0 0 0,1 1 0 0 0,-1-1 0 0 0,-1 1 0 0 0,1 1 0 0 0,-1-1 0 0 0,-1 1 0 0 0,0 0 0 0 0,7 18 0 0 0,-1 3-60 0 0,-2 1 0 0 0,-2 1 0 0 0,0 0 0 0 0,-2 0 1 0 0,1 64-1 0 0,-5-6-1118 0 0,-18 154 0 0 0,13-221-3664 0 0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00.5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0 10594 0 0,'0'0'12'0'0,"0"1"-1"0"0,0-1 0 0 0,0 0 1 0 0,0 0-1 0 0,0 0 1 0 0,0 0-1 0 0,-1 0 1 0 0,1 0-1 0 0,0 0 0 0 0,0 0 1 0 0,0 1-1 0 0,0-1 1 0 0,0 0-1 0 0,0 0 0 0 0,0 0 1 0 0,0 0-1 0 0,0 0 1 0 0,0 0-1 0 0,0 0 0 0 0,0 0 1 0 0,-1 0-1 0 0,1 0 1 0 0,0 0-1 0 0,0 0 1 0 0,0 0-1 0 0,0 0 0 0 0,0 0 1 0 0,0 0-1 0 0,0 0 1 0 0,0 0-1 0 0,-1 0 0 0 0,1 0 1 0 0,0 0-1 0 0,0 0 1 0 0,0 0-1 0 0,0 0 0 0 0,0 0 1 0 0,0 0-1 0 0,0 0 1 0 0,0 0-1 0 0,-1 0 1 0 0,1 0-1 0 0,0 0 0 0 0,0 0 1 0 0,0 0-1 0 0,0 0 1 0 0,0 0-1 0 0,0 0 0 0 0,0 0 1 0 0,0 0-1 0 0,0 0 1 0 0,0 0-1 0 0,-1 0 0 0 0,1 0 1 0 0,0-1-1 0 0,0 1 1 0 0,0 0-1 0 0,0 0 1 0 0,0 0-1 0 0,0 0 0 0 0,0 0 1 0 0,0 0-1 0 0,0 0 1 0 0,3 14 420 0 0,10 18 454 0 0,21 23 165 0 0,61 75 1 0 0,-7-12-303 0 0,120 195-1427 0 0,-189-281-2358 0 0,21 51 0 0 0,-36-73-292 0 0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01.0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59 391 4145 0 0,'-2'0'20'0'0,"1"1"0"0"0,-1-1 0 0 0,0 1 1 0 0,1-1-1 0 0,-1 0 0 0 0,0 0 0 0 0,1 1 0 0 0,-1-1 1 0 0,0 0-1 0 0,1 0 0 0 0,-1-1 0 0 0,0 1 0 0 0,1 0 0 0 0,-1 0 1 0 0,0-1-1 0 0,1 1 0 0 0,-1-1 0 0 0,1 0 0 0 0,-1 1 0 0 0,1-1 1 0 0,-1 0-1 0 0,1 0 0 0 0,-1 0 0 0 0,1 0 0 0 0,0 0 1 0 0,0 0-1 0 0,-1 0 0 0 0,1-1 0 0 0,0 1 0 0 0,-1-2 0 0 0,0-1-1 0 0,0-1-1 0 0,1 0 0 0 0,-1 1 1 0 0,1-1-1 0 0,0 0 0 0 0,0 0 0 0 0,1 0 1 0 0,-1 0-1 0 0,1-8 0 0 0,1-3 241 0 0,1 1 0 0 0,0 0-1 0 0,1-1 1 0 0,1 1 0 0 0,0 0-1 0 0,1 1 1 0 0,1-1 0 0 0,0 1 0 0 0,1 0-1 0 0,0 0 1 0 0,1 1 0 0 0,1 0-1 0 0,0 0 1 0 0,1 1 0 0 0,0 1 0 0 0,1-1-1 0 0,0 2 1 0 0,0-1 0 0 0,1 2-1 0 0,1-1 1 0 0,21-11 0 0 0,-28 17-169 0 0,1 1 0 0 0,-1 1 0 0 0,0-1 0 0 0,1 1 0 0 0,0 0 1 0 0,-1 0-1 0 0,1 1 0 0 0,0 0 0 0 0,0 0 0 0 0,0 0 0 0 0,0 1 0 0 0,0 0 0 0 0,0 1 0 0 0,9 1 0 0 0,-9 0-43 0 0,0 0-1 0 0,0 1 0 0 0,0 0 0 0 0,0 1 1 0 0,0-1-1 0 0,-1 1 0 0 0,0 1 1 0 0,0-1-1 0 0,0 1 0 0 0,0 0 0 0 0,-1 0 1 0 0,0 1-1 0 0,5 6 0 0 0,0 0-73 0 0,-2 1-1 0 0,1-1 1 0 0,-2 2-1 0 0,0-1 1 0 0,0 1-1 0 0,-1 0 1 0 0,-1 1-1 0 0,-1 0 1 0 0,0-1-1 0 0,0 1 1 0 0,-2 0-1 0 0,0 1 1 0 0,0-1-1 0 0,-2 0 1 0 0,0 1-1 0 0,0-1 1 0 0,-2 0 0 0 0,0 0-1 0 0,-5 18 1 0 0,1-12-4354 0 0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01.8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73 5529 0 0,'-2'-1'10'0'0,"1"-1"-1"0"0,-1 0 1 0 0,0 0-1 0 0,1 1 1 0 0,0-1-1 0 0,0 0 1 0 0,-1 0-1 0 0,1 0 1 0 0,0 0-1 0 0,-1-5 1 0 0,2 6-79 0 0,0 1 0 0 0,0-1 1 0 0,0 1-1 0 0,0-1 0 0 0,0 0 0 0 0,1 1 1 0 0,-1-1-1 0 0,0 1 0 0 0,0-1 0 0 0,0 0 1 0 0,1 1-1 0 0,-1-1 0 0 0,0 1 0 0 0,1-1 0 0 0,-1 1 1 0 0,0-1-1 0 0,1 1 0 0 0,-1-1 0 0 0,1 1 1 0 0,-1-1-1 0 0,1 1 0 0 0,-1 0 0 0 0,1-1 1 0 0,-1 1-1 0 0,1 0 0 0 0,-1-1 0 0 0,1 1 1 0 0,0 0-1 0 0,-1 0 0 0 0,1 0 0 0 0,-1-1 1 0 0,1 1-1 0 0,0 0 0 0 0,-1 0 0 0 0,1 0 1 0 0,0 0-1 0 0,-1 0 0 0 0,1 0 0 0 0,-1 0 1 0 0,1 0-1 0 0,0 0 0 0 0,-1 1 0 0 0,2-1 1 0 0,-1 0 89 0 0,-1 0 1 0 0,1 1 0 0 0,0-1 0 0 0,-1 0 0 0 0,1 0 0 0 0,0 0 0 0 0,0 0-1 0 0,-1 0 1 0 0,1-1 0 0 0,0 1 0 0 0,-1 0 0 0 0,1 0 0 0 0,0 0-1 0 0,-1 0 1 0 0,1-1 0 0 0,0 1 0 0 0,-1 0 0 0 0,1-1 0 0 0,-1 1 0 0 0,1-1-1 0 0,0 1 1 0 0,-1 0 0 0 0,1-1 0 0 0,-1 1 0 0 0,1-1 0 0 0,-1 1 0 0 0,0-1-1 0 0,1 0 1 0 0,-1 1 0 0 0,1-1 0 0 0,-1 1 0 0 0,0-1 0 0 0,0 0-1 0 0,1 1 1 0 0,-1-1 0 0 0,0 0 0 0 0,0 1 0 0 0,0-1 0 0 0,0 0 0 0 0,0 0-1 0 0,0 1 1 0 0,0-1 0 0 0,0 0 0 0 0,0 1 0 0 0,0-1 0 0 0,0 0 0 0 0,0 1-1 0 0,0-1 1 0 0,0 0 0 0 0,-1 1 0 0 0,1-2 0 0 0,-1 2 100 0 0,1-1-1 0 0,-1 0 1 0 0,1 0 0 0 0,-1 1 0 0 0,0-1 0 0 0,1 0-1 0 0,-1 1 1 0 0,0-1 0 0 0,1 1 0 0 0,-1-1 0 0 0,0 1 0 0 0,0-1-1 0 0,1 1 1 0 0,-1 0 0 0 0,0-1 0 0 0,0 1 0 0 0,0 0-1 0 0,0-1 1 0 0,0 1 0 0 0,1 0 0 0 0,-1 0 0 0 0,0 0 0 0 0,0 0-1 0 0,0 0 1 0 0,0 0 0 0 0,0 0 0 0 0,0 0 0 0 0,0 0-1 0 0,0 1 1 0 0,1-1 0 0 0,-1 0 0 0 0,0 1 0 0 0,0-1-1 0 0,0 0 1 0 0,1 1 0 0 0,-1-1 0 0 0,0 1 0 0 0,0-1 0 0 0,1 1-1 0 0,-1-1 1 0 0,0 1 0 0 0,1 0 0 0 0,-2 1 0 0 0,-1 1 99 0 0,0 1 0 0 0,0 0 1 0 0,0 0-1 0 0,1 0 1 0 0,0 0-1 0 0,-1 0 1 0 0,2 1-1 0 0,-1-1 0 0 0,0 1 1 0 0,1-1-1 0 0,0 1 1 0 0,0 0-1 0 0,0-1 0 0 0,1 1 1 0 0,-1 8-1 0 0,1 8 226 0 0,0 1 0 0 0,5 21 0 0 0,2 13 241 0 0,3-1-1 0 0,3 1 0 0 0,30 83 0 0 0,-28-102-468 0 0,1 0 0 0 0,2 0 1 0 0,1-2-1 0 0,2-1 0 0 0,46 58 0 0 0,-54-77-209 0 0,1-1 0 0 0,0-1 0 0 0,1 0 0 0 0,1-1 0 0 0,0 0 0 0 0,0-2 0 0 0,29 15 0 0 0,-33-19-12 0 0,0-1-1 0 0,1 0 0 0 0,0-1 0 0 0,0-1 1 0 0,0 0-1 0 0,1 0 0 0 0,-1-1 1 0 0,1-1-1 0 0,-1 0 0 0 0,1-1 1 0 0,24-3-1 0 0,-35 2-48 0 0,1 1 1 0 0,-1-1-1 0 0,1 0 1 0 0,-1 0 0 0 0,1 0-1 0 0,-1-1 1 0 0,0 1-1 0 0,1-1 1 0 0,-1 0-1 0 0,0 0 1 0 0,0 0-1 0 0,0 0 1 0 0,-1 0-1 0 0,1-1 1 0 0,0 1-1 0 0,-1-1 1 0 0,0 0 0 0 0,3-4-1 0 0,-2 2-40 0 0,-1 0 0 0 0,0 0 0 0 0,0 0 0 0 0,0 0 0 0 0,-1 0 0 0 0,0 0 0 0 0,0-1 0 0 0,0 1 0 0 0,-1-1 0 0 0,1 1 0 0 0,-2-7 0 0 0,0-5-150 0 0,-2 1 1 0 0,0 0-1 0 0,-1 0 0 0 0,0 0 0 0 0,-1 0 1 0 0,-1 1-1 0 0,-9-19 0 0 0,6 19 7 0 0,-1 1 0 0 0,0-1 0 0 0,-1 2 0 0 0,-1 0 0 0 0,0 0 0 0 0,-1 1 0 0 0,0 0 0 0 0,-1 1 0 0 0,0 1 0 0 0,-28-16 0 0 0,39 24 286 0 0,0 0 0 0 0,1 1 0 0 0,-1-2 0 0 0,1 1 0 0 0,-1 0 0 0 0,1 0 0 0 0,0-1 0 0 0,0 1 0 0 0,0-1 0 0 0,0 0 0 0 0,0 0 0 0 0,0 1 0 0 0,1-1 0 0 0,0 0 0 0 0,-1-1 0 0 0,1 1 0 0 0,0 0 0 0 0,0-4 0 0 0,0 2 21 0 0,1-1 1 0 0,0 1 0 0 0,0 0-1 0 0,0-1 1 0 0,1 1-1 0 0,0 0 1 0 0,0-1 0 0 0,0 1-1 0 0,0 0 1 0 0,4-8-1 0 0,-1 4 73 0 0,0 1-1 0 0,1-1 1 0 0,0 1-1 0 0,0 0 1 0 0,1 1-1 0 0,0-1 1 0 0,0 1-1 0 0,0 0 1 0 0,1 0-1 0 0,0 1 1 0 0,1 0-1 0 0,12-8 1 0 0,-15 12-74 0 0,0 0 0 0 0,0-1 0 0 0,0 2 0 0 0,0-1 0 0 0,0 1 0 0 0,1 0 0 0 0,-1 0 0 0 0,0 0 0 0 0,1 1 0 0 0,-1-1 0 0 0,0 2 0 0 0,1-1 0 0 0,-1 0 0 0 0,0 1 0 0 0,1 0 0 0 0,-1 0 0 0 0,0 1 0 0 0,0-1 0 0 0,0 1 0 0 0,0 0 1 0 0,0 1-1 0 0,0-1 0 0 0,0 1 0 0 0,-1 0 0 0 0,1 0 0 0 0,-1 0 0 0 0,0 1 0 0 0,6 6 0 0 0,8 9 130 0 0,-1 2 0 0 0,0 0 1 0 0,-1 1-1 0 0,18 34 0 0 0,-20-32-207 0 0,3 3-248 0 0,45 71-1562 0 0,-43-74 625 0 0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02.2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0 9674 0 0,'0'0'54'0'0,"0"0"-1"0"0,-1 0 1 0 0,1 0-1 0 0,0 0 1 0 0,0 0-1 0 0,0 0 1 0 0,0 0 0 0 0,-1 1-1 0 0,1-1 1 0 0,0 0-1 0 0,0 0 1 0 0,0 0-1 0 0,0 0 1 0 0,-1 0-1 0 0,1 0 1 0 0,0 0 0 0 0,0 0-1 0 0,0 1 1 0 0,0-1-1 0 0,0 0 1 0 0,-1 0-1 0 0,1 0 1 0 0,0 0-1 0 0,0 1 1 0 0,0-1-1 0 0,0 0 1 0 0,0 0 0 0 0,0 0-1 0 0,0 0 1 0 0,0 1-1 0 0,0-1 1 0 0,0 0-1 0 0,0 0 1 0 0,0 0-1 0 0,0 1 1 0 0,0-1 0 0 0,0 0-1 0 0,0 0 1 0 0,0 0-1 0 0,0 1 1 0 0,0-1-1 0 0,0 0 1 0 0,4 14 1111 0 0,14 18-176 0 0,-16-27-669 0 0,32 56 696 0 0,100 168 2169 0 0,-92-165-5008 0 0,72 86 1 0 0,-89-116-3919 0 0,-35-53 5482 0 0,-2 7 174 0 0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02.5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10 271 10594 0 0,'-1'0'38'0'0,"1"-1"0"0"0,-1 1 0 0 0,0-1 0 0 0,1 0-1 0 0,-1 0 1 0 0,0 1 0 0 0,1-1 0 0 0,-1 0 0 0 0,1 0 0 0 0,-1 0-1 0 0,1 0 1 0 0,-1 0 0 0 0,1 1 0 0 0,0-1 0 0 0,-1 0 0 0 0,1 0-1 0 0,0 0 1 0 0,0 0 0 0 0,0 0 0 0 0,0 0 0 0 0,0 0 0 0 0,0 0-1 0 0,0 0 1 0 0,0 0 0 0 0,0 0 0 0 0,0 0 0 0 0,1 0 0 0 0,-1 0-1 0 0,0 0 1 0 0,1 0 0 0 0,-1 0 0 0 0,0 0 0 0 0,1 0 0 0 0,-1 1-1 0 0,1-1 1 0 0,0 0 0 0 0,-1 0 0 0 0,1 0 0 0 0,1 0 0 0 0,0 0 86 0 0,0 0 1 0 0,0 0 0 0 0,0 0 0 0 0,0 1 0 0 0,0-1 0 0 0,0 1 0 0 0,0 0 0 0 0,1-1 0 0 0,-1 1 0 0 0,0 0 0 0 0,0 0 0 0 0,1 1 0 0 0,-1-1 0 0 0,0 0 0 0 0,0 1 0 0 0,0-1-1 0 0,3 2 1 0 0,153 40 3288 0 0,-142-39-3178 0 0,-1-1 0 0 0,1 0 0 0 0,0-1 1 0 0,1-1-1 0 0,-1-1 0 0 0,0 0 0 0 0,0-1 0 0 0,17-4 1 0 0,-31 6-220 0 0,-1 0 0 0 0,0-1 1 0 0,0 1-1 0 0,0 0 0 0 0,0-1 1 0 0,0 1-1 0 0,0 0 1 0 0,0-1-1 0 0,0 0 0 0 0,0 1 1 0 0,0-1-1 0 0,0 1 0 0 0,0-1 1 0 0,-1 0-1 0 0,1 0 0 0 0,0 1 1 0 0,0-1-1 0 0,-1 0 1 0 0,1 0-1 0 0,0 0 0 0 0,-1 0 1 0 0,1 0-1 0 0,-1 0 0 0 0,1 0 1 0 0,-1 0-1 0 0,0 0 0 0 0,1 0 1 0 0,-1 0-1 0 0,0 0 1 0 0,0 0-1 0 0,0 0 0 0 0,0-1 1 0 0,1 1-1 0 0,-2 0 0 0 0,1 0 1 0 0,0 0-1 0 0,0 0 0 0 0,0 0 1 0 0,0 0-1 0 0,-1 0 1 0 0,1 0-1 0 0,0 0 0 0 0,-1 0 1 0 0,1 0-1 0 0,-1 0 0 0 0,0-2 1 0 0,-4-5 34 0 0,-1-1 0 0 0,1 1 0 0 0,-1 1 0 0 0,-10-11 0 0 0,8 9-165 0 0,-7-8-633 0 0,1-2-1 0 0,0 0 0 0 0,2 0 0 0 0,0-2 0 0 0,-12-28 0 0 0,13 19-5287 0 0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02.9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1368 0 0,'4'6'413'0'0,"1"0"0"0"0,-1 0 0 0 0,1 0 0 0 0,0 0-1 0 0,6 5 1 0 0,12 14 1371 0 0,90 147 5852 0 0,-52-76-5592 0 0,5-3-5020 0 0,-59-84 1175 0 0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03.3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5065 0 0,'0'1'142'0'0,"0"0"1"0"0,-1 0-1 0 0,1 0 0 0 0,0 0 0 0 0,0 0 1 0 0,0 0-1 0 0,0 0 0 0 0,0 0 0 0 0,0 0 0 0 0,0 0 1 0 0,1 0-1 0 0,-1 0 0 0 0,0 0 0 0 0,1 0 1 0 0,-1 0-1 0 0,0 0 0 0 0,1 0 0 0 0,-1 0 1 0 0,1 0-1 0 0,-1-1 0 0 0,1 1 0 0 0,1 1 1 0 0,15 22 1437 0 0,-16-22-1343 0 0,39 44 2835 0 0,1-2 0 0 0,61 49 1 0 0,-5-5-2436 0 0,-19-11-1491 0 0,-27-25-5769 0 0,-33-32 1214 0 0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03.7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 27 1984 0 0,'-41'36'4003'0'0,"43"-42"-3002"0"0,1 1 0 0 0,-1-1 1 0 0,1 1-1 0 0,0 0 0 0 0,5-6 1 0 0,-5 9-791 0 0,-1-1 1 0 0,1 1 0 0 0,0-1 0 0 0,0 1 0 0 0,0 0-1 0 0,1 0 1 0 0,-1 1 0 0 0,0-1 0 0 0,1 1 0 0 0,-1-1-1 0 0,6 0 1 0 0,-8 2-240 0 0,1-1-1 0 0,-1 1 0 0 0,0 0 1 0 0,0 0-1 0 0,1 0 1 0 0,-1 0-1 0 0,0 1 0 0 0,0-1 1 0 0,0 0-1 0 0,1 0 1 0 0,-1 1-1 0 0,0-1 0 0 0,0 1 1 0 0,0-1-1 0 0,0 1 1 0 0,0-1-1 0 0,0 1 0 0 0,0 0 1 0 0,0 0-1 0 0,0-1 1 0 0,0 1-1 0 0,0 0 0 0 0,0 0 1 0 0,0 0-1 0 0,-1 0 1 0 0,1 0-1 0 0,0 0 0 0 0,-1 0 1 0 0,1 0-1 0 0,0 0 1 0 0,-1 0-1 0 0,0 1 1 0 0,1-1-1 0 0,-1 0 0 0 0,0 0 1 0 0,1 0-1 0 0,-1 2 1 0 0,2 10-77 0 0,-1 0 1 0 0,0 0-1 0 0,-1 0 1 0 0,-1 1-1 0 0,0-1 1 0 0,0 0-1 0 0,-4 15 1 0 0,1-9 699 0 0,-1 38 0 0 0,5-57-520 0 0,1 1-1 0 0,-1-1 1 0 0,1 0 0 0 0,-1 1-1 0 0,1-1 1 0 0,-1 0-1 0 0,1 0 1 0 0,-1 0 0 0 0,1 1-1 0 0,-1-1 1 0 0,1 0 0 0 0,-1 0-1 0 0,1 0 1 0 0,-1 0-1 0 0,1 0 1 0 0,-1 0 0 0 0,1 0-1 0 0,-1 0 1 0 0,1 0-1 0 0,-1 0 1 0 0,1 0 0 0 0,0 0-1 0 0,-1 0 1 0 0,1-1-1 0 0,-1 1 1 0 0,1 0 0 0 0,-1 0-1 0 0,1 0 1 0 0,-1-1-1 0 0,0 1 1 0 0,1 0 0 0 0,0-1-1 0 0,22-9 818 0 0,-22 10-828 0 0,309-125 2302 0 0,-300 121-3025 0 0,0 1 0 0 0,1 0 0 0 0,-1 1-1 0 0,1 0 1 0 0,0 1 0 0 0,0 0 0 0 0,0 1 0 0 0,0 0-1 0 0,19 3 1 0 0,-17-1-4943 0 0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04.0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230 14 5065 0 0,'-138'6'4177'0'0,"47"5"1600"0"0,184-26-1430 0 0,4 4-3441 0 0,-57 8-917 0 0,1 1 1 0 0,78 9-1 0 0,65 23 292 0 0,39 4 74 0 0,-173-29-359 0 0,0-3-1 0 0,76-4 1 0 0,-95-1 73 0 0,60-7-165 0 0,-80 9 115 0 0,-1-2 0 0 0,0 1 0 0 0,0-2 0 0 0,0 1 0 0 0,0-1 0 0 0,12-7-1 0 0,-31 17 27 0 0,0-1-1 0 0,0 1 1 0 0,1 1 0 0 0,0 0-1 0 0,0 0 1 0 0,1 0-1 0 0,-8 11 1 0 0,7-5 49 0 0,0 1 1 0 0,2-1 0 0 0,0 1 0 0 0,0 1 0 0 0,1-1-1 0 0,1 1 1 0 0,0 0 0 0 0,1 0 0 0 0,-2 24 0 0 0,3 14 104 0 0,5 74 1 0 0,-1-81-174 0 0,-1-21-389 0 0,4 64 192 0 0,1-30-5932 0 0,1-21-804 0 0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05.8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 11 10594 0 0,'-5'0'289'0'0,"0"1"0"0"0,0-1 0 0 0,0 0-1 0 0,0-1 1 0 0,0 1 0 0 0,0-1 0 0 0,1 0 0 0 0,-1-1-1 0 0,0 1 1 0 0,-7-4 0 0 0,38 38 2332 0 0,-14-16-2265 0 0,417 515 2732 0 0,-338-435-4420 0 0,-43-48-2130 0 0,-38-38 2207 0 0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06.2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0 176 8754 0 0,'0'-7'132'0'0,"1"1"1"0"0,-1-1-1 0 0,1 1 0 0 0,0-1 1 0 0,0 1-1 0 0,1 0 0 0 0,0-1 1 0 0,0 1-1 0 0,1 0 0 0 0,-1 0 1 0 0,1 1-1 0 0,6-10 0 0 0,-4 6-13 0 0,1 1 0 0 0,0-1 0 0 0,1 1 0 0 0,0 0 0 0 0,0 1-1 0 0,1 0 1 0 0,9-8 0 0 0,-14 13-72 0 0,0 0 0 0 0,0 1 0 0 0,0-1 0 0 0,0 1-1 0 0,0-1 1 0 0,0 1 0 0 0,0 0 0 0 0,1 0 0 0 0,-1 1 0 0 0,0-1 0 0 0,0 1 0 0 0,1-1-1 0 0,-1 1 1 0 0,1 0 0 0 0,-1 1 0 0 0,0-1 0 0 0,1 0 0 0 0,4 2 0 0 0,-2 0-11 0 0,-1 0 1 0 0,0 1 0 0 0,1-1 0 0 0,-1 1-1 0 0,0 0 1 0 0,-1 1 0 0 0,1-1-1 0 0,-1 1 1 0 0,1 0 0 0 0,3 4 0 0 0,2 4 31 0 0,-1 0 0 0 0,0 0 1 0 0,0 1-1 0 0,-1 0 1 0 0,-1 0-1 0 0,0 1 0 0 0,6 19 1 0 0,-7-12-114 0 0,-1 0 0 0 0,-1 1 0 0 0,-1-1 0 0 0,-1 1 0 0 0,-1 0 0 0 0,-1 0 0 0 0,0 0 0 0 0,-2 0 0 0 0,-1 0 0 0 0,0-1 0 0 0,-12 38 0 0 0,9-45-4552 0 0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06.6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9674 0 0,'2'2'256'0'0,"0"-1"1"0"0,-1 1-1 0 0,1 0 0 0 0,0 0 1 0 0,-1 0-1 0 0,1 0 0 0 0,-1 0 0 0 0,1 0 1 0 0,-1 0-1 0 0,0 0 0 0 0,1 4 1 0 0,2 0 114 0 0,107 166 3447 0 0,-52-93-3125 0 0,76 80-1 0 0,-123-145-941 0 0,69 69 310 0 0,-21-35-6398 0 0,-46-37 1243 0 0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06.9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8 211 5985 0 0,'-2'-4'126'0'0,"1"-1"0"0"0,-1 0 0 0 0,1 0 0 0 0,0 0 0 0 0,1 0 0 0 0,-1 1 0 0 0,1-1 0 0 0,0 0 1 0 0,0 0-1 0 0,1 0 0 0 0,-1 0 0 0 0,1 0 0 0 0,0 0 0 0 0,0 0 0 0 0,1 0 0 0 0,0 1 0 0 0,2-6 0 0 0,0-1 98 0 0,1 0 1 0 0,0 1 0 0 0,1-1-1 0 0,0 1 1 0 0,1 0-1 0 0,9-10 1 0 0,-13 17-107 0 0,1-1 0 0 0,0 1 0 0 0,0 0 0 0 0,0 0 1 0 0,0 0-1 0 0,0 1 0 0 0,1 0 0 0 0,-1-1 0 0 0,1 2 0 0 0,-1-1 0 0 0,1 0 0 0 0,0 1 0 0 0,0 0 0 0 0,0 0 0 0 0,0 0 0 0 0,0 1 0 0 0,0 0 1 0 0,0 0-1 0 0,0 0 0 0 0,0 0 0 0 0,0 1 0 0 0,-1 0 0 0 0,1 0 0 0 0,0 0 0 0 0,0 1 0 0 0,0 0 0 0 0,-1-1 0 0 0,1 2 0 0 0,-1-1 1 0 0,0 0-1 0 0,5 4 0 0 0,-2-2 43 0 0,-1 0 1 0 0,0 0-1 0 0,0 1 1 0 0,-1 0-1 0 0,1 0 1 0 0,-1 0-1 0 0,0 1 0 0 0,0 0 1 0 0,-1 0-1 0 0,0 0 1 0 0,0 0-1 0 0,0 1 1 0 0,-1-1-1 0 0,0 1 1 0 0,0 0-1 0 0,0 0 1 0 0,-1 0-1 0 0,0 0 1 0 0,-1 1-1 0 0,2 9 1 0 0,-4-5-122 0 0,1 0 0 0 0,-1 0 1 0 0,-1 0-1 0 0,-5 19 1 0 0,-14 19-3449 0 0,15-38-1700 0 0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07.3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1 7370 0 0,'-1'2'265'0'0,"0"0"1"0"0,0 1-1 0 0,0-1 0 0 0,0 1 1 0 0,1-1-1 0 0,-1 1 1 0 0,1 0-1 0 0,-1-1 1 0 0,1 1-1 0 0,0-1 1 0 0,0 1-1 0 0,0 0 1 0 0,1 2-1 0 0,-1 0-51 0 0,0 36 269 0 0,2 1 1 0 0,1-1-1 0 0,3 0 1 0 0,1 0 0 0 0,15 46-1 0 0,-11-53-109 0 0,1 0 0 0 0,1 0 0 0 0,2-1 0 0 0,2-1 0 0 0,1-1 1 0 0,26 37-1 0 0,-29-50-77 0 0,-1-1 1 0 0,2 0-1 0 0,20 17 1 0 0,-30-29-270 0 0,0 0 0 0 0,1 0 1 0 0,-1-1-1 0 0,1 0 0 0 0,0 0 0 0 0,0 0 1 0 0,1-1-1 0 0,-1 0 0 0 0,1-1 0 0 0,-1 1 1 0 0,1-2-1 0 0,12 3 0 0 0,-17-4-62 0 0,-1 0 0 0 0,1 0 0 0 0,-1 0-1 0 0,0 0 1 0 0,1 0 0 0 0,-1-1 0 0 0,1 1-1 0 0,-1-1 1 0 0,0 0 0 0 0,0 1 0 0 0,1-1 0 0 0,-1 0-1 0 0,0 0 1 0 0,0-1 0 0 0,0 1 0 0 0,0 0-1 0 0,0-1 1 0 0,0 1 0 0 0,0-1 0 0 0,1-1-1 0 0,-1 0-48 0 0,0 0 0 0 0,0 0-1 0 0,0-1 1 0 0,-1 1-1 0 0,1 0 1 0 0,-1-1-1 0 0,0 1 1 0 0,0-1 0 0 0,0 1-1 0 0,-1-1 1 0 0,1 1-1 0 0,-1-5 1 0 0,1-4-178 0 0,-2 0 0 0 0,0 0 1 0 0,0 0-1 0 0,-1 0 0 0 0,0 1 0 0 0,-8-23 0 0 0,3 17-235 0 0,0-1-1 0 0,0 1 0 0 0,-16-23 1 0 0,20 34 307 0 0,-1 1 1 0 0,0 0-1 0 0,-1 0 1 0 0,1 0-1 0 0,-1 1 0 0 0,0 0 1 0 0,0-1-1 0 0,-1 2 1 0 0,1-1-1 0 0,-1 1 1 0 0,0-1-1 0 0,0 1 1 0 0,-9-3-1 0 0,13 6 171 0 0,0 0-1 0 0,0-1 0 0 0,0 1 1 0 0,0-1-1 0 0,0 0 0 0 0,0 0 1 0 0,1 0-1 0 0,-1 0 0 0 0,0 0 1 0 0,1 0-1 0 0,-1 0 0 0 0,0 0 1 0 0,1-1-1 0 0,-1 1 0 0 0,1-1 1 0 0,0 1-1 0 0,-1-1 0 0 0,1 1 1 0 0,0-1-1 0 0,0 0 0 0 0,0 0 1 0 0,-1-2-1 0 0,2 1 76 0 0,0 0 0 0 0,1 0 0 0 0,-1 0 0 0 0,0 0 0 0 0,1 0-1 0 0,0 0 1 0 0,0 0 0 0 0,0 0 0 0 0,0 0 0 0 0,0 0 0 0 0,0 0 0 0 0,1 1 0 0 0,0-1-1 0 0,1-2 1 0 0,4-6 324 0 0,-1 1 0 0 0,1 0-1 0 0,1 0 1 0 0,0 1 0 0 0,0 0 0 0 0,1 0-1 0 0,0 1 1 0 0,1 0 0 0 0,-1 1 0 0 0,21-11-1 0 0,-21 13-104 0 0,0 2 0 0 0,1-1 0 0 0,-1 1 0 0 0,1 0 0 0 0,0 1-1 0 0,-1 0 1 0 0,1 1 0 0 0,0 0 0 0 0,0 1 0 0 0,0 0 0 0 0,0 0-1 0 0,0 1 1 0 0,18 4 0 0 0,-18-3-72 0 0,1 1-1 0 0,-1 0 1 0 0,0 0 0 0 0,-1 1-1 0 0,1 1 1 0 0,-1 0 0 0 0,1 0-1 0 0,-2 1 1 0 0,1 0 0 0 0,0 0-1 0 0,-1 1 1 0 0,-1 0 0 0 0,15 16-1 0 0,-4 2-243 0 0,-1 1 1 0 0,-1 0-1 0 0,18 39 0 0 0,8 15-5405 0 0,-28-58-1372 0 0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08.2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0 5529 0 0,'-7'10'9823'0'0,"26"3"-9468"0"0,165 177 3883 0 0,-102-103-3968 0 0,-72-77-575 0 0,-4-5-118 0 0,-1 1 1 0 0,0-1 0 0 0,-1 1 0 0 0,8 10-1 0 0,-8-6-995 0 0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08.6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1 125 10138 0 0,'0'-6'35'0'0,"0"1"-1"0"0,0-1 1 0 0,0 1-1 0 0,1 0 1 0 0,0-1-1 0 0,0 1 1 0 0,0 0 0 0 0,1 0-1 0 0,0 0 1 0 0,0 0-1 0 0,0 0 1 0 0,0 0-1 0 0,1 0 1 0 0,3-4-1 0 0,-4 6 38 0 0,-1 0-1 0 0,1 0 1 0 0,0 0-1 0 0,0 1 1 0 0,0-1-1 0 0,0 1 0 0 0,1-1 1 0 0,-1 1-1 0 0,1 0 1 0 0,0 0-1 0 0,-1 0 1 0 0,1 0-1 0 0,0 1 0 0 0,0-1 1 0 0,0 1-1 0 0,0-1 1 0 0,0 1-1 0 0,1 0 1 0 0,-1 0-1 0 0,0 1 0 0 0,0-1 1 0 0,1 1-1 0 0,3-1 1 0 0,-2 2 9 0 0,-1 1 0 0 0,0-1 0 0 0,0 1 1 0 0,0 0-1 0 0,0 0 0 0 0,0 0 0 0 0,0 0 0 0 0,0 1 1 0 0,-1 0-1 0 0,1-1 0 0 0,-1 1 0 0 0,0 1 0 0 0,0-1 1 0 0,0 0-1 0 0,0 1 0 0 0,-1-1 0 0 0,1 1 1 0 0,2 7-1 0 0,5 8 79 0 0,-1 1 0 0 0,10 31 0 0 0,-14-34-48 0 0,7 18 338 0 0,15 40 1117 0 0,-24-67-1170 0 0,0-1 0 0 0,1 0 0 0 0,0 0 0 0 0,0-1 0 0 0,1 1 0 0 0,0-1 0 0 0,8 9 0 0 0,-12-15-371 0 0,0 1 1 0 0,-1 0-1 0 0,1 0 0 0 0,0-1 1 0 0,0 1-1 0 0,0-1 0 0 0,0 1 1 0 0,0-1-1 0 0,0 1 0 0 0,0-1 1 0 0,0 0-1 0 0,0 1 0 0 0,0-1 1 0 0,0 0-1 0 0,0 0 0 0 0,0 1 1 0 0,0-1-1 0 0,0 0 0 0 0,0 0 1 0 0,0 0-1 0 0,1-1 0 0 0,-1 1 1 0 0,0 0-1 0 0,0 0 0 0 0,0-1 1 0 0,0 1-1 0 0,0 0 0 0 0,0-1 1 0 0,0 1-1 0 0,0-1 0 0 0,0 1 1 0 0,-1-1-1 0 0,1 0 0 0 0,0 1 1 0 0,0-1-1 0 0,0 0 0 0 0,0 1 1 0 0,-1-1-1 0 0,1 0 0 0 0,0 0 1 0 0,-1 0-1 0 0,1 0 0 0 0,-1 0 1 0 0,1 0-1 0 0,0-1 0 0 0,3-7-377 0 0,1 1-1 0 0,-1-1 0 0 0,5-18 0 0 0,-8 21 194 0 0,27-68-4428 0 0,-17 51-955 0 0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09.0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1 223 3225 0 0,'31'17'1151'0'0,"-24"-12"-77"0"0,0-1 0 0 0,0-1-1 0 0,0 1 1 0 0,0-1 0 0 0,13 4-1 0 0,-19-7-922 0 0,0 0 0 0 0,0 0 0 0 0,0 0 0 0 0,0 0 0 0 0,0 0 0 0 0,0 0 0 0 0,0 0 0 0 0,0 0 0 0 0,0-1 0 0 0,0 1 0 0 0,0 0 0 0 0,0-1 0 0 0,0 1 0 0 0,0 0 0 0 0,0-1 0 0 0,0 1 0 0 0,0-1 0 0 0,-1 0 0 0 0,1 1 0 0 0,0-1-1 0 0,0 1 1 0 0,1-3 0 0 0,0 1 48 0 0,-1-1-1 0 0,1 1 1 0 0,0-1-1 0 0,-1 1 0 0 0,0-1 1 0 0,0 0-1 0 0,2-6 0 0 0,0-2 3 0 0,-1 0 0 0 0,-1-1 0 0 0,1-12 0 0 0,-2 9-322 0 0,0 0 0 0 0,-1 0 0 0 0,-5-24 0 0 0,5 32-188 0 0,-1 0-1 0 0,0 1 1 0 0,0 0-1 0 0,0-1 1 0 0,-1 1 0 0 0,0 0-1 0 0,0 0 1 0 0,0 1-1 0 0,-1-1 1 0 0,-7-8-1 0 0,11 13 234 0 0,-1 0-1 0 0,0 1 0 0 0,1-1 0 0 0,-1 0 0 0 0,0 0 0 0 0,1 1 1 0 0,-1-1-1 0 0,0 0 0 0 0,0 1 0 0 0,0-1 0 0 0,0 1 0 0 0,0-1 0 0 0,0 1 1 0 0,0-1-1 0 0,0 1 0 0 0,0 0 0 0 0,0 0 0 0 0,0-1 0 0 0,0 1 1 0 0,0 0-1 0 0,0 0 0 0 0,0 0 0 0 0,0 0 0 0 0,0 0 0 0 0,0 0 1 0 0,0 0-1 0 0,0 1 0 0 0,0-1 0 0 0,0 0 0 0 0,0 0 0 0 0,0 1 1 0 0,0-1-1 0 0,0 1 0 0 0,0-1 0 0 0,0 1 0 0 0,0-1 0 0 0,1 1 0 0 0,-1 0 1 0 0,0-1-1 0 0,0 1 0 0 0,1 0 0 0 0,-1-1 0 0 0,0 1 0 0 0,1 0 1 0 0,-1 0-1 0 0,0 0 0 0 0,1 0 0 0 0,-1 0 0 0 0,1 0 0 0 0,0 0 1 0 0,-1 1-1 0 0,-2 4 140 0 0,1 0 1 0 0,0-1 0 0 0,0 1 0 0 0,1 0-1 0 0,0 0 1 0 0,0 0 0 0 0,-1 9-1 0 0,3-3 186 0 0,0 1 0 0 0,0 0 0 0 0,1-1-1 0 0,7 24 1 0 0,-8-32-278 0 0,0 0-1 0 0,1 1 1 0 0,-1-1-1 0 0,1 0 0 0 0,0 0 1 0 0,0 0-1 0 0,1 0 1 0 0,-1 0-1 0 0,1-1 1 0 0,0 1-1 0 0,0-1 1 0 0,0 0-1 0 0,1 0 0 0 0,-1 0 1 0 0,1 0-1 0 0,7 5 1 0 0,-8-8-177 0 0,1 1 1 0 0,0-1-1 0 0,-1 0 0 0 0,1 0 1 0 0,0 0-1 0 0,-1 0 0 0 0,1 0 1 0 0,0-1-1 0 0,-1 0 1 0 0,1 1-1 0 0,-1-1 0 0 0,1-1 1 0 0,-1 1-1 0 0,1-1 0 0 0,-1 1 1 0 0,0-1-1 0 0,0 0 0 0 0,0 0 1 0 0,0 0-1 0 0,5-5 1 0 0,6-5-2037 0 0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09.4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194 315 1368 0 0,'-17'19'1182'0'0,"10"-9"-447"0"0,2 0 1 0 0,-1 0 0 0 0,1 0-1 0 0,1 1 1 0 0,0 0-1 0 0,0 0 1 0 0,-2 13 0 0 0,5-17-215 0 0,-1 0 1 0 0,1-1-1 0 0,1 1 1 0 0,-1 0 0 0 0,1 0-1 0 0,1 0 1 0 0,-1 0-1 0 0,1 0 1 0 0,0-1-1 0 0,0 1 1 0 0,1 0 0 0 0,0-1-1 0 0,4 9 1 0 0,-5-12-425 0 0,0-1 0 0 0,1 0 0 0 0,-1 1 0 0 0,1-1 0 0 0,0 0 0 0 0,0 0 0 0 0,0 0 0 0 0,0-1 0 0 0,0 1 0 0 0,0 0 0 0 0,0-1 0 0 0,0 1 0 0 0,1-1 0 0 0,-1 0 0 0 0,0 0 0 0 0,1 1 0 0 0,-1-2 0 0 0,1 1 1 0 0,0 0-1 0 0,-1-1 0 0 0,1 1 0 0 0,0-1 0 0 0,-1 1 0 0 0,1-1 0 0 0,0 0 0 0 0,-1 0 0 0 0,4-1 0 0 0,-4 0-177 0 0,0 1 1 0 0,1-1 0 0 0,-1 1-1 0 0,0-1 1 0 0,0 0-1 0 0,1 0 1 0 0,-1 0-1 0 0,0-1 1 0 0,0 1-1 0 0,0 0 1 0 0,-1-1-1 0 0,1 1 1 0 0,0-1-1 0 0,0 0 1 0 0,-1 1-1 0 0,1-1 1 0 0,-1 0-1 0 0,0 0 1 0 0,1 0-1 0 0,-1 0 1 0 0,0 0-1 0 0,0-1 1 0 0,0 1-1 0 0,-1 0 1 0 0,1 0-1 0 0,0-1 1 0 0,-1 1 0 0 0,1 0-1 0 0,-1-1 1 0 0,0-3-1 0 0,0-9-534 0 0,-1 0 1 0 0,0 0-1 0 0,-2 0 0 0 0,1 0 1 0 0,-2 0-1 0 0,0 1 0 0 0,-1 0 1 0 0,0-1-1 0 0,-10-17 0 0 0,-11-15-1636 0 0,-42-58 1 0 0,-1-1 2268 0 0,53 74 575 0 0,-19-25 10621 0 0,43 80-9145 0 0,0-3-1063 0 0,18 35 391 0 0,53 82-1 0 0,-65-117-1318 0 0,2 0 0 0 0,0 0-1 0 0,1-2 1 0 0,0 0 0 0 0,2-1-1 0 0,35 26 1 0 0,-27-27-864 0 0,37 19-1 0 0,-18-14-7069 0 0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21.4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168 547 920 0 0,'-60'27'1926'0'0,"33"-15"201"0"0,1 0-1 0 0,-25 17 1 0 0,51-29-2082 0 0,0 0 0 0 0,-1 0 1 0 0,1 0-1 0 0,0 0 0 0 0,0 0 1 0 0,0 0-1 0 0,-1 0 0 0 0,1 0 0 0 0,0 1 1 0 0,0-1-1 0 0,0 0 0 0 0,0 0 0 0 0,-1 0 1 0 0,1 0-1 0 0,0 0 0 0 0,0 0 0 0 0,0 1 1 0 0,0-1-1 0 0,0 0 0 0 0,0 0 0 0 0,0 0 1 0 0,-1 1-1 0 0,1-1 0 0 0,0 0 0 0 0,0 0 1 0 0,0 0-1 0 0,0 0 0 0 0,0 1 0 0 0,0-1 1 0 0,0 0-1 0 0,0 0 0 0 0,0 0 1 0 0,0 1-1 0 0,0-1 0 0 0,0 0 0 0 0,0 0 1 0 0,0 0-1 0 0,0 1 0 0 0,0-1 0 0 0,0 0 1 0 0,0 0-1 0 0,1 0 0 0 0,-1 1 0 0 0,0-1 1 0 0,0 0-1 0 0,0 0 0 0 0,0 0 0 0 0,0 0 1 0 0,0 1-1 0 0,0-1 0 0 0,1 0 0 0 0,-1 0 1 0 0,0 0-1 0 0,0 0 0 0 0,17 6 925 0 0,21-2-444 0 0,372-11 2100 0 0,-267-2-2333 0 0,0-7 1 0 0,-1-5 0 0 0,179-53 0 0 0,-225 48-165 0 0,345-79 734 0 0,108 59 672 0 0,-179 15-871 0 0,-278 18-287 0 0,177-51-1 0 0,-94 8 85 0 0,329-97 347 0 0,-480 147-779 0 0,1 0 1 0 0,0 1-1 0 0,1 2 1 0 0,40-1-1 0 0,-55 5-36 0 0,0 0-1 0 0,0 0 1 0 0,0 1-1 0 0,0 0 1 0 0,0 1-1 0 0,0 0 1 0 0,-1 1-1 0 0,1 0 1 0 0,-1 1-1 0 0,0 0 1 0 0,0 1-1 0 0,-1 0 1 0 0,10 7-1 0 0,-1 3-264 0 0,-7-6-98 0 0,-1-1 0 0 0,1 0-1 0 0,14 7 1 0 0,-23-14 215 0 0,0-1 1 0 0,0 0 0 0 0,0 0 0 0 0,1 0-1 0 0,-1 0 1 0 0,0 0 0 0 0,0 0 0 0 0,1-1-1 0 0,-1 1 1 0 0,0-1 0 0 0,1 0-1 0 0,-1 1 1 0 0,1-1 0 0 0,-1 0 0 0 0,1 0-1 0 0,-1-1 1 0 0,0 1 0 0 0,1 0 0 0 0,-1-1-1 0 0,1 0 1 0 0,-1 1 0 0 0,0-1-1 0 0,0 0 1 0 0,3-2 0 0 0,0-2-2060 0 0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22.5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189 165 920 0 0,'-13'-47'1660'0'0,"9"32"-895"0"0,0 1 0 0 0,0 0 0 0 0,-1 0 0 0 0,-1 0 1 0 0,-14-26-1 0 0,20 40-670 0 0,-1-1 0 0 0,1 1 1 0 0,-1-1-1 0 0,1 1 0 0 0,0 0 1 0 0,-1-1-1 0 0,1 1 0 0 0,-1-1 1 0 0,1 1-1 0 0,-1 0 0 0 0,1-1 1 0 0,-1 1-1 0 0,1 0 0 0 0,-1-1 1 0 0,1 1-1 0 0,-1 0 0 0 0,0 0 1 0 0,1 0-1 0 0,-1 0 0 0 0,1-1 0 0 0,-1 1 1 0 0,0 0-1 0 0,1 0 0 0 0,-1 0 1 0 0,1 0-1 0 0,-1 0 0 0 0,0 1 1 0 0,1-1-1 0 0,-2 0 0 0 0,-15 14 1651 0 0,-10 25-8 0 0,27-37-1658 0 0,-12 20 258 0 0,1 1 1 0 0,2 1-1 0 0,0 0 1 0 0,1 0 0 0 0,2 0-1 0 0,0 1 1 0 0,2 0 0 0 0,0 0-1 0 0,2 0 1 0 0,1 1 0 0 0,1-1-1 0 0,5 40 1 0 0,-4-62-328 0 0,-1 0 0 0 0,1 0 0 0 0,-1 0-1 0 0,1 0 1 0 0,0 0 0 0 0,0 0 0 0 0,0 0 0 0 0,1 0 0 0 0,-1 0 0 0 0,1 0 0 0 0,0-1 0 0 0,-1 1 0 0 0,1-1 0 0 0,0 1-1 0 0,1-1 1 0 0,-1 0 0 0 0,0 0 0 0 0,0 0 0 0 0,1 0 0 0 0,0 0 0 0 0,-1-1 0 0 0,1 1 0 0 0,0-1 0 0 0,0 1 0 0 0,0-1 0 0 0,-1 0-1 0 0,1 0 1 0 0,1-1 0 0 0,2 2 0 0 0,8-1-94 0 0,1-1-1 0 0,-1 0 1 0 0,0-1 0 0 0,0 0-1 0 0,20-5 1 0 0,30-2-448 0 0,-51 8 430 0 0,0 0-1 0 0,-1 2 1 0 0,1-1 0 0 0,0 2 0 0 0,-1-1 0 0 0,0 2 0 0 0,1 0 0 0 0,-1 0-1 0 0,18 10 1 0 0,-25-11 62 0 0,0 0-1 0 0,0 0 1 0 0,0 1-1 0 0,-1 0 1 0 0,1 0-1 0 0,-1 0 1 0 0,0 0 0 0 0,0 0-1 0 0,0 1 1 0 0,0 0-1 0 0,-1 0 1 0 0,0 0-1 0 0,0 0 1 0 0,-1 0-1 0 0,1 1 1 0 0,-1 0-1 0 0,0-1 1 0 0,0 1-1 0 0,-1 0 1 0 0,0-1 0 0 0,0 1-1 0 0,0 9 1 0 0,-1-4 28 0 0,-1 1 0 0 0,0-1 0 0 0,-1 0 0 0 0,0 0 0 0 0,-1 0 0 0 0,0 0 0 0 0,-1 0 0 0 0,0-1 1 0 0,-1 0-1 0 0,0 1 0 0 0,-1-2 0 0 0,0 1 0 0 0,-9 11 0 0 0,6-9-1693 0 0,-2 0 0 0 0,-18 18-1 0 0,18-21-2657 0 0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22.9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33 9674 0 0,'0'-1'125'0'0,"0"-1"1"0"0,-1 0-1 0 0,2 1 0 0 0,-1-1 1 0 0,0 1-1 0 0,0-1 0 0 0,0 1 1 0 0,1-1-1 0 0,-1 1 0 0 0,1 0 1 0 0,-1-1-1 0 0,1 1 0 0 0,0-1 1 0 0,-1 1-1 0 0,1 0 0 0 0,0 0 0 0 0,0-1 1 0 0,0 1-1 0 0,0 0 0 0 0,2-2 1 0 0,-2 3-18 0 0,0-1 1 0 0,0 1-1 0 0,0 0 0 0 0,0 0 1 0 0,0 0-1 0 0,1 0 0 0 0,-1 0 1 0 0,0 0-1 0 0,0 0 1 0 0,0 0-1 0 0,0 0 0 0 0,0 0 1 0 0,0 1-1 0 0,0-1 1 0 0,0 0-1 0 0,0 1 0 0 0,0-1 1 0 0,0 0-1 0 0,0 1 0 0 0,-1 0 1 0 0,1-1-1 0 0,0 1 1 0 0,0-1-1 0 0,0 1 0 0 0,-1 0 1 0 0,1 0-1 0 0,0-1 1 0 0,0 1-1 0 0,-1 0 0 0 0,1 0 1 0 0,0 1-1 0 0,36 49 988 0 0,-2 2-1 0 0,-3 1 1 0 0,28 63 0 0 0,-10-17-585 0 0,-23-48-450 0 0,16 28-440 0 0,-11-30-2817 0 0,-26-63-1923 0 0,-8-14 5561 0 0,-3 10-440 0 0,-3-1-62 0 0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23.3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 45 1376 0 0,'13'-45'5359'0'0,"-15"69"-5097"0"0,-9 42 692 0 0,-4 33 510 0 0,14-87-886 0 0,0 0 0 0 0,1 0 0 0 0,1 0 0 0 0,0 0 0 0 0,5 22 0 0 0,-6-32-485 0 0,0-1 0 0 0,1 0 1 0 0,-1 0-1 0 0,0 1 0 0 0,1-1 0 0 0,-1 0 1 0 0,1 0-1 0 0,0 0 0 0 0,-1 0 0 0 0,1 0 1 0 0,0 0-1 0 0,0 0 0 0 0,0 0 0 0 0,0 0 1 0 0,0 0-1 0 0,0 0 0 0 0,0 0 0 0 0,0-1 1 0 0,0 1-1 0 0,0 0 0 0 0,0-1 0 0 0,0 1 1 0 0,1-1-1 0 0,-1 1 0 0 0,1-1 1 0 0,1 1 13 0 0,0-1 0 0 0,0 0 1 0 0,0 0-1 0 0,0 0 1 0 0,0-1-1 0 0,0 1 1 0 0,0-1-1 0 0,0 1 1 0 0,0-1-1 0 0,4-2 0 0 0,7-3 180 0 0,-1 0 0 0 0,0-2-1 0 0,16-10 1 0 0,-11 3-779 0 0,0 0 0 0 0,27-30 0 0 0,-30 30-2688 0 0,3-5-2390 0 0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23.7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124 420 9674 0 0,'19'21'3237'0'0,"24"31"0"0"0,12 28-896 0 0,35 43-2534 0 0,-88-119-677 0 0,0-1-225 0 0</inkml:trace>
  <inkml:trace contextRef="#ctx0" brushRef="#br0" timeOffset="1">21 54 10594 0 0,'-2'-3'94'0'0,"-13"-24"941"0"0,14 27-1067 0 0,1-1 0 0 0,-1 0 0 0 0,1 1 0 0 0,0-1 0 0 0,-1 0 0 0 0,1 1 0 0 0,0-1 0 0 0,0 0 0 0 0,-1 0 0 0 0,1 1-1 0 0,0-1 1 0 0,0 0 0 0 0,0 0 0 0 0,0 0 0 0 0,0 1 0 0 0,0-1 0 0 0,0 0 0 0 0,0 0 0 0 0,1 0 0 0 0,-1 1 0 0 0,0-1 0 0 0,0 0 0 0 0,0 0 0 0 0,1 1-1 0 0,-1-1 1 0 0,1 0 0 0 0,-1 1 0 0 0,0-1 0 0 0,1 0 0 0 0,-1 1 0 0 0,2-2 0 0 0,-2 2 20 0 0,1 0 1 0 0,0 0-1 0 0,0 0 1 0 0,0 0-1 0 0,-1 0 1 0 0,1 0-1 0 0,0 0 1 0 0,0 1-1 0 0,0-1 0 0 0,0 0 1 0 0,-1 0-1 0 0,1 1 1 0 0,0-1-1 0 0,0 0 1 0 0,-1 1-1 0 0,1-1 1 0 0,0 1-1 0 0,-1-1 1 0 0,1 1-1 0 0,0-1 0 0 0,-1 1 1 0 0,1-1-1 0 0,-1 1 1 0 0,1 0-1 0 0,-1-1 1 0 0,1 2-1 0 0,17 22-156 0 0,-16-21 161 0 0,10 13-71 0 0,-1 3-379 0 0,2 0 0 0 0,0-1 0 0 0,1-1 0 0 0,1 0 0 0 0,1-1 0 0 0,0-1 0 0 0,23 17 0 0 0,-21-20 446 0 0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24.0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79 3225 0 0,'0'-1'244'0'0,"1"-1"0"0"0,-1 1 0 0 0,0-1 0 0 0,1 1 0 0 0,-1-1 1 0 0,1 1-1 0 0,-1 0 0 0 0,1-1 0 0 0,0 1 0 0 0,-1 0 0 0 0,1-1 0 0 0,0 1 1 0 0,0 0-1 0 0,0 0 0 0 0,0 0 0 0 0,0 0 0 0 0,0 0 0 0 0,1 0 0 0 0,-1 0 1 0 0,0 0-1 0 0,0 0 0 0 0,1 1 0 0 0,2-2 0 0 0,-2 2-67 0 0,0-1 1 0 0,0 1-1 0 0,0 0 0 0 0,0 1 0 0 0,0-1 1 0 0,0 0-1 0 0,0 1 0 0 0,0-1 0 0 0,0 1 1 0 0,0-1-1 0 0,0 1 0 0 0,0 0 0 0 0,-1 0 1 0 0,1 0-1 0 0,2 2 0 0 0,8 5 177 0 0,-1 1 0 0 0,0 1 0 0 0,18 20 0 0 0,-24-25-207 0 0,0 1-147 0 0,-3-3 0 0 0,1 0 0 0 0,-1 0 0 0 0,1-1 0 0 0,-1 1 0 0 0,1 0 0 0 0,0-1 0 0 0,0 0 0 0 0,0 1 0 0 0,0-1 0 0 0,4 1 0 0 0,-6-7-162 0 0,0 1 0 0 0,-1-1 0 0 0,0 0 0 0 0,0 0 0 0 0,0 0 0 0 0,0 0 0 0 0,0 0 0 0 0,-3-6 0 0 0,3 5-18 0 0,0 2 100 0 0,-3-51-961 0 0,3 51 1031 0 0,1-1 0 0 0,-1 1 0 0 0,0 0 0 0 0,1-1 0 0 0,0 1 0 0 0,0 0 0 0 0,0 0 0 0 0,0 0 1 0 0,0 0-1 0 0,0 0 0 0 0,1 0 0 0 0,0 0 0 0 0,3-5 0 0 0,-4 8 96 0 0,0-1 0 0 0,0 1 1 0 0,0-1-1 0 0,0 1 0 0 0,1 0 1 0 0,-1-1-1 0 0,0 1 0 0 0,0 0 0 0 0,0 0 1 0 0,0 0-1 0 0,0 0 0 0 0,0 0 0 0 0,1 0 1 0 0,-1 0-1 0 0,0 0 0 0 0,0 1 1 0 0,0-1-1 0 0,0 0 0 0 0,0 1 0 0 0,0-1 1 0 0,0 0-1 0 0,0 1 0 0 0,0 0 0 0 0,0-1 1 0 0,0 1-1 0 0,0-1 0 0 0,0 1 0 0 0,0 0 1 0 0,0 0-1 0 0,1 1 0 0 0,30 30 1748 0 0,-28-28-1580 0 0,54 71 1638 0 0,-34-41-4981 0 0,-18-25 1294 0 0,8 12-3510 0 0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24.6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24 5065 0 0,'-2'-2'365'0'0,"1"0"0"0"0,0 0 0 0 0,-1 0 0 0 0,1 1 0 0 0,-1-1 0 0 0,0 0 0 0 0,1 1 0 0 0,-1-1 0 0 0,0 1-1 0 0,0-1 1 0 0,0 1 0 0 0,-4-2 0 0 0,6 3-268 0 0,-1 0-1 0 0,1 0 0 0 0,-1 0 1 0 0,1 0-1 0 0,0 0 1 0 0,-1 0-1 0 0,1 0 0 0 0,-1 0 1 0 0,1 0-1 0 0,-1 0 0 0 0,1 0 1 0 0,0 0-1 0 0,-1 0 1 0 0,1 0-1 0 0,-1 1 0 0 0,1-1 1 0 0,0 0-1 0 0,-1 0 0 0 0,1 0 1 0 0,0 1-1 0 0,-1-1 1 0 0,1 0-1 0 0,0 0 0 0 0,-1 1 1 0 0,1-1-1 0 0,-1 1 0 0 0,-4 18 1448 0 0,6 34-630 0 0,2 1 1 0 0,18 95-1 0 0,-9-73-591 0 0,1 13-74 0 0,51 171 0 0 0,-8-117-3808 0 0,-49-126-1200 0 0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25.0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 72 5529 0 0,'-1'1'88'0'0,"0"-1"0"0"0,0 0 0 0 0,1 0 0 0 0,-1 1 0 0 0,0-1 0 0 0,0 0 0 0 0,1 0 0 0 0,-1 0 0 0 0,0 0 0 0 0,0 0 0 0 0,0 0 0 0 0,1 0 0 0 0,-1 0 0 0 0,0 0 0 0 0,0-1 0 0 0,1 1 0 0 0,-1 0 0 0 0,0 0 0 0 0,1-1 0 0 0,-1 1 0 0 0,0-1 0 0 0,1 1 0 0 0,-1 0 0 0 0,0-1 0 0 0,1 1-1 0 0,-1-1 1 0 0,1 1 0 0 0,-1-1 0 0 0,0 0 0 0 0,1 1 0 0 0,0-1 0 0 0,-1 0 0 0 0,1 1 0 0 0,-1-1 0 0 0,1 0 0 0 0,0 1 0 0 0,-1-1 0 0 0,1 0 0 0 0,0 0 0 0 0,0 1 0 0 0,0-1 0 0 0,0 0 0 0 0,0 0 0 0 0,0 1 0 0 0,0-1 0 0 0,0 0 0 0 0,0 0 0 0 0,0 0 0 0 0,0 1 0 0 0,0-2 0 0 0,1 0 47 0 0,-1-1 0 0 0,0 1 1 0 0,1 0-1 0 0,-1 0 0 0 0,1 0 1 0 0,0 0-1 0 0,0 0 0 0 0,0-1 1 0 0,0 2-1 0 0,0-1 0 0 0,0 0 1 0 0,0 0-1 0 0,1 0 0 0 0,-1 0 0 0 0,1 1 1 0 0,-1-1-1 0 0,1 1 0 0 0,2-3 1 0 0,5 2 194 0 0,0-1 1 0 0,0 1-1 0 0,0 0 1 0 0,1 1-1 0 0,-1 0 1 0 0,0 0-1 0 0,0 1 1 0 0,1 0-1 0 0,-1 1 1 0 0,15 3-1 0 0,7-2 276 0 0,294 10 473 0 0,164 14 474 0 0,-197-8-1752 0 0,-74-6 31 0 0,-178-9 70 0 0,41-3-1 0 0,-69 0-605 0 0,0-1 0 0 0,0-1 0 0 0,0 0 0 0 0,-1-1 0 0 0,1 0 0 0 0,0 0 0 0 0,20-11 0 0 0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25.4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87 34 1376 0 0,'-18'-11'-109'0'0,"-17"-8"866"0"0,13 15 2964 0 0,21 5-3452 0 0,0 0-1 0 0,0-1 0 0 0,0 1 0 0 0,1 0 1 0 0,-1 0-1 0 0,0-1 0 0 0,0 1 1 0 0,1 0-1 0 0,-1 0 0 0 0,1 0 1 0 0,-1 0-1 0 0,1 0 0 0 0,-1 0 0 0 0,1 0 1 0 0,0 0-1 0 0,-1 0 0 0 0,1 0 1 0 0,0 0-1 0 0,0 0 0 0 0,0 0 1 0 0,0 0-1 0 0,0 0 0 0 0,0 0 1 0 0,0 1-1 0 0,0-1 0 0 0,0 2 0 0 0,5 36 1826 0 0,-4-32-1656 0 0,28 177 1817 0 0,-4-27-4125 0 0,-9-83-765 0 0,-12-56 1287 0 0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25.8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132 161 3225 0 0,'-12'-1'76'0'0,"0"0"1"0"0,0-1 0 0 0,0 0 0 0 0,-19-6 0 0 0,-21-20 9957 0 0,52 28-9941 0 0,14-9 1792 0 0,20 0-686 0 0,17 6 71 0 0,64 3 0 0 0,-26 1-707 0 0,187 10 530 0 0,57-1-901 0 0,-291-12-138 0 0,-1-2 0 0 0,0-2 0 0 0,0-1 0 0 0,0-3 0 0 0,75-27 1 0 0,-100 31-88 0 0,0-1 0 0 0,20-13 1 0 0,-12 0-6282 0 0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27.1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106 165 2761 0 0,'-3'-3'280'0'0,"1"0"0"0"0,-1-1 1 0 0,1 1-1 0 0,0-1 1 0 0,0 0-1 0 0,1 1 1 0 0,-1-1-1 0 0,1 0 0 0 0,0 0 1 0 0,0 0-1 0 0,0 0 1 0 0,0 0-1 0 0,1-1 0 0 0,0 1 1 0 0,0 0-1 0 0,0 0 1 0 0,1-7-1 0 0,0 1 301 0 0,0 1-1 0 0,1-1 1 0 0,1 0-1 0 0,0 1 1 0 0,0-1-1 0 0,6-11 1 0 0,-29 51-498 0 0,-1 26 138 0 0,3 2 0 0 0,2 0 1 0 0,-13 90-1 0 0,28-147-189 0 0,1 0 1 0 0,0-1-1 0 0,0 1 0 0 0,-1-1 1 0 0,1 1-1 0 0,0 0 0 0 0,0-1 1 0 0,0 1-1 0 0,0 0 0 0 0,0-1 1 0 0,0 1-1 0 0,0-1 0 0 0,0 1 1 0 0,0 0-1 0 0,0-1 0 0 0,0 1 1 0 0,0 0-1 0 0,0-1 0 0 0,0 1 1 0 0,1 0-1 0 0,-1-1 0 0 0,0 1 1 0 0,1-1-1 0 0,-1 1 0 0 0,0-1 0 0 0,1 1 1 0 0,-1-1-1 0 0,0 1 0 0 0,1 0 1 0 0,14-12 432 0 0,19-35-354 0 0,-32 43-121 0 0,85-110 169 0 0,-1 0 101 0 0,-85 111-261 0 0,0 1 0 0 0,-1 0 1 0 0,1 0-1 0 0,0 0 0 0 0,0-1 0 0 0,-1 1 0 0 0,1 0 0 0 0,0 0 1 0 0,0 0-1 0 0,0 0 0 0 0,0 0 0 0 0,1 1 0 0 0,-1-1 0 0 0,0 0 1 0 0,0 0-1 0 0,0 1 0 0 0,1-1 0 0 0,1 0 0 0 0,-2 1 3 0 0,-1 0 0 0 0,1 1-1 0 0,0-1 1 0 0,-1 1-1 0 0,1-1 1 0 0,-1 1 0 0 0,1-1-1 0 0,-1 1 1 0 0,0-1 0 0 0,1 1-1 0 0,-1 0 1 0 0,0-1 0 0 0,1 1-1 0 0,-1-1 1 0 0,0 1 0 0 0,1 0-1 0 0,-1 0 1 0 0,0-1 0 0 0,0 1-1 0 0,0 0 1 0 0,0-1 0 0 0,0 1-1 0 0,0 0 1 0 0,0-1 0 0 0,0 2-1 0 0,-2 62 207 0 0,1-57-155 0 0,-9 66 173 0 0,6-47-104 0 0,-3 49 0 0 0,7-75-121 0 0,0 0-1 0 0,0 0 1 0 0,-1 0 0 0 0,1 0 0 0 0,0 0 0 0 0,0 0 0 0 0,0 1 0 0 0,0-1 0 0 0,0 0 0 0 0,0 0 0 0 0,0 0 0 0 0,0 0-1 0 0,0 1 1 0 0,0-1 0 0 0,0 0 0 0 0,0 0 0 0 0,0 0 0 0 0,0 0 0 0 0,0 1 0 0 0,0-1 0 0 0,0 0 0 0 0,0 0 0 0 0,0 0-1 0 0,0 0 1 0 0,0 0 0 0 0,0 1 0 0 0,0-1 0 0 0,1 0 0 0 0,-1 0 0 0 0,0 0 0 0 0,0 0 0 0 0,0 0 0 0 0,0 1 0 0 0,0-1-1 0 0,0 0 1 0 0,0 0 0 0 0,1 0 0 0 0,-1 0 0 0 0,0 0 0 0 0,0 0 0 0 0,0 0 0 0 0,0 0 0 0 0,0 0 0 0 0,1 0-1 0 0,-1 1 1 0 0,0-1 0 0 0,0 0 0 0 0,0 0 0 0 0,0 0 0 0 0,0 0 0 0 0,1 0 0 0 0,-1 0 0 0 0,0 0 0 0 0,0 0 0 0 0,0 0-1 0 0,0 0 1 0 0,1 0 0 0 0,-1-1 0 0 0,0 1 0 0 0,0 0 0 0 0,0 0 0 0 0,11-12-93 0 0,7-20-14 0 0,-4 3 96 0 0,10-22 97 0 0,2 0 0 0 0,59-85 0 0 0,-84 134-115 0 0,15-17 76 0 0,-16 19-61 0 0,1-1 0 0 0,-1 1 0 0 0,0-1 0 0 0,1 1 0 0 0,-1-1 0 0 0,1 1 0 0 0,-1-1 0 0 0,1 1 0 0 0,-1 0 0 0 0,1-1 0 0 0,-1 1 0 0 0,1 0 0 0 0,-1-1 0 0 0,1 1 0 0 0,-1 0 0 0 0,1 0 0 0 0,-1-1 0 0 0,1 1 0 0 0,0 0 0 0 0,-1 0 0 0 0,1 0 0 0 0,-1 0-1 0 0,1 0 1 0 0,0 0 0 0 0,-1 0 0 0 0,1 0 0 0 0,0 0 0 0 0,-1 0 0 0 0,2 0 0 0 0,-2 3-7 0 0,1 0-1 0 0,0 0 1 0 0,-1-1-1 0 0,0 1 1 0 0,0 0-1 0 0,0 0 1 0 0,0 0 0 0 0,0 0-1 0 0,-1-1 1 0 0,1 1-1 0 0,-1 0 1 0 0,1 0-1 0 0,-3 4 1 0 0,1 2 24 0 0,-18 81 584 0 0,7-35 396 0 0,-6 65-1 0 0,18-119-962 0 0,1 0-1 0 0,0 1 1 0 0,-1-1 0 0 0,1 0 0 0 0,0 1 0 0 0,0-1 0 0 0,0 0 0 0 0,0 1 0 0 0,1-1-1 0 0,-1 0 1 0 0,0 1 0 0 0,0-1 0 0 0,1 0 0 0 0,-1 1 0 0 0,1-1 0 0 0,-1 0-1 0 0,2 2 1 0 0,-1-3-17 0 0,-1 1 0 0 0,1-1 0 0 0,-1 0-1 0 0,1 0 1 0 0,0 0 0 0 0,-1 0 0 0 0,1-1 0 0 0,-1 1-1 0 0,1 0 1 0 0,0 0 0 0 0,-1 0 0 0 0,1 0 0 0 0,-1 0-1 0 0,1-1 1 0 0,-1 1 0 0 0,1 0 0 0 0,-1-1-1 0 0,1 1 1 0 0,-1 0 0 0 0,1-1 0 0 0,-1 1 0 0 0,1-1-1 0 0,-1 1 1 0 0,0 0 0 0 0,1-1 0 0 0,0 0 0 0 0,33-44-295 0 0,-31 40 216 0 0,26-35-78 0 0,2 1 1 0 0,2 1 0 0 0,65-57-1 0 0,-98 94 146 0 0,1 0 0 0 0,0 0-1 0 0,0 0 1 0 0,0 0 0 0 0,0 0-1 0 0,1 0 1 0 0,-1 1 0 0 0,0-1-1 0 0,0 0 1 0 0,0 1 0 0 0,1-1-1 0 0,-1 1 1 0 0,0-1-1 0 0,0 1 1 0 0,1 0 0 0 0,-1 0-1 0 0,0-1 1 0 0,3 1 0 0 0,-3 1 7 0 0,0-1 1 0 0,-1 0 0 0 0,1 1-1 0 0,0-1 1 0 0,-1 1 0 0 0,1-1-1 0 0,-1 1 1 0 0,1-1 0 0 0,-1 1 0 0 0,1 0-1 0 0,-1-1 1 0 0,0 1 0 0 0,1-1-1 0 0,-1 1 1 0 0,1 0 0 0 0,-1 0-1 0 0,0-1 1 0 0,0 1 0 0 0,0 0-1 0 0,1-1 1 0 0,-1 1 0 0 0,0 0-1 0 0,0 0 1 0 0,0 0 0 0 0,0 10 124 0 0,0 0 0 0 0,0-1 0 0 0,-4 19 0 0 0,3-19 84 0 0,-8 50 536 0 0,3-22-487 0 0,-1 55-1 0 0,6-93-256 0 0,1 1-1 0 0,0-1 0 0 0,0 0 0 0 0,0 0 0 0 0,0 0 0 0 0,0 1 1 0 0,0-1-1 0 0,0 0 0 0 0,0 0 0 0 0,0 1 0 0 0,0-1 0 0 0,0 0 1 0 0,0 0-1 0 0,0 1 0 0 0,0-1 0 0 0,0 0 0 0 0,0 0 0 0 0,0 1 1 0 0,0-1-1 0 0,0 0 0 0 0,0 0 0 0 0,0 0 0 0 0,0 1 0 0 0,0-1 1 0 0,0 0-1 0 0,0 0 0 0 0,0 1 0 0 0,1-1 0 0 0,-1 0 0 0 0,0 0 1 0 0,0 0-1 0 0,0 0 0 0 0,0 1 0 0 0,1-1 0 0 0,-1 0 0 0 0,0 0 1 0 0,0 0-1 0 0,0 0 0 0 0,1 0 0 0 0,-1 1 0 0 0,0-1 0 0 0,0 0 1 0 0,1 0-1 0 0,-1 0 0 0 0,0 0 0 0 0,0 0 0 0 0,0 0 0 0 0,1 0 1 0 0,-1 0-1 0 0,0 0 0 0 0,12-13-50 0 0,11-28-128 0 0,-20 37 145 0 0,17-35-335 0 0,2 0-1 0 0,50-64 1 0 0,-71 102 359 0 0,-1 0 0 0 0,1 0 1 0 0,0 0-1 0 0,-1 1 0 0 0,1-1 0 0 0,0 0 1 0 0,0 0-1 0 0,0 0 0 0 0,0 1 1 0 0,0-1-1 0 0,0 0 0 0 0,0 1 0 0 0,0-1 1 0 0,0 1-1 0 0,0-1 0 0 0,0 1 1 0 0,0-1-1 0 0,0 1 0 0 0,0 0 0 0 0,1 0 1 0 0,-1-1-1 0 0,0 1 0 0 0,0 0 1 0 0,0 0-1 0 0,1 0 0 0 0,-1 0 0 0 0,2 1 1 0 0,-1 0 8 0 0,-1 0 1 0 0,1 0-1 0 0,-1 0 1 0 0,1 1-1 0 0,-1-1 1 0 0,0 0 0 0 0,1 1-1 0 0,-1-1 1 0 0,0 1-1 0 0,0 0 1 0 0,0-1-1 0 0,0 1 1 0 0,0 0 0 0 0,1 3-1 0 0,2 8 155 0 0,0-1 0 0 0,0 1 0 0 0,2 23 0 0 0,-5-11 118 0 0,-2-20-208 0 0,1 1 0 0 0,0 0 0 0 0,1-1 0 0 0,-1 1 0 0 0,1-1 1 0 0,0 1-1 0 0,1-1 0 0 0,-1 0 0 0 0,5 11 0 0 0,-5-16-83 0 0,-1 1 1 0 0,1-1-1 0 0,0 1 0 0 0,0-1 1 0 0,-1 1-1 0 0,1-1 0 0 0,0 1 0 0 0,0-1 1 0 0,0 1-1 0 0,0-1 0 0 0,0 0 1 0 0,-1 0-1 0 0,1 1 0 0 0,0-1 1 0 0,0 0-1 0 0,0 0 0 0 0,0 0 1 0 0,0 0-1 0 0,0 0 0 0 0,0 0 0 0 0,0 0 1 0 0,0-1-1 0 0,-1 1 0 0 0,1 0 1 0 0,0 0-1 0 0,0-1 0 0 0,0 1 1 0 0,0 0-1 0 0,0-1 0 0 0,-1 1 0 0 0,1-1 1 0 0,0 1-1 0 0,0-1 0 0 0,-1 0 1 0 0,1 1-1 0 0,0-1 0 0 0,0-1 1 0 0,30-29-611 0 0,-26 26 524 0 0,-1-1 58 0 0,1 1 0 0 0,0 0 0 0 0,0 0 0 0 0,1 1 0 0 0,-1 0 0 0 0,1 0 0 0 0,0 0 0 0 0,0 0 0 0 0,7-2 0 0 0,-8 4 79 0 0,-1 1 1 0 0,0 0 0 0 0,1 1 0 0 0,-1-1-1 0 0,1 1 1 0 0,-1-1 0 0 0,1 1 0 0 0,-1 0-1 0 0,1 1 1 0 0,-1-1 0 0 0,0 1 0 0 0,1 0-1 0 0,-1 0 1 0 0,0 1 0 0 0,7 2 0 0 0,7 2-88 0 0,19 9 2464 0 0,-23-3-3416 0 0,-6 6-3746 0 0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27.5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0 5985 0 0,'0'0'138'0'0,"-1"1"0"0"0,1-1 1 0 0,-1 0-1 0 0,0 0 0 0 0,1 0 0 0 0,-1 0 0 0 0,1 0 0 0 0,-1 1 0 0 0,1-1 0 0 0,-1 0 0 0 0,1 0 0 0 0,-1 1 1 0 0,1-1-1 0 0,-1 0 0 0 0,1 1 0 0 0,-1-1 0 0 0,1 0 0 0 0,-1 1 0 0 0,1-1 0 0 0,0 1 0 0 0,-1-1 1 0 0,1 1-1 0 0,0-1 0 0 0,-1 1 0 0 0,1-1 0 0 0,0 1 0 0 0,0-1 0 0 0,-1 1 0 0 0,1-1 0 0 0,0 1 0 0 0,0 0 1 0 0,0-1-1 0 0,0 1 0 0 0,0-1 0 0 0,0 1 0 0 0,0 0 0 0 0,0-1 0 0 0,0 1 0 0 0,0-1 0 0 0,0 1 0 0 0,0-1 1 0 0,0 1-1 0 0,1 0 0 0 0,-1-1 0 0 0,0 1 0 0 0,0-1 0 0 0,1 1 0 0 0,-1-1 0 0 0,0 1 0 0 0,1 0 0 0 0,14 26 2367 0 0,8-3-594 0 0,50 38 0 0 0,-47-42-1497 0 0,-1 2 0 0 0,23 24 1 0 0,58 85 52 0 0,2 3-3203 0 0,-87-109 1135 0 0,-1 0-3642 0 0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27.9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63 150 2304 0 0,'-2'1'97'0'0,"0"0"-1"0"0,0-1 1 0 0,0 1-1 0 0,-1-1 1 0 0,1 0-1 0 0,0 0 1 0 0,0 0-1 0 0,0 0 1 0 0,-1 0-1 0 0,1 0 1 0 0,0-1-1 0 0,0 1 1 0 0,0-1-1 0 0,0 1 1 0 0,0-1-1 0 0,-1 0 1 0 0,1 0-1 0 0,0 0 1 0 0,1 0-1 0 0,-1 0 1 0 0,0 0-1 0 0,0-1 0 0 0,0 1 1 0 0,1 0-1 0 0,-3-3 1 0 0,3 2 19 0 0,0 0 1 0 0,0 0 0 0 0,0 0-1 0 0,0-1 1 0 0,1 1-1 0 0,-1 0 1 0 0,1-1-1 0 0,-1 1 1 0 0,1 0-1 0 0,0-1 1 0 0,0 1-1 0 0,0 0 1 0 0,0-1-1 0 0,0 1 1 0 0,1 0-1 0 0,-1-1 1 0 0,1 1-1 0 0,-1 0 1 0 0,1 0 0 0 0,0 0-1 0 0,0-1 1 0 0,0 1-1 0 0,2-3 1 0 0,0-1 188 0 0,1 0 0 0 0,-1 1 0 0 0,1 0 0 0 0,1 0 0 0 0,-1 0 0 0 0,1 0 0 0 0,0 0 1 0 0,0 1-1 0 0,0 0 0 0 0,0 0 0 0 0,1 0 0 0 0,0 1 0 0 0,-1 0 0 0 0,1 0 0 0 0,0 0 0 0 0,1 1 0 0 0,9-3 1 0 0,-12 4-234 0 0,-1 1 0 0 0,1-1 1 0 0,0 1-1 0 0,0 0 1 0 0,-1 0-1 0 0,1 0 1 0 0,0 1-1 0 0,0-1 0 0 0,-1 1 1 0 0,1 0-1 0 0,0 0 1 0 0,-1 0-1 0 0,1 1 0 0 0,-1-1 1 0 0,1 1-1 0 0,-1 0 1 0 0,0 0-1 0 0,0 0 1 0 0,0 0-1 0 0,0 0 0 0 0,0 1 1 0 0,0-1-1 0 0,0 1 1 0 0,-1 0-1 0 0,1 0 0 0 0,-1 0 1 0 0,0 0-1 0 0,0 0 1 0 0,0 1-1 0 0,-1-1 0 0 0,1 1 1 0 0,0 3-1 0 0,1 0-64 0 0,-1 0-1 0 0,0 1 1 0 0,-1-1-1 0 0,1 1 0 0 0,-2-1 1 0 0,1 1-1 0 0,-1 0 0 0 0,-1 8 1 0 0,-9 65 218 0 0,5-55 19 0 0,3-16 44 0 0,1-8-100 0 0,0 0 0 0 0,0 1 0 0 0,1-1 0 0 0,-1 0 0 0 0,1 1 0 0 0,0-1 0 0 0,-1 1 0 0 0,1-1 0 0 0,0 0 0 0 0,0 1 0 0 0,0-1 0 0 0,1 4 0 0 0,26-32 1783 0 0,-14 14-1909 0 0,0 0 0 0 0,0 0 0 0 0,2 1 0 0 0,-1 1 0 0 0,1 1 1 0 0,1 0-1 0 0,20-9 0 0 0,-20 12-956 0 0,0 0 0 0 0,0 1 0 0 0,0 1 0 0 0,26-4 1 0 0,-20 7-5302 0 0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28.6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120 866 4145 0 0,'0'0'147'0'0,"0"1"0"0"0,-1-1 0 0 0,1 1-1 0 0,0-1 1 0 0,0 1 0 0 0,0-1 0 0 0,-1 0 0 0 0,1 1 0 0 0,0-1 0 0 0,0 1 0 0 0,-1 0 293 0 0,0-1-293 0 0,1 0 0 0 0,0 0 0 0 0,-1 1 0 0 0,1-1 0 0 0,0 0 0 0 0,-1 0-1 0 0,1 1 1 0 0,-1-1 0 0 0,1 0 0 0 0,-1 0 0 0 0,1 0 0 0 0,-1 0 0 0 0,1 0 0 0 0,0 0-1 0 0,-2 0 1 0 0,-1-14 2148 0 0,8-39-986 0 0,-2 35-853 0 0,-1-10-328 0 0,0-1 0 0 0,-2 1 0 0 0,0 0 0 0 0,-3-1 0 0 0,0 1 0 0 0,-14-54 0 0 0,17 80-151 0 0,0 1 1 0 0,-1 0-1 0 0,1-1 0 0 0,-1 1 0 0 0,1 0 1 0 0,-1-1-1 0 0,1 1 0 0 0,-1 0 1 0 0,0 0-1 0 0,1-1 0 0 0,-1 1 1 0 0,0 0-1 0 0,0 0 0 0 0,0 0 1 0 0,0 0-1 0 0,0 0 0 0 0,0 0 0 0 0,0 1 1 0 0,0-1-1 0 0,0 0 0 0 0,-1 0 1 0 0,1 1-1 0 0,0-1 0 0 0,0 1 1 0 0,-1-1-1 0 0,1 1 0 0 0,0-1 1 0 0,-1 1-1 0 0,1 0 0 0 0,0 0 0 0 0,-1 0 1 0 0,-1 0-1 0 0,1 0-20 0 0,0 1-1 0 0,0 0 1 0 0,0 0-1 0 0,-1 0 1 0 0,1 0 0 0 0,0 1-1 0 0,1-1 1 0 0,-1 0-1 0 0,0 1 1 0 0,0 0 0 0 0,1-1-1 0 0,-1 1 1 0 0,1 0-1 0 0,-1 0 1 0 0,1 0-1 0 0,0 0 1 0 0,-1 0 0 0 0,0 3-1 0 0,-4 8 99 0 0,2-1-1 0 0,-1 1 1 0 0,2 0-1 0 0,0 0 1 0 0,0 0-1 0 0,1 0 1 0 0,1 0-1 0 0,0 1 1 0 0,1-1-1 0 0,0 0 1 0 0,3 15-1 0 0,-2-21 16 0 0,0-1 0 0 0,1 0 0 0 0,0 0-1 0 0,0 0 1 0 0,0 0 0 0 0,0 0 0 0 0,1-1 0 0 0,0 1 0 0 0,0-1 0 0 0,1 1 0 0 0,5 5-1 0 0,-6-8-52 0 0,0 0 0 0 0,1 0 0 0 0,-1 0-1 0 0,1-1 1 0 0,-1 1 0 0 0,1-1 0 0 0,0 0-1 0 0,0 0 1 0 0,0 0 0 0 0,1-1 0 0 0,-1 1-1 0 0,0-1 1 0 0,0 0 0 0 0,1 0 0 0 0,-1-1-1 0 0,1 0 1 0 0,6 1 0 0 0,-2-2-233 0 0,0 0 0 0 0,0-1 0 0 0,0 0 0 0 0,-1 0 0 0 0,1-1 1 0 0,-1 0-1 0 0,1 0 0 0 0,-1-1 0 0 0,0 0 0 0 0,0 0 0 0 0,-1-1 0 0 0,11-8 0 0 0,-5 2-450 0 0,0 0-1 0 0,0-1 1 0 0,-1 0-1 0 0,0-1 1 0 0,14-22-1 0 0,6-16-226 0 0,-3-2-1 0 0,-3 0 0 0 0,-1-1 0 0 0,17-59 1 0 0,-40 106 975 0 0,13-46 459 0 0,-15 50-461 0 0,1 1 0 0 0,-1-1-1 0 0,1 0 1 0 0,-1 1 0 0 0,0-1 0 0 0,0 0 0 0 0,0 0 0 0 0,0 1-1 0 0,-1-1 1 0 0,1 0 0 0 0,-1 1 0 0 0,0-1 0 0 0,0 1-1 0 0,1-1 1 0 0,-2 1 0 0 0,-1-4 0 0 0,3 5-13 0 0,-1 0 0 0 0,0 0 1 0 0,0 1-1 0 0,0-1 0 0 0,0 0 0 0 0,0 1 0 0 0,-1-1 1 0 0,1 1-1 0 0,0-1 0 0 0,0 1 0 0 0,0-1 0 0 0,0 1 1 0 0,-1 0-1 0 0,1 0 0 0 0,0 0 0 0 0,0-1 1 0 0,0 1-1 0 0,-1 0 0 0 0,1 1 0 0 0,0-1 0 0 0,0 0 1 0 0,-1 0-1 0 0,1 0 0 0 0,0 1 0 0 0,0-1 0 0 0,0 1 1 0 0,0-1-1 0 0,-1 1 0 0 0,1-1 0 0 0,0 1 0 0 0,0-1 1 0 0,0 1-1 0 0,0 0 0 0 0,0 0 0 0 0,0 0 0 0 0,1-1 1 0 0,-1 1-1 0 0,-1 1 0 0 0,-4 4 322 0 0,1 0-1 0 0,-1 0 1 0 0,1 0-1 0 0,-6 10 1 0 0,-1 5 219 0 0,2 1 1 0 0,0 0 0 0 0,1 0 0 0 0,1 1 0 0 0,2 1-1 0 0,0-1 1 0 0,-5 48 0 0 0,11-66-317 0 0,0 0 1 0 0,0 1-1 0 0,1-1 0 0 0,-1 0 1 0 0,1 0-1 0 0,1 0 0 0 0,2 8 1 0 0,-4-12-290 0 0,0-1 1 0 0,0 1-1 0 0,1 0 0 0 0,-1 0 1 0 0,0 0-1 0 0,1 0 0 0 0,-1 0 1 0 0,0-1-1 0 0,1 1 1 0 0,0 0-1 0 0,-1 0 0 0 0,1-1 1 0 0,-1 1-1 0 0,1 0 1 0 0,0-1-1 0 0,-1 1 0 0 0,1-1 1 0 0,0 1-1 0 0,0-1 0 0 0,-1 1 1 0 0,1-1-1 0 0,0 1 1 0 0,0-1-1 0 0,0 0 0 0 0,0 1 1 0 0,-1-1-1 0 0,1 0 0 0 0,0 0 1 0 0,0 0-1 0 0,0 0 1 0 0,0 0-1 0 0,0 0 0 0 0,0 0 1 0 0,0 0-1 0 0,0 0 0 0 0,0 0 1 0 0,-1 0-1 0 0,1-1 1 0 0,0 1-1 0 0,0 0 0 0 0,0 0 1 0 0,0-1-1 0 0,0 1 0 0 0,-1-1 1 0 0,1 1-1 0 0,0-1 1 0 0,0 1-1 0 0,-1-1 0 0 0,1 0 1 0 0,0 0-1 0 0,2-2-140 0 0,0 0-1 0 0,-1 0 1 0 0,1 0 0 0 0,-1-1-1 0 0,0 1 1 0 0,0-1-1 0 0,-1 1 1 0 0,1-1 0 0 0,-1 0-1 0 0,1 1 1 0 0,-1-1 0 0 0,0 0-1 0 0,0 0 1 0 0,0-5-1 0 0,2-57-1080 0 0,-3 65 1202 0 0,-1-20-157 0 0,-1 0 1 0 0,-1 0-1 0 0,-1 0 1 0 0,0 1 0 0 0,-2-1-1 0 0,0 1 1 0 0,-2 1-1 0 0,-12-25 1 0 0,-10-12 606 0 0,-52-74 0 0 0,76 121-169 0 0,4 5-8 0 0,0 0-1 0 0,-1 0 1 0 0,1 0 0 0 0,-1 1-1 0 0,0-1 1 0 0,0 1-1 0 0,0-1 1 0 0,-1 1-1 0 0,1 0 1 0 0,-1 0-1 0 0,1 1 1 0 0,-8-5-1 0 0,10 7-174 0 0,1 0 0 0 0,0 1 0 0 0,-1-1 0 0 0,1 0 0 0 0,0 0 1 0 0,-1 0-1 0 0,1 1 0 0 0,0-1 0 0 0,-1 0 0 0 0,1 1 0 0 0,0-1 0 0 0,0 0 0 0 0,-1 0 0 0 0,1 1 0 0 0,0-1 0 0 0,0 0 0 0 0,0 1 0 0 0,-1-1 0 0 0,1 1 0 0 0,0-1 0 0 0,0 0 0 0 0,0 1 0 0 0,0-1 0 0 0,0 0 0 0 0,0 1 0 0 0,0-1 0 0 0,0 1 0 0 0,0-1 0 0 0,0 0 0 0 0,0 1 0 0 0,0-1 0 0 0,0 1 0 0 0,0-1 0 0 0,0 0 0 0 0,0 1 0 0 0,1-1 0 0 0,-1 0 0 0 0,0 1 0 0 0,0-1 0 0 0,0 0 0 0 0,0 1 0 0 0,1-1 0 0 0,-1 0 0 0 0,0 1 0 0 0,1-1 0 0 0,7 21 974 0 0,15 23-459 0 0,2-1 0 0 0,2-1-1 0 0,40 48 1 0 0,108 108-869 0 0,-70-83-1565 0 0,-67-70-5754 0 0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29.3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60 5985 0 0,'-1'-5'926'0'0,"0"0"0"0"0,0 0 1 0 0,-1 0-1 0 0,1 0 0 0 0,-1 0 0 0 0,0 0 0 0 0,-1 1 0 0 0,1-1 0 0 0,-1 1 0 0 0,0-1 0 0 0,-8-2 2830 0 0,12 36-2712 0 0,21 89-677 0 0,52 161 0 0 0,-72-272-505 0 0,27 81-658 0 0,-24-78 106 0 0,-1 0 0 0 0,1 0 0 0 0,1-1 1 0 0,-1 1-1 0 0,2-1 0 0 0,8 10 0 0 0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29.8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 67 3225 0 0,'-27'6'1325'0'0,"19"-5"1405"0"0,21-9 879 0 0,19-5-1744 0 0,0 2-1 0 0,61-15 1 0 0,-60 20-1403 0 0,0 2-1 0 0,0 1 1 0 0,1 1-1 0 0,-1 2 1 0 0,53 6-1 0 0,51 7 655 0 0,233-7 1 0 0,-267-4-787 0 0,139 19 0 0 0,-27-1-46 0 0,-155-17-347 0 0,66-5 0 0 0,-99-1 16 0 0,-1 0 0 0 0,1-2 0 0 0,-1 0 0 0 0,49-19-1 0 0,-63 18-778 0 0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30.1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1368 0 0,'7'21'10044'0'0,"-1"6"-4276"0"0,-1 13-2954 0 0,2 24-3075 0 0,2 15 1315 0 0,27 90-96 0 0,-14-80-1789 0 0,-20-71-2186 0 0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30.7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105 90 2304 0 0,'-16'8'232'0'0,"8"-3"481"0"0,0 0 0 0 0,0-1 1 0 0,0-1-1 0 0,-1 1 1 0 0,1-2-1 0 0,-1 1 1 0 0,0-1-1 0 0,-12 2 703 0 0,37-6 2625 0 0,16 5-2567 0 0,2-1-933 0 0,151-9 1849 0 0,172-3-243 0 0,140 18-1679 0 0,-421-8-321 0 0,0-3-1 0 0,-1-4 1 0 0,1-3-1 0 0,126-34 1 0 0,-197 43-159 0 0,59-21-1784 0 0,-59 20 1285 0 0,1 0 0 0 0,-1-1 1 0 0,1 0-1 0 0,-1 0 0 0 0,0-1 1 0 0,0 1-1 0 0,-1-1 0 0 0,9-8 1 0 0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8:32.1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224 20 4697 0 0,'0'-1'35'0'0,"-1"0"1"0"0,1 0-1 0 0,0 0 1 0 0,-1 0-1 0 0,1 0 0 0 0,-1 0 1 0 0,1 0-1 0 0,-1 0 1 0 0,0 0-1 0 0,1 0 0 0 0,-1 0 1 0 0,0 1-1 0 0,0-1 1 0 0,1 0-1 0 0,-1 0 0 0 0,0 1 1 0 0,0-1-1 0 0,0 1 0 0 0,0-1 1 0 0,0 1-1 0 0,0-1 1 0 0,0 1-1 0 0,0-1 0 0 0,0 1 1 0 0,-2-1-1 0 0,0 1 146 0 0,1 0 0 0 0,0 1 0 0 0,-1-1 0 0 0,1 0 0 0 0,0 1 0 0 0,-1-1 1 0 0,1 1-1 0 0,0 0 0 0 0,-1 0 0 0 0,1 0 0 0 0,-3 2 0 0 0,-3 1 346 0 0,0 2 0 0 0,0-1 1 0 0,1 1-1 0 0,-13 13 0 0 0,3 1-377 0 0,2 1-1 0 0,0 0 0 0 0,1 1 1 0 0,2 0-1 0 0,0 1 0 0 0,1 0 1 0 0,-10 36-1 0 0,20-58-104 0 0,0 1-1 0 0,1 0 0 0 0,-1 0 1 0 0,1 0-1 0 0,0 0 1 0 0,-1 0-1 0 0,1 0 1 0 0,0 0-1 0 0,0 0 1 0 0,0 0-1 0 0,0 0 0 0 0,1 0 1 0 0,-1 0-1 0 0,0 0 1 0 0,1 0-1 0 0,-1-1 1 0 0,2 4-1 0 0,-1-5-30 0 0,-1 0 1 0 0,0 1-1 0 0,1-1 0 0 0,-1 0 1 0 0,0 1-1 0 0,1-1 0 0 0,-1 0 0 0 0,1 1 1 0 0,-1-1-1 0 0,0 0 0 0 0,1 0 0 0 0,-1 0 1 0 0,1 1-1 0 0,-1-1 0 0 0,1 0 1 0 0,-1 0-1 0 0,1 0 0 0 0,-1 0 0 0 0,1 0 1 0 0,-1 0-1 0 0,1 0 0 0 0,-1 0 1 0 0,1 0-1 0 0,0 0 0 0 0,19-11 15 0 0,-3-5-205 0 0,-1 0-1 0 0,17-21 1 0 0,-25 26 200 0 0,1 0-1 0 0,0 1 1 0 0,0 1-1 0 0,1-1 1 0 0,0 1-1 0 0,1 1 1 0 0,-1 0-1 0 0,2 0 1 0 0,23-11-1 0 0,-34 19 15 0 0,0-1 0 0 0,0 1-1 0 0,1 0 1 0 0,-1-1-1 0 0,0 1 1 0 0,0 0 0 0 0,0 0-1 0 0,1 0 1 0 0,-1 0-1 0 0,0 0 1 0 0,0 0 0 0 0,1 0-1 0 0,-1 0 1 0 0,0 0-1 0 0,0 1 1 0 0,0-1 0 0 0,1 1-1 0 0,-1-1 1 0 0,0 0-1 0 0,0 1 1 0 0,0 0 0 0 0,0-1-1 0 0,0 1 1 0 0,0 0-1 0 0,0 0 1 0 0,0-1 0 0 0,0 1-1 0 0,0 0 1 0 0,0 0-1 0 0,-1 0 1 0 0,1 0 0 0 0,0 0-1 0 0,-1 0 1 0 0,1 0-1 0 0,0 0 1 0 0,-1 0 0 0 0,1 1-1 0 0,-1-1 1 0 0,0 0-1 0 0,1 2 1 0 0,1 7 168 0 0,0-1-1 0 0,0 1 1 0 0,-1 0 0 0 0,0 11 0 0 0,0-7-135 0 0,-1 43 333 0 0,-1-44-335 0 0,1 0 0 0 0,0-1 0 0 0,1 1 1 0 0,0 0-1 0 0,5 20 0 0 0,-6-33-68 0 0,0 0 1 0 0,0 0-1 0 0,0 1 0 0 0,0-1 0 0 0,1 0 1 0 0,-1 0-1 0 0,0 0 0 0 0,0 0 0 0 0,0 1 1 0 0,0-1-1 0 0,0 0 0 0 0,0 0 0 0 0,0 0 1 0 0,1 0-1 0 0,-1 0 0 0 0,0 0 0 0 0,0 1 1 0 0,0-1-1 0 0,0 0 0 0 0,0 0 0 0 0,1 0 1 0 0,-1 0-1 0 0,0 0 0 0 0,0 0 0 0 0,0 0 1 0 0,0 0-1 0 0,1 0 0 0 0,-1 0 0 0 0,0 0 1 0 0,0 0-1 0 0,0 0 0 0 0,1 0 0 0 0,-1 0 1 0 0,0 0-1 0 0,0 0 0 0 0,0 0 0 0 0,0 0 1 0 0,1 0-1 0 0,-1 0 0 0 0,0 0 0 0 0,0 0 1 0 0,0 0-1 0 0,1 0 0 0 0,-1 0 0 0 0,0 0 1 0 0,0-1-1 0 0,11-9-25 0 0,5-12-38 0 0,-10 13 80 0 0,76-120 100 0 0,-70 113-131 0 0,1 0 1 0 0,0 1-1 0 0,1 1 0 0 0,1 0 0 0 0,26-19 0 0 0,-40 32 7 0 0,0 0 1 0 0,0 0-1 0 0,1 0 1 0 0,-1 0-1 0 0,0 1 1 0 0,1-1-1 0 0,-1 0 0 0 0,1 1 1 0 0,-1-1-1 0 0,1 1 1 0 0,-1-1-1 0 0,1 1 0 0 0,0 0 1 0 0,-1 0-1 0 0,1 0 1 0 0,2 0-1 0 0,-4 0 15 0 0,1 0 0 0 0,0 1 0 0 0,0-1 1 0 0,-1 0-1 0 0,1 1 0 0 0,0-1 0 0 0,-1 1 0 0 0,1-1 0 0 0,0 1 0 0 0,-1-1 1 0 0,1 1-1 0 0,-1 0 0 0 0,1-1 0 0 0,-1 1 0 0 0,1 0 0 0 0,-1-1 0 0 0,0 1 0 0 0,1 0 1 0 0,-1-1-1 0 0,0 1 0 0 0,1 0 0 0 0,-1 1 0 0 0,1 6 142 0 0,0-1-1 0 0,0 1 0 0 0,-1-1 1 0 0,0 1-1 0 0,-2 9 1 0 0,-2 11 114 0 0,-1-1 1 0 0,-1 0 0 0 0,-17 43 0 0 0,17-50-293 0 0,9-29-62 0 0,1 1 1 0 0,1-1-1 0 0,-1 1 1 0 0,2 0-1 0 0,-1 1 0 0 0,9-10 1 0 0,45-45-710 0 0,-46 49 640 0 0,-7 7 54 0 0,43-38-298 0 0,-46 41 394 0 0,-1 1-1 0 0,1 0 1 0 0,0 0-1 0 0,0 0 1 0 0,0 1 0 0 0,0-1-1 0 0,0 1 1 0 0,0-1-1 0 0,1 1 1 0 0,-1 0-1 0 0,0 1 1 0 0,1-1 0 0 0,-1 0-1 0 0,1 1 1 0 0,5 0-1 0 0,-8 0 14 0 0,1 1 0 0 0,-1-1 0 0 0,0 1-1 0 0,0-1 1 0 0,0 1 0 0 0,1 0-1 0 0,-1 0 1 0 0,0-1 0 0 0,0 1 0 0 0,0 0-1 0 0,0 0 1 0 0,0 0 0 0 0,-1 0-1 0 0,1 0 1 0 0,0 0 0 0 0,0 1 0 0 0,-1-1-1 0 0,1 0 1 0 0,0 0 0 0 0,-1 0-1 0 0,1 1 1 0 0,-1-1 0 0 0,0 0 0 0 0,1 1-1 0 0,-1-1 1 0 0,0 0 0 0 0,0 1-1 0 0,0 1 1 0 0,-2 44 494 0 0,2-38-333 0 0,-12 65 605 0 0,8-55-593 0 0,0 0 1 0 0,2 1-1 0 0,0-1 1 0 0,1 21-1 0 0,1-40-147 0 0,0 1 0 0 0,0-1 0 0 0,0 1 0 0 0,0-1 0 0 0,0 1 0 0 0,0-1 0 0 0,0 1 0 0 0,0-1 1 0 0,0 1-1 0 0,0-1 0 0 0,0 1 0 0 0,0-1 0 0 0,1 0 0 0 0,-1 1 0 0 0,0-1 0 0 0,0 1 0 0 0,1-1 0 0 0,-1 1 0 0 0,0-1 0 0 0,0 0 0 0 0,1 1 0 0 0,-1-1 0 0 0,0 0 1 0 0,1 1-1 0 0,-1-1 0 0 0,0 0 0 0 0,1 1 0 0 0,-1-1 0 0 0,1 0 0 0 0,-1 0 0 0 0,1 1 0 0 0,-1-1 0 0 0,0 0 0 0 0,1 0 0 0 0,-1 0 0 0 0,1 0 0 0 0,-1 0 0 0 0,2 0 1 0 0,18-11 223 0 0,16-26-666 0 0,-10 5 25 0 0,58-54 0 0 0,-75 78 339 0 0,1 0-1 0 0,-1 1 0 0 0,2 0 1 0 0,-1 0-1 0 0,1 1 0 0 0,0 1 1 0 0,0 0-1 0 0,1 0 0 0 0,0 1 1 0 0,23-5-1 0 0,-33 9 63 0 0,0-1 0 0 0,0 1-1 0 0,0-1 1 0 0,0 1 0 0 0,0 0 0 0 0,0 0 0 0 0,0 0 0 0 0,0 0 0 0 0,0 0 0 0 0,0 0-1 0 0,1 1 1 0 0,-1-1 0 0 0,0 1 0 0 0,0 0 0 0 0,0-1 0 0 0,-1 1 0 0 0,1 0 0 0 0,0 0 0 0 0,0 0-1 0 0,0 0 1 0 0,-1 0 0 0 0,1 1 0 0 0,0-1 0 0 0,-1 0 0 0 0,1 1 0 0 0,-1-1 0 0 0,0 1-1 0 0,2 2 1 0 0,-1 2 155 0 0,0-1 0 0 0,0 1 0 0 0,0 0 0 0 0,-1 0 0 0 0,0 1 0 0 0,0-1 0 0 0,0 10 0 0 0,5 30 93 0 0,-5-46-282 0 0,-1 0 0 0 0,0 0 0 0 0,0 1 0 0 0,1-1 0 0 0,-1 0 0 0 0,0 0 0 0 0,0 1 0 0 0,1-1 1 0 0,-1 0-1 0 0,0 0 0 0 0,1 0 0 0 0,-1 0 0 0 0,0 1 0 0 0,1-1 0 0 0,-1 0 0 0 0,0 0 0 0 0,1 0 1 0 0,-1 0-1 0 0,0 0 0 0 0,1 0 0 0 0,-1 0 0 0 0,1 0 0 0 0,-1 0 0 0 0,0 0 0 0 0,1 0 0 0 0,-1 0 1 0 0,0 0-1 0 0,1-1 0 0 0,-1 1 0 0 0,0 0 0 0 0,1 0 0 0 0,-1 0 0 0 0,0 0 0 0 0,1 0 0 0 0,-1-1 1 0 0,0 1-1 0 0,0 0 0 0 0,1 0 0 0 0,-1-1 0 0 0,0 1 0 0 0,0 0 0 0 0,1 0 0 0 0,-1-1 0 0 0,0 1 0 0 0,0 0 1 0 0,0-1-1 0 0,1 1 0 0 0,-1 0 0 0 0,0-1 0 0 0,16-17-561 0 0,-15 16 528 0 0,26-35-688 0 0,-11 14 369 0 0,33-36 0 0 0,-44 54 384 0 0,0 0 0 0 0,0 0-1 0 0,0 1 1 0 0,1 0 0 0 0,0 0-1 0 0,0 0 1 0 0,0 1-1 0 0,0-1 1 0 0,0 2 0 0 0,1-1-1 0 0,-1 1 1 0 0,10-3 0 0 0,-12 5 110 0 0,0 0 1 0 0,1 0 0 0 0,-1 0-1 0 0,0 0 1 0 0,0 0 0 0 0,0 1-1 0 0,0 0 1 0 0,1 0-1 0 0,-1 0 1 0 0,0 0 0 0 0,0 0-1 0 0,-1 1 1 0 0,1 0 0 0 0,0 0-1 0 0,0 0 1 0 0,-1 0 0 0 0,1 1-1 0 0,-1-1 1 0 0,0 1-1 0 0,0 0 1 0 0,0 0 0 0 0,0 0-1 0 0,4 7 1 0 0,2 3-557 0 0,0 1 1 0 0,-1 0-1 0 0,-1 0 0 0 0,11 28 1 0 0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9:05.2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82 62 2761 0 0,'1'-20'946'0'0,"0"15"-423"0"0,-1 1 0 0 0,0-1 0 0 0,0 0 1 0 0,0 1-1 0 0,0-1 0 0 0,-2-8 1 0 0,-3 18-265 0 0,1 0 0 0 0,0 1 0 0 0,1 0 0 0 0,-6 11 0 0 0,-2 11-119 0 0,1 1 1 0 0,2 0 0 0 0,1 1-1 0 0,1-1 1 0 0,-3 40 0 0 0,4 155 1797 0 0,5-164-1927 0 0,2 145 293 0 0,-3 171-346 0 0,1-364-607 0 0,0 1 0 0 0,0-1 0 0 0,1 1 0 0 0,1-1 0 0 0,4 19 0 0 0,-4-24-216 0 0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9:05.6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 9 5985 0 0,'-21'-8'969'0'0,"20"8"-942"0"0,1 0 1 0 0,0 0-1 0 0,0 1 0 0 0,0-1 0 0 0,0 0 1 0 0,0 0-1 0 0,0 0 0 0 0,0 0 0 0 0,0 1 1 0 0,0-1-1 0 0,-1 0 0 0 0,1 0 0 0 0,0 0 1 0 0,0 1-1 0 0,0-1 0 0 0,0 0 0 0 0,0 0 1 0 0,0 0-1 0 0,0 1 0 0 0,0-1 0 0 0,0 0 1 0 0,0 0-1 0 0,1 0 0 0 0,-1 0 0 0 0,0 1 0 0 0,0-1 1 0 0,0 0-1 0 0,0 0 0 0 0,0 0 0 0 0,0 0 1 0 0,0 1-1 0 0,0-1 0 0 0,0 0 0 0 0,1 0 1 0 0,-1 0-1 0 0,0 0 0 0 0,0 0 0 0 0,0 1 1 0 0,0-1-1 0 0,0 0 0 0 0,1 0 0 0 0,-1 0 1 0 0,0 0-1 0 0,0 0 0 0 0,0 0 0 0 0,1 0 1 0 0,-1 0-1 0 0,35 33 1795 0 0,-24-24-1981 0 0,30 33 1144 0 0,-26-26-262 0 0,0-1 1 0 0,30 23-1 0 0,-39-34-517 0 0,-1-1 0 0 0,1 1 0 0 0,0-1 0 0 0,0-1 0 0 0,0 1 0 0 0,0-1 0 0 0,0 0 0 0 0,1 0 0 0 0,-1-1 0 0 0,1 1 0 0 0,-1-2 0 0 0,1 1-1 0 0,8-1 1 0 0,-6 0 116 0 0,0 0 0 0 0,-1-1 0 0 0,1-1-1 0 0,0 1 1 0 0,0-1 0 0 0,-1-1 0 0 0,1 0-1 0 0,-1 0 1 0 0,13-7 0 0 0,-15 6-457 0 0,-1 1 1 0 0,0-1-1 0 0,0 0 0 0 0,-1-1 1 0 0,7-7-1 0 0,-4 5-1244 0 0,-2-1-1 0 0,0 0 0 0 0,8-16 1 0 0,-5 7-4162 0 0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9:07.1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226 278 3681 0 0,'-2'-2'229'0'0,"0"0"1"0"0,0 0-1 0 0,0 0 1 0 0,0 0-1 0 0,-1 1 1 0 0,1-1-1 0 0,0 0 1 0 0,-1 1-1 0 0,0 0 1 0 0,1 0-1 0 0,-1 0 1 0 0,0 0-1 0 0,1 0 0 0 0,-1 0 1 0 0,0 1-1 0 0,0-1 1 0 0,-2 1-1 0 0,2 0-14 0 0,1 0 0 0 0,-1 1 0 0 0,1-1 0 0 0,0 1 0 0 0,-1 0 0 0 0,1 0 0 0 0,0 0 0 0 0,0 0 0 0 0,0 0 0 0 0,0 0 0 0 0,0 0 0 0 0,0 1-1 0 0,0-1 1 0 0,0 1 0 0 0,0-1 0 0 0,-2 4 0 0 0,0 1 131 0 0,-1 0 0 0 0,1 0 0 0 0,0 1 0 0 0,0 0 1 0 0,1 0-1 0 0,0 0 0 0 0,0 0 0 0 0,1 0 0 0 0,0 1 0 0 0,0-1 0 0 0,-1 11 0 0 0,2-1-62 0 0,1 0 0 0 0,1 0 0 0 0,0 0 0 0 0,1 0 0 0 0,1 0-1 0 0,0-1 1 0 0,1 1 0 0 0,1-1 0 0 0,12 27 0 0 0,-8-24-251 0 0,0-1-1 0 0,2 0 0 0 0,-1-1 1 0 0,2 0-1 0 0,1 0 0 0 0,0-1 1 0 0,26 24-1 0 0,-36-37-104 0 0,0-1 0 0 0,0 1 0 0 0,0-1 0 0 0,1 0 0 0 0,-1 0-1 0 0,1 0 1 0 0,-1 0 0 0 0,1 0 0 0 0,0-1 0 0 0,0 1 0 0 0,0-1 0 0 0,-1 0 0 0 0,1-1 0 0 0,0 1 0 0 0,1 0 0 0 0,-1-1 0 0 0,5 0-1 0 0,-5-1-88 0 0,-1 0 0 0 0,0 0 0 0 0,0 0 0 0 0,0 0 0 0 0,-1 0 0 0 0,1-1 0 0 0,0 1 0 0 0,0-1 0 0 0,-1 1 0 0 0,1-1 0 0 0,-1 0 0 0 0,1 0-1 0 0,-1-1 1 0 0,0 1 0 0 0,0 0 0 0 0,0-1 0 0 0,0 1 0 0 0,0-1 0 0 0,0 0 0 0 0,-1 1 0 0 0,0-1 0 0 0,3-6 0 0 0,0-4-263 0 0,0-1 0 0 0,0 0-1 0 0,-1 0 1 0 0,-1 0 0 0 0,-1 0 0 0 0,0-1 0 0 0,0 1 0 0 0,-1 0 0 0 0,-1-1 0 0 0,-6-26 0 0 0,1 12 178 0 0,-1 1 0 0 0,-1 0-1 0 0,-2 1 1 0 0,-19-38 0 0 0,10 29 737 0 0,-1 0 0 0 0,-2 1 0 0 0,-46-54 1 0 0,53 71 286 0 0,-1 1 1 0 0,-1 1 0 0 0,0 1 0 0 0,-1 0-1 0 0,-1 2 1 0 0,0 0 0 0 0,-1 1 0 0 0,-25-12 0 0 0,45 24-722 0 0,-1 0 0 0 0,1-1 1 0 0,-1 1-1 0 0,1 0 1 0 0,-1-1-1 0 0,1 1 0 0 0,-1 0 1 0 0,1 0-1 0 0,-1 0 1 0 0,1-1-1 0 0,-1 1 0 0 0,0 0 1 0 0,1 0-1 0 0,-1 0 1 0 0,1 0-1 0 0,-1 0 0 0 0,1 0 1 0 0,-1 0-1 0 0,0 0 1 0 0,1 0-1 0 0,-1 1 0 0 0,1-1 1 0 0,-1 0-1 0 0,1 0 1 0 0,-1 0-1 0 0,1 1 0 0 0,-1-1 1 0 0,0 1-1 0 0,3 13 1046 0 0,18 19-258 0 0,8-10-388 0 0,0-2 0 0 0,2 0 0 0 0,33 16 0 0 0,38 26-132 0 0,82 61-1118 0 0,-143-101-1559 0 0,53 20 0 0 0,-56-28-416 0 0,-4 1-2754 0 0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9:08.0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19 6913 0 0,'-14'-18'8871'0'0,"24"22"-8006"0"0,10 8-207 0 0,-1 1 0 0 0,-1 0 0 0 0,0 1-1 0 0,0 1 1 0 0,22 25 0 0 0,69 96-207 0 0,-17-20-1782 0 0,-69-88-2591 0 0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9:08.3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81 332 2304 0 0,'-14'-21'439'0'0,"1"-2"0"0"0,1 0-1 0 0,1 0 1 0 0,-10-32-1 0 0,19 49-68 0 0,0 1-1 0 0,0-1 0 0 0,1 0 1 0 0,0 0-1 0 0,0 0 0 0 0,1 0 1 0 0,0 0-1 0 0,0 0 0 0 0,0 0 1 0 0,0 0-1 0 0,1 0 0 0 0,0 0 1 0 0,1 0-1 0 0,-1 0 0 0 0,1 0 1 0 0,0 1-1 0 0,0-1 0 0 0,1 1 1 0 0,0-1-1 0 0,0 1 1 0 0,0 0-1 0 0,1 0 0 0 0,-1 0 1 0 0,8-6-1 0 0,-2 2 150 0 0,-6 5-173 0 0,1 1 1 0 0,0-1 0 0 0,0 1 0 0 0,0 0 0 0 0,0 0 0 0 0,0 0 0 0 0,7-3 0 0 0,-10 6-306 0 0,-1 0-1 0 0,1 0 1 0 0,0-1 0 0 0,-1 1 0 0 0,1 0-1 0 0,0 0 1 0 0,0 0 0 0 0,-1 0-1 0 0,1 0 1 0 0,0 0 0 0 0,0 0-1 0 0,-1 1 1 0 0,1-1 0 0 0,0 0-1 0 0,-1 0 1 0 0,1 0 0 0 0,0 1 0 0 0,-1-1-1 0 0,1 0 1 0 0,0 1 0 0 0,-1-1-1 0 0,2 1 1 0 0,-1 1-43 0 0,0-1-1 0 0,1 1 1 0 0,-1 0 0 0 0,0-1-1 0 0,0 1 1 0 0,0 0 0 0 0,0 0-1 0 0,0 0 1 0 0,0 0 0 0 0,-1 0 0 0 0,1 3-1 0 0,6 30-209 0 0,-2-1 0 0 0,-1 1-1 0 0,-2 48 1 0 0,6 45-3 0 0,-8-126 246 0 0,0 0-1 0 0,0 0 1 0 0,1-1 0 0 0,-1 1-1 0 0,1 0 1 0 0,-1 0 0 0 0,1 0 0 0 0,0 0-1 0 0,0 0 1 0 0,2 3 0 0 0,-3-5-6 0 0,1 0 0 0 0,-1 1-1 0 0,0-1 1 0 0,1 0 0 0 0,-1 1 0 0 0,0-1 0 0 0,1 0 0 0 0,-1 0 0 0 0,1 1 0 0 0,-1-1 0 0 0,1 0 0 0 0,-1 0 0 0 0,1 0 0 0 0,-1 1-1 0 0,1-1 1 0 0,-1 0 0 0 0,1 0 0 0 0,-1 0 0 0 0,1 0 0 0 0,-1 0 0 0 0,1 0 0 0 0,-1 0 0 0 0,1 0 0 0 0,-1 0 0 0 0,1-1 0 0 0,0 1-1 0 0,3-2 72 0 0,-1 0 0 0 0,0 0-1 0 0,0 0 1 0 0,0-1 0 0 0,0 1-1 0 0,0-1 1 0 0,-1 0 0 0 0,1 1-1 0 0,3-7 1 0 0,24-35-1051 0 0,-22 31 370 0 0,1 1 0 0 0,0-1-1 0 0,1 1 1 0 0,0 1 0 0 0,14-13 0 0 0,18-7-4540 0 0,-31 25 1577 0 0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9:09.0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0 764 2304 0 0,'5'-2'327'0'0,"0"0"0"0"0,0 0-1 0 0,-1 0 1 0 0,1-1-1 0 0,-1 1 1 0 0,0-1-1 0 0,0-1 1 0 0,0 1-1 0 0,0 0 1 0 0,3-5-1 0 0,1 1 191 0 0,2-2-1 0 0,0-1 0 0 0,-1-1-1 0 0,0 1 1 0 0,-1-1-1 0 0,0-1 1 0 0,-1 0 0 0 0,0 0-1 0 0,-1 0 1 0 0,0-1-1 0 0,5-19 1 0 0,-8 25-385 0 0,-1-1 0 0 0,0 0 0 0 0,-1 0 0 0 0,1 0 0 0 0,-1 0 1 0 0,-1 0-1 0 0,0 0 0 0 0,0 0 0 0 0,0 0 0 0 0,-1 0 0 0 0,-1 0 0 0 0,1 1 0 0 0,-1-1 0 0 0,0 0 1 0 0,-1 0-1 0 0,0 1 0 0 0,0 0 0 0 0,-1-1 0 0 0,-5-8 0 0 0,8 14-121 0 0,0 1 0 0 0,0-1 1 0 0,-1 1-1 0 0,1-1 0 0 0,0 1 0 0 0,-1-1 0 0 0,1 1 0 0 0,-1 0 1 0 0,1-1-1 0 0,-1 1 0 0 0,0 0 0 0 0,0 0 0 0 0,1 0 0 0 0,-1 0 0 0 0,0 1 1 0 0,0-1-1 0 0,0 0 0 0 0,0 1 0 0 0,0 0 0 0 0,0-1 0 0 0,0 1 0 0 0,0 0 1 0 0,0 0-1 0 0,0 0 0 0 0,0 0 0 0 0,0 0 0 0 0,0 0 0 0 0,0 1 1 0 0,0-1-1 0 0,0 1 0 0 0,1-1 0 0 0,-1 1 0 0 0,0 0 0 0 0,0 0 0 0 0,0 0 1 0 0,1 0-1 0 0,-1 0 0 0 0,0 0 0 0 0,-2 2 0 0 0,0 1 10 0 0,0-1-1 0 0,1 1 0 0 0,-1 0 1 0 0,1 0-1 0 0,-1 0 0 0 0,1 0 1 0 0,1 1-1 0 0,-1-1 0 0 0,1 1 1 0 0,-1 0-1 0 0,1 0 0 0 0,0 0 1 0 0,1 0-1 0 0,-2 6 0 0 0,2-6-101 0 0,1 0 1 0 0,0-1-1 0 0,0 1 0 0 0,0 0 0 0 0,0 0 0 0 0,1-1 1 0 0,0 1-1 0 0,0 0 0 0 0,0-1 0 0 0,0 1 0 0 0,1-1 0 0 0,0 1 1 0 0,0-1-1 0 0,0 1 0 0 0,0-1 0 0 0,1 0 0 0 0,-1 0 1 0 0,5 4-1 0 0,-2-3-232 0 0,0 0 0 0 0,1 0 0 0 0,0 0 0 0 0,0 0 0 0 0,0-1 1 0 0,1 0-1 0 0,0 0 0 0 0,-1-1 0 0 0,1 0 0 0 0,14 4 0 0 0,-10-4-127 0 0,-1-1-1 0 0,0 0 0 0 0,1 0 0 0 0,0-1 1 0 0,-1-1-1 0 0,1 0 0 0 0,18-2 1 0 0,-22 1 302 0 0,0 0 1 0 0,-1 0 0 0 0,1-1 0 0 0,-1 0-1 0 0,1 0 1 0 0,-1-1 0 0 0,0 0-1 0 0,0 0 1 0 0,0 0 0 0 0,0-1 0 0 0,-1 0-1 0 0,6-5 1 0 0,0-2-308 0 0,-1-1 0 0 0,0 0 1 0 0,0-1-1 0 0,-2 0 0 0 0,1 0 0 0 0,-2-1 0 0 0,8-17 0 0 0,-11 20 427 0 0,0 1-1 0 0,0-1 0 0 0,-1 0 0 0 0,-1 0 1 0 0,0 0-1 0 0,0 0 0 0 0,-1-1 1 0 0,0 1-1 0 0,-1 0 0 0 0,-2-20 1 0 0,1 30 97 0 0,1-1 1 0 0,0 1-1 0 0,0 0 0 0 0,0 0 1 0 0,-1-1-1 0 0,1 1 1 0 0,-1 0-1 0 0,1 0 1 0 0,-1 0-1 0 0,1 0 1 0 0,-1-1-1 0 0,0 1 1 0 0,1 0-1 0 0,-1 0 1 0 0,0 0-1 0 0,0 0 1 0 0,-2-1-1 0 0,3 2 67 0 0,-1 0 0 0 0,1-1-1 0 0,-1 1 1 0 0,1 0 0 0 0,-1 0 0 0 0,0 0 0 0 0,1 0-1 0 0,-1 0 1 0 0,1 0 0 0 0,-1 0 0 0 0,0 0 0 0 0,1 0-1 0 0,-1 0 1 0 0,1 0 0 0 0,-1 0 0 0 0,0 1 0 0 0,1-1 0 0 0,-1 0-1 0 0,1 0 1 0 0,-1 1 0 0 0,1-1 0 0 0,-1 0 0 0 0,1 1-1 0 0,-1-1 1 0 0,1 0 0 0 0,-1 1 0 0 0,-1 1 100 0 0,1-1 1 0 0,0 1 0 0 0,-1-1-1 0 0,1 1 1 0 0,0 0-1 0 0,0 0 1 0 0,0 0-1 0 0,0 0 1 0 0,0-1 0 0 0,0 1-1 0 0,1 0 1 0 0,-1 1-1 0 0,0-1 1 0 0,1 0 0 0 0,0 0-1 0 0,0 0 1 0 0,-1 0-1 0 0,1 0 1 0 0,0 0 0 0 0,1 4-1 0 0,0-4-144 0 0,-1 1 0 0 0,1 0 0 0 0,0-1 0 0 0,0 1 0 0 0,1-1 0 0 0,-1 0 0 0 0,0 1 0 0 0,1-1 0 0 0,-1 0 0 0 0,1 1 0 0 0,0-1 0 0 0,0 0 0 0 0,0 0 0 0 0,0-1 0 0 0,0 1 0 0 0,0 0 0 0 0,0-1 0 0 0,1 1 0 0 0,-1-1 0 0 0,1 0 0 0 0,-1 0 0 0 0,1 0 0 0 0,-1 0 1 0 0,1 0-1 0 0,0 0 0 0 0,-1-1 0 0 0,1 1 0 0 0,0-1 0 0 0,4 0 0 0 0,-4 0-174 0 0,0 0 0 0 0,1 0 0 0 0,-1 0 0 0 0,0-1 0 0 0,0 0 1 0 0,0 1-1 0 0,0-1 0 0 0,0 0 0 0 0,0-1 0 0 0,0 1 1 0 0,0-1-1 0 0,0 1 0 0 0,0-1 0 0 0,0 0 0 0 0,-1 0 0 0 0,4-3 1 0 0,-3 2-113 0 0,-1 1 0 0 0,0-1 1 0 0,0 1-1 0 0,0-1 0 0 0,0 0 1 0 0,0 0-1 0 0,-1 0 1 0 0,1 0-1 0 0,-1 0 0 0 0,0 0 1 0 0,0 0-1 0 0,0 0 0 0 0,0 0 1 0 0,-1-1-1 0 0,1 1 1 0 0,-1 0-1 0 0,0-7 0 0 0,0 3-130 0 0,-1 1-1 0 0,-1 0 0 0 0,1 0 0 0 0,-1 0 1 0 0,0 0-1 0 0,0 0 0 0 0,-1 0 1 0 0,-6-10-1 0 0,-4-3-477 0 0,-1 0-1 0 0,-1 1 1 0 0,-33-31 0 0 0,25 25 1255 0 0,-37-46 0 0 0,27 15 11525 0 0,63 96-10270 0 0,-29-40-1693 0 0,122 169 2994 0 0,-103-146-3034 0 0,0-1 0 0 0,2-1 0 0 0,1-1 0 0 0,45 32 0 0 0,-34-31-297 0 0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9:52.6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63 32 1840 0 0,'-21'-32'15212'0'0,"17"45"-15754"0"0,4-10 950 0 0,-8 78-137 0 0,3 1-1 0 0,7 88 1 0 0,0-1-197 0 0,1 437-453 0 0,-1-468 342 0 0,-12 180 441 0 0,-1 10 120 0 0,12 58 636 0 0,-8-341-354 0 0,0-12-324 0 0,8 12-3195 0 0,0-40 1426 0 0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9:53.1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 2 3681 0 0,'-2'1'291'0'0,"-1"-1"1"0"0,1 1-1 0 0,0 0 1 0 0,0 0-1 0 0,-1 0 1 0 0,1 0-1 0 0,0 0 1 0 0,0 1-1 0 0,-2 1 1 0 0,4 5 2530 0 0,14 1-1094 0 0,40 21 1482 0 0,-49-25-3069 0 0,1-1 1 0 0,0 0-1 0 0,0 0 0 0 0,1 0 1 0 0,-1-1-1 0 0,1 0 0 0 0,0 0 0 0 0,0-1 1 0 0,-1 0-1 0 0,2 0 0 0 0,-1-1 1 0 0,0 0-1 0 0,0 0 0 0 0,0 0 1 0 0,1-1-1 0 0,11-1 0 0 0,-12 0-49 0 0,0-1 1 0 0,0 1-1 0 0,0-1 0 0 0,0 0 0 0 0,0-1 0 0 0,-1 0 1 0 0,1 0-1 0 0,-1 0 0 0 0,0-1 0 0 0,1 0 0 0 0,-2 0 1 0 0,10-8-1 0 0,-11 8-738 0 0,-1 0 1 0 0,0 0 0 0 0,0 0-1 0 0,0-1 1 0 0,0 1-1 0 0,-1-1 1 0 0,3-5-1 0 0,1-5-4849 0 0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9:53.8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58 288 456 0 0,'-57'50'5716'0'0,"69"-61"-3223"0"0,-6 5-2315 0 0,0 1-1 0 0,0-1 1 0 0,-1 0-1 0 0,0 0 1 0 0,5-8-1 0 0,19-36 611 0 0,5-10-310 0 0,69-90-1 0 0,-102 148-415 0 0,0 0 0 0 0,1 0 0 0 0,-1 1 0 0 0,0-1 0 0 0,1 1 1 0 0,-1-1-1 0 0,1 1 0 0 0,0 0 0 0 0,-1-1 0 0 0,1 1 0 0 0,0 0 0 0 0,0 0 0 0 0,0 0 0 0 0,-1 1 0 0 0,1-1 0 0 0,0 0 0 0 0,0 1 0 0 0,3-1 0 0 0,-3 1 19 0 0,0 1 0 0 0,0-1 0 0 0,-1 1-1 0 0,1 0 1 0 0,0 0 0 0 0,0 0 0 0 0,-1 0-1 0 0,1 0 1 0 0,0 0 0 0 0,-1 0-1 0 0,1 0 1 0 0,-1 1 0 0 0,1-1 0 0 0,-1 1-1 0 0,0-1 1 0 0,0 1 0 0 0,0 0 0 0 0,0-1-1 0 0,2 4 1 0 0,14 25 326 0 0,-1 1 1 0 0,-1 1-1 0 0,12 42 0 0 0,19 39 181 0 0,-43-107-698 0 0,0-1 1 0 0,0 1-1 0 0,1-1 1 0 0,-1 0-1 0 0,1 0 1 0 0,0 0-1 0 0,1 0 1 0 0,-1-1-1 0 0,1 0 1 0 0,9 7-1 0 0,-1-3-5383 0 0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9:54.5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7834 0 0,'1'10'252'0'0,"0"-1"-1"0"0,1 1 1 0 0,0-1 0 0 0,0 1 0 0 0,1-1 0 0 0,0 0-1 0 0,0 0 1 0 0,1 0 0 0 0,1 0 0 0 0,-1-1 0 0 0,2 0 0 0 0,6 10-1 0 0,12 12 501 0 0,48 46-1 0 0,-57-60-453 0 0,105 107 99 0 0,-72-67-5762 0 0,-41-48 1930 0 0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9:54.9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9 192 3225 0 0,'-8'-1'7080'0'0,"226"55"-3139"0"0,-209-52-3920 0 0,0-1-1 0 0,0 0 1 0 0,0-1 0 0 0,0 0 0 0 0,0 0 0 0 0,11-3 0 0 0,-15 2 86 0 0,0 0 0 0 0,-1 0 0 0 0,1-1 0 0 0,-1 1 0 0 0,1-1 0 0 0,-1 0 0 0 0,0 0 0 0 0,0-1 0 0 0,0 1 0 0 0,0-1 0 0 0,0 0 0 0 0,0 0 0 0 0,5-6 0 0 0,-8 8-39 0 0,-1-1 0 0 0,1 0 0 0 0,0 1 1 0 0,-1-1-1 0 0,1 0 0 0 0,-1 0 0 0 0,1 0 0 0 0,-1 0 0 0 0,0 1 0 0 0,0-1 1 0 0,0 0-1 0 0,0 0 0 0 0,0 0 0 0 0,0 0 0 0 0,-1 1 0 0 0,1-1 1 0 0,-1 0-1 0 0,1 0 0 0 0,-1 0 0 0 0,0 1 0 0 0,1-1 0 0 0,-3-2 0 0 0,-23-42 561 0 0,21 38-479 0 0,-21-34-75 0 0,-19-29-3838 0 0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9:55.2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1 6913 0 0,'-2'1'187'0'0,"1"1"0"0"0,0 0-1 0 0,-1-1 1 0 0,1 1 0 0 0,0 0-1 0 0,0 0 1 0 0,-1 0 0 0 0,2 0-1 0 0,-1 0 1 0 0,0 0-1 0 0,0 1 1 0 0,1-1 0 0 0,-1 0-1 0 0,0 3 1 0 0,2-3-29 0 0,-1-1 0 0 0,1 1 0 0 0,0-1 0 0 0,-1 0 0 0 0,1 1 0 0 0,0-1 0 0 0,0 0 0 0 0,0 1 0 0 0,0-1 0 0 0,0 0 0 0 0,0 0 0 0 0,0 0 0 0 0,0 0 0 0 0,0 0 0 0 0,1 0 0 0 0,-1 0 0 0 0,0 0 0 0 0,1-1 0 0 0,-1 1 0 0 0,1 0 0 0 0,-1-1 0 0 0,3 1 0 0 0,47 23 2207 0 0,81 51 0 0 0,-20 6-4292 0 0,-90-66-3319 0 0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9:55.6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2 6449 0 0,'-9'-1'8125'0'0,"132"94"-5301"0"0,-19-17-2550 0 0,-37-26-150 0 0,4 3-1066 0 0,-30-13-3791 0 0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9:55.9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44 242 3225 0 0,'-25'-57'-2387'0'0,"21"43"3015"0"0,0 1 1 0 0,-4-23-1 0 0,7 29-110 0 0,0 1 1 0 0,1-1 0 0 0,-1 0-1 0 0,1 1 1 0 0,1-1 0 0 0,-1 1-1 0 0,1-1 1 0 0,1 0 0 0 0,-1 1-1 0 0,1 0 1 0 0,0-1 0 0 0,0 1-1 0 0,1 0 1 0 0,0 0 0 0 0,0 0-1 0 0,0 0 1 0 0,4-5 0 0 0,-6 11-516 0 0,-1 0 1 0 0,0 0 0 0 0,0 0 0 0 0,0 0-1 0 0,0-1 1 0 0,0 1 0 0 0,0 0 0 0 0,0 0 0 0 0,1 0-1 0 0,-1 0 1 0 0,0 0 0 0 0,0 0 0 0 0,0 0-1 0 0,0 0 1 0 0,0 0 0 0 0,1 0 0 0 0,-1 0 0 0 0,0-1-1 0 0,0 1 1 0 0,0 0 0 0 0,0 0 0 0 0,1 0-1 0 0,-1 0 1 0 0,0 0 0 0 0,0 0 0 0 0,0 0 0 0 0,0 1-1 0 0,0-1 1 0 0,1 0 0 0 0,-1 0 0 0 0,0 0-1 0 0,0 0 1 0 0,0 0 0 0 0,0 0 0 0 0,0 0-1 0 0,1 0 1 0 0,-1 0 0 0 0,0 0 0 0 0,0 0 0 0 0,0 0-1 0 0,0 1 1 0 0,0-1 0 0 0,0 0 0 0 0,1 0-1 0 0,-1 0 1 0 0,0 0 0 0 0,6 12 193 0 0,2 14 57 0 0,-8-24-250 0 0,5 22 79 0 0,-1 1 1 0 0,1 40 0 0 0,-4-43 29 0 0,0 1 0 0 0,2-1 1 0 0,8 36-1 0 0,-10-57-15 0 0,-1 0 1 0 0,0 0-1 0 0,0 0 0 0 0,1 0 1 0 0,-1 0-1 0 0,1 0 0 0 0,-1 0 0 0 0,1 0 1 0 0,-1 0-1 0 0,1 0 0 0 0,0 0 1 0 0,-1 0-1 0 0,1 0 0 0 0,0 0 1 0 0,0 0-1 0 0,0-1 0 0 0,0 1 1 0 0,-1 0-1 0 0,1-1 0 0 0,0 1 1 0 0,0 0-1 0 0,0-1 0 0 0,0 0 1 0 0,1 1-1 0 0,1 0 0 0 0,-1-1-15 0 0,0 0-1 0 0,0-1 0 0 0,0 1 0 0 0,0 0 1 0 0,-1-1-1 0 0,1 1 0 0 0,0-1 0 0 0,0 0 1 0 0,0 1-1 0 0,0-1 0 0 0,-1 0 0 0 0,1 0 0 0 0,2-2 1 0 0,7-5 75 0 0,-1-1 0 0 0,-1 1 0 0 0,13-17 1 0 0,-19 22-79 0 0,75-93-1290 0 0,-61 75 79 0 0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9:56.6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171 288 6913 0 0,'-24'-7'-34'0'0,"21"5"240"0"0,-1 1-1 0 0,0-1 0 0 0,0 1 0 0 0,0 0 0 0 0,0 1 0 0 0,0-1 1 0 0,0 1-1 0 0,-4-1 0 0 0,6 2-91 0 0,0-1-1 0 0,0 1 1 0 0,0 0 0 0 0,0-1 0 0 0,0 1-1 0 0,0 0 1 0 0,0 0 0 0 0,0 1 0 0 0,0-1-1 0 0,1 0 1 0 0,-1 0 0 0 0,1 1 0 0 0,-1-1-1 0 0,1 1 1 0 0,-1-1 0 0 0,1 1-1 0 0,0 0 1 0 0,0 0 0 0 0,0-1 0 0 0,-1 3-1 0 0,-1 2 9 0 0,1 0 0 0 0,-1 0 0 0 0,2 0 0 0 0,-1 0 0 0 0,1 0 0 0 0,0 0 0 0 0,0 0 0 0 0,0 0 0 0 0,1 1 0 0 0,0-1 0 0 0,0 0-1 0 0,1 0 1 0 0,0 0 0 0 0,0 1 0 0 0,0-1 0 0 0,1 0 0 0 0,4 10 0 0 0,-4-10-37 0 0,0 0 1 0 0,1 0-1 0 0,0 0 1 0 0,0 0-1 0 0,1 0 1 0 0,-1 0-1 0 0,1-1 1 0 0,1 0-1 0 0,-1 0 1 0 0,1 0-1 0 0,-1 0 1 0 0,2-1-1 0 0,-1 0 0 0 0,0 0 1 0 0,1 0-1 0 0,8 4 1 0 0,-13-7-82 0 0,1-1 1 0 0,0 1-1 0 0,-1 0 1 0 0,1-1 0 0 0,0 1-1 0 0,-1-1 1 0 0,1 0-1 0 0,0 0 1 0 0,0 0-1 0 0,0 1 1 0 0,-1-2-1 0 0,1 1 1 0 0,0 0 0 0 0,0 0-1 0 0,-1 0 1 0 0,1-1-1 0 0,0 1 1 0 0,-1-1-1 0 0,1 0 1 0 0,0 1-1 0 0,-1-1 1 0 0,3-2-1 0 0,-1 1-41 0 0,-1 0-1 0 0,0 0 1 0 0,0 0-1 0 0,0-1 1 0 0,-1 1-1 0 0,1-1 1 0 0,0 1-1 0 0,-1-1 0 0 0,0 0 1 0 0,1 0-1 0 0,-1 0 1 0 0,0-3-1 0 0,2-4-153 0 0,-1 0 1 0 0,0-1-1 0 0,-1 1 0 0 0,-1-1 0 0 0,1 1 1 0 0,-3-17-1 0 0,-1 12-21 0 0,0 1 0 0 0,-1 1 0 0 0,0-1 0 0 0,-1 0 0 0 0,-12-22 0 0 0,-43-63 334 0 0,13 25 636 0 0,38 59-561 0 0,3 2 127 0 0,-1 0 1 0 0,-1 1 0 0 0,0 0-1 0 0,0 1 1 0 0,-21-16 2234 0 0,29 27-2521 0 0,4 14 967 0 0,10 14-321 0 0,-2-12-524 0 0,2 0 0 0 0,-1-1 0 0 0,2-1-1 0 0,31 25 1 0 0,74 36-376 0 0,-85-54-2526 0 0,47 39 0 0 0,-63-45 1129 0 0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9:57.0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 1 5529 0 0,'-5'3'184'0'0,"1"1"-1"0"0,-1 0 1 0 0,1 0 0 0 0,0 0-1 0 0,0 0 1 0 0,0 1-1 0 0,1 0 1 0 0,-1 0-1 0 0,1 0 1 0 0,0 0 0 0 0,1 0-1 0 0,-1 1 1 0 0,1-1-1 0 0,0 1 1 0 0,1-1-1 0 0,-1 1 1 0 0,1 0 0 0 0,0 0-1 0 0,1 0 1 0 0,-1 0-1 0 0,1 8 1 0 0,0-5-21 0 0,1 1-1 0 0,0 0 1 0 0,0-1-1 0 0,0 1 1 0 0,2 0-1 0 0,-1-1 1 0 0,1 0-1 0 0,0 0 1 0 0,1 0 0 0 0,0 0-1 0 0,0 0 1 0 0,9 11-1 0 0,-12-18-49 0 0,1 1 0 0 0,0-1-1 0 0,1 0 1 0 0,-1 1 0 0 0,0-1 0 0 0,1 0-1 0 0,-1 0 1 0 0,1 0 0 0 0,-1-1 0 0 0,1 1-1 0 0,0-1 1 0 0,0 1 0 0 0,0-1 0 0 0,0 0-1 0 0,0 0 1 0 0,0 0 0 0 0,0-1 0 0 0,0 1-1 0 0,6-1 1 0 0,-4 0 56 0 0,0 0 0 0 0,0-1 0 0 0,0 0 1 0 0,0 0-1 0 0,0-1 0 0 0,0 1 0 0 0,0-1 0 0 0,0 0 0 0 0,-1-1 1 0 0,1 1-1 0 0,4-4 0 0 0,2-1 97 0 0,-1-1 1 0 0,0 0-1 0 0,-1-1 1 0 0,0 0-1 0 0,0-1 1 0 0,-1 0-1 0 0,0 0 1 0 0,0 0-1 0 0,5-13 1 0 0,18-51-2384 0 0,-24 62 1318 0 0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9:58.3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10 3225 0 0,'-6'-10'9482'0'0,"12"47"-8951"0"0,0 1 0 0 0,-3 0 1 0 0,-1 0-1 0 0,-3 41 1 0 0,0-32-656 0 0,2 0 1 0 0,9 62 0 0 0,-6-82-498 0 0,5 22-4053 0 0,-4-32 488 0 0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9:58.7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27 2761 0 0,'-6'-27'7603'0'0,"13"35"-6311"0"0,9 14-321 0 0,31 35 1 0 0,-19-25-503 0 0,-27-31-453 0 0,-1 0-1 0 0,1 0 1 0 0,0 0-1 0 0,0 0 0 0 0,0 0 1 0 0,0 0-1 0 0,-1 0 1 0 0,1 0-1 0 0,0-1 0 0 0,0 1 1 0 0,0 0-1 0 0,1-1 1 0 0,-1 1-1 0 0,0-1 1 0 0,0 1-1 0 0,0-1 0 0 0,0 1 1 0 0,0-1-1 0 0,1 0 1 0 0,-1 0-1 0 0,0 0 0 0 0,2 1 1 0 0,-2-2-7 0 0,0 1 0 0 0,0-1 1 0 0,0 1-1 0 0,0-1 0 0 0,0 1 1 0 0,0-1-1 0 0,0 0 0 0 0,-1 0 0 0 0,1 1 1 0 0,0-1-1 0 0,0 0 0 0 0,0 0 1 0 0,-1 0-1 0 0,1 0 0 0 0,0 0 0 0 0,-1 0 1 0 0,1 0-1 0 0,-1 0 0 0 0,1-1 0 0 0,3-9-146 0 0,-1 0-1 0 0,0 0 0 0 0,3-21 0 0 0,-4 20-307 0 0,1-5-2873 0 0,0-1-1111 0 0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19:59.3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1 251 3225 0 0,'44'-112'3336'0'0,"-37"92"-3052"0"0,-3 7 42 0 0,1 0-1 0 0,0 1 0 0 0,1-1 0 0 0,0 1 0 0 0,1 0 1 0 0,15-20-1 0 0,-21 31-225 0 0,0 0 1 0 0,0 0 0 0 0,0 0-1 0 0,0 1 1 0 0,0-1-1 0 0,0 0 1 0 0,0 0-1 0 0,0 1 1 0 0,0-1-1 0 0,0 1 1 0 0,1-1-1 0 0,-1 1 1 0 0,0-1-1 0 0,0 1 1 0 0,1 0-1 0 0,-1-1 1 0 0,0 1-1 0 0,0 0 1 0 0,1 0-1 0 0,-1 0 1 0 0,0 0-1 0 0,1 0 1 0 0,-1 0-1 0 0,0 1 1 0 0,0-1-1 0 0,1 0 1 0 0,-1 1-1 0 0,0-1 1 0 0,0 0 0 0 0,1 1-1 0 0,-1 0 1 0 0,0-1-1 0 0,0 1 1 0 0,0 0-1 0 0,0-1 1 0 0,0 1-1 0 0,0 0 1 0 0,0 0-1 0 0,0 0 1 0 0,0 0-1 0 0,-1 0 1 0 0,1 0-1 0 0,1 2 1 0 0,5 7-95 0 0,-1 0 0 0 0,-1 0 1 0 0,1 1-1 0 0,3 11 1 0 0,-2-6-328 0 0,2 2-818 0 0,1 4-3256 0 0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0:00.2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111 96 1376 0 0,'-4'2'29'0'0,"1"-1"-1"0"0,0 0 0 0 0,0 0 0 0 0,-1 0 1 0 0,1 0-1 0 0,0-1 0 0 0,-1 0 0 0 0,1 1 1 0 0,-1-1-1 0 0,1 0 0 0 0,-1 0 1 0 0,1-1-1 0 0,0 1 0 0 0,-5-2 0 0 0,5 0 117 0 0,1 1 0 0 0,-1-1-1 0 0,1 0 1 0 0,0 0-1 0 0,0 0 1 0 0,0 0 0 0 0,0-1-1 0 0,0 1 1 0 0,0-1 0 0 0,1 1-1 0 0,-1-1 1 0 0,1 1-1 0 0,0-1 1 0 0,0 0 0 0 0,0 0-1 0 0,0 1 1 0 0,0-1-1 0 0,0 0 1 0 0,1 0 0 0 0,-1-5-1 0 0,1 5 119 0 0,0 0 0 0 0,-1 0 0 0 0,1 0 0 0 0,-1 0 0 0 0,0 0 0 0 0,0 1 0 0 0,0-1 0 0 0,-16-19 8874 0 0,27 46-7972 0 0,1 2-1015 0 0,-3-9-87 0 0,1-1 0 0 0,0 0 0 0 0,2 0-1 0 0,0-1 1 0 0,0 0 0 0 0,1-1 0 0 0,1 0 0 0 0,15 12 0 0 0,-19-18-789 0 0,0 0 1 0 0,-1 1 0 0 0,1 0-1 0 0,-2 0 1 0 0,1 1 0 0 0,7 14-1 0 0,-10-15-553 0 0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0:00.6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28 367 2761 0 0,'-6'-4'-388'0'0,"4"3"953"0"0,0-1 0 0 0,0 1 0 0 0,0 0 0 0 0,0-1 0 0 0,0 0 0 0 0,0 1 0 0 0,0-1 0 0 0,0 0 0 0 0,-1-2 0 0 0,3 3-426 0 0,0 0-1 0 0,0 0 1 0 0,0 0 0 0 0,0 1 0 0 0,0-1 0 0 0,0 0 0 0 0,0 0 0 0 0,0 0-1 0 0,1 1 1 0 0,-1-1 0 0 0,0 0 0 0 0,0 0 0 0 0,1 1 0 0 0,-1-1 0 0 0,1 0-1 0 0,-1 1 1 0 0,1-1 0 0 0,-1 0 0 0 0,1 1 0 0 0,-1-1 0 0 0,1 1 0 0 0,-1-1-1 0 0,1 0 1 0 0,0 1 0 0 0,-1 0 0 0 0,1-1 0 0 0,0 1 0 0 0,0-1 0 0 0,-1 1-1 0 0,1 0 1 0 0,0 0 0 0 0,0-1 0 0 0,-1 1 0 0 0,2 0 0 0 0,4-3 48 0 0,0 1 0 0 0,0 0 0 0 0,0 0 0 0 0,0 1 0 0 0,0 0 0 0 0,0 0 0 0 0,0 0 0 0 0,0 1 0 0 0,0-1 0 0 0,7 2 0 0 0,63 11 590 0 0,-60-8-704 0 0,0-1 0 0 0,1 0 0 0 0,27-1 0 0 0,-39-2-19 0 0,0 0-1 0 0,0-1 1 0 0,0 0-1 0 0,0 0 1 0 0,0 0-1 0 0,0 0 1 0 0,0-1 0 0 0,0 0-1 0 0,0 0 1 0 0,-1-1-1 0 0,1 1 1 0 0,-1-1 0 0 0,1 0-1 0 0,-1 0 1 0 0,7-7-1 0 0,-9 8 26 0 0,1-1-1 0 0,-1 1 1 0 0,0-1 0 0 0,0 1-1 0 0,-1-1 1 0 0,1 0-1 0 0,-1 0 1 0 0,1 1 0 0 0,-1-1-1 0 0,0 0 1 0 0,0 0-1 0 0,0-1 1 0 0,0 1 0 0 0,-1 0-1 0 0,1 0 1 0 0,-1 0-1 0 0,0 0 1 0 0,1-1 0 0 0,-2 1-1 0 0,1 0 1 0 0,0 0-1 0 0,-1 0 1 0 0,1-1 0 0 0,-1 1-1 0 0,-1-3 1 0 0,-3-7 3 0 0,-1 1 1 0 0,-1-1-1 0 0,1 1 1 0 0,-15-19-1 0 0,-3-4 9 0 0,4 2-308 0 0,-7-9-832 0 0,14 13-4827 0 0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0:00.9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6449 0 0,'0'0'586'0'0,"4"22"1224"0"0,-1-14-1489 0 0,1 1 0 0 0,0-1 0 0 0,0 0 0 0 0,0 0 1 0 0,1-1-1 0 0,1 1 0 0 0,-1-1 0 0 0,1 0 1 0 0,12 10-1 0 0,5 4-276 0 0,38 27 0 0 0,-34-30-311 0 0,-7-8-2893 0 0,-4-2-594 0 0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0:01.3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24 166 3225 0 0,'-1'1'-15'0'0,"1"-1"0"0"0,-1 0 0 0 0,1 0 1 0 0,-1 1-1 0 0,1-1 0 0 0,-1 0 0 0 0,1 0 1 0 0,-1 0-1 0 0,0 1 0 0 0,1-1 0 0 0,-1 0 1 0 0,1 0-1 0 0,-1 0 0 0 0,0 0 0 0 0,1 0 1 0 0,-1 0-1 0 0,1 0 0 0 0,-1-1 0 0 0,0 1 1 0 0,1 0-1 0 0,-1 0 0 0 0,1 0 0 0 0,-1-1 1 0 0,1 1-1 0 0,-1 0 0 0 0,1 0 0 0 0,-1-1 1 0 0,1 1-1 0 0,-1 0 0 0 0,1-1 0 0 0,-1 1 1 0 0,1-1-1 0 0,-1 1 0 0 0,1-1 0 0 0,0 1 1 0 0,-1-1-1 0 0,0-1 130 0 0,1 0 0 0 0,-1-1 0 0 0,1 1 0 0 0,-1 0 0 0 0,1 0 0 0 0,0-1 0 0 0,0 1 0 0 0,0 0 0 0 0,0 0 0 0 0,0-3 0 0 0,14-52 2840 0 0,-10 42-2115 0 0,-3 10-615 0 0,0 1-1 0 0,1-1 0 0 0,-1 1 1 0 0,1-1-1 0 0,-1 1 0 0 0,1 0 0 0 0,1-1 1 0 0,-1 1-1 0 0,1 0 0 0 0,-1 1 1 0 0,1-1-1 0 0,0 0 0 0 0,5-3 1 0 0,-8 7-212 0 0,1 0 0 0 0,0 0 1 0 0,0 1-1 0 0,-1-1 1 0 0,1 0-1 0 0,0 1 0 0 0,0-1 1 0 0,-1 1-1 0 0,1-1 1 0 0,0 1-1 0 0,-1-1 0 0 0,1 1 1 0 0,-1 0-1 0 0,1-1 1 0 0,-1 1-1 0 0,1-1 0 0 0,-1 1 1 0 0,1 0-1 0 0,-1 0 1 0 0,0-1-1 0 0,1 1 0 0 0,-1 0 1 0 0,0 0-1 0 0,0-1 0 0 0,0 1 1 0 0,1 0-1 0 0,-1 0 1 0 0,0 0-1 0 0,0 1 0 0 0,6 28-206 0 0,-3 26-343 0 0,1 11 1091 0 0,-3-62-310 0 0,0 0-1 0 0,0 0 0 0 0,0-1 0 0 0,0 1 0 0 0,1-1 1 0 0,0 1-1 0 0,0-1 0 0 0,0 1 0 0 0,1-1 0 0 0,5 7 1 0 0,-7-10-211 0 0,0 0 0 0 0,0 0 0 0 0,0 0 0 0 0,1 0 0 0 0,-1 0 0 0 0,0 0 0 0 0,0-1 0 0 0,1 1 0 0 0,-1 0 0 0 0,1-1 0 0 0,-1 1 0 0 0,1-1 0 0 0,-1 1 0 0 0,1-1 1 0 0,-1 0-1 0 0,1 0 0 0 0,-1 0 0 0 0,1 0 0 0 0,-1 0 0 0 0,1 0 0 0 0,-1 0 0 0 0,1 0 0 0 0,-1-1 0 0 0,1 1 0 0 0,-1 0 0 0 0,1-1 0 0 0,-1 1 0 0 0,1-1 0 0 0,-1 0 1 0 0,0 0-1 0 0,1 1 0 0 0,-1-1 0 0 0,0 0 0 0 0,0 0 0 0 0,1 0 0 0 0,-1 0 0 0 0,2-3 0 0 0,7-5-5 0 0,-1-1 0 0 0,0-1 1 0 0,11-15-1 0 0,-9 11-89 0 0,25-22-2450 0 0,-24 27-2131 0 0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0:02.1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6913 0 0,'0'0'118'0'0,"1"-1"-1"0"0,-1 1 0 0 0,1 0 0 0 0,-1 0 0 0 0,1 0 0 0 0,-1 0 0 0 0,1 0 0 0 0,-1 0 1 0 0,1 0-1 0 0,-1 0 0 0 0,1 0 0 0 0,-1 0 0 0 0,1 1 0 0 0,-1-1 0 0 0,0 0 0 0 0,1 0 1 0 0,-1 0-1 0 0,1 1 0 0 0,-1-1 0 0 0,1 0 0 0 0,-1 0 0 0 0,0 1 0 0 0,1-1 0 0 0,-1 0 0 0 0,0 1 1 0 0,1-1-1 0 0,-1 0 0 0 0,0 1 0 0 0,1-1 0 0 0,-1 1 0 0 0,1 0 0 0 0,14 12 1561 0 0,52 68 1244 0 0,-6-7-2734 0 0,2-11-3178 0 0,-46-46-1619 0 0</inkml:trace>
</inkml:ink>
</file>

<file path=ppt/ink/ink2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0:02.8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69 23 6913 0 0,'-4'3'6'0'0,"0"1"0"0"0,0 0 0 0 0,1-1 0 0 0,0 1 0 0 0,0 1 0 0 0,0-1 0 0 0,0 0 0 0 0,1 1 0 0 0,-3 6 0 0 0,-3 3 457 0 0,4-6-233 0 0,0 0 0 0 0,0 0 0 0 0,1 0-1 0 0,0 0 1 0 0,1 1 0 0 0,0 0 0 0 0,0-1 0 0 0,1 1-1 0 0,0 0 1 0 0,0 12 0 0 0,1-18-171 0 0,0 1 0 0 0,0-1 1 0 0,1 1-1 0 0,-1-1 0 0 0,1 1 0 0 0,0-1 0 0 0,0 1 1 0 0,0-1-1 0 0,0 1 0 0 0,0-1 0 0 0,1 0 0 0 0,-1 1 1 0 0,1-1-1 0 0,0 0 0 0 0,0 0 0 0 0,0-1 1 0 0,1 1-1 0 0,-1 0 0 0 0,1-1 0 0 0,-1 1 0 0 0,1-1 1 0 0,0 0-1 0 0,0 0 0 0 0,0 0 0 0 0,0 0 1 0 0,0 0-1 0 0,1-1 0 0 0,3 2 0 0 0,-6-3-77 0 0,0 1 1 0 0,1-1-1 0 0,-1 1 0 0 0,1-1 0 0 0,-1 0 0 0 0,0 0 0 0 0,1 0 1 0 0,-1 0-1 0 0,1 0 0 0 0,-1 0 0 0 0,1 0 0 0 0,-1 0 0 0 0,0 0 1 0 0,1-1-1 0 0,-1 1 0 0 0,0-1 0 0 0,1 1 0 0 0,-1-1 1 0 0,0 1-1 0 0,1-1 0 0 0,-1 0 0 0 0,0 0 0 0 0,0 0 0 0 0,1 0 1 0 0,0-2-78 0 0,0 1 0 0 0,0-1 1 0 0,0 1-1 0 0,-1-1 0 0 0,1 1 1 0 0,-1-1-1 0 0,0 0 0 0 0,0 0 0 0 0,0 0 1 0 0,1-5-1 0 0,0-5-159 0 0,0 1 0 0 0,-1-1 0 0 0,-1 0-1 0 0,-1-16 1 0 0,-12-29-31 0 0,10 49 489 0 0,1 0 0 0 0,-1 0 0 0 0,2 0-1 0 0,-1 0 1 0 0,1 0 0 0 0,1-1 0 0 0,0-9 0 0 0,0 19-139 0 0,0-1 1 0 0,0 1-1 0 0,0-1 0 0 0,0 1 1 0 0,0 0-1 0 0,0-1 0 0 0,0 1 1 0 0,1-1-1 0 0,-1 1 0 0 0,0 0 1 0 0,0-1-1 0 0,0 1 1 0 0,1 0-1 0 0,-1-1 0 0 0,0 1 1 0 0,0 0-1 0 0,1-1 0 0 0,-1 1 1 0 0,0 0-1 0 0,1 0 0 0 0,-1-1 1 0 0,0 1-1 0 0,1 0 1 0 0,-1 0-1 0 0,1 0 0 0 0,-1-1 1 0 0,0 1-1 0 0,1 0 0 0 0,-1 0 1 0 0,0 0-1 0 0,1 0 0 0 0,-1 0 1 0 0,1 0-1 0 0,-1 0 1 0 0,1 0-1 0 0,20 6 969 0 0,16 17-332 0 0,-37-22-658 0 0,51 31 65 0 0,-15-14-4829 0 0,-20-11 506 0 0</inkml:trace>
</inkml:ink>
</file>

<file path=ppt/ink/ink2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0:03.4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117 54 3225 0 0,'-5'-6'852'0'0,"-27"-24"2518"0"0,30 28-3014 0 0,0 0 0 0 0,0 1 0 0 0,-1-1 0 0 0,1 0 0 0 0,0 1 0 0 0,-1 0 0 0 0,1-1 0 0 0,-1 1 0 0 0,1 0 0 0 0,-1 0 0 0 0,-5-1 0 0 0,6 3-247 0 0,0-1 0 0 0,0 1 1 0 0,0-1-1 0 0,0 1 1 0 0,0 0-1 0 0,1 0 1 0 0,-1 0-1 0 0,0 0 1 0 0,0 0-1 0 0,1 0 0 0 0,-1 0 1 0 0,0 1-1 0 0,1-1 1 0 0,-1 0-1 0 0,1 1 1 0 0,0-1-1 0 0,-1 1 1 0 0,1 0-1 0 0,0-1 1 0 0,0 1-1 0 0,0 0 0 0 0,0 0 1 0 0,1 0-1 0 0,-1 0 1 0 0,0 0-1 0 0,1 0 1 0 0,-1 0-1 0 0,1 3 1 0 0,-3 6 11 0 0,2-1 0 0 0,-1 0 0 0 0,1 0 0 0 0,1 13 0 0 0,1-12-67 0 0,0-1 0 0 0,0 1-1 0 0,1-1 1 0 0,0 0 0 0 0,1 0 0 0 0,0 0 0 0 0,1 0 0 0 0,0-1 0 0 0,0 1-1 0 0,6 8 1 0 0,-8-15-33 0 0,0 0 1 0 0,0-1-1 0 0,0 1 0 0 0,0 0 0 0 0,0-1 0 0 0,1 0 0 0 0,-1 0 0 0 0,1 0 1 0 0,0 0-1 0 0,-1 0 0 0 0,1 0 0 0 0,0 0 0 0 0,0-1 0 0 0,0 0 0 0 0,0 1 1 0 0,0-1-1 0 0,1 0 0 0 0,-1-1 0 0 0,0 1 0 0 0,0-1 0 0 0,1 1 0 0 0,-1-1 1 0 0,0 0-1 0 0,1 0 0 0 0,-1 0 0 0 0,0-1 0 0 0,1 1 0 0 0,-1-1 0 0 0,0 0 1 0 0,0 0-1 0 0,1 0 0 0 0,-1 0 0 0 0,0 0 0 0 0,4-3 0 0 0,1-1-37 0 0,0 0-1 0 0,-1 0 0 0 0,0-1 1 0 0,0 1-1 0 0,0-2 0 0 0,0 1 1 0 0,-1-1-1 0 0,0 0 0 0 0,6-10 0 0 0,40-72-3211 0 0,-36 58-1757 0 0</inkml:trace>
</inkml:ink>
</file>

<file path=ppt/ink/ink2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0:07.3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 4 3225 0 0,'-10'-3'7896'0'0,"4"34"-7239"0"0,2-1 1 0 0,2 1-1 0 0,1 56 0 0 0,2-49-508 0 0,7 184 547 0 0,-2 77-8 0 0,-15-154-673 0 0,2-57 41 0 0,3 0 1 0 0,15 155-1 0 0,-10-235-104 0 0,0-1-4 0 0,-1 1 0 0 0,1-1 0 0 0,1 0 0 0 0,-1 0 0 0 0,1 0 0 0 0,1 0 0 0 0,-1 0 0 0 0,1-1 0 0 0,7 13 0 0 0,-10-19-29 0 0,1 0 0 0 0,-1 0 0 0 0,1 0 0 0 0,-1 0 0 0 0,1 1 0 0 0,-1-1 0 0 0,1 0 0 0 0,-1 0 0 0 0,0 0 0 0 0,1 0 0 0 0,-1 0 0 0 0,1 0 0 0 0,-1 0-1 0 0,1 0 1 0 0,-1 0 0 0 0,1-1 0 0 0,-1 1 0 0 0,1 0 0 0 0,-1 0 0 0 0,1 0 0 0 0,-1 0 0 0 0,0-1 0 0 0,1 1 0 0 0,-1 0 0 0 0,1 0 0 0 0,-1-1 0 0 0,0 1 0 0 0,1 0 0 0 0,-1-1 0 0 0,0 1 0 0 0,1 0 0 0 0,-1-1 0 0 0,0 1-1 0 0,0-1 1 0 0,1 1 0 0 0,-1 0 0 0 0,0-1 0 0 0,0 1 0 0 0,0-1 0 0 0</inkml:trace>
</inkml:ink>
</file>

<file path=ppt/ink/ink2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0:07.6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 1 3225 0 0,'-1'1'169'0'0,"-1"0"1"0"0,0 0-1 0 0,1 1 1 0 0,-1-1 0 0 0,1 1-1 0 0,0-1 1 0 0,-1 1-1 0 0,1-1 1 0 0,0 1-1 0 0,0 0 1 0 0,0 0 0 0 0,0 0-1 0 0,0-1 1 0 0,0 1-1 0 0,1 0 1 0 0,-1 0-1 0 0,0 0 1 0 0,1 0 0 0 0,0 0-1 0 0,-1 0 1 0 0,1 0-1 0 0,0 0 1 0 0,0 1-1 0 0,0-1 1 0 0,1 0-1 0 0,-1 0 1 0 0,1 3 0 0 0,0-2 179 0 0,0-1 1 0 0,1 1 0 0 0,-1 0-1 0 0,1 0 1 0 0,-1 0 0 0 0,1-1-1 0 0,0 1 1 0 0,0-1 0 0 0,0 1 0 0 0,1-1-1 0 0,-1 0 1 0 0,1 0 0 0 0,-1 0-1 0 0,1 0 1 0 0,-1-1 0 0 0,1 1-1 0 0,3 1 1 0 0,-1 0-117 0 0,1-1-1 0 0,-1 0 1 0 0,0 0 0 0 0,1-1 0 0 0,0 0-1 0 0,-1 1 1 0 0,1-2 0 0 0,0 1-1 0 0,9-1 1 0 0,-11 0-700 0 0,-1-1 1 0 0,1 1-1 0 0,-1-1 0 0 0,0 0 1 0 0,1 0-1 0 0,-1 0 1 0 0,0-1-1 0 0,0 1 0 0 0,1-1 1 0 0,4-3-1 0 0,5-5-4457 0 0</inkml:trace>
</inkml:ink>
</file>

<file path=ppt/ink/ink2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0:08.1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1 218 2761 0 0,'1'-12'598'0'0,"0"0"1"0"0,1 0-1 0 0,0 0 0 0 0,1 0 1 0 0,1 1-1 0 0,0-1 1 0 0,8-17-1 0 0,3 0 1323 0 0,28-43 0 0 0,-42 72-1887 0 0,-1 0-1 0 0,0-1 0 0 0,0 1 0 0 0,0 0 1 0 0,1-1-1 0 0,-1 1 0 0 0,0 0 1 0 0,0-1-1 0 0,1 1 0 0 0,-1 0 0 0 0,0 0 1 0 0,1 0-1 0 0,-1-1 0 0 0,0 1 0 0 0,1 0 1 0 0,-1 0-1 0 0,1 0 0 0 0,-1-1 0 0 0,0 1 1 0 0,1 0-1 0 0,-1 0 0 0 0,0 0 1 0 0,1 0-1 0 0,-1 0 0 0 0,1 0 0 0 0,-1 0 1 0 0,0 0-1 0 0,1 0 0 0 0,-1 0 0 0 0,1 0 1 0 0,-1 0-1 0 0,1 1 0 0 0,12 10 779 0 0,10 29 261 0 0,-19-30-795 0 0,9 13 64 0 0,-7-9-261 0 0,2 0 1 0 0,0-1-1 0 0,0 0 0 0 0,1 0 0 0 0,1-1 1 0 0,11 12-1 0 0</inkml:trace>
</inkml:ink>
</file>

<file path=ppt/ink/ink2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0:10.1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5529 0 0,'7'2'1375'0'0,"-1"-1"0"0"0,0 1 0 0 0,0 0 0 0 0,0 0 0 0 0,0 1 0 0 0,9 4-1 0 0,58 34 49 0 0,-10-6-285 0 0,-28-16-734 0 0,0 1-1 0 0,44 36 0 0 0,13 19-5401 0 0</inkml:trace>
</inkml:ink>
</file>

<file path=ppt/ink/ink2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0:10.7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23 4145 0 0,'-1'0'58'0'0,"1"0"0"0"0,-1 0 1 0 0,0 0-1 0 0,0 0 0 0 0,0 0 0 0 0,0 0 1 0 0,1 1-1 0 0,-1-1 0 0 0,0 0 0 0 0,0 1 1 0 0,0-1-1 0 0,1 0 0 0 0,-1 1 1 0 0,0-1-1 0 0,1 1 0 0 0,-1-1 0 0 0,0 1 1 0 0,1-1-1 0 0,-1 1 0 0 0,0-1 0 0 0,1 1 1 0 0,-1 0-1 0 0,1-1 0 0 0,-1 1 0 0 0,1 0 1 0 0,0 0-1 0 0,-1-1 0 0 0,1 1 0 0 0,0 0 1 0 0,-1 0-1 0 0,1 0 0 0 0,0-1 0 0 0,0 1 1 0 0,0 0-1 0 0,0 0 0 0 0,0 0 1 0 0,0 0-1 0 0,0-1 0 0 0,0 1 0 0 0,0 1 1 0 0,9 46-2891 0 0,-2-13 3874 0 0,0-55 5018 0 0,28-43-3277 0 0,-32 59-2600 0 0,-1 1 0 0 0,1-1 1 0 0,-1 1-1 0 0,1 0 0 0 0,0 0 1 0 0,1 0-1 0 0,-1 0 0 0 0,0 0 1 0 0,1 0-1 0 0,0 1 0 0 0,-1 0 0 0 0,1 0 1 0 0,0 0-1 0 0,6-2 0 0 0,-6 3-124 0 0,0 1 0 0 0,0-1-1 0 0,0 1 1 0 0,0 0 0 0 0,-1 0 0 0 0,1 1-1 0 0,0-1 1 0 0,0 1 0 0 0,0 0-1 0 0,0 0 1 0 0,0 0 0 0 0,-1 1 0 0 0,1-1-1 0 0,-1 1 1 0 0,1 0 0 0 0,4 3-1 0 0,5 3-81 0 0,0 1-1 0 0,0 0 0 0 0,-1 1 0 0 0,0 0 1 0 0,-1 1-1 0 0,0 0 0 0 0,-1 1 1 0 0,0 0-1 0 0,-1 1 0 0 0,0 0 0 0 0,-1 1 1 0 0,0-1-1 0 0,-1 1 0 0 0,-1 1 1 0 0,-1-1-1 0 0,0 1 0 0 0,0 0 0 0 0,2 17 1 0 0,-7-31-12 0 0,0 0 0 0 0,0 1 1 0 0,0-1-1 0 0,0 0 1 0 0,1 1-1 0 0,-1-1 0 0 0,1 0 1 0 0,-1 0-1 0 0,1 1 0 0 0,-1-1 1 0 0,1 0-1 0 0,0 0 1 0 0,-1 0-1 0 0,1 0 0 0 0,0 0 1 0 0,1 1-1 0 0,-2-2 15 0 0,1 0 1 0 0,-1 0-1 0 0,1 0 0 0 0,-1 0 0 0 0,1 0 1 0 0,-1 0-1 0 0,1 0 0 0 0,-1-1 0 0 0,1 1 0 0 0,-1 0 1 0 0,0 0-1 0 0,1-1 0 0 0,-1 1 0 0 0,1 0 1 0 0,-1-1-1 0 0,0 1 0 0 0,1 0 0 0 0,-1-1 0 0 0,0 1 1 0 0,0 0-1 0 0,1-1 0 0 0,-1 1 0 0 0,0-1 1 0 0,0 1-1 0 0,1 0 0 0 0,-1-1 0 0 0,0 1 0 0 0,0-2 1 0 0,18-50-511 0 0,-15 41 685 0 0,17-63 119 0 0,0 1-1121 0 0,-3 26-4218 0 0,-12 35 869 0 0</inkml:trace>
</inkml:ink>
</file>

<file path=ppt/ink/ink2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0:11.1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73 279 5529 0 0,'6'-29'2002'0'0,"-4"14"-1270"0"0,-1 0 0 0 0,-1 0 1 0 0,-1 0-1 0 0,-3-23 0 0 0,1 21-689 0 0,-1 1 0 0 0,0-1 0 0 0,-1 1 0 0 0,-1 0 0 0 0,0 0 0 0 0,-16-25 0 0 0,22 40-72 0 0,0 0-1 0 0,-1 1 0 0 0,1-1 1 0 0,0 0-1 0 0,-1 1 1 0 0,1-1-1 0 0,0 0 0 0 0,-1 1 1 0 0,1-1-1 0 0,-1 1 0 0 0,1-1 1 0 0,-1 1-1 0 0,1-1 1 0 0,-1 1-1 0 0,1-1 0 0 0,-1 1 1 0 0,0 0-1 0 0,1-1 1 0 0,-1 1-1 0 0,0 0 0 0 0,1-1 1 0 0,-1 1-1 0 0,0 0 1 0 0,1 0-1 0 0,-1 0 0 0 0,-1-1 1 0 0,1 2 3 0 0,1-1 1 0 0,-1 1 0 0 0,0 0-1 0 0,1-1 1 0 0,-1 1 0 0 0,1 0-1 0 0,-1-1 1 0 0,1 1 0 0 0,-1 0-1 0 0,1-1 1 0 0,0 1 0 0 0,-1 0-1 0 0,1 0 1 0 0,0-1 0 0 0,-1 1-1 0 0,1 0 1 0 0,0 0-1 0 0,0 1 1 0 0,-1 4-8 0 0,0 1-1 0 0,0-1 1 0 0,1 1-1 0 0,0 12 1 0 0,1-13 67 0 0,14 64-121 0 0,-14-66 21 0 0,0 0-1 0 0,1 1 1 0 0,-1-1 0 0 0,1 0-1 0 0,0 0 1 0 0,1 0 0 0 0,-1 0-1 0 0,1-1 1 0 0,-1 1 0 0 0,1 0 0 0 0,0-1-1 0 0,7 6 1 0 0,-8-8 18 0 0,0 0 0 0 0,1 0 1 0 0,-1 0-1 0 0,0-1 0 0 0,1 1 0 0 0,-1-1 1 0 0,0 1-1 0 0,1-1 0 0 0,-1 0 0 0 0,1 0 1 0 0,-1 0-1 0 0,0 0 0 0 0,1-1 0 0 0,-1 1 1 0 0,1-1-1 0 0,-1 1 0 0 0,0-1 0 0 0,1 0 1 0 0,-1 0-1 0 0,0 0 0 0 0,0 0 0 0 0,0 0 1 0 0,0 0-1 0 0,0-1 0 0 0,0 1 0 0 0,0-1 1 0 0,0 1-1 0 0,0-1 0 0 0,1-2 0 0 0,6-5-260 0 0,-1 1-1 0 0,-1-1 1 0 0,0 0-1 0 0,11-18 1 0 0,-9 9-1934 0 0</inkml:trace>
</inkml:ink>
</file>

<file path=ppt/ink/ink2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0:11.5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173 222 920 0 0,'-3'7'430'0'0,"1"0"1"0"0,0 0-1 0 0,0 0 0 0 0,0 1 0 0 0,1-1 0 0 0,0 1 0 0 0,1-1 1 0 0,0 1-1 0 0,0-1 0 0 0,0 1 0 0 0,1-1 0 0 0,3 11 0 0 0,-3-14-200 0 0,0 0-1 0 0,0 0 0 0 0,0 0 1 0 0,1 0-1 0 0,0 0 0 0 0,0 0 1 0 0,0-1-1 0 0,0 1 1 0 0,1-1-1 0 0,4 6 0 0 0,-5-8-144 0 0,0 1-1 0 0,0 0 1 0 0,0-1-1 0 0,0 1 0 0 0,0-1 1 0 0,0 0-1 0 0,0 0 1 0 0,1 0-1 0 0,-1 0 1 0 0,1 0-1 0 0,-1 0 1 0 0,1-1-1 0 0,-1 1 0 0 0,1-1 1 0 0,-1 0-1 0 0,1 0 1 0 0,-1 0-1 0 0,5 0 1 0 0,-5 0-146 0 0,0-1 0 0 0,0 0 1 0 0,0 0-1 0 0,0 1 1 0 0,0-1-1 0 0,0-1 0 0 0,0 1 1 0 0,0 0-1 0 0,0 0 1 0 0,0-1-1 0 0,-1 1 1 0 0,1-1-1 0 0,0 1 0 0 0,-1-1 1 0 0,0 0-1 0 0,1 1 1 0 0,-1-1-1 0 0,0 0 0 0 0,0 0 1 0 0,0 0-1 0 0,0 0 1 0 0,0 0-1 0 0,0 0 0 0 0,-1-1 1 0 0,1 1-1 0 0,-1 0 1 0 0,1 0-1 0 0,-1-4 1 0 0,2-8-451 0 0,0 1 1 0 0,-2-1 0 0 0,0-16-1 0 0,-1 20 211 0 0,0 0-1 0 0,-1 0 1 0 0,0 0-1 0 0,0 0 0 0 0,-1 1 1 0 0,0-1-1 0 0,-1 1 0 0 0,0 0 1 0 0,-1 0-1 0 0,0 0 0 0 0,0 0 1 0 0,-1 1-1 0 0,0 0 1 0 0,0 0-1 0 0,-1 0 0 0 0,0 1 1 0 0,-10-8-1 0 0,1 2 58 0 0,0 0 0 0 0,-34-18 0 0 0,-39-11 3543 0 0,88 41-3067 0 0,0 1-1 0 0,-1-1 1 0 0,1 1 0 0 0,-1-1-1 0 0,1 1 1 0 0,0-1 0 0 0,-14 10 5781 0 0,15-8-5886 0 0,13 18 4290 0 0,-1-7-4265 0 0,97 68 2538 0 0,7-5-3681 0 0,127 53-10186 0 0,-220-118 11021 0 0</inkml:trace>
</inkml:ink>
</file>

<file path=ppt/ink/ink2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0:12.1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228 93 5985 0 0,'-7'4'286'0'0,"0"-1"-1"0"0,1 0 0 0 0,0 1 0 0 0,0 1 0 0 0,0-1 1 0 0,0 1-1 0 0,1 0 0 0 0,-1 0 0 0 0,1 0 1 0 0,1 1-1 0 0,-1-1 0 0 0,1 1 0 0 0,0 1 1 0 0,0-1-1 0 0,1 0 0 0 0,0 1 0 0 0,0 0 1 0 0,0 0-1 0 0,1 0 0 0 0,0 0 0 0 0,0 0 0 0 0,1 0 1 0 0,0 0-1 0 0,0 8 0 0 0,0-2-152 0 0,1-1-1 0 0,0 0 0 0 0,1 1 1 0 0,1-1-1 0 0,4 17 1 0 0,-5-25-127 0 0,0-1 1 0 0,0 1 0 0 0,0-1 0 0 0,1 1 0 0 0,0-1 0 0 0,0 0 0 0 0,0 0-1 0 0,0 1 1 0 0,5 4 0 0 0,-6-7-41 0 0,1 1-1 0 0,-1-1 0 0 0,1 0 1 0 0,-1 0-1 0 0,1 0 1 0 0,0 0-1 0 0,-1-1 1 0 0,1 1-1 0 0,0 0 1 0 0,0-1-1 0 0,0 1 0 0 0,0-1 1 0 0,-1 1-1 0 0,1-1 1 0 0,0 0-1 0 0,0 0 1 0 0,0 0-1 0 0,0 0 1 0 0,0 0-1 0 0,3-1 0 0 0,-3 0-134 0 0,1 0 0 0 0,-1 0-1 0 0,0 0 1 0 0,0 0 0 0 0,0-1-1 0 0,0 1 1 0 0,1-1 0 0 0,-2 1-1 0 0,1-1 1 0 0,0 0 0 0 0,0 0-1 0 0,-1 0 1 0 0,1 0 0 0 0,0 0-1 0 0,-1 0 1 0 0,0 0 0 0 0,0 0-1 0 0,0 0 1 0 0,0-1 0 0 0,0 1-1 0 0,0-1 1 0 0,0 1 0 0 0,-1-1-1 0 0,1 1 1 0 0,-1-1 0 0 0,0 1-1 0 0,0-4 1 0 0,2-6-268 0 0,-2-1 0 0 0,0 1 1 0 0,0 0-1 0 0,-4-16 0 0 0,2 16 355 0 0,-1-1 0 0 0,-1 1-1 0 0,0 1 1 0 0,-1-1 0 0 0,0 1 0 0 0,-1 0 0 0 0,0 0-1 0 0,-1 0 1 0 0,0 1 0 0 0,0 0 0 0 0,-10-10 0 0 0,2 5 749 0 0,0 1 1 0 0,0 0-1 0 0,-2 1 1 0 0,1 1 0 0 0,-35-19-1 0 0,50 30-522 0 0,0 0 1 0 0,0 0-1 0 0,0 1 0 0 0,0-1 0 0 0,0 1 0 0 0,0-1 0 0 0,0 1 0 0 0,0-1 0 0 0,0 1 1 0 0,-1 0-1 0 0,1 0 0 0 0,0-1 0 0 0,0 1 0 0 0,0 0 0 0 0,0 0 0 0 0,-1 0 0 0 0,1 0 1 0 0,0 0-1 0 0,0 1 0 0 0,-2-1 0 0 0,2 1-33 0 0,1-1 0 0 0,-1 1 0 0 0,1 0 1 0 0,0-1-1 0 0,-1 1 0 0 0,1 0 0 0 0,0-1 0 0 0,0 1 1 0 0,-1 0-1 0 0,1-1 0 0 0,0 1 0 0 0,0 0 0 0 0,0-1 0 0 0,0 1 1 0 0,0 0-1 0 0,0-1 0 0 0,0 1 0 0 0,0 0 0 0 0,0 0 1 0 0,0-1-1 0 0,0 1 0 0 0,0 0 0 0 0,1 1 0 0 0,1 3 104 0 0,0 0-1 0 0,0 0 0 0 0,0 1 0 0 0,0-2 0 0 0,1 1 1 0 0,0 0-1 0 0,4 6 0 0 0,9 3-182 0 0,-1-1 1 0 0,1 0 0 0 0,1-1-1 0 0,25 13 1 0 0,1 2-53 0 0,35 19-702 0 0,-23-22-4646 0 0,-30-16 682 0 0</inkml:trace>
</inkml:ink>
</file>

<file path=ppt/ink/ink2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0:12.4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 1 920 0 0,'-1'0'335'0'0,"-1"1"1"0"0,1-1-1 0 0,0 1 0 0 0,0 0 0 0 0,-1-1 1 0 0,1 1-1 0 0,0 0 0 0 0,0 0 0 0 0,0 0 1 0 0,0 0-1 0 0,0 0 0 0 0,0 0 0 0 0,1 0 1 0 0,-1 0-1 0 0,0 1 0 0 0,0-1 0 0 0,1 0 1 0 0,-1 0-1 0 0,1 1 0 0 0,-1-1 0 0 0,1 0 1 0 0,-1 3-1 0 0,0 1 58 0 0,1 0 1 0 0,-1-1-1 0 0,1 1 0 0 0,0 0 0 0 0,1 0 1 0 0,0 8-1 0 0,3 3 22 0 0,0-2-1 0 0,0 1 1 0 0,10 21 0 0 0,-12-32-317 0 0,-1-1 0 0 0,1 1 0 0 0,0-1 0 0 0,0 0 0 0 0,0 1 0 0 0,1-1 0 0 0,-1 0 0 0 0,1 0 1 0 0,-1-1-1 0 0,1 1 0 0 0,0-1 0 0 0,0 1 0 0 0,1-1 0 0 0,-1 0 0 0 0,0 0 0 0 0,1 0 0 0 0,-1 0 0 0 0,1-1 0 0 0,0 1 0 0 0,6 0 0 0 0,-7-1-206 0 0,1-1 0 0 0,0 0 0 0 0,-1 0 0 0 0,1-1 0 0 0,-1 1 0 0 0,1-1 0 0 0,-1 0 0 0 0,1 0 0 0 0,-1 0-1 0 0,1 0 1 0 0,-1 0 0 0 0,0-1 0 0 0,1 0 0 0 0,-1 1 0 0 0,0-1 0 0 0,0-1 0 0 0,-1 1 0 0 0,1 0-1 0 0,0-1 1 0 0,-1 1 0 0 0,1-1 0 0 0,3-5 0 0 0,6-9-4530 0 0</inkml:trace>
</inkml:ink>
</file>

<file path=ppt/ink/ink2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0:14.3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1 6449 0 0,'-4'0'679'0'0,"-1"11"1312"0"0,2 4-408 0 0,3-8-1629 0 0,6 32 1532 0 0,11 45 1 0 0,-3-35-3347 0 0,-4-18-1134 0 0</inkml:trace>
</inkml:ink>
</file>

<file path=ppt/ink/ink2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0:14.6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55 3225 0 0,'0'0'184'0'0,"-1"-1"1"0"0,1 1 0 0 0,0-1 0 0 0,-1 1-1 0 0,1-1 1 0 0,0 1 0 0 0,-1-1 0 0 0,1 0-1 0 0,0 1 1 0 0,-1-1 0 0 0,1 0-1 0 0,0 1 1 0 0,0-1 0 0 0,0 0 0 0 0,0 1-1 0 0,0-1 1 0 0,-1 0 0 0 0,1 1 0 0 0,0-1-1 0 0,1 0 1 0 0,-1 1 0 0 0,0-1-1 0 0,0 0 1 0 0,0 1 0 0 0,0-1 0 0 0,0 0-1 0 0,1 1 1 0 0,-1-1 0 0 0,1 0 0 0 0,16-9 5778 0 0,2 0-5396 0 0,8-5-3275 0 0</inkml:trace>
</inkml:ink>
</file>

<file path=ppt/ink/ink2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0:15.0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1 102 3225 0 0,'11'-34'3368'0'0,"-10"30"-3104"0"0,15-34 1494 0 0,-15 36-1710 0 0,0 0-1 0 0,0 0 1 0 0,0 1-1 0 0,0-1 1 0 0,0 0-1 0 0,0 1 1 0 0,1-1 0 0 0,-1 1-1 0 0,0 0 1 0 0,1-1-1 0 0,-1 1 1 0 0,1 0-1 0 0,0 0 1 0 0,-1 0 0 0 0,1 0-1 0 0,0 0 1 0 0,3-1-1 0 0,-2 3 67 0 0,-1 0 0 0 0,1 0 0 0 0,0 0-1 0 0,-1 0 1 0 0,1 1 0 0 0,-1-1 0 0 0,1 1-1 0 0,-1-1 1 0 0,0 1 0 0 0,1 0 0 0 0,2 4-1 0 0,8 5 565 0 0,-9-9-667 0 0,1 1 0 0 0,0-1-1 0 0,-1 1 1 0 0,1-1 0 0 0,0-1-1 0 0,8 3 1 0 0</inkml:trace>
</inkml:ink>
</file>

<file path=ppt/ink/ink2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0:15.7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 47 2761 0 0,'-21'-12'1519'0'0,"19"11"-1019"0"0,0-1 1 0 0,0 1 0 0 0,0-1-1 0 0,0 0 1 0 0,1 1 0 0 0,-1-1-1 0 0,0 0 1 0 0,1 0 0 0 0,0 0-1 0 0,-1 0 1 0 0,1 0 0 0 0,0 0-1 0 0,-1-3 1 0 0,2 5-437 0 0,0 0 1 0 0,0-1-1 0 0,0 1 1 0 0,0 0-1 0 0,0 0 0 0 0,0 0 1 0 0,0-1-1 0 0,0 1 0 0 0,0 0 1 0 0,0 0-1 0 0,0 0 0 0 0,0-1 1 0 0,0 1-1 0 0,0 0 0 0 0,0 0 1 0 0,0 0-1 0 0,0 0 1 0 0,0-1-1 0 0,1 0 579 0 0,-1 1-578 0 0,0 0-1 0 0,1 0 1 0 0,-1-1-1 0 0,0 1 0 0 0,0 0 1 0 0,0 0-1 0 0,0 0 0 0 0,1 0 1 0 0,-1 0-1 0 0,0 0 0 0 0,0 0 1 0 0,0 0-1 0 0,1 0 0 0 0,12 1 1456 0 0,9 7-191 0 0,3 8-488 0 0,0 1 1 0 0,42 40-1 0 0,-47-38-1527 0 0,1-2 1 0 0,0 0 0 0 0,1-1-1 0 0,27 14 1 0 0,-30-19-1522 0 0</inkml:trace>
</inkml:ink>
</file>

<file path=ppt/ink/ink2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0:16.0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86 165 456 0 0,'-49'-30'763'0'0,"46"28"-504"0"0,-1-1 0 0 0,1 0 0 0 0,-1 0 1 0 0,1 0-1 0 0,0 0 0 0 0,0-1 0 0 0,1 1 0 0 0,-1-1 0 0 0,1 1 1 0 0,0-1-1 0 0,-2-4 0 0 0,3 4-27 0 0,1 1-1 0 0,0 0 1 0 0,0-1 0 0 0,0 1-1 0 0,1-1 1 0 0,-1 1 0 0 0,1-1-1 0 0,0 1 1 0 0,0 0 0 0 0,0-1 0 0 0,0 1-1 0 0,3-5 1 0 0,-2 3 16 0 0,0 0 1 0 0,1 0-1 0 0,0 0 1 0 0,0 1-1 0 0,0-1 1 0 0,0 1-1 0 0,5-5 1 0 0,-8 9-229 0 0,1 0 1 0 0,0 0 0 0 0,-1 0 0 0 0,1 0-1 0 0,0 0 1 0 0,-1 0 0 0 0,1 0-1 0 0,0 0 1 0 0,0 0 0 0 0,-1 0 0 0 0,1 1-1 0 0,0-1 1 0 0,-1 0 0 0 0,1 0-1 0 0,-1 1 1 0 0,1-1 0 0 0,0 0 0 0 0,-1 1-1 0 0,1-1 1 0 0,-1 0 0 0 0,1 1-1 0 0,-1-1 1 0 0,1 1 0 0 0,-1-1 0 0 0,1 1-1 0 0,-1-1 1 0 0,1 1 0 0 0,-1-1-1 0 0,0 1 1 0 0,1 0 0 0 0,-1-1 0 0 0,1 2-1 0 0,14 23-47 0 0,-14-23 36 0 0,15 29 113 0 0,20 65 0 0 0,-22-55 584 0 0,-13-40-650 0 0,-1 0 1 0 0,0 0 0 0 0,0-1 0 0 0,1 1-1 0 0,-1 0 1 0 0,1 0 0 0 0,-1 0-1 0 0,1 0 1 0 0,-1 0 0 0 0,1-1 0 0 0,-1 1-1 0 0,1 0 1 0 0,0-1 0 0 0,-1 1-1 0 0,1 0 1 0 0,0-1 0 0 0,0 1 0 0 0,-1-1-1 0 0,1 1 1 0 0,0-1 0 0 0,0 1-1 0 0,0-1 1 0 0,0 1 0 0 0,0-1 0 0 0,0 0-1 0 0,1 1 1 0 0,-1-2-5 0 0,1 1 0 0 0,0 0 0 0 0,-1 0 0 0 0,1-1 0 0 0,-1 1 0 0 0,1-1 0 0 0,0 0 0 0 0,-1 1 0 0 0,1-1 0 0 0,-1 0 0 0 0,0 0-1 0 0,1 0 1 0 0,2-2 0 0 0,4-5-53 0 0,0 0 0 0 0,0-1-1 0 0,9-13 1 0 0,-13 17-81 0 0,17-23-738 0 0,-10 12 47 0 0</inkml:trace>
</inkml:ink>
</file>

<file path=ppt/ink/ink2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0:16.4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58 187 3225 0 0,'1'2'240'0'0,"22"-24"2724"0"0,-20 18-2816 0 0,-1-1-1 0 0,1 1 1 0 0,-1-1-1 0 0,0 0 0 0 0,0 0 1 0 0,-1 0-1 0 0,0 0 1 0 0,1 0-1 0 0,-2 0 0 0 0,1-1 1 0 0,-1 1-1 0 0,1 0 0 0 0,-2 0 1 0 0,1-1-1 0 0,0 1 1 0 0,-1 0-1 0 0,-2-8 0 0 0,2 10-191 0 0,1-1-1 0 0,-1 1 0 0 0,0 0 0 0 0,0-1 0 0 0,-1 1 0 0 0,1 0 0 0 0,-1 0 0 0 0,0 0 1 0 0,1 0-1 0 0,-1 0 0 0 0,-1 0 0 0 0,1 0 0 0 0,0 1 0 0 0,-1-1 0 0 0,1 1 1 0 0,-1 0-1 0 0,0-1 0 0 0,0 1 0 0 0,1 1 0 0 0,-1-1 0 0 0,-1 0 0 0 0,1 1 0 0 0,0-1 1 0 0,0 1-1 0 0,-1 0 0 0 0,-5-1 0 0 0,8 1 64 0 0,0 1 1 0 0,0 0-1 0 0,0 0 1 0 0,0 0-1 0 0,0 0 1 0 0,0 0-1 0 0,0 0 1 0 0,0 0-1 0 0,0 0 0 0 0,0 0 1 0 0,0 1-1 0 0,0-1 1 0 0,0 0-1 0 0,0 1 1 0 0,0-1-1 0 0,0 1 1 0 0,0-1-1 0 0,0 1 0 0 0,0-1 1 0 0,0 1-1 0 0,0 0 1 0 0,1-1-1 0 0,-1 1 1 0 0,0 0-1 0 0,0 0 0 0 0,1-1 1 0 0,-1 1-1 0 0,1 0 1 0 0,-1 0-1 0 0,1 0 1 0 0,-1 0-1 0 0,1 0 1 0 0,-1 0-1 0 0,1 0 0 0 0,0 0 1 0 0,-1 0-1 0 0,1 0 1 0 0,0 0-1 0 0,0 0 1 0 0,0 0-1 0 0,0 0 1 0 0,0 0-1 0 0,0 0 0 0 0,0 0 1 0 0,0 0-1 0 0,0 0 1 0 0,1 1-1 0 0,0 2-5 0 0,-1-1 0 0 0,1 0-1 0 0,0 0 1 0 0,0 0 0 0 0,0 0-1 0 0,0 0 1 0 0,1 0 0 0 0,-1 0 0 0 0,1 0-1 0 0,0 0 1 0 0,0-1 0 0 0,0 1-1 0 0,0 0 1 0 0,3 1 0 0 0,-2-1-157 0 0,3 1-264 0 0,0 0-1 0 0,0 0 0 0 0,0 0 1 0 0,11 4-1 0 0,-15-7 294 0 0,0-1-1 0 0,0 1 1 0 0,0-1-1 0 0,0 1 1 0 0,0-1-1 0 0,0 0 1 0 0,0 0-1 0 0,0 0 1 0 0,0 0-1 0 0,0 0 1 0 0,0 0-1 0 0,1-1 1 0 0,-1 1-1 0 0,0 0 1 0 0,0-1-1 0 0,0 0 1 0 0,0 0-1 0 0,-1 1 1 0 0,1-1-1 0 0,3-2 1 0 0,8-7-614 0 0</inkml:trace>
</inkml:ink>
</file>

<file path=ppt/ink/ink2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0:16.8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245 194 3225 0 0,'0'-1'17'0'0,"-1"0"1"0"0,0 0-1 0 0,1 1 1 0 0,-1-1-1 0 0,0 0 1 0 0,0 0 0 0 0,1 1-1 0 0,-1-1 1 0 0,0 1-1 0 0,0-1 1 0 0,0 0-1 0 0,0 1 1 0 0,0 0-1 0 0,0-1 1 0 0,0 1-1 0 0,0 0 1 0 0,0-1 0 0 0,0 1-1 0 0,0 0 1 0 0,0 0-1 0 0,0 0 1 0 0,0 0-1 0 0,0 0 1 0 0,0 0-1 0 0,0 0 1 0 0,0 0 0 0 0,-2 0-1 0 0,2 1 164 0 0,0 0-1 0 0,0 1 1 0 0,-1-1-1 0 0,1 0 1 0 0,0 0-1 0 0,0 0 1 0 0,0 1-1 0 0,1-1 1 0 0,-1 0-1 0 0,0 1 1 0 0,0-1 0 0 0,1 1-1 0 0,-1-1 1 0 0,1 0-1 0 0,-1 4 1 0 0,-4 24 2321 0 0,3 6-1168 0 0,8 5 765 0 0,-5-38-1982 0 0,0 0-1 0 0,-1 0 1 0 0,1 0-1 0 0,0 0 1 0 0,0-1-1 0 0,0 1 1 0 0,0 0-1 0 0,0 0 1 0 0,1-1-1 0 0,1 3 1 0 0,10-1 477 0 0,-12-4-697 0 0,0 1-1 0 0,0-1 0 0 0,0 0 0 0 0,0 0 0 0 0,0 0 0 0 0,0 0 1 0 0,0 0-1 0 0,-1 0 0 0 0,1 0 0 0 0,0 0 0 0 0,0 0 0 0 0,-1 0 0 0 0,1-1 1 0 0,-1 1-1 0 0,1 0 0 0 0,-1 0 0 0 0,0-1 0 0 0,1 1 0 0 0,-1 0 1 0 0,0-1-1 0 0,0 1 0 0 0,0 0 0 0 0,0-1 0 0 0,0 1 0 0 0,0-2 0 0 0,-2-36-2318 0 0,0 27 2056 0 0,0 1 0 0 0,-1-1 0 0 0,0 1 0 0 0,-1 0 0 0 0,0 0 0 0 0,-1 0 0 0 0,0 1 1 0 0,0 0-1 0 0,-1 0 0 0 0,-1 0 0 0 0,0 1 0 0 0,0 0 0 0 0,-1 0 0 0 0,0 0 0 0 0,0 1 0 0 0,-1 1 0 0 0,-11-9 0 0 0,-6-7 540 0 0,-15-13 802 0 0,37 33-683 0 0,1 1 1 0 0,0 0-1 0 0,-1 0 0 0 0,1 0 1 0 0,-1 0-1 0 0,0 1 1 0 0,0-1-1 0 0,1 1 0 0 0,-1 0 1 0 0,-5-1-1 0 0,9 2-181 0 0,-1 0 0 0 0,1 0 0 0 0,-1 0 0 0 0,0 0 0 0 0,1 0 0 0 0,-1 0 0 0 0,1 0 0 0 0,-1 0 0 0 0,1 0 0 0 0,-1 0 0 0 0,1 0 0 0 0,-1 0-1 0 0,1 0 1 0 0,-1 0 0 0 0,1 0 0 0 0,-1 1 0 0 0,1-1 0 0 0,-1 0 0 0 0,1 0 0 0 0,-1 1 0 0 0,1-1 0 0 0,-1 0 0 0 0,1 1 0 0 0,-1-1 0 0 0,1 0 0 0 0,0 1 0 0 0,-1-1 0 0 0,1 1 0 0 0,0-1 0 0 0,-1 1 0 0 0,1-1-1 0 0,0 1 1 0 0,0-1 0 0 0,-1 1 0 0 0,6 20 2066 0 0,19 19-571 0 0,-12-25-1319 0 0,1-1 0 0 0,1 0 1 0 0,0-1-1 0 0,0-1 0 0 0,2 0 0 0 0,-1-1 0 0 0,19 10 0 0 0,-2-4-1975 0 0,1-1 0 0 0,62 19 0 0 0,-74-28-2822 0 0</inkml:trace>
</inkml:ink>
</file>

<file path=ppt/ink/ink2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0:17.3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 6 1376 0 0,'-1'-1'172'0'0,"0"1"0"0"0,0-1 0 0 0,0 1 0 0 0,0-1 0 0 0,0 1 0 0 0,0-1 0 0 0,0 1 0 0 0,0 0 0 0 0,0-1 0 0 0,0 1 0 0 0,0 0-1 0 0,0 0 1 0 0,0 0 0 0 0,0 0 0 0 0,0 0 0 0 0,0 0 0 0 0,0 0 0 0 0,0 0 0 0 0,0 0 0 0 0,0 0 0 0 0,0 0 0 0 0,0 1 0 0 0,0-1 0 0 0,0 1-1 0 0,0-1 1 0 0,0 1 0 0 0,0-1 0 0 0,0 1 0 0 0,0-1 0 0 0,0 1 0 0 0,1 0 0 0 0,-1-1 0 0 0,0 1 0 0 0,0 0 0 0 0,1 0 0 0 0,-1-1 0 0 0,0 1 0 0 0,1 0-1 0 0,-1 0 1 0 0,1 0 0 0 0,-1 0 0 0 0,1 0 0 0 0,0 0 0 0 0,-1 0 0 0 0,1 0 0 0 0,0 0 0 0 0,-1 2 0 0 0,0 1 170 0 0,1 1 1 0 0,-1 0 0 0 0,1-1-1 0 0,0 1 1 0 0,0 0-1 0 0,0-1 1 0 0,1 1-1 0 0,1 9 1 0 0,-1-10-219 0 0,5 15 304 0 0,1 0 0 0 0,14 30 0 0 0,-19-46-471 0 0,-1 1 1 0 0,1-1-1 0 0,0 1 1 0 0,0-1-1 0 0,1 0 1 0 0,-1 0-1 0 0,1 0 1 0 0,-1 0-1 0 0,1 0 1 0 0,0-1-1 0 0,0 1 0 0 0,0-1 1 0 0,1 0-1 0 0,-1 0 1 0 0,0 0-1 0 0,1 0 1 0 0,0 0-1 0 0,-1-1 1 0 0,1 0-1 0 0,6 2 1 0 0,-8-3-192 0 0,0 0 0 0 0,0 0-1 0 0,0 0 1 0 0,-1 0 0 0 0,1 0 0 0 0,0 0 0 0 0,0-1 0 0 0,0 1-1 0 0,-1-1 1 0 0,1 1 0 0 0,0-1 0 0 0,-1 0 0 0 0,1 0 0 0 0,0 0 0 0 0,-1 0-1 0 0,1 0 1 0 0,-1 0 0 0 0,1 0 0 0 0,-1 0 0 0 0,0-1 0 0 0,0 1-1 0 0,1 0 1 0 0,-1-1 0 0 0,0 1 0 0 0,0-1 0 0 0,0 1 0 0 0,0-1 0 0 0,-1 0-1 0 0,1 1 1 0 0,0-1 0 0 0,-1 0 0 0 0,1 0 0 0 0,-1 1 0 0 0,0-1 0 0 0,1 0-1 0 0,-1 0 1 0 0,0 0 0 0 0,0 0 0 0 0,0-1 0 0 0,-3-39-3039 0 0,-4 8 3340 0 0,1 17 139 0 0,4 11 56 0 0,-1 0 1 0 0,2 1-1 0 0,-1-1 0 0 0,0 0 1 0 0,1 0-1 0 0,0 0 0 0 0,1 0 0 0 0,-1 0 1 0 0,1 0-1 0 0,1-6 0 0 0,-1 11-115 0 0,0 1 0 0 0,1-1 0 0 0,-1 0 0 0 0,1 1 0 0 0,-1-1 0 0 0,1 1 0 0 0,-1 0 1 0 0,1-1-1 0 0,-1 1 0 0 0,1-1 0 0 0,-1 1 0 0 0,1 0 0 0 0,-1-1 0 0 0,1 1 0 0 0,0 0 0 0 0,-1-1 0 0 0,1 1 0 0 0,0 0 0 0 0,-1 0 0 0 0,1 0 0 0 0,0 0 0 0 0,-1 0 0 0 0,1 0 0 0 0,0 0 0 0 0,-1 0 0 0 0,1 0 0 0 0,0 0 0 0 0,-1 0 1 0 0,1 0-1 0 0,0 0 0 0 0,0 1 0 0 0,31 7 1487 0 0,-15-3-2161 0 0,-10-5-472 0 0</inkml:trace>
</inkml:ink>
</file>

<file path=ppt/ink/ink2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0:17.7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 1 2304 0 0,'0'0'190'0'0,"-2"1"66"0"0,0 1 272 0 0,-3 2 541 0 0,-2 8 291 0 0,7-1 1245 0 0,10 11-246 0 0,14 10-531 0 0,-23-30-1719 0 0,0-1-44 0 0,0 1-1 0 0,1 0 1 0 0,-1-1-1 0 0,1 1 1 0 0,-1-1 0 0 0,1 0-1 0 0,0 1 1 0 0,-1-1-1 0 0,1 0 1 0 0,0 0-1 0 0,0 0 1 0 0,0 0 0 0 0,0 0-1 0 0,0 0 1 0 0,0-1-1 0 0,0 1 1 0 0,0-1 0 0 0,0 1-1 0 0,0-1 1 0 0,0 0-1 0 0,0 0 1 0 0,0 0-1 0 0,0 0 1 0 0,1 0 0 0 0,3-1-1 0 0,-2 0-210 0 0,0-1-1 0 0,-1 0 1 0 0,1 0 0 0 0,0 0-1 0 0,0 0 1 0 0,-1 0-1 0 0,1-1 1 0 0,-1 1 0 0 0,0-1-1 0 0,0 0 1 0 0,0 0-1 0 0,3-4 1 0 0,7-11-4372 0 0</inkml:trace>
</inkml:ink>
</file>

<file path=ppt/ink/ink2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0:45.4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10594 0 0,'25'17'-1096'0'0,"-18"-9"1427"0"0,-2 1-1 0 0,1 0 1 0 0,-1 1-1 0 0,-1-1 1 0 0,1 1-1 0 0,-2 0 1 0 0,1 0-1 0 0,-2 0 1 0 0,3 12 0 0 0,9 99 1753 0 0,-12-93-1770 0 0,5 229 1592 0 0,-2-16-1462 0 0,-4-217-723 0 0,1 1 0 0 0,1-1 1 0 0,1 1-1 0 0,2-1 0 0 0,0-1 0 0 0,16 38 1 0 0</inkml:trace>
</inkml:ink>
</file>

<file path=ppt/ink/ink2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0:45.9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1 106 2168 0 0,'0'0'260'0'0,"1"-1"-1"0"0,0 0 0 0 0,-1 0 1 0 0,1 0-1 0 0,-1 0 0 0 0,1 0 0 0 0,-1 0 1 0 0,0 0-1 0 0,1 0 0 0 0,-1 0 1 0 0,0 0-1 0 0,0 0 0 0 0,0 0 0 0 0,1 0 1 0 0,-1 0-1 0 0,0 0 0 0 0,0 0 1 0 0,0 0-1 0 0,-1 0 0 0 0,1 0 1 0 0,0 0-1 0 0,0 0 0 0 0,-1 0 0 0 0,0-2 1 0 0,1 3-147 0 0,0-1 0 0 0,-1 0 0 0 0,1 0 0 0 0,0 0 0 0 0,0 1 0 0 0,-1-1-1 0 0,1 0 1 0 0,0 0 0 0 0,0 0 0 0 0,0 1 0 0 0,0-1 0 0 0,0 0 0 0 0,0 0 0 0 0,0 0 0 0 0,0 0 0 0 0,0 1 0 0 0,1-1 0 0 0,-1 0 0 0 0,0 0 0 0 0,1 0 0 0 0,-1 1 0 0 0,0-1 0 0 0,1 0 0 0 0,-1 0 0 0 0,1 1 0 0 0,-1-1 0 0 0,1 0 0 0 0,-1 1 0 0 0,1-1 0 0 0,-1 1 0 0 0,1-1 0 0 0,0 1 0 0 0,-1-1 0 0 0,1 1 0 0 0,0-1 0 0 0,1 0 0 0 0,18-9 68 0 0,1 1 0 0 0,0 0 0 0 0,0 2 0 0 0,32-7 1 0 0,-46 13-77 0 0,0 0 1 0 0,0 0-1 0 0,1 1 1 0 0,-1 0-1 0 0,0 0 1 0 0,0 1-1 0 0,14 2 1 0 0,-17-2-72 0 0,0 1 1 0 0,0-1-1 0 0,0 1 1 0 0,-1 0-1 0 0,1-1 0 0 0,0 2 1 0 0,-1-1-1 0 0,0 0 0 0 0,0 1 1 0 0,1-1-1 0 0,-1 1 1 0 0,-1 0-1 0 0,1 0 0 0 0,0 0 1 0 0,2 5-1 0 0,-3-3-56 0 0,1 0-1 0 0,-1 0 0 0 0,0 0 0 0 0,0 1 1 0 0,-1-1-1 0 0,0 1 0 0 0,0-1 0 0 0,0 1 1 0 0,0 0-1 0 0,-1-1 0 0 0,0 1 0 0 0,0 0 1 0 0,-1-1-1 0 0,-1 8 0 0 0,-3 11-151 0 0,-15 46 0 0 0,14-50 180 0 0,-41 96-159 0 0,32-81 468 0 0,-23 73 1 0 0,37-105-232 0 0,0-1 0 0 0,0 1 0 0 0,0 0 1 0 0,1 0-1 0 0,0 0 0 0 0,-1 0 0 0 0,1 0 0 0 0,0 0 1 0 0,1 0-1 0 0,-1 0 0 0 0,0 0 0 0 0,1 0 0 0 0,0 0 0 0 0,0 0 1 0 0,-1 0-1 0 0,2-1 0 0 0,-1 1 0 0 0,0 0 0 0 0,0 0 1 0 0,1-1-1 0 0,0 1 0 0 0,1 1 0 0 0,1-1 4 0 0,-1 0 1 0 0,1-1-1 0 0,0 1 0 0 0,-1-1 1 0 0,1 0-1 0 0,0 0 0 0 0,0 0 1 0 0,0-1-1 0 0,1 1 0 0 0,-1-1 0 0 0,0 0 1 0 0,1 0-1 0 0,-1-1 0 0 0,7 1 1 0 0,22-1-443 0 0,1 0 0 0 0,0-3 1 0 0,0 0-1 0 0,34-10 0 0 0,-50 10-885 0 0</inkml:trace>
</inkml:ink>
</file>

<file path=ppt/ink/ink2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0:46.5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47 269 5065 0 0,'-3'2'37'0'0,"-27"24"1258"0"0,29-25-1155 0 0,-1 0 0 0 0,1 1 1 0 0,0-1-1 0 0,0 0 0 0 0,0 0 0 0 0,0 1 0 0 0,1-1 1 0 0,-1 0-1 0 0,0 1 0 0 0,0-1 0 0 0,1 1 1 0 0,-1-1-1 0 0,1 1 0 0 0,-1-1 0 0 0,1 1 1 0 0,0-1-1 0 0,0 1 0 0 0,-1-1 0 0 0,1 1 1 0 0,0-1-1 0 0,1 3 0 0 0,-1-4-72 0 0,0 1 0 0 0,1-1 0 0 0,-1 1 0 0 0,1-1 0 0 0,-1 1 1 0 0,1-1-1 0 0,0 1 0 0 0,-1-1 0 0 0,1 0 0 0 0,-1 1 0 0 0,1-1 0 0 0,0 0 0 0 0,-1 0 0 0 0,1 1 0 0 0,0-1 0 0 0,-1 0 1 0 0,1 0-1 0 0,0 0 0 0 0,-1 0 0 0 0,1 0 0 0 0,0 0 0 0 0,-1 0 0 0 0,1 0 0 0 0,0 0 0 0 0,-1 0 0 0 0,1 0 0 0 0,0 0 0 0 0,-1-1 1 0 0,1 1-1 0 0,-1 0 0 0 0,1 0 0 0 0,0-1 0 0 0,-1 1 0 0 0,1-1 0 0 0,-1 1 0 0 0,1 0 0 0 0,-1-1 0 0 0,2 0 0 0 0,25-18 814 0 0,-25 18-778 0 0,22-18-23 0 0,-2-2 1 0 0,0 0 0 0 0,-1-1-1 0 0,-1-1 1 0 0,-1-2 0 0 0,-1 1-1 0 0,-1-2 1 0 0,-2 0-1 0 0,15-33 1 0 0,-29 58-114 0 0,-1 0 0 0 0,1 0-1 0 0,0 0 1 0 0,-1 0 0 0 0,1 0 0 0 0,-1-1 0 0 0,0 1 0 0 0,1 0-1 0 0,-1 0 1 0 0,0 0 0 0 0,1 0 0 0 0,-1-1 0 0 0,0 1 0 0 0,0 0-1 0 0,0 0 1 0 0,0-1 0 0 0,0 1 0 0 0,-1 0 0 0 0,1 0 0 0 0,0 0-1 0 0,0-1 1 0 0,-1 1 0 0 0,1 0 0 0 0,-1 0 0 0 0,1 0-1 0 0,-1 0 1 0 0,0 0 0 0 0,1 0 0 0 0,-1 0 0 0 0,0 0 0 0 0,1 0-1 0 0,-1 0 1 0 0,0 0 0 0 0,0 0 0 0 0,0 0 0 0 0,0 1 0 0 0,0-1-1 0 0,0 0 1 0 0,-2 0 0 0 0,1 1-19 0 0,0-1-1 0 0,0 1 1 0 0,-1 0 0 0 0,1 0-1 0 0,0 0 1 0 0,0 0 0 0 0,0 0-1 0 0,-1 0 1 0 0,1 0 0 0 0,0 1-1 0 0,0-1 1 0 0,0 1 0 0 0,-1 0-1 0 0,1 0 1 0 0,0 0 0 0 0,0 0-1 0 0,0 0 1 0 0,0 0 0 0 0,1 0-1 0 0,-1 1 1 0 0,-2 1-1 0 0,-8 7 41 0 0,1 2 0 0 0,1-1 0 0 0,-1 1 0 0 0,2 1 0 0 0,0 0 0 0 0,0 0 0 0 0,1 1-1 0 0,-11 27 1 0 0,15-33 59 0 0,2 1 0 0 0,-1-1 0 0 0,1 0-1 0 0,0 1 1 0 0,1-1 0 0 0,-1 1 0 0 0,2-1 0 0 0,-1 1-1 0 0,1 0 1 0 0,1-1 0 0 0,0 1 0 0 0,0 0 0 0 0,0-1-1 0 0,1 1 1 0 0,1-1 0 0 0,-1 0 0 0 0,8 15 0 0 0,-8-20-53 0 0,0 0 0 0 0,1 0 0 0 0,-1 0 0 0 0,1-1 0 0 0,0 1 0 0 0,0-1 0 0 0,0 1 0 0 0,0-1 0 0 0,1 0 0 0 0,-1 0 0 0 0,0 0 0 0 0,1-1 0 0 0,0 1 0 0 0,-1-1 0 0 0,1 0 0 0 0,0 0 0 0 0,-1 0 0 0 0,1 0 0 0 0,0-1 0 0 0,0 0 0 0 0,0 0 0 0 0,0 0 0 0 0,0 0 0 0 0,6-1 0 0 0,6-1-532 0 0,1 0 1 0 0,0-1-1 0 0,-1-1 0 0 0,21-8 0 0 0,-9 2-2952 0 0</inkml:trace>
</inkml:ink>
</file>

<file path=ppt/ink/ink2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0:47.0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98 423 1840 0 0,'-28'29'715'0'0,"-16"18"2360"0"0,41-43-2716 0 0,0 0 0 0 0,1 0-1 0 0,-1 0 1 0 0,1 0 0 0 0,0 0 0 0 0,0 1 0 0 0,0-1-1 0 0,1 1 1 0 0,0-1 0 0 0,-2 8 0 0 0,3-11-315 0 0,0 0 1 0 0,-1 0-1 0 0,1 0 0 0 0,0 0 1 0 0,0 0-1 0 0,0 0 1 0 0,0 0-1 0 0,0 0 1 0 0,0-1-1 0 0,0 1 0 0 0,0 0 1 0 0,1 0-1 0 0,-1 0 1 0 0,0 0-1 0 0,1 0 1 0 0,-1 0-1 0 0,0 0 0 0 0,1 0 1 0 0,-1-1-1 0 0,1 1 1 0 0,-1 0-1 0 0,1 0 1 0 0,0 0-1 0 0,-1-1 0 0 0,1 1 1 0 0,0 0-1 0 0,-1-1 1 0 0,1 1-1 0 0,0-1 1 0 0,0 1-1 0 0,0-1 0 0 0,-1 1 1 0 0,1-1-1 0 0,0 0 1 0 0,0 1-1 0 0,0-1 1 0 0,0 0-1 0 0,0 0 0 0 0,0 1 1 0 0,0-1-1 0 0,0 0 1 0 0,0 0-1 0 0,0 0 1 0 0,1 0-1 0 0,0-1-91 0 0,1 1 1 0 0,0 0-1 0 0,-1-1 1 0 0,1 0-1 0 0,0 0 0 0 0,-1 0 1 0 0,1 0-1 0 0,-1 0 1 0 0,1 0-1 0 0,-1-1 0 0 0,1 1 1 0 0,-1-1-1 0 0,0 1 1 0 0,3-4-1 0 0,4-6-424 0 0,0-1 0 0 0,0-1-1 0 0,-1 0 1 0 0,-1 0 0 0 0,0 0 0 0 0,-1-1 0 0 0,0 0 0 0 0,-1 0-1 0 0,-1 0 1 0 0,0-1 0 0 0,-1 0 0 0 0,-1 1 0 0 0,0-1-1 0 0,-1 0 1 0 0,0 0 0 0 0,-3-20 0 0 0,0 1 175 0 0,-2-1 0 0 0,-9-36 0 0 0,-22-60 3868 0 0,35 130-3364 0 0,-8-22 1397 0 0,8 23-1447 0 0,0-1-1 0 0,-1 0 1 0 0,1 1 0 0 0,0-1-1 0 0,0 1 1 0 0,0-1 0 0 0,-1 0-1 0 0,1 1 1 0 0,0-1 0 0 0,-1 1-1 0 0,1-1 1 0 0,0 1 0 0 0,-1-1-1 0 0,1 1 1 0 0,-1-1 0 0 0,1 1-1 0 0,-1-1 1 0 0,1 1 0 0 0,-1 0-1 0 0,1-1 1 0 0,-1 1 0 0 0,1 0-1 0 0,-1-1 1 0 0,0 1 0 0 0,1 0-1 0 0,-1 0 1 0 0,-1-1 0 0 0,2 2 20 0 0,-1 0 0 0 0,1-1 1 0 0,-1 1-1 0 0,1 0 0 0 0,0 0 1 0 0,-1 0-1 0 0,1 0 1 0 0,0-1-1 0 0,0 1 0 0 0,0 0 1 0 0,-1 0-1 0 0,1 0 0 0 0,0 0 1 0 0,0 0-1 0 0,0 0 1 0 0,0-1-1 0 0,0 1 0 0 0,1 0 1 0 0,-1 0-1 0 0,0 0 1 0 0,0 0-1 0 0,1 0 0 0 0,0 1 1 0 0,8 26 460 0 0,-7-23-318 0 0,121 311 4689 0 0,-76-213-6292 0 0,3-1-3931 0 0,-37-74-1464 0 0</inkml:trace>
</inkml:ink>
</file>

<file path=ppt/ink/ink2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0:53.1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276 25 6913 0 0,'-4'-3'292'0'0,"-1"0"-1"0"0,0 0 0 0 0,0 0 0 0 0,0 1 0 0 0,0-1 0 0 0,-1 1 0 0 0,1 1 0 0 0,-1-1 0 0 0,-8-1 0 0 0,10 3-147 0 0,0 0 1 0 0,0 0-1 0 0,0 1 1 0 0,1-1-1 0 0,-1 1 1 0 0,0 0-1 0 0,1 0 1 0 0,-1 0-1 0 0,0 0 1 0 0,1 1-1 0 0,-1 0 1 0 0,1-1-1 0 0,0 1 1 0 0,0 0-1 0 0,-5 4 1 0 0,-7 7 3 0 0,1-1-1 0 0,0 2 1 0 0,1 0 0 0 0,0 1 0 0 0,1 0 0 0 0,1 1-1 0 0,-18 33 1 0 0,24-39-125 0 0,0 0 0 0 0,1 1 0 0 0,0 0 0 0 0,0 0 0 0 0,1 0 1 0 0,0 0-1 0 0,1 0 0 0 0,1 1 0 0 0,0-1 0 0 0,0 0 0 0 0,1 1 0 0 0,1-1 0 0 0,0 1 0 0 0,3 18 0 0 0,-3-28-1 0 0,-1 0 0 0 0,1 1-1 0 0,0-1 1 0 0,-1 0 0 0 0,1 0 0 0 0,0 0-1 0 0,0 1 1 0 0,0-1 0 0 0,1 0 0 0 0,-1 0-1 0 0,0 0 1 0 0,1-1 0 0 0,-1 1-1 0 0,1 0 1 0 0,0-1 0 0 0,0 1 0 0 0,-1-1-1 0 0,1 1 1 0 0,0-1 0 0 0,0 0 0 0 0,0 1-1 0 0,0-1 1 0 0,1-1 0 0 0,-1 1-1 0 0,0 0 1 0 0,0 0 0 0 0,1-1 0 0 0,-1 1-1 0 0,0-1 1 0 0,1 0 0 0 0,-1 0 0 0 0,0 0-1 0 0,1 0 1 0 0,-1 0 0 0 0,0 0 0 0 0,1 0-1 0 0,-1-1 1 0 0,0 1 0 0 0,1-1-1 0 0,-1 0 1 0 0,3-1 0 0 0,5-2-117 0 0,0 0 0 0 0,0-1 0 0 0,-1-1 0 0 0,1 1 0 0 0,-1-1 0 0 0,-1-1 1 0 0,14-12-1 0 0,-7 5 33 0 0,-2 0 0 0 0,1-1 0 0 0,-2-1 1 0 0,0 0-1 0 0,-1-1 0 0 0,0 0 1 0 0,-2-1-1 0 0,0 0 0 0 0,-1 0 0 0 0,-1-1 1 0 0,0 0-1 0 0,-2 0 0 0 0,4-21 0 0 0,-7 27 560 0 0,-1 8-106 0 0,-1 0 0 0 0,1 0 0 0 0,0 0 0 0 0,0 0 0 0 0,1 0 0 0 0,-1 0 0 0 0,5-6 1 0 0,-6 11-319 0 0,1 0 0 0 0,-1 1 0 0 0,1-1 0 0 0,-1 0 1 0 0,0 0-1 0 0,1 1 0 0 0,-1-1 0 0 0,1 1 0 0 0,-1-1 0 0 0,0 0 1 0 0,1 1-1 0 0,-1-1 0 0 0,0 1 0 0 0,1-1 0 0 0,-1 0 1 0 0,0 1-1 0 0,1-1 0 0 0,-1 1 0 0 0,0-1 0 0 0,0 1 1 0 0,0-1-1 0 0,0 1 0 0 0,1 0 0 0 0,-1-1 0 0 0,0 1 1 0 0,0 0-1 0 0,6 19 266 0 0,11 50 161 0 0,24 77-1382 0 0,-35-130-167 0 0,0-1-1 0 0,2 1 1 0 0,0-2 0 0 0,1 1 0 0 0,0-1-1 0 0,17 20 1 0 0,-14-21-3220 0 0</inkml:trace>
</inkml:ink>
</file>

<file path=ppt/ink/ink2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0:53.4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182 28 4145 0 0,'-35'-13'2557'0'0,"29"11"-1632"0"0,-1-1 0 0 0,0 1-1 0 0,0 0 1 0 0,0 0 0 0 0,-11-1 0 0 0,15 3-722 0 0,0 0 1 0 0,0 0 0 0 0,1 0 0 0 0,-1 1 0 0 0,0-1 0 0 0,0 1-1 0 0,1 0 1 0 0,-1 0 0 0 0,0 0 0 0 0,1 0 0 0 0,-1 0 0 0 0,1 1-1 0 0,0-1 1 0 0,-1 1 0 0 0,1-1 0 0 0,0 1 0 0 0,0 0 0 0 0,-4 4-1 0 0,1 1-82 0 0,0 0 0 0 0,0 0-1 0 0,1 1 1 0 0,0-1 0 0 0,1 1-1 0 0,-1 0 1 0 0,2 0 0 0 0,-1 1-1 0 0,1-1 1 0 0,0 0 0 0 0,1 1-1 0 0,0-1 1 0 0,0 1 0 0 0,0-1-1 0 0,2 14 1 0 0,0-12-78 0 0,-1-1 1 0 0,1 1-1 0 0,1 0 0 0 0,0-1 0 0 0,0 1 1 0 0,1-1-1 0 0,0 0 0 0 0,1 0 1 0 0,0 0-1 0 0,1 0 0 0 0,-1 0 0 0 0,1-1 1 0 0,9 10-1 0 0,-9-12 16 0 0,1-1-1 0 0,-1-1 1 0 0,1 1-1 0 0,0-1 1 0 0,0 0-1 0 0,1-1 1 0 0,-1 1-1 0 0,1-1 1 0 0,0 0-1 0 0,0-1 1 0 0,0 0-1 0 0,0 0 1 0 0,0 0-1 0 0,0-1 1 0 0,1 0-1 0 0,-1-1 1 0 0,0 1-1 0 0,1-1 1 0 0,-1-1-1 0 0,0 0 1 0 0,1 0-1 0 0,-1 0 1 0 0,13-4-1 0 0,-5 0-282 0 0,0 0 0 0 0,0-1-1 0 0,0 0 1 0 0,15-10 0 0 0,-13 6-1774 0 0,0-1 0 0 0,24-21 0 0 0,-17 11-3589 0 0</inkml:trace>
</inkml:ink>
</file>

<file path=ppt/ink/ink2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0:54.2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3 114 5529 0 0,'0'0'24'0'0,"0"1"0"0"0,0-1 0 0 0,0 0 0 0 0,-1 0-1 0 0,1 0 1 0 0,0 0 0 0 0,0 0 0 0 0,0 0 0 0 0,0 0 0 0 0,-1 1 0 0 0,1-1-1 0 0,0 0 1 0 0,0 0 0 0 0,0 0 0 0 0,0 0 0 0 0,0 1 0 0 0,0-1-1 0 0,0 0 1 0 0,-1 0 0 0 0,1 0 0 0 0,0 1 0 0 0,0-1 0 0 0,0 0 0 0 0,0 0-1 0 0,0 0 1 0 0,0 1 0 0 0,0-1 0 0 0,0 0 0 0 0,0 0 0 0 0,0 0 0 0 0,0 1-1 0 0,0-1 1 0 0,0 0 0 0 0,0 0 0 0 0,0 0 0 0 0,0 1 0 0 0,1-1 0 0 0,-1 0-1 0 0,0 0 1 0 0,0 0 0 0 0,0 1 0 0 0,0-1 0 0 0,0 0 0 0 0,0 0-1 0 0,0 0 1 0 0,1 0 0 0 0,-1 0 0 0 0,0 1 0 0 0,0-1 0 0 0,0 0 0 0 0,0 0-1 0 0,1 0 1 0 0,-1 0 0 0 0,0 0 0 0 0,0 0 0 0 0,0 0 0 0 0,1 0 0 0 0,-1 1-1 0 0,0-1 1 0 0,23 10 817 0 0,28 4 449 0 0,-21-12-174 0 0,1-2-1 0 0,-1-1 0 0 0,59-10 1 0 0,-21 2-443 0 0,659-23 2201 0 0,-150 0-2402 0 0,-50 10-519 0 0,2 31-140 0 0,39 0 18 0 0,40-37-1750 0 0,-377 14 171 0 0,-58 1-806 0 0,-149 11 657 0 0,13-1-2001 0 0</inkml:trace>
</inkml:ink>
</file>

<file path=ppt/ink/ink2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0:55.1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40 5529 0 0,'1'-3'502'0'0,"0"-1"-1"0"0,0 1 1 0 0,0 0-1 0 0,1-1 1 0 0,-1 1-1 0 0,1 0 0 0 0,0 0 1 0 0,0 0-1 0 0,4-5 1 0 0,-5 7-394 0 0,-1 1-1 0 0,0 0 1 0 0,1 0-1 0 0,-1 0 1 0 0,0 0 0 0 0,1-1-1 0 0,-1 1 1 0 0,1 0 0 0 0,-1 0-1 0 0,0 0 1 0 0,1 0-1 0 0,-1 0 1 0 0,1 0 0 0 0,-1 0-1 0 0,1 0 1 0 0,-1 0 0 0 0,0 0-1 0 0,1 0 1 0 0,-1 0 0 0 0,1 0-1 0 0,-1 1 1 0 0,0-1-1 0 0,1 0 1 0 0,-1 0 0 0 0,0 0-1 0 0,1 0 1 0 0,-1 1 0 0 0,0-1-1 0 0,1 1 1 0 0,14 19 1293 0 0,-3 6-936 0 0,-1 1 1 0 0,-1 0-1 0 0,-1 0 1 0 0,-2 1-1 0 0,-1 0 1 0 0,4 42-1 0 0,0 178-360 0 0,-9-119-942 0 0,0-121 729 0 0,-1-3-214 0 0,1-1 0 0 0,-1 0 0 0 0,0 1 0 0 0,0-1 0 0 0,0 0 0 0 0,0 1 1 0 0,-1-1-1 0 0,0 0 0 0 0,0 1 0 0 0,0-1 0 0 0,0 0 0 0 0,-1 0 0 0 0,-3 7 0 0 0,-1-9-2338 0 0</inkml:trace>
</inkml:ink>
</file>

<file path=ppt/ink/ink2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0:55.5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0 116 1984 0 0,'3'-7'193'0'0,"1"1"-1"0"0,-1 0 1 0 0,1 0-1 0 0,0 0 1 0 0,0 1-1 0 0,1-1 1 0 0,-1 1-1 0 0,1 0 1 0 0,0 0-1 0 0,1 1 1 0 0,8-6-1 0 0,-4 3 316 0 0,0 0 0 0 0,0 1-1 0 0,1 1 1 0 0,0 0 0 0 0,22-7-1 0 0,-31 11-447 0 0,0 0-1 0 0,0 1 1 0 0,0 0-1 0 0,1-1 1 0 0,-1 1 0 0 0,0 0-1 0 0,0 0 1 0 0,0 0-1 0 0,0 0 1 0 0,0 1-1 0 0,0-1 1 0 0,0 1 0 0 0,0-1-1 0 0,0 1 1 0 0,0 0-1 0 0,0-1 1 0 0,0 1-1 0 0,0 0 1 0 0,0 0 0 0 0,0 1-1 0 0,2 1 1 0 0,-1 0-51 0 0,0 0 0 0 0,-1 0 0 0 0,1 1 1 0 0,-1-1-1 0 0,0 1 0 0 0,0 0 0 0 0,0-1 0 0 0,0 1 1 0 0,0 0-1 0 0,1 6 0 0 0,0 4-65 0 0,0 1 1 0 0,-1-1-1 0 0,0 1 0 0 0,-1 0 1 0 0,-1 18-1 0 0,-1-14 77 0 0,0 1 1 0 0,-1-1 0 0 0,-1 0-1 0 0,-1 0 1 0 0,-1 0-1 0 0,0 0 1 0 0,-2-1 0 0 0,0 0-1 0 0,-18 34 1 0 0,23-50 204 0 0,1 0-1 0 0,0 0 1 0 0,-1 0 0 0 0,1 0-1 0 0,-1 0 1 0 0,0-1 0 0 0,0 1 0 0 0,0 0-1 0 0,0-1 1 0 0,0 1 0 0 0,0-1-1 0 0,0 0 1 0 0,0 0 0 0 0,0 0 0 0 0,-5 2-1 0 0,208 3 3579 0 0,-165-2-6382 0 0,61 15 0 0 0,-80-14-2106 0 0</inkml:trace>
</inkml:ink>
</file>

<file path=ppt/ink/ink2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0:56.0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0 371 5985 0 0,'4'-9'293'0'0,"1"0"1"0"0,0 0-1 0 0,0 0 0 0 0,0 1 0 0 0,1 0 0 0 0,8-8 1 0 0,13-19 839 0 0,-5 0 12 0 0,24-51-1 0 0,-39 70-994 0 0,-1-1 0 0 0,0 1 0 0 0,-1-1 0 0 0,0 0 0 0 0,3-33 0 0 0,-8 50-151 0 0,0-1 0 0 0,0 1 0 0 0,1-1 0 0 0,-1 1 0 0 0,0 0 1 0 0,0-1-1 0 0,0 1 0 0 0,0-1 0 0 0,0 1 0 0 0,0-1 0 0 0,0 1 0 0 0,0 0 0 0 0,0-1 0 0 0,0 1 1 0 0,-1-1-1 0 0,1 1 0 0 0,0 0 0 0 0,0-1 0 0 0,0 1 0 0 0,0-1 0 0 0,-1 1 0 0 0,1 0 0 0 0,0-1 0 0 0,0 1 1 0 0,-1 0-1 0 0,1-1 0 0 0,0 1 0 0 0,-1 0 0 0 0,1-1 0 0 0,0 1 0 0 0,-1 0 0 0 0,1 0 0 0 0,0-1 0 0 0,-1 1 1 0 0,-15 6 304 0 0,-15 23 645 0 0,28-27-823 0 0,-6 7-294 0 0,1 1 0 0 0,0 0 0 0 0,0 1-1 0 0,1-1 1 0 0,0 1 0 0 0,0 1 0 0 0,2-1-1 0 0,-1 1 1 0 0,-5 19 0 0 0,10-26 177 0 0,0-1 1 0 0,0 1-1 0 0,0-1 0 0 0,0 0 1 0 0,1 1-1 0 0,0 0 1 0 0,0-1-1 0 0,0 1 0 0 0,0-1 1 0 0,1 1-1 0 0,-1-1 1 0 0,1 0-1 0 0,1 1 0 0 0,-1-1 1 0 0,1 0-1 0 0,-1 1 1 0 0,1-1-1 0 0,0 0 0 0 0,0 0 1 0 0,1 0-1 0 0,0-1 1 0 0,-1 1-1 0 0,1-1 0 0 0,0 1 1 0 0,0-1-1 0 0,1 0 1 0 0,-1 0-1 0 0,1 0 1 0 0,0-1-1 0 0,6 4 0 0 0,-4-2-123 0 0,0-1-1 0 0,0-1 0 0 0,1 1 0 0 0,-1-1 1 0 0,1 0-1 0 0,0 0 0 0 0,0-1 0 0 0,0 0 0 0 0,0 0 1 0 0,0-1-1 0 0,0 0 0 0 0,0 0 0 0 0,0 0 1 0 0,-1-1-1 0 0,1 0 0 0 0,0-1 0 0 0,0 1 1 0 0,0-1-1 0 0,12-6 0 0 0,-2 0-809 0 0</inkml:trace>
</inkml:ink>
</file>

<file path=ppt/ink/ink2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0:56.6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305 300 920 0 0,'-5'-4'359'0'0,"0"0"-1"0"0,-1 0 1 0 0,1 1-1 0 0,-1 0 1 0 0,1 0-1 0 0,-1 0 1 0 0,0 1-1 0 0,0-1 0 0 0,-1 2 1 0 0,1-1-1 0 0,0 1 1 0 0,-1-1-1 0 0,1 2 1 0 0,-11-1-1 0 0,8 1 198 0 0,-1 0 1 0 0,0 0-1 0 0,1 1 0 0 0,-1 1 0 0 0,1-1 0 0 0,0 1 0 0 0,0 1 0 0 0,-1 0 0 0 0,-11 6 1 0 0,14-4-309 0 0,-1 0 1 0 0,1 0 0 0 0,0 1 0 0 0,0 0 0 0 0,1 0 0 0 0,-1 1 0 0 0,1 0-1 0 0,-6 9 1 0 0,8-11-169 0 0,0 1-1 0 0,1 0 1 0 0,-1 0-1 0 0,1 0 1 0 0,0 1-1 0 0,1-1 1 0 0,-1 1-1 0 0,1-1 1 0 0,1 1-1 0 0,-1 0 1 0 0,0 9 0 0 0,2-15-87 0 0,0 0 1 0 0,0 0 0 0 0,0 0 0 0 0,0 0-1 0 0,0 0 1 0 0,0 0 0 0 0,1 0 0 0 0,-1-1-1 0 0,0 1 1 0 0,1 0 0 0 0,-1 0 0 0 0,0 0-1 0 0,1 0 1 0 0,-1 0 0 0 0,1-1 0 0 0,-1 1-1 0 0,1 0 1 0 0,-1 0 0 0 0,1-1 0 0 0,0 1 0 0 0,-1 0-1 0 0,1-1 1 0 0,0 1 0 0 0,0-1 0 0 0,0 1-1 0 0,-1-1 1 0 0,1 1 0 0 0,1 0 0 0 0,1-1-85 0 0,-1 1 0 0 0,1-1 0 0 0,0 1 0 0 0,0-1 0 0 0,-1 0 1 0 0,1 0-1 0 0,0 0 0 0 0,-1 0 0 0 0,1-1 0 0 0,3 0 0 0 0,3-1-323 0 0,1-1 0 0 0,0 0 0 0 0,-1-1-1 0 0,14-7 1 0 0,-13 5 32 0 0,0-1 1 0 0,-1 0-1 0 0,0-1 0 0 0,0 1 0 0 0,0-2 1 0 0,-1 1-1 0 0,-1-1 0 0 0,0-1 1 0 0,0 1-1 0 0,0-1 0 0 0,-1 0 0 0 0,-1-1 1 0 0,0 1-1 0 0,0-1 0 0 0,-1 0 0 0 0,-1 0 1 0 0,4-17-1 0 0,-1-9 834 0 0,-1 1 0 0 0,-2-1 0 0 0,-2 0 1 0 0,-4-45-1 0 0,-4 61 6346 0 0,4 35-5121 0 0,2 13-814 0 0,2 0 0 0 0,0 0 0 0 0,7 40 1 0 0,1-23-808 0 0,2-1 0 0 0,2 0 1 0 0,19 44-1 0 0,-22-62-1024 0 0,29 47 0 0 0,-26-52-509 0 0</inkml:trace>
</inkml:ink>
</file>

<file path=ppt/ink/ink2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0:57.9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200 293 2761 0 0,'0'-9'627'0'0,"-1"1"0"0"0,-1 0 0 0 0,1-1 0 0 0,-1 1 0 0 0,-5-12 0 0 0,6 17-385 0 0,0-1-1 0 0,0 1 1 0 0,-1 0-1 0 0,1-1 0 0 0,-1 1 1 0 0,0 0-1 0 0,0 0 1 0 0,0 0-1 0 0,0 1 1 0 0,-1-1-1 0 0,1 0 0 0 0,-1 1 1 0 0,1 0-1 0 0,-1-1 1 0 0,-4-2-1 0 0,5 5-125 0 0,0 0 0 0 0,0 0 1 0 0,0 0-1 0 0,0 0 0 0 0,0 0 0 0 0,0 0 0 0 0,0 0 0 0 0,0 1 0 0 0,0-1 0 0 0,0 0 1 0 0,1 1-1 0 0,-1 0 0 0 0,0 0 0 0 0,0-1 0 0 0,0 1 0 0 0,1 0 0 0 0,-1 0 0 0 0,1 0 1 0 0,-1 1-1 0 0,1-1 0 0 0,-1 0 0 0 0,1 1 0 0 0,-1-1 0 0 0,1 1 0 0 0,0-1 1 0 0,-2 3-1 0 0,-30 47 730 0 0,31-47-846 0 0,-10 18 136 0 0,1 0-1 0 0,1 0 0 0 0,1 1 0 0 0,-11 41 0 0 0,19-57-151 0 0,-1-1 0 0 0,1 1 0 0 0,0 0 1 0 0,0 0-1 0 0,1 0 0 0 0,0 0 0 0 0,1 0 0 0 0,-1 0 0 0 0,1 0 0 0 0,0 0 1 0 0,1-1-1 0 0,0 1 0 0 0,0 0 0 0 0,0-1 0 0 0,1 1 0 0 0,0-1 0 0 0,0 0 1 0 0,0 0-1 0 0,1 0 0 0 0,0 0 0 0 0,7 7 0 0 0,-9-11-15 0 0,-1-1 0 0 0,0 1 0 0 0,1-1 0 0 0,-1 1 0 0 0,1-1 0 0 0,0 0 0 0 0,-1 0 0 0 0,1 0 0 0 0,0 0 0 0 0,0 0 0 0 0,0 0 0 0 0,-1 0 0 0 0,1-1-1 0 0,0 1 1 0 0,0-1 0 0 0,0 1 0 0 0,0-1 0 0 0,0 0 0 0 0,0 1 0 0 0,1-1 0 0 0,-1 0 0 0 0,2-1 0 0 0,-1 0-102 0 0,-1 0 1 0 0,0 0-1 0 0,1 0 0 0 0,-1 0 1 0 0,0-1-1 0 0,0 1 0 0 0,1-1 0 0 0,-1 0 1 0 0,-1 1-1 0 0,1-1 0 0 0,0 0 1 0 0,0 0-1 0 0,-1 0 0 0 0,3-5 1 0 0,3-6-423 0 0,0 0 1 0 0,-1-1-1 0 0,-1 0 0 0 0,7-25 1 0 0,-4 2 267 0 0,-1-1 1 0 0,-2 0-1 0 0,0-73 0 0 0,-8 39 512 0 0,-13-80-1 0 0,13 140 1693 0 0,0 12-514 0 0,-4 23 231 0 0,-2 40-505 0 0,9-42-975 0 0,1-1-1 0 0,1 1 1 0 0,1-1 0 0 0,0 0 0 0 0,9 25-1 0 0,38 97-1308 0 0,-36-108 10 0 0,-2-2-3686 0 0</inkml:trace>
</inkml:ink>
</file>

<file path=ppt/ink/ink2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0:58.5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69 5 6305 0 0,'0'0'37'0'0,"0"0"0"0"0,0 0 0 0 0,0-1-1 0 0,0 1 1 0 0,-1 0 0 0 0,1-1 0 0 0,0 1 0 0 0,0 0-1 0 0,0 0 1 0 0,-1-1 0 0 0,1 1 0 0 0,0 0 0 0 0,0 0-1 0 0,-1 0 1 0 0,1 0 0 0 0,0-1 0 0 0,-1 1-1 0 0,1 0 1 0 0,0 0 0 0 0,0 0 0 0 0,-1 0 0 0 0,1 0-1 0 0,0 0 1 0 0,-1 0 0 0 0,1 0 0 0 0,0 0-1 0 0,-1 0 1 0 0,1 0 0 0 0,0 0 0 0 0,-1 0 0 0 0,1 0-1 0 0,0 0 1 0 0,-1 0 0 0 0,1 0 0 0 0,0 0-1 0 0,-1 0 1 0 0,1 1 0 0 0,0-1 0 0 0,0 0 0 0 0,-1 0-1 0 0,1 0 1 0 0,0 0 0 0 0,-1 1 0 0 0,1-1 0 0 0,0 0-1 0 0,0 0 1 0 0,0 1 0 0 0,-1-1 0 0 0,-14 10 2055 0 0,11-5-1784 0 0,0 1 0 0 0,0-1 1 0 0,0 1-1 0 0,1 0 1 0 0,0 0-1 0 0,0 1 1 0 0,1-1-1 0 0,-1 0 1 0 0,1 1-1 0 0,-1 10 1 0 0,1-7-79 0 0,1-1 0 0 0,0 0 0 0 0,0 1 0 0 0,1-1 0 0 0,0 1 0 0 0,1-1 0 0 0,1 12 0 0 0,-1-18-144 0 0,0 1 0 0 0,0-1 1 0 0,0 1-1 0 0,1-1 1 0 0,-1 0-1 0 0,1 0 0 0 0,0 1 1 0 0,0-1-1 0 0,0 0 0 0 0,0-1 1 0 0,0 1-1 0 0,1 0 1 0 0,-1-1-1 0 0,1 1 0 0 0,0-1 1 0 0,-1 0-1 0 0,5 3 1 0 0,-3-3 30 0 0,1 0 1 0 0,0 0 0 0 0,0 0 0 0 0,1 0 0 0 0,-1-1-1 0 0,0 0 1 0 0,0 0 0 0 0,1 0 0 0 0,-1-1 0 0 0,8 0 0 0 0,3-1 130 0 0,0-1 0 0 0,0-1 0 0 0,-1 0 0 0 0,1-1 0 0 0,-1 0 0 0 0,26-13 0 0 0,-19 7-108 0 0,0-2 0 0 0,-1-1 0 0 0,30-22 0 0 0,-38 24-825 0 0,0-1 0 0 0,0 0 0 0 0,12-16 0 0 0,-14 12-5801 0 0</inkml:trace>
</inkml:ink>
</file>

<file path=ppt/ink/ink2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1:00.5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1772 50 6913 0 0,'8'-11'447'0'0,"-5"9"-442"0"0,-1-1-1 0 0,1 1 1 0 0,-1-1-1 0 0,0 0 0 0 0,0 0 1 0 0,0 0-1 0 0,-1 0 1 0 0,1 0-1 0 0,-1 0 0 0 0,-3-7 3227 0 0,-22 32-1719 0 0,-20 37-177 0 0,2 2 0 0 0,-39 76 0 0 0,21-35-1019 0 0,36-63-227 0 0,-255 444 430 0 0,-3 3-1618 0 0,209-365 981 0 0,-32 59 139 0 0,-72 115 22 0 0,91-174-111 0 0,44-65-85 0 0,2 2 0 0 0,-57 113-1 0 0,-41 164 154 0 0,62-145 476 0 0,34-98-245 0 0,36-82-200 0 0,0 0-1 0 0,0 0 1 0 0,-1 0-1 0 0,-1-1 1 0 0,1 0-1 0 0,-14 12 0 0 0,16-17-96 0 0,-8 7-374 0 0,13-11 433 0 0,0 0 0 0 0,0 0 0 0 0,0 0 0 0 0,0 0 0 0 0,0 1 0 0 0,0-1-1 0 0,0 0 1 0 0,0 0 0 0 0,-1 0 0 0 0,1 0 0 0 0,0 0 0 0 0,0 0 0 0 0,0 0 0 0 0,0 1 0 0 0,0-1 0 0 0,0 0-1 0 0,-1 0 1 0 0,1 0 0 0 0,0 0 0 0 0,0 0 0 0 0,0 0 0 0 0,0 0 0 0 0,0 0 0 0 0,-1 0 0 0 0,1 0 0 0 0,0 0-1 0 0,0 0 1 0 0,0 0 0 0 0,0 0 0 0 0,-1 0 0 0 0,1 0 0 0 0,0 0 0 0 0,0 0 0 0 0,0 0 0 0 0,0 0 0 0 0,0 0 0 0 0,-1 0-1 0 0,1 0 1 0 0,0 0 0 0 0,0-1 0 0 0,0 1 0 0 0,0 0 0 0 0,0 0 0 0 0,-1 0 0 0 0,1 0 0 0 0,0 0 0 0 0,0 0-1 0 0,0 0 1 0 0,0-1 0 0 0,0 1 0 0 0,0 0 0 0 0,0 0 0 0 0,0 0 0 0 0,0 0 0 0 0,0 0 0 0 0,0-1 0 0 0,-1 1-1 0 0,1 0 1 0 0,0 0 0 0 0,0 0 0 0 0,0 0 0 0 0,0-1 0 0 0</inkml:trace>
</inkml:ink>
</file>

<file path=ppt/ink/ink2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1:01.0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 2761 0 0,'0'-1'138'0'0,"0"0"0"0"0,0 1 1 0 0,0-1-1 0 0,0 0 0 0 0,1 1 1 0 0,-1-1-1 0 0,0 0 0 0 0,0 0 1 0 0,1 1-1 0 0,-1-1 0 0 0,1 1 1 0 0,-1-1-1 0 0,0 0 0 0 0,1 1 1 0 0,-1-1-1 0 0,1 1 0 0 0,0-1 1 0 0,-1 1-1 0 0,1-1 0 0 0,-1 1 1 0 0,1 0-1 0 0,0-1 0 0 0,-1 1 0 0 0,1 0 1 0 0,0-1-1 0 0,-1 1 0 0 0,1 0 1 0 0,0 0-1 0 0,-1-1 0 0 0,1 1 1 0 0,0 0-1 0 0,0 0 0 0 0,-1 0 1 0 0,1 0-1 0 0,0 0 0 0 0,0 0 1 0 0,-1 0-1 0 0,1 0 0 0 0,0 1 1 0 0,-1-1-1 0 0,1 0 0 0 0,0 0 1 0 0,-1 1-1 0 0,1-1 0 0 0,0 0 1 0 0,-1 1-1 0 0,1-1 0 0 0,0 0 1 0 0,-1 1-1 0 0,1-1 0 0 0,-1 1 1 0 0,1-1-1 0 0,-1 1 0 0 0,1 0 1 0 0,-1-1-1 0 0,1 1 0 0 0,-1-1 1 0 0,0 1-1 0 0,1 0 0 0 0,-1-1 1 0 0,0 1-1 0 0,1 0 0 0 0,-1-1 1 0 0,0 1-1 0 0,0 0 0 0 0,0 0 1 0 0,0-1-1 0 0,0 2 0 0 0,2 14 515 0 0,-2-7-495 0 0,0 0 1 0 0,1 1 0 0 0,1-1-1 0 0,-1 0 1 0 0,1 0 0 0 0,1 0-1 0 0,0 0 1 0 0,0 0 0 0 0,1 0 0 0 0,0-1-1 0 0,0 0 1 0 0,1 0 0 0 0,8 11-1 0 0,-3-7-175 0 0,9 12 43 0 0,0-1 1 0 0,2-1-1 0 0,1-1 1 0 0,28 22-1 0 0,-43-38 54 0 0,1 0-1 0 0,0 0 1 0 0,0-1-1 0 0,0 0 1 0 0,0-1-1 0 0,1 0 1 0 0,0 0-1 0 0,-1-1 1 0 0,1 0-1 0 0,0 0 1 0 0,0-1-1 0 0,0 0 1 0 0,0-1-1 0 0,0 1 1 0 0,1-2-1 0 0,-1 0 1 0 0,0 0-1 0 0,13-3 1 0 0,-7-1 77 0 0,0 0 0 0 0,0-1 0 0 0,-1-1 0 0 0,0 0 0 0 0,0-1 0 0 0,-1 0 1 0 0,0-1-1 0 0,21-19 0 0 0,6-10-1501 0 0,40-50 0 0 0,-58 63-962 0 0,-8 10-3365 0 0</inkml:trace>
</inkml:ink>
</file>

<file path=ppt/ink/ink2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1:04.32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40 466 3457 0 0,'-4'-5'21'0'0,"0"0"0"0"0,0 0 0 0 0,0 0 0 0 0,1-1 1 0 0,0 0-1 0 0,0 1 0 0 0,0-1 0 0 0,1 0 0 0 0,0-1 0 0 0,0 1 1 0 0,0 0-1 0 0,1-1 0 0 0,0 1 0 0 0,0 0 0 0 0,0-1 0 0 0,2-12 1 0 0,1-7 65 0 0,1 0 1 0 0,12-50-1 0 0,-2 19 1128 0 0,-9 20 2807 0 0,0-72-1 0 0,-4 88-1627 0 0,2 34 3488 0 0,7 58-5681 0 0,-9-42-227 0 0,5 239-86 0 0,0-189-1012 0 0,21 108-1 0 0,-18-152 113 0 0,3 13-1134 0 0,-9-18-2614 0 0</inkml:trace>
</inkml:ink>
</file>

<file path=ppt/ink/ink2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1:04.70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64 185 1376 0 0,'-13'-20'224'0'0,"4"8"510"0"0,1-1-1 0 0,0-1 1 0 0,-11-26 0 0 0,17 37-500 0 0,1 1 1 0 0,1-1 0 0 0,-1 1-1 0 0,0-1 1 0 0,1 1 0 0 0,-1-1 0 0 0,1 0-1 0 0,0 1 1 0 0,-1-1 0 0 0,1 0-1 0 0,1 1 1 0 0,-1-1 0 0 0,0 1 0 0 0,1-1-1 0 0,-1 0 1 0 0,1 1 0 0 0,0-1-1 0 0,0 1 1 0 0,0-1 0 0 0,0 1-1 0 0,0 0 1 0 0,0-1 0 0 0,1 1 0 0 0,-1 0-1 0 0,1 0 1 0 0,0 0 0 0 0,-1 0-1 0 0,1 0 1 0 0,3-2 0 0 0,-4 3-82 0 0,1 0 0 0 0,0-1 0 0 0,0 1 0 0 0,0 0 0 0 0,0 0 0 0 0,0 1 0 0 0,0-1 0 0 0,0 0 0 0 0,0 1 0 0 0,0-1 0 0 0,0 1 0 0 0,0-1 0 0 0,0 1 0 0 0,1 0 0 0 0,-1 0 0 0 0,0 0 0 0 0,0 0 0 0 0,0 0 0 0 0,4 2 0 0 0,-2-1 56 0 0,0 1 0 0 0,0-1 0 0 0,0 1 0 0 0,-1 0 0 0 0,1 1 0 0 0,-1-1 0 0 0,1 0 0 0 0,-1 1 0 0 0,5 5 0 0 0,4 5 221 0 0,-1 0 1 0 0,-1 1 0 0 0,16 27-1 0 0,-26-40-426 0 0,48 86 235 0 0,38 61 438 0 0,-74-131-613 0 0,1 1 1 0 0,1-1 0 0 0,0-1 0 0 0,1-1-1 0 0,30 24 1 0 0,-42-36-37 0 0,0-1-1 0 0,0 0 1 0 0,0 0 0 0 0,1 0-1 0 0,-1 0 1 0 0,0 0 0 0 0,1-1-1 0 0,0 1 1 0 0,-1-1 0 0 0,1 0-1 0 0,0 0 1 0 0,0-1 0 0 0,-1 1-1 0 0,1-1 1 0 0,0 0-1 0 0,0 0 1 0 0,0 0 0 0 0,0 0-1 0 0,0-1 1 0 0,-1 1 0 0 0,7-3-1 0 0,-5 1 23 0 0,0-1 1 0 0,0 0-1 0 0,0 0 0 0 0,-1 0 0 0 0,1 0 0 0 0,-1-1 0 0 0,0 0 1 0 0,0 0-1 0 0,0 0 0 0 0,-1 0 0 0 0,1 0 0 0 0,-1-1 0 0 0,0 0 0 0 0,3-6 1 0 0,3-8 67 0 0,-1 1 1 0 0,-1-1-1 0 0,-1-1 1 0 0,0 1-1 0 0,-2-1 1 0 0,0 0 0 0 0,1-30-1 0 0,-3 8-1544 0 0,-2 0 1 0 0,-8-67-1 0 0,6 95-87 0 0</inkml:trace>
</inkml:ink>
</file>

<file path=ppt/ink/ink2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1:09.1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40 128 6545 0 0,'10'-36'2264'0'0,"-8"30"-2267"0"0,1-1-1 0 0,-1 1 1 0 0,-1-1-1 0 0,3-11 1 0 0,-4 16-39 0 0,0 1 1 0 0,0 0-1 0 0,0-1 1 0 0,0 1 0 0 0,0 0-1 0 0,0-1 1 0 0,-1 1-1 0 0,1 0 1 0 0,0 0-1 0 0,-1-1 1 0 0,1 1-1 0 0,-1 0 1 0 0,1 0-1 0 0,-1-1 1 0 0,0 1 0 0 0,1 0-1 0 0,-1 0 1 0 0,0 0-1 0 0,0 0 1 0 0,0 0-1 0 0,0 0 1 0 0,0 0-1 0 0,0 1 1 0 0,0-1-1 0 0,0 0 1 0 0,0 0 0 0 0,0 1-1 0 0,-3-2 1 0 0,-10-6 920 0 0,13 8-505 0 0,0-1 0 0 0,0 0 0 0 0,0 0 0 0 0,0 1 0 0 0,0-1 1 0 0,-1 1-1 0 0,1-1 0 0 0,0 1 0 0 0,0-1 0 0 0,0 1 0 0 0,-1 0 0 0 0,1 0 0 0 0,-3-1 0 0 0,4 2-267 0 0,-1 0-1 0 0,0-1 1 0 0,0 1-1 0 0,1 0 0 0 0,-1 0 1 0 0,1 0-1 0 0,-1 0 1 0 0,1 0-1 0 0,-1 0 1 0 0,1-1-1 0 0,-1 1 1 0 0,1 0-1 0 0,0 0 1 0 0,-1 0-1 0 0,1 0 0 0 0,0 0 1 0 0,0 1-1 0 0,0-1 1 0 0,0 0-1 0 0,0 0 1 0 0,0 0-1 0 0,0 0 1 0 0,0 0-1 0 0,1 1 1 0 0,2 53 327 0 0,15 84 0 0 0,-5-52-224 0 0,8 120 259 0 0,19 121-263 0 0,-34-298-615 0 0,13 42 0 0 0,-2-31-5501 0 0</inkml:trace>
</inkml:ink>
</file>

<file path=ppt/ink/ink2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1:09.5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66 309 3225 0 0,'-47'-32'1456'0'0,"46"31"-1319"0"0,0 0 0 0 0,-1 0 0 0 0,1 0-1 0 0,0 0 1 0 0,-1 0 0 0 0,1 0 0 0 0,0 0 0 0 0,0-1-1 0 0,0 1 1 0 0,0 0 0 0 0,0-1 0 0 0,1 1 0 0 0,-1-1-1 0 0,0 1 1 0 0,0-1 0 0 0,1 1 0 0 0,-1-1 0 0 0,1 0-1 0 0,0 1 1 0 0,-1-1 0 0 0,1 0 0 0 0,0 1 0 0 0,0-1-1 0 0,0 1 1 0 0,0-1 0 0 0,0 0 0 0 0,1 1 0 0 0,-1-1-1 0 0,0 0 1 0 0,2-2 0 0 0,-1 3-6 0 0,0 0 1 0 0,0-1-1 0 0,0 1 0 0 0,0 0 1 0 0,0 0-1 0 0,0 0 0 0 0,1 0 1 0 0,-1 0-1 0 0,0 1 1 0 0,1-1-1 0 0,-1 0 0 0 0,1 1 1 0 0,-1-1-1 0 0,1 1 0 0 0,-1-1 1 0 0,1 1-1 0 0,-1 0 1 0 0,1 0-1 0 0,-1-1 0 0 0,1 1 1 0 0,-1 0-1 0 0,1 0 0 0 0,0 1 1 0 0,-1-1-1 0 0,1 0 0 0 0,-1 0 1 0 0,1 1-1 0 0,-1-1 1 0 0,1 1-1 0 0,-1-1 0 0 0,1 1 1 0 0,0 1-1 0 0,5 1 247 0 0,0 0 0 0 0,-1 1 1 0 0,1 0-1 0 0,-1 0 0 0 0,8 7 0 0 0,16 17 675 0 0,35 44 0 0 0,10 11-385 0 0,-56-65-613 0 0,0 0 1 0 0,1-2-1 0 0,0-1 1 0 0,1 0-1 0 0,1-1 0 0 0,29 12 1 0 0,-41-21-13 0 0,0-1 0 0 0,1 0 0 0 0,-1-1 0 0 0,1-1 0 0 0,0 1 0 0 0,0-2 0 0 0,0 1 0 0 0,0-2 1 0 0,1 1-1 0 0,-1-2 0 0 0,0 1 0 0 0,0-2 0 0 0,0 1 0 0 0,0-2 0 0 0,0 1 0 0 0,20-9 0 0 0,-23 7 18 0 0,-1 0 0 0 0,1-1 0 0 0,-1 0 0 0 0,0 0 0 0 0,0-1-1 0 0,-1 0 1 0 0,0 0 0 0 0,0 0 0 0 0,0-1 0 0 0,-1 0 0 0 0,0 0 0 0 0,0-1 0 0 0,0 1-1 0 0,6-17 1 0 0,-3 4 78 0 0,-1 0-1 0 0,0-1 1 0 0,-1 0-1 0 0,5-42 1 0 0,-7 26-137 0 0,-1-63-1 0 0,-4 83-234 0 0,0 0-1 0 0,-1-1 0 0 0,-1 1 0 0 0,-1 0 0 0 0,-10-31 0 0 0,13 45-149 0 0,-1 0 1 0 0,1 0-1 0 0,-1 0 1 0 0,1 0-1 0 0,-1 0 1 0 0,0 0 0 0 0,0 0-1 0 0,0 1 1 0 0,-1-1-1 0 0,1 1 1 0 0,-4-3 0 0 0</inkml:trace>
</inkml:ink>
</file>

<file path=ppt/ink/ink2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1:09.9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19 10594 0 0,'0'-1'96'0'0,"0"0"0"0"0,-1 0 0 0 0,1-1 0 0 0,0 1 1 0 0,-1 0-1 0 0,1 0 0 0 0,-1 0 0 0 0,1 0 0 0 0,-1 0 0 0 0,1 0 0 0 0,-1 1 0 0 0,0-1 0 0 0,1 0 0 0 0,-1 0 0 0 0,0 0 0 0 0,0 0 0 0 0,-1 0 0 0 0,-2 15 2950 0 0,8 35-439 0 0,17 178-552 0 0,5 35-1803 0 0,-17-205-2517 0 0,2-1 1 0 0,31 88 0 0 0,-37-129 380 0 0,-1-3-2512 0 0</inkml:trace>
</inkml:ink>
</file>

<file path=ppt/ink/ink2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1:10.3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35 8290 0 0,'18'-35'5059'0'0,"-17"55"-2047"0"0,-11 96-2061 0 0,-7 138-363 0 0,17-218-676 0 0,1 0 1 0 0,2 0 0 0 0,2 0 0 0 0,1-1 0 0 0,12 36 0 0 0,5-12-1477 0 0,-21-55 869 0 0,1 0 0 0 0,-1 0 0 0 0,1 1 0 0 0,0-2 0 0 0,8 8-1 0 0</inkml:trace>
</inkml:ink>
</file>

<file path=ppt/ink/ink2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1:10.6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0 119 4609 0 0,'2'-8'381'0'0,"-1"0"0"0"0,2 0 0 0 0,-1 0 0 0 0,1 0 0 0 0,0 1 0 0 0,1-1 0 0 0,-1 1-1 0 0,7-8 1 0 0,-9 12-178 0 0,1 0-1 0 0,0 0 0 0 0,0 0 0 0 0,0 1 1 0 0,1-1-1 0 0,-1 1 0 0 0,1-1 0 0 0,-1 1 1 0 0,1 0-1 0 0,0 0 0 0 0,0 0 1 0 0,0 0-1 0 0,0 1 0 0 0,0-1 0 0 0,0 1 1 0 0,0 0-1 0 0,0 0 0 0 0,1 0 0 0 0,-1 0 1 0 0,1 1-1 0 0,-1-1 0 0 0,4 1 0 0 0,-5 0-164 0 0,0 1-1 0 0,0-1 1 0 0,-1 1 0 0 0,1 0-1 0 0,0 0 1 0 0,-1 0-1 0 0,1 0 1 0 0,0 0-1 0 0,-1 0 1 0 0,0 0-1 0 0,1 1 1 0 0,-1-1-1 0 0,1 1 1 0 0,-1-1-1 0 0,0 1 1 0 0,0-1 0 0 0,0 1-1 0 0,0-1 1 0 0,0 1-1 0 0,0 0 1 0 0,-1 0-1 0 0,1-1 1 0 0,-1 1-1 0 0,1 0 1 0 0,-1 0-1 0 0,1 0 1 0 0,-1 0 0 0 0,0 0-1 0 0,0 0 1 0 0,0 2-1 0 0,1 8-165 0 0,-1 0-1 0 0,0 1 0 0 0,-2 15 1 0 0,-5 11-120 0 0,-1 0 1 0 0,-25 68 0 0 0,-2 5 1566 0 0,35-111-1182 0 0,0 1 0 0 0,-1-1 0 0 0,1 0 0 0 0,0 0 0 0 0,0 1-1 0 0,0-1 1 0 0,0 0 0 0 0,0 1 0 0 0,0-1 0 0 0,0 0 0 0 0,0 1 0 0 0,0-1-1 0 0,0 0 1 0 0,1 0 0 0 0,-1 1 0 0 0,1-1 0 0 0,-1 0 0 0 0,1 0-1 0 0,-1 0 1 0 0,1 1 0 0 0,0-1 0 0 0,-1 0 0 0 0,2 1 0 0 0,0-1-6 0 0,0 0 0 0 0,-1 1 0 0 0,1-1 1 0 0,0 0-1 0 0,0 0 0 0 0,0-1 0 0 0,0 1 1 0 0,0 0-1 0 0,0-1 0 0 0,0 1 0 0 0,0-1 0 0 0,0 1 1 0 0,3-1-1 0 0,7 0 170 0 0,1 0 1 0 0,0-1 0 0 0,23-5-1 0 0,-27 5-213 0 0,11-3-212 0 0,0 2-1 0 0,0 0 1 0 0,31 2-1 0 0,-3 8-6307 0 0,-30-3 656 0 0</inkml:trace>
</inkml:ink>
</file>

<file path=ppt/ink/ink2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1:11.2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109 0 6449 0 0,'-5'3'109'0'0,"-1"0"0"0"0,0 0 0 0 0,1 0 0 0 0,0 1-1 0 0,0 0 1 0 0,0 0 0 0 0,0 0 0 0 0,1 1 0 0 0,0 0 0 0 0,0-1-1 0 0,0 1 1 0 0,0 1 0 0 0,1-1 0 0 0,-1 1 0 0 0,2-1-1 0 0,-5 11 1 0 0,0 0 187 0 0,2 1 0 0 0,0-1 0 0 0,1 1 0 0 0,0 0-1 0 0,-1 18 1 0 0,5-31-259 0 0,0 1 0 0 0,0-1-1 0 0,0 1 1 0 0,1-1 0 0 0,-1 0 0 0 0,1 0-1 0 0,0 1 1 0 0,1-1 0 0 0,-1 0 0 0 0,1 0-1 0 0,-1 0 1 0 0,1 0 0 0 0,3 4 0 0 0,-4-8-76 0 0,-1 1 1 0 0,1 0-1 0 0,0 0 1 0 0,-1 0-1 0 0,1 0 1 0 0,0-1-1 0 0,0 1 1 0 0,0 0-1 0 0,0-1 1 0 0,0 1 0 0 0,0 0-1 0 0,0-1 1 0 0,0 1-1 0 0,0-1 1 0 0,0 0-1 0 0,0 1 1 0 0,0-1-1 0 0,0 0 1 0 0,0 0-1 0 0,2 1 1 0 0,-1-2-55 0 0,0 1 0 0 0,0-1 1 0 0,-1 1-1 0 0,1-1 0 0 0,0 0 1 0 0,-1 0-1 0 0,1 1 0 0 0,-1-1 1 0 0,1 0-1 0 0,-1 0 0 0 0,1-1 1 0 0,-1 1-1 0 0,1 0 0 0 0,-1 0 0 0 0,0-1 1 0 0,0 1-1 0 0,2-3 0 0 0,2-3-142 0 0,0-1 0 0 0,-1 0 0 0 0,0 0-1 0 0,0 0 1 0 0,-1 0 0 0 0,0-1 0 0 0,0 0-1 0 0,-1 1 1 0 0,0-1 0 0 0,1-12 0 0 0,0-12 2084 0 0,-2-49-1 0 0,-2 42 2772 0 0,6 69-2339 0 0,-3-16-2300 0 0,1 0 0 0 0,0 0 0 0 0,1-1 0 0 0,0 1 0 0 0,1-1 0 0 0,10 19 0 0 0,-6-16-2059 0 0,0-1 0 0 0,16 19-1 0 0,-12-17-2147 0 0</inkml:trace>
</inkml:ink>
</file>

<file path=ppt/ink/ink2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1:11.6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42 2 4145 0 0,'-2'-1'130'0'0,"1"1"0"0"0,0 0 0 0 0,0 0-1 0 0,0 0 1 0 0,0 0 0 0 0,0 0 0 0 0,0 0 0 0 0,0 0 0 0 0,0 1 0 0 0,0-1-1 0 0,0 0 1 0 0,0 0 0 0 0,0 1 0 0 0,0-1 0 0 0,0 1 0 0 0,0-1 0 0 0,0 1 0 0 0,0-1-1 0 0,0 1 1 0 0,0 0 0 0 0,0-1 0 0 0,0 1 0 0 0,1 0 0 0 0,-1 0 0 0 0,0 0 0 0 0,1 0-1 0 0,-1-1 1 0 0,0 1 0 0 0,1 0 0 0 0,-1 0 0 0 0,1 0 0 0 0,0 0 0 0 0,-1 0 0 0 0,1 0-1 0 0,0 0 1 0 0,-1 0 0 0 0,1 1 0 0 0,0-1 0 0 0,0 1 0 0 0,-8 56 1169 0 0,8-45-937 0 0,-1-3-100 0 0,0 1-1 0 0,1-1 1 0 0,0 1-1 0 0,1-1 1 0 0,0 1-1 0 0,1-1 1 0 0,0 0-1 0 0,1 0 1 0 0,0 0-1 0 0,6 15 1 0 0,-7-21-174 0 0,0-1 1 0 0,1 1-1 0 0,-1 0 0 0 0,0-1 1 0 0,1 0-1 0 0,0 0 1 0 0,0 0-1 0 0,0 0 0 0 0,0 0 1 0 0,1 0-1 0 0,-1-1 0 0 0,1 0 1 0 0,-1 1-1 0 0,1-1 1 0 0,0-1-1 0 0,0 1 0 0 0,0-1 1 0 0,0 1-1 0 0,0-1 0 0 0,0 0 1 0 0,0 0-1 0 0,0-1 1 0 0,1 1-1 0 0,-1-1 0 0 0,0 0 1 0 0,0 0-1 0 0,1-1 0 0 0,5 0 1 0 0,2-2-343 0 0,0 0 1 0 0,-1 0 0 0 0,1-1-1 0 0,-1-1 1 0 0,0 0 0 0 0,-1 0-1 0 0,11-8 1 0 0,2-2-4983 0 0</inkml:trace>
</inkml:ink>
</file>

<file path=ppt/ink/ink2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1:12.2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47 199 5985 0 0,'-26'5'2250'0'0,"25"-5"-2076"0"0,-1 0 0 0 0,1 0 0 0 0,0 0 1 0 0,0 1-1 0 0,-1-1 0 0 0,1 0 0 0 0,0 1 0 0 0,0-1 0 0 0,0 1 1 0 0,0 0-1 0 0,0-1 0 0 0,-1 1 0 0 0,1 0 0 0 0,0 0 0 0 0,1 0 1 0 0,-3 1-1 0 0,6 0 8 0 0,0-1 0 0 0,0 0 1 0 0,0 0-1 0 0,0-1 0 0 0,0 1 1 0 0,0-1-1 0 0,1 1 0 0 0,-1-1 0 0 0,3 0 1 0 0,432-19 3826 0 0,-249 4-3241 0 0,430-59 442 0 0,-158 14-1089 0 0,183 25 263 0 0,1 36-380 0 0,104-11-2489 0 0,-154 2 714 0 0,-486 12-1004 0 0,-81-2-1827 0 0</inkml:trace>
</inkml:ink>
</file>

<file path=ppt/ink/ink2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1:12.8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3225 0 0,'1'0'169'0'0,"0"0"0"0"0,-1 0 1 0 0,1 0-1 0 0,0 0 0 0 0,-1 0 1 0 0,1 0-1 0 0,0 0 0 0 0,-1 0 0 0 0,1 0 1 0 0,0 0-1 0 0,-1 0 0 0 0,1 0 1 0 0,0 0-1 0 0,-1 0 0 0 0,1 1 1 0 0,0-1-1 0 0,-1 0 0 0 0,1 1 1 0 0,-1-1-1 0 0,1 0 0 0 0,0 1 1 0 0,-1-1-1 0 0,1 1 0 0 0,-1-1 0 0 0,1 1 1 0 0,-1-1-1 0 0,0 1 0 0 0,1-1 1 0 0,-1 1-1 0 0,1-1 0 0 0,-1 1 1 0 0,0 0-1 0 0,0-1 0 0 0,1 1 1 0 0,-1-1-1 0 0,0 1 0 0 0,0 0 1 0 0,0-1-1 0 0,1 1 0 0 0,-1 0 0 0 0,0-1 1 0 0,0 1-1 0 0,0 0 0 0 0,6 41 1904 0 0,-5-32-1370 0 0,17 166 3166 0 0,-12-96-3680 0 0,4-1 1 0 0,32 130 0 0 0,-41-204-371 0 0,1 2-387 0 0,0 0 0 0 0,0 0 0 0 0,1 0-1 0 0,0-1 1 0 0,0 1 0 0 0,0-1 0 0 0,9 12-1 0 0,-12-18 489 0 0,0 0-1 0 0,2 2-729 0 0,-2-2 729 0 0,0 0 1 0 0,1 0-1 0 0,-1 0 0 0 0,0 0 0 0 0,0 0 0 0 0,0 0 0 0 0,1 0 0 0 0,-1 0 0 0 0,0 0 0 0 0,0 0 0 0 0,1 0 0 0 0,-1 0 0 0 0,0 0 0 0 0,0 0 0 0 0,1 0 1 0 0,-1 0-1 0 0,0 0 0 0 0,0 0 0 0 0,0 0 0 0 0,1 0 0 0 0,-1 0 0 0 0,0 0 0 0 0,0-1 0 0 0,0 1 0 0 0,1 0 0 0 0,0-1-404 0 0</inkml:trace>
</inkml:ink>
</file>

<file path=ppt/ink/ink2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1:13.1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1 118 3681 0 0,'0'0'460'0'0,"8"28"4974"0"0,7 6-3741 0 0,1 3-907 0 0,1-1-1 0 0,27 40 1 0 0,-38-67-747 0 0,1 0 0 0 0,0 0 0 0 0,0 0 0 0 0,1-1 0 0 0,1 0-1 0 0,-1 0 1 0 0,1-1 0 0 0,0 0 0 0 0,1 0 0 0 0,0-1 0 0 0,0-1 0 0 0,13 6 0 0 0,-21-10-9 0 0,0 0 1 0 0,0-1-1 0 0,0 1 0 0 0,0-1 0 0 0,0 1 1 0 0,0-1-1 0 0,0 0 0 0 0,0 0 0 0 0,0 0 1 0 0,0 0-1 0 0,0 0 0 0 0,0 0 0 0 0,0 0 1 0 0,0-1-1 0 0,0 1 0 0 0,-1-1 1 0 0,1 1-1 0 0,0-1 0 0 0,0 0 0 0 0,0 0 1 0 0,0 0-1 0 0,1-1 0 0 0,0-1 69 0 0,0 1 0 0 0,0-1 1 0 0,-1 0-1 0 0,1 0 0 0 0,-1 0 0 0 0,0-1 0 0 0,0 1 0 0 0,0 0 0 0 0,-1-1 0 0 0,3-6 1 0 0,0-4 199 0 0,0 1 1 0 0,-1-1 0 0 0,-1 0-1 0 0,0 0 1 0 0,-1-18 0 0 0,-1-19-404 0 0,-3-1 1 0 0,-2 0 0 0 0,-14-58-1 0 0,12 90-5295 0 0</inkml:trace>
</inkml:ink>
</file>

<file path=ppt/ink/ink2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1:13.5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 9850 0 0,'1'0'76'0'0,"-1"-1"0"0"0,0 1 0 0 0,1-1 1 0 0,-1 1-1 0 0,1 0 0 0 0,-1-1 0 0 0,1 1 0 0 0,0 0 0 0 0,-1-1 0 0 0,1 1 0 0 0,-1 0 1 0 0,1 0-1 0 0,-1-1 0 0 0,1 1 0 0 0,0 0 0 0 0,-1 0 0 0 0,1 0 0 0 0,0 0 0 0 0,-1 0 1 0 0,1 0-1 0 0,0 0 0 0 0,-1 0 0 0 0,1 0 0 0 0,-1 0 0 0 0,1 0 0 0 0,0 0 0 0 0,-1 1 0 0 0,2-1 1 0 0,14 16 1905 0 0,2 25-47 0 0,17 120-69 0 0,-18-67-2265 0 0,8 14-3520 0 0,-18-83-1114 0 0</inkml:trace>
</inkml:ink>
</file>

<file path=ppt/ink/ink2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1:13.8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 4145 0 0,'0'0'82'0'0,"0"0"1"0"0,0 0-1 0 0,0-1 0 0 0,1 1 1 0 0,-1 0-1 0 0,0-1 1 0 0,0 1-1 0 0,0 0 0 0 0,0 0 1 0 0,0-1-1 0 0,1 1 1 0 0,-1 0-1 0 0,0 0 0 0 0,0-1 1 0 0,0 1-1 0 0,1 0 1 0 0,-1 0-1 0 0,0 0 0 0 0,0-1 1 0 0,1 1-1 0 0,-1 0 1 0 0,0 0-1 0 0,0 0 0 0 0,1 0 1 0 0,-1 0-1 0 0,0 0 1 0 0,0-1-1 0 0,1 1 0 0 0,-1 0 1 0 0,0 0-1 0 0,1 0 1 0 0,-1 0-1 0 0,0 0 0 0 0,1 0 1 0 0,-1 0-1 0 0,0 0 1 0 0,0 0-1 0 0,1 0 0 0 0,-1 0 1 0 0,0 1-1 0 0,1-1 1 0 0,8 13 2261 0 0,2 21-146 0 0,5 70-1068 0 0,-8-38 136 0 0,4-1 0 0 0,24 79 0 0 0,-27-115-2883 0 0,1-1 1 0 0,28 52 0 0 0</inkml:trace>
</inkml:ink>
</file>

<file path=ppt/ink/ink2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1:14.2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1 118 3457 0 0,'5'-10'406'0'0,"0"0"0"0"0,1 1 1 0 0,1 0-1 0 0,-1 0 0 0 0,1 0 1 0 0,1 1-1 0 0,0 0 0 0 0,0 1 1 0 0,0-1-1 0 0,1 2 1 0 0,0-1-1 0 0,11-5 0 0 0,-20 12-367 0 0,1-1-1 0 0,-1 1 1 0 0,1-1-1 0 0,0 1 1 0 0,0-1 0 0 0,-1 1-1 0 0,1 0 1 0 0,0-1-1 0 0,0 1 1 0 0,0 0-1 0 0,-1 0 1 0 0,1-1 0 0 0,0 1-1 0 0,0 0 1 0 0,0 0-1 0 0,0 0 1 0 0,0 0-1 0 0,-1 0 1 0 0,1 0 0 0 0,0 0-1 0 0,0 0 1 0 0,0 1-1 0 0,0-1 1 0 0,-1 0-1 0 0,1 0 1 0 0,0 1 0 0 0,0-1-1 0 0,-1 0 1 0 0,2 1-1 0 0,-1 1-38 0 0,0-1 0 0 0,0 1 0 0 0,-1-1 0 0 0,1 0 0 0 0,0 1 0 0 0,-1-1 0 0 0,1 1 0 0 0,-1-1 0 0 0,0 1 0 0 0,1 0 0 0 0,-1-1 0 0 0,0 1 0 0 0,0-1 0 0 0,0 3 0 0 0,-1 10-227 0 0,-1 0-1 0 0,-5 24 0 0 0,5-32 321 0 0,-1 10-72 0 0,-10 53 496 0 0,13-65-370 0 0,-1 0 1 0 0,1 0 0 0 0,0 0-1 0 0,1 0 1 0 0,-1 0 0 0 0,0 0-1 0 0,1 0 1 0 0,0 0 0 0 0,0-1-1 0 0,0 1 1 0 0,1 0 0 0 0,-1-1-1 0 0,1 1 1 0 0,3 4 0 0 0,-4-6-5 0 0,1-1 0 0 0,0 1 1 0 0,0-1-1 0 0,0 1 1 0 0,0-1-1 0 0,0 0 0 0 0,0 0 1 0 0,0 0-1 0 0,0 0 0 0 0,0-1 1 0 0,1 1-1 0 0,-1 0 1 0 0,0-1-1 0 0,1 0 0 0 0,-1 1 1 0 0,0-1-1 0 0,0 0 1 0 0,5-1-1 0 0,50-6 1449 0 0,-31 3-1458 0 0,-20 3-497 0 0,0 0 0 0 0,0 1 0 0 0,0 0 0 0 0,0 1 0 0 0,0-1 1 0 0,0 1-1 0 0,0 0 0 0 0,8 3 0 0 0,-3 1-757 0 0</inkml:trace>
</inkml:ink>
</file>

<file path=ppt/ink/ink2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1:14.7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195 376 5985 0 0,'-9'-1'354'0'0,"0"-1"0"0"0,0 2 0 0 0,0-1-1 0 0,0 1 1 0 0,0 1 0 0 0,0-1 0 0 0,0 2-1 0 0,0-1 1 0 0,0 1 0 0 0,0 1 0 0 0,1-1 0 0 0,-16 8-1 0 0,20-8-138 0 0,-1 0 0 0 0,1 1-1 0 0,0 0 1 0 0,0-1 0 0 0,1 1-1 0 0,-1 1 1 0 0,1-1 0 0 0,-1 0 0 0 0,1 1-1 0 0,0 0 1 0 0,0 0 0 0 0,0 0-1 0 0,1 0 1 0 0,0 0 0 0 0,0 0-1 0 0,0 1 1 0 0,0-1 0 0 0,0 1-1 0 0,1-1 1 0 0,0 1 0 0 0,0 0-1 0 0,0 0 1 0 0,1-1 0 0 0,-1 1-1 0 0,2 9 1 0 0,-2-11-189 0 0,1-1 0 0 0,1 1 0 0 0,-1-1 0 0 0,0 1 0 0 0,1-1 0 0 0,-1 1 0 0 0,1-1 0 0 0,0 1 0 0 0,0-1 0 0 0,0 0 0 0 0,0 0 0 0 0,0 1-1 0 0,0-1 1 0 0,1 0 0 0 0,-1 0 0 0 0,1 0 0 0 0,-1 0 0 0 0,1-1 0 0 0,0 1 0 0 0,0 0 0 0 0,0-1 0 0 0,0 1 0 0 0,0-1 0 0 0,0 1 0 0 0,0-1 0 0 0,0 0 0 0 0,0 0 0 0 0,1 0 0 0 0,-1 0 0 0 0,1-1 0 0 0,-1 1-1 0 0,0 0 1 0 0,1-1 0 0 0,-1 0 0 0 0,1 0 0 0 0,-1 0 0 0 0,1 0 0 0 0,3 0 0 0 0,1-1-181 0 0,-1 0 0 0 0,0 0 0 0 0,1 0 1 0 0,-1-1-1 0 0,0 0 0 0 0,0 0 0 0 0,0-1 0 0 0,0 1 0 0 0,-1-1 0 0 0,1-1 0 0 0,-1 1 1 0 0,0-1-1 0 0,10-8 0 0 0,-8 3-94 0 0,-1 0 0 0 0,1 0 0 0 0,-2 0 0 0 0,1-1 1 0 0,-1 0-1 0 0,-1 0 0 0 0,0-1 0 0 0,0 1 0 0 0,-1-1 0 0 0,0 0 0 0 0,-1 0 1 0 0,0 0-1 0 0,0-20 0 0 0,-1-11 602 0 0,-2 0 0 0 0,-8-50 0 0 0,6 63 148 0 0,1 9 61 0 0,0 0 1 0 0,-1 0-1 0 0,-1 0 1 0 0,0 1-1 0 0,-13-32 1 0 0,17 50-529 0 0,0 1-1 0 0,0 0 1 0 0,0 0 0 0 0,0 0-1 0 0,0 0 1 0 0,0 0 0 0 0,0 0-1 0 0,0-1 1 0 0,0 1 0 0 0,0 0 0 0 0,0 0-1 0 0,0 0 1 0 0,0 0 0 0 0,0 0-1 0 0,-1 0 1 0 0,1-1 0 0 0,0 1-1 0 0,0 0 1 0 0,0 0 0 0 0,0 0 0 0 0,0 0-1 0 0,0 0 1 0 0,0 0 0 0 0,0 0-1 0 0,0 0 1 0 0,0 0 0 0 0,-1-1 0 0 0,1 1-1 0 0,0 0 1 0 0,0 0 0 0 0,0 0-1 0 0,0 0 1 0 0,0 0 0 0 0,0 0-1 0 0,-1 0 1 0 0,1 0 0 0 0,0 0 0 0 0,0 0-1 0 0,0 0 1 0 0,0 0 0 0 0,0 0-1 0 0,0 0 1 0 0,-1 0 0 0 0,1 0-1 0 0,0 0 1 0 0,0 0 0 0 0,0 0 0 0 0,0 0-1 0 0,0 0 1 0 0,0 0 0 0 0,-1 0-1 0 0,1 0 1 0 0,0 1 0 0 0,0-1-1 0 0,0 0 1 0 0,0 0 0 0 0,0 0 0 0 0,0 0-1 0 0,0 0 1 0 0,0 0 0 0 0,-1 0-1 0 0,1 0 1 0 0,0 1 0 0 0,-3 12 854 0 0,0 16-302 0 0,4-3-321 0 0,1 0-1 0 0,1 0 1 0 0,2 0-1 0 0,0 0 1 0 0,11 28-1 0 0,54 122 80 0 0,-21-57-3583 0 0,-40-95-3630 0 0</inkml:trace>
</inkml:ink>
</file>

<file path=ppt/ink/ink2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1:15.1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80 3 6449 0 0,'0'0'102'0'0,"-1"0"-1"0"0,0-1 1 0 0,0 1-1 0 0,0 0 1 0 0,0-1-1 0 0,1 1 0 0 0,-1 0 1 0 0,0 0-1 0 0,0 0 1 0 0,0 0-1 0 0,0 0 1 0 0,0 0-1 0 0,0 0 1 0 0,1 0-1 0 0,-1 0 0 0 0,0 1 1 0 0,0-1-1 0 0,0 0 1 0 0,0 0-1 0 0,0 1 1 0 0,1-1-1 0 0,-1 1 0 0 0,0-1 1 0 0,0 0-1 0 0,1 1 1 0 0,-1-1-1 0 0,0 1 1 0 0,1 0-1 0 0,-1-1 1 0 0,0 1-1 0 0,1 0 0 0 0,-1-1 1 0 0,1 1-1 0 0,-1 0 1 0 0,0 0-1 0 0,-20 29 1577 0 0,16-21-1359 0 0,1 0 1 0 0,0 0-1 0 0,0 1 1 0 0,1 0-1 0 0,0 0 1 0 0,0 0-1 0 0,1 0 1 0 0,1 0-1 0 0,0 0 1 0 0,0 1-1 0 0,1-1 1 0 0,0 0-1 0 0,1 1 1 0 0,0-1 0 0 0,5 20-1 0 0,-4-25-200 0 0,-1 0 0 0 0,1 0 1 0 0,0 0-1 0 0,0 0 0 0 0,1 0 0 0 0,0-1 0 0 0,-1 1 0 0 0,1-1 1 0 0,1 0-1 0 0,-1 1 0 0 0,1-2 0 0 0,0 1 0 0 0,-1 0 0 0 0,2-1 1 0 0,-1 1-1 0 0,0-1 0 0 0,1 0 0 0 0,-1-1 0 0 0,1 1 0 0 0,0-1 1 0 0,0 0-1 0 0,0 0 0 0 0,0 0 0 0 0,0-1 0 0 0,0 0 0 0 0,1 0 1 0 0,-1 0-1 0 0,0-1 0 0 0,1 0 0 0 0,-1 1 0 0 0,11-3 0 0 0,-6 1-70 0 0,1-1 0 0 0,-1-1 0 0 0,0 1 0 0 0,0-2 0 0 0,0 1 0 0 0,0-1 0 0 0,0-1 0 0 0,-1 0 0 0 0,0 0 0 0 0,13-10 0 0 0,29-30-1646 0 0,-10-6-4470 0 0,-30 34 210 0 0</inkml:trace>
</inkml:ink>
</file>

<file path=ppt/ink/ink2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1:16.3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3191 49 4609 0 0,'0'-1'19'0'0,"6"-2"563"0"0,0-1 0 0 0,-1 1 0 0 0,0-1 0 0 0,0-1 0 0 0,0 1 0 0 0,0-1 0 0 0,-1 0 0 0 0,7-8 0 0 0,-12 13-494 0 0,1 0 0 0 0,-1 0 0 0 0,1 0 0 0 0,0-1 0 0 0,-1 1 0 0 0,1 0 0 0 0,0 0 0 0 0,-1 0 0 0 0,1 0 0 0 0,-1 0 0 0 0,1 0 0 0 0,0 0 1 0 0,-1 0-1 0 0,1 0 0 0 0,-1 0 0 0 0,1 0 0 0 0,0 0 0 0 0,-1 0 0 0 0,1 0 0 0 0,0 0 0 0 0,-1 1 0 0 0,1-1 0 0 0,0 0 0 0 0,-1 0 0 0 0,1 0 0 0 0,0 1 0 0 0,-1-1 0 0 0,1 0 0 0 0,0 0 0 0 0,-1 1 0 0 0,1-1 0 0 0,-1 1 0 0 0,-15 8 707 0 0,-8 9-445 0 0,0 1 0 0 0,2 1 1 0 0,0 1-1 0 0,-22 29 1 0 0,-70 103-250 0 0,75-99-5 0 0,11-16-90 0 0,-211 276 852 0 0,119-158-20 0 0,-102 178 0 0 0,43-60-502 0 0,-123 206-623 0 0,260-411 75 0 0,-178 243-289 0 0,60-94 258 0 0,-247 362 20 0 0,212-258 852 0 0,110-174-782 0 0,13-39-632 0 0,-106 125 1 0 0,91-125 683 0 0,-144 148-834 0 0,199-223 1270 0 0,-94 79-860 0 0,141-129-3763 0 0,-12 9 3400 0 0,0 0-36 0 0</inkml:trace>
</inkml:ink>
</file>

<file path=ppt/ink/ink2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1:16.9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64 4609 0 0,'4'-20'2413'0'0,"10"-24"6387"0"0,-18 68-7874 0 0,2-11-692 0 0,-16 109 324 0 0,17-110-568 0 0,1 1-1 0 0,0-1 0 0 0,1 1 1 0 0,0-1-1 0 0,1 0 1 0 0,0 0-1 0 0,7 22 1 0 0,-8-32 39 0 0,0 0 0 0 0,0 1 0 0 0,1-1 0 0 0,-1 0 0 0 0,0 0 0 0 0,1 0 0 0 0,0 0 0 0 0,0 0 1 0 0,-1 0-1 0 0,1 0 0 0 0,0-1 0 0 0,0 1 0 0 0,0-1 0 0 0,1 1 0 0 0,-1-1 0 0 0,0 0 0 0 0,1 0 0 0 0,-1 0 0 0 0,0 0 1 0 0,1 0-1 0 0,-1-1 0 0 0,1 1 0 0 0,-1-1 0 0 0,1 1 0 0 0,0-1 0 0 0,-1 0 0 0 0,1 0 0 0 0,-1 0 0 0 0,1 0 0 0 0,-1-1 1 0 0,1 1-1 0 0,-1-1 0 0 0,1 1 0 0 0,3-2 0 0 0,10-3 121 0 0,-1-1 1 0 0,1 0-1 0 0,-1-1 1 0 0,15-9 0 0 0,-22 11-159 0 0,68-36-1627 0 0,-50 28-4683 0 0</inkml:trace>
</inkml:ink>
</file>

<file path=ppt/ink/ink2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3:18.67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15 126 3681 0 0,'-1'-8'575'0'0,"1"-1"1"0"0,-1 1-1 0 0,1 0 1 0 0,1 0-1 0 0,1-11 1 0 0,0 11 149 0 0,-2 1 0 0 0,1-1 1 0 0,-1 0-1 0 0,0 0 0 0 0,0 0 0 0 0,-3-10 1 0 0,1 34 2929 0 0,-6 28-3408 0 0,2 106-97 0 0,25 284 1 0 0,86 356-117 0 0,-24-223-182 0 0,-41 4 187 0 0,-54 213 909 0 0,3-341 241 0 0,16-88 782 0 0,-11 221 156 0 0,1-513-2223 0 0,1-14-1220 0 0,-15 79 0 0 0</inkml:trace>
</inkml:ink>
</file>

<file path=ppt/ink/ink2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3:19.37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290 915 6497 0 0,'-59'-81'285'0'0,"-28"-36"12"0"0,74 102-278 0 0,0 1 0 0 0,-1 0 0 0 0,-1 1 0 0 0,0 1 0 0 0,-20-13 1 0 0,12 16-41 0 0,11 8 1 0 0,12 1 20 0 0,-1 0-1 0 0,1 0 1 0 0,0 0-1 0 0,0 0 1 0 0,0 0 0 0 0,0 0-1 0 0,-1 0 1 0 0,1 0-1 0 0,0 0 1 0 0,0 1 0 0 0,0-1-1 0 0,0 0 1 0 0,0 0-1 0 0,0 0 1 0 0,0 0 0 0 0,-1 0-1 0 0,1 1 1 0 0,0-1-1 0 0,0 0 1 0 0,0 0-1 0 0,0 0 1 0 0,0 0 0 0 0,0 1-1 0 0,0-1 1 0 0,0 0-1 0 0,0 0 1 0 0,0 0 0 0 0,0 0-1 0 0,0 1 1 0 0,0-1-1 0 0,0 0 1 0 0,0 0 0 0 0,0 0-1 0 0,0 0 1 0 0,0 1-1 0 0,0-1 1 0 0,0 0 0 0 0,0 0-1 0 0,0 0 1 0 0,0 0-1 0 0,0 1 1 0 0,0-1 0 0 0,1 0-1 0 0,-1 0 1 0 0,0 0-1 0 0,0 0 1 0 0,0 1 0 0 0,1 0 38 0 0,0-1 1 0 0,0 1 0 0 0,0 0 0 0 0,0 0 0 0 0,0 0 0 0 0,0-1-1 0 0,0 1 1 0 0,0-1 0 0 0,1 1 0 0 0,-1-1 0 0 0,0 1 0 0 0,0-1 0 0 0,0 0-1 0 0,1 1 1 0 0,-1-1 0 0 0,0 0 0 0 0,1 0 0 0 0,1 0 0 0 0,31 0 650 0 0,-25 0-431 0 0,122-6 1728 0 0,180-33-1 0 0,-91 9-1384 0 0,-16 4-480 0 0,134-13 307 0 0,34 1-296 0 0,-205 20-250 0 0,303-60-696 0 0,-147 20 301 0 0,288-40 677 0 0,366-53 1416 0 0,-480 105-860 0 0,-377 43-472 0 0,181 20 1 0 0,115 47 623 0 0,-400-61-1327 0 0,0 1 0 0 0,0 1 1 0 0,-1 1-1 0 0,0 0 1 0 0,26 14-1 0 0,-27-11-522 0 0</inkml:trace>
</inkml:ink>
</file>

<file path=ppt/ink/ink2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3:20.35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244 0 4145 0 0,'-5'1'168'0'0,"0"0"1"0"0,1 1 0 0 0,-1 0-1 0 0,1 0 1 0 0,0 0-1 0 0,-1 0 1 0 0,1 1-1 0 0,0-1 1 0 0,1 1-1 0 0,-1 0 1 0 0,0 0 0 0 0,1 0-1 0 0,-6 7 1 0 0,4-3 231 0 0,0 1 0 0 0,1-1 0 0 0,-1 1 1 0 0,1 0-1 0 0,1 0 0 0 0,-5 16 0 0 0,1 5 388 0 0,1 1-1 0 0,2 0 1 0 0,-1 39-1 0 0,5-66-802 0 0,7 569-55 0 0,5-112-1232 0 0,-21 124 1476 0 0,-11 477 663 0 0,14-876-1211 0 0,-5 596 649 0 0,13-660-24 0 0,1 28 951 0 0,-16 156-1 0 0,2-235-630 0 0,-4-1 0 0 0,-24 73-1 0 0,28-112-229 0 0,9-25-20 0 0,0 0 0 0 0,0 0 0 0 0,0 0 0 0 0,0 0 0 0 0,1 0 1 0 0,0 0-1 0 0,0 1 0 0 0,1-1 0 0 0,-1 0 0 0 0,2 9 0 0 0,20 113 394 0 0,1-1-101 0 0,-1 145-497 0 0,-2-105 352 0 0,-4 327 1 0 0,-17-427-458 0 0,3 1 0 0 0,3 0 0 0 0,14 78 0 0 0,-14-117-58 0 0,-4-20-179 0 0,0-1 1 0 0,1 0-1 0 0,0 1 1 0 0,0-1-1 0 0,1 0 0 0 0,0 0 1 0 0,1 0-1 0 0,5 12 1 0 0</inkml:trace>
</inkml:ink>
</file>

<file path=ppt/ink/ink2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3:21.15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5414 170 5985 0 0,'-32'77'2110'0'0,"18"-41"-483"0"0,-1-1-1 0 0,-27 45 1 0 0,35-71-1704 0 0,0-1 0 0 0,0 0 1 0 0,-1 0-1 0 0,0-1 0 0 0,-1 0 1 0 0,1 0-1 0 0,-1-1 0 0 0,0 0 1 0 0,-1 0-1 0 0,0-1 0 0 0,0-1 1 0 0,0 0-1 0 0,0 0 0 0 0,0-1 1 0 0,-1 0-1 0 0,-20 3 0 0 0,-10-1-227 0 0,-1-1 0 0 0,1-3-1 0 0,-45-3 1 0 0,-382-39 2703 0 0,282 22-2175 0 0,-1-4-70 0 0,-196-10 842 0 0,48 22-1767 0 0,-357-58 0 0 0,126 4 2533 0 0,413 52-1730 0 0,-139-14 748 0 0,10 3 187 0 0,24 2-505 0 0,202 16-506 0 0,-168-22-496 0 0,168 18 558 0 0,1-2-1 0 0,-54-21 1 0 0,65 18 148 0 0,0 1 1 0 0,-1 2-1 0 0,0 2 1 0 0,-1 2 0 0 0,0 3-1 0 0,0 1 1 0 0,0 2-1 0 0,-1 2 1 0 0,-82 11-1 0 0,101-4-127 0 0,-21 2-1673 0 0,48-9 1495 0 0,1 0-1 0 0,-1 0 0 0 0,1-1 0 0 0,-1 1 1 0 0,1 0-1 0 0,-1-1 0 0 0,0 1 0 0 0,1-1 1 0 0,-1 1-1 0 0,1-1 0 0 0,0 1 0 0 0,-1-1 1 0 0,1 1-1 0 0,-1-1 0 0 0,1 1 0 0 0,0-1 1 0 0,-1 1-1 0 0,1-1 0 0 0,0 0 0 0 0,0 1 0 0 0,0-1 1 0 0,-1 0-1 0 0,1 1 0 0 0,0-1 0 0 0,0 0 1 0 0,0 1-1 0 0,0-1 0 0 0,0 0 0 0 0,0 1 1 0 0,0-1-1 0 0,0 1 0 0 0,0-1 0 0 0,1-1 1 0 0,-1 2 48 0 0,0-7-876 0 0</inkml:trace>
</inkml:ink>
</file>

<file path=ppt/ink/ink2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3:21.52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71 42 920 0 0,'-23'-18'2240'0'0,"20"15"-1727"0"0,0 1 0 0 0,0-1-1 0 0,0 1 1 0 0,0-1 0 0 0,-1 1-1 0 0,1 0 1 0 0,-1 0 0 0 0,0 0-1 0 0,-4-1 1 0 0,7 3-359 0 0,1 0 0 0 0,-1 1-1 0 0,1-1 1 0 0,-1 0 0 0 0,1 0 0 0 0,-1 1-1 0 0,1-1 1 0 0,0 0 0 0 0,-1 1-1 0 0,1-1 1 0 0,-1 0 0 0 0,1 1 0 0 0,0-1-1 0 0,-1 0 1 0 0,1 1 0 0 0,0-1 0 0 0,-1 1-1 0 0,1-1 1 0 0,0 1 0 0 0,0-1 0 0 0,-1 1-1 0 0,1-1 1 0 0,0 1 0 0 0,0-1-1 0 0,0 1 1 0 0,0-1 0 0 0,0 1 0 0 0,0-1-1 0 0,0 1 1 0 0,0-1 0 0 0,0 1 0 0 0,0-1-1 0 0,0 1 1 0 0,0 0 0 0 0,1 25 480 0 0,-1-23-245 0 0,15 228-645 0 0,-14-214-688 0 0,0-1 0 0 0,5 31-1 0 0,-1-28 57 0 0</inkml:trace>
</inkml:ink>
</file>

<file path=ppt/ink/ink2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3:24.06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1 304 7370 0 0,'55'-37'8109'0'0,"8"-15"-4486"0"0,-28 22-3036 0 0,74-49 0 0 0,-54 51-3713 0 0,96-34 1 0 0,-125 52 1512 0 0,-1 4-542 0 0,-15 6-1661 0 0</inkml:trace>
</inkml:ink>
</file>

<file path=ppt/ink/ink2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3:24.43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40 1 1840 0 0,'-1'0'256'0'0,"-1"0"-1"0"0,0 0 1 0 0,1 0-1 0 0,-1 0 0 0 0,1 0 1 0 0,-1 0-1 0 0,1 0 1 0 0,-1 1-1 0 0,0-1 1 0 0,1 1-1 0 0,-1-1 0 0 0,1 1 1 0 0,-1-1-1 0 0,1 1 1 0 0,0 0-1 0 0,-1 0 0 0 0,1 0 1 0 0,0 0-1 0 0,-1 0 1 0 0,1 0-1 0 0,0 0 1 0 0,0 0-1 0 0,0 0 0 0 0,-1 2 1 0 0,1 0 102 0 0,0-1 1 0 0,1 0-1 0 0,-1 1 1 0 0,1-1-1 0 0,-1 1 1 0 0,1-1-1 0 0,0 0 1 0 0,0 1 0 0 0,0-1-1 0 0,0 1 1 0 0,1-1-1 0 0,-1 0 1 0 0,1 1-1 0 0,0 2 1 0 0,4 8 612 0 0,0-1 0 0 0,1 1 0 0 0,0-1 0 0 0,11 16 0 0 0,67 86 1013 0 0,16 25-1340 0 0,-39-27-1369 0 0,-35-61-2149 0 0,-16-33-3524 0 0</inkml:trace>
</inkml:ink>
</file>

<file path=ppt/ink/ink2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3:24.83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29 5065 0 0,'0'-1'119'0'0,"0"-1"-1"0"0,1 1 1 0 0,-1-1 0 0 0,1 1-1 0 0,-1-1 1 0 0,1 1-1 0 0,0 0 1 0 0,0-1 0 0 0,0 1-1 0 0,0 0 1 0 0,0-1 0 0 0,0 1-1 0 0,0 0 1 0 0,0 0-1 0 0,0 0 1 0 0,0 0 0 0 0,1 0-1 0 0,-1 0 1 0 0,0 1-1 0 0,1-1 1 0 0,-1 0 0 0 0,0 1-1 0 0,1-1 1 0 0,-1 1 0 0 0,1-1-1 0 0,-1 1 1 0 0,1 0-1 0 0,0-1 1 0 0,-1 1 0 0 0,1 0-1 0 0,-1 0 1 0 0,1 0 0 0 0,-1 0-1 0 0,1 0 1 0 0,-1 1-1 0 0,4 0 1 0 0,22 4 1252 0 0,0 1-1 0 0,0 1 1 0 0,0 2-1 0 0,-1 0 1 0 0,40 22-1 0 0,-6-5-94 0 0,57 33-744 0 0,-68-31-6110 0 0,-39-22 3432 0 0</inkml:trace>
</inkml:ink>
</file>

<file path=ppt/ink/ink2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3:25.2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236 40 1824 0 0,'-7'-5'74'0'0,"-1"1"0"0"0,1-1-1 0 0,-1 1 1 0 0,0 0-1 0 0,0 1 1 0 0,-13-5 0 0 0,17 7 284 0 0,1 0 1 0 0,-1 0 0 0 0,0 0 0 0 0,0 0 0 0 0,0 0-1 0 0,1 1 1 0 0,-1 0 0 0 0,0 0 0 0 0,0 0 0 0 0,0 0-1 0 0,0 1 1 0 0,0-1 0 0 0,0 1 0 0 0,1 0 0 0 0,-1 0-1 0 0,-6 4 1 0 0,8-4-143 0 0,0 1 0 0 0,1-1-1 0 0,-1 1 1 0 0,1 0 0 0 0,-1 0-1 0 0,1-1 1 0 0,0 1 0 0 0,0 0 0 0 0,0 0-1 0 0,0 0 1 0 0,0 1 0 0 0,0-1-1 0 0,1 0 1 0 0,-1 4 0 0 0,-5 37 1242 0 0,4-25-868 0 0,-31 140 2441 0 0,20-107-2925 0 0,3 0 1 0 0,-5 55-1 0 0,15-86-1586 0 0,1-2-4175 0 0</inkml:trace>
</inkml:ink>
</file>

<file path=ppt/ink/ink2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4:34.94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1262 3225 0 0,'1'-4'430'0'0,"1"1"1"0"0,-1-1 0 0 0,1 1 0 0 0,0-1-1 0 0,1 1 1 0 0,-1 0 0 0 0,0 0 0 0 0,1 0-1 0 0,0 0 1 0 0,5-4 0 0 0,2-3 959 0 0,114-122 1956 0 0,-82 83-2698 0 0,3 2 0 0 0,2 2 0 0 0,61-45 0 0 0,166-102-80 0 0,-201 148-564 0 0,2 4 0 0 0,1 3 0 0 0,98-33 0 0 0,-68 29-4 0 0,237-77 0 0 0,-73 45 0 0 0,311-70 0 0 0,-350 105 266 0 0,3 10 0 0 0,278 4 0 0 0,-412 26-127 0 0,177 30 1 0 0,93 50-35 0 0,-332-70-10 0 0,-1 1 0 0 0,0 2 0 0 0,-1 1 0 0 0,-1 2 0 0 0,-1 2 0 0 0,48 35 0 0 0,147 85 718 0 0,-74-48-456 0 0,145 111 379 0 0,-268-181-706 0 0,-4-1-2 0 0,0 2 0 0 0,-2 0 1 0 0,-1 2-1 0 0,0 1 0 0 0,-2 1 1 0 0,-1 1-1 0 0,21 35 0 0 0,-34-45 176 0 0,-1-1 0 0 0,-1 1 0 0 0,8 28 0 0 0,4 13 175 0 0,-10-39-720 0 0,-2-4 602 0 0,-1 0 0 0 0,7 28 0 0 0,-12-39-596 0 0,0-1 0 0 0,-1 1-1 0 0,1-1 1 0 0,-1 1 0 0 0,0-1 0 0 0,0 1 0 0 0,0-1 0 0 0,-1 1-1 0 0,0-1 1 0 0,0 1 0 0 0,0-1 0 0 0,0 1 0 0 0,0-1-1 0 0,-1 0 1 0 0,-3 5 0 0 0</inkml:trace>
</inkml:ink>
</file>

<file path=ppt/ink/ink2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4:36.17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0 139 1840 0 0,'6'-6'10654'0'0,"8"29"-8500"0"0,13 37-2220 0 0,-13-21 687 0 0,-11-27-554 0 0,1-1 0 0 0,0 1 0 0 0,1-1 0 0 0,6 11 0 0 0,-9-19-57 0 0,0 0 0 0 0,0 0 0 0 0,0-1-1 0 0,1 1 1 0 0,-1-1 0 0 0,1 1 0 0 0,-1-1-1 0 0,1 0 1 0 0,0 0 0 0 0,0 0 0 0 0,0 0-1 0 0,0-1 1 0 0,0 1 0 0 0,0-1-1 0 0,0 1 1 0 0,1-1 0 0 0,-1 0 0 0 0,6 0-1 0 0,-6-1 41 0 0,-1 0 0 0 0,1 0-1 0 0,-1-1 1 0 0,1 1 0 0 0,-1-1-1 0 0,1 1 1 0 0,-1-1-1 0 0,0 0 1 0 0,1 0 0 0 0,-1 0-1 0 0,0 0 1 0 0,0-1 0 0 0,0 1-1 0 0,0-1 1 0 0,0 1 0 0 0,3-3-1 0 0,30-33 552 0 0,-29 30-453 0 0,106-133 1163 0 0,18-19-3205 0 0</inkml:trace>
</inkml:ink>
</file>

<file path=ppt/ink/ink2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4:42.3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78 952 456 0 0,'-8'1'213'0'0,"0"0"1"0"0,0 0-1 0 0,-1-1 0 0 0,-9 0 0 0 0,17 0-92 0 0,-1-1 0 0 0,0 1 0 0 0,1 0-1 0 0,-1-1 1 0 0,1 1 0 0 0,-1-1 0 0 0,0 1-1 0 0,1-1 1 0 0,-1 1 0 0 0,1-1 0 0 0,0 0-1 0 0,-3-2 1 0 0,3 2-17 0 0,1 1 1 0 0,-1-1-1 0 0,1 0 0 0 0,-1 1 0 0 0,1-1 0 0 0,0 0 1 0 0,-1 0-1 0 0,1 1 0 0 0,0-1 0 0 0,0 0 1 0 0,0 0-1 0 0,0 0 0 0 0,0 1 0 0 0,-1-1 0 0 0,1 0 1 0 0,1 0-1 0 0,-1 0 0 0 0,0 0 0 0 0,0 1 1 0 0,0-1-1 0 0,0 0 0 0 0,0 0 0 0 0,1 1 1 0 0,-1-1-1 0 0,0 0 0 0 0,1 0 0 0 0,-1 1 0 0 0,1-2 1 0 0,1-1 140 0 0,0 0 0 0 0,1-1 1 0 0,-1 1-1 0 0,1 1 0 0 0,-1-1 1 0 0,1 0-1 0 0,0 0 0 0 0,0 1 1 0 0,0 0-1 0 0,1 0 0 0 0,5-3 1 0 0,45-19 693 0 0,-14 7-503 0 0,174-109 302 0 0,-134 75-631 0 0,131-61 0 0 0,-64 46-107 0 0,94-40 0 0 0,86 3-260 0 0,-194 65-153 0 0,84-31 351 0 0,192-51-27 0 0,-177 66 89 0 0,-218 53-1724 0 0</inkml:trace>
</inkml:ink>
</file>

<file path=ppt/ink/ink2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4:43.0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 60 1840 0 0,'-3'-6'362'0'0,"-1"0"-1"0"0,0 1 0 0 0,-1 0 1 0 0,1 0-1 0 0,-1 0 0 0 0,0 0 0 0 0,0 1 1 0 0,-1 0-1 0 0,1 0 0 0 0,-7-4 1 0 0,9 5 708 0 0,7 6 71 0 0,0-1-941 0 0,18 6 127 0 0,0-2 0 0 0,0-1 0 0 0,0 0 1 0 0,26 1-1 0 0,39 8 119 0 0,-4 7-407 0 0,113 20 488 0 0,-196-41-484 0 0,0 0-1 0 0,0 0 0 0 0,1 0 0 0 0,-1 0 0 0 0,0 0 0 0 0,1 0 1 0 0,-1 1-1 0 0,0-1 0 0 0,0 0 0 0 0,1 0 0 0 0,-1 0 1 0 0,0 1-1 0 0,0-1 0 0 0,1 0 0 0 0,-1 0 0 0 0,0 1 1 0 0,0-1-1 0 0,0 0 0 0 0,1 0 0 0 0,-1 1 0 0 0,0-1 0 0 0,0 0 1 0 0,0 1-1 0 0,0-1 0 0 0,0 0 0 0 0,0 1 0 0 0,0-1 1 0 0,0 0-1 0 0,0 0 0 0 0,0 1 0 0 0,0-1 0 0 0,0 0 1 0 0,0 1-1 0 0,0-1 0 0 0,0 0 0 0 0,0 1 0 0 0,0-1 0 0 0,0 0 1 0 0,0 1-1 0 0,0-1 0 0 0,0 0 0 0 0,0 1 0 0 0,-1-1 1 0 0,1 0-1 0 0,0 0 0 0 0,0 1 0 0 0,0-1 0 0 0,-1 0 0 0 0,1 0 1 0 0,0 1-1 0 0,0-1 0 0 0,-1 0 0 0 0,1 0 0 0 0,-1 0 1 0 0,-15 21 743 0 0,12-17-551 0 0,-18 22-223 0 0,1 0 0 0 0,1 2 0 0 0,1 1 0 0 0,1 0 0 0 0,-15 37 0 0 0,19-29-777 0 0</inkml:trace>
</inkml:ink>
</file>

<file path=ppt/ink/ink2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25:45.1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 54 3225 0 0,'-41'3'2725'0'0,"41"-3"-2693"0"0,0 0 0 0 0,0 0 0 0 0,0 0 1 0 0,-1 0-1 0 0,1 0 0 0 0,0 0 0 0 0,0 0 1 0 0,0 0-1 0 0,0 0 0 0 0,0 0 1 0 0,0 0-1 0 0,-1 0 0 0 0,1-1 0 0 0,0 1 1 0 0,0 0-1 0 0,0 0 0 0 0,0 0 0 0 0,0 0 1 0 0,0 1-1 0 0,0-1 0 0 0,-1 0 1 0 0,1 0-1 0 0,0 0 0 0 0,0 0 0 0 0,0 0 1 0 0,0 0-1 0 0,0 0 0 0 0,0 0 0 0 0,0 0 1 0 0,-1 0-1 0 0,1 0 0 0 0,0 0 1 0 0,0 0-1 0 0,0 0 0 0 0,0 0 0 0 0,0 1 1 0 0,0-1-1 0 0,0 0 0 0 0,0 0 0 0 0,0 0 1 0 0,0 0-1 0 0,0 0 0 0 0,-1 0 1 0 0,1 0-1 0 0,0 0 0 0 0,0 1 0 0 0,0-1 1 0 0,0 0-1 0 0,0 0 0 0 0,0 0 0 0 0,0 0 1 0 0,0 0-1 0 0,0 0 0 0 0,0 1 1 0 0,0-1-1 0 0,0 0 0 0 0,0 0 0 0 0,0 0 1 0 0,0 0-1 0 0,1 0 0 0 0,-1 0 0 0 0,0 0 1 0 0,0 1-1 0 0,0-1 0 0 0,22 4 1032 0 0,41 0-70 0 0,0-2 0 0 0,114-14 0 0 0,-73 4-652 0 0,1069-26 2309 0 0,-1131 34-2622 0 0,509-12 1682 0 0,-486 10-1538 0 0,-37 1-145 0 0,0 0 1 0 0,46 5 0 0 0,-74-4-39 0 0,1 0 0 0 0,-1 0-1 0 0,1 0 1 0 0,-1 0 0 0 0,0 1 0 0 0,1-1-1 0 0,-1 0 1 0 0,1 0 0 0 0,-1 0 0 0 0,0 0-1 0 0,1 0 1 0 0,-1 0 0 0 0,1 1 0 0 0,-1-1 0 0 0,0 0-1 0 0,1 0 1 0 0,-1 1 0 0 0,0-1 0 0 0,1 0-1 0 0,-1 1 1 0 0,0-1 0 0 0,1 0 0 0 0,-1 1-1 0 0,0-1 1 0 0,0 0 0 0 0,1 1 0 0 0,-1-1-1 0 0,0 0 1 0 0,0 1 0 0 0,0-1 0 0 0,0 1 0 0 0,1-1-1 0 0,-1 1 1 0 0,0-1 0 0 0,0 0 0 0 0,0 1-1 0 0,0-1 1 0 0,0 1 0 0 0,0-1 0 0 0,0 1-1 0 0,0-1 1 0 0,0 1 0 0 0,-10 18-1727 0 0,8-16 1280 0 0,-7 12-4808 0 0</inkml:trace>
</inkml:ink>
</file>

<file path=ppt/ink/ink2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0:09.4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5 920 0 0,'-2'-4'1742'0'0,"0"14"1300"0"0,5 111-494 0 0,13 68-3564 0 0,-11-129-1627 0 0</inkml:trace>
</inkml:ink>
</file>

<file path=ppt/ink/ink2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0:09.7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4321 0 0,'0'1'0'0'0,"0"1"0"0"0</inkml:trace>
</inkml:ink>
</file>

<file path=ppt/ink/ink2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0:11.7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4162 2521 0 0,'10'-342'160'0'0,"-9"294"-192"0"0,-1 0 0 0 0,-9-57 1 0 0,0-22-56 0 0,9-314 29 0 0,0 14 18 0 0,12 202 149 0 0,-5 148-44 0 0,-4-99 1 0 0,1-148-108 0 0,3 103 20 0 0,-2-134-42 0 0,12 54 64 0 0,-1-40 0 0 0,-14 183 0 0 0,-1-33 0 0 0,-1 158 0 0 0,2 1 0 0 0,1 0 0 0 0,13-54 0 0 0,-14 77 0 0 0,-1 2 0 0 0,0 0 0 0 0,-1 0 0 0 0,1 0 0 0 0,-1 0 0 0 0,0 0 0 0 0,-2-9 0 0 0,-1 13 0 0 0,2 2 0 0 0</inkml:trace>
</inkml:ink>
</file>

<file path=ppt/ink/ink2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0:12.5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0 1944 0 0,'-7'88'1795'0'0,"5"-67"-1838"0"0,0 0 1 0 0,1 0-1 0 0,1 1 1 0 0,3 23-1 0 0,10 46-605 0 0,57 291 123 0 0,-66-368 525 0 0</inkml:trace>
</inkml:ink>
</file>

<file path=ppt/ink/ink2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0:12.9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69 42 456 0 0,'-2'-4'-12'0'0,"-1"-1"-1"0"0,0 2 0 0 0,0-1 1 0 0,0 0-1 0 0,-1 0 1 0 0,1 1-1 0 0,-6-4 1 0 0,9 7 37 0 0,-1-1 1 0 0,1 0-1 0 0,-1 1 1 0 0,1-1-1 0 0,-1 1 1 0 0,0-1-1 0 0,1 1 1 0 0,-1-1-1 0 0,0 1 1 0 0,0 0-1 0 0,1-1 1 0 0,-1 1-1 0 0,0 0 1 0 0,0-1-1 0 0,1 1 1 0 0,-1 0-1 0 0,0 0 1 0 0,0 0-1 0 0,0 0 1 0 0,0 0-1 0 0,1 0 1 0 0,-1 0-1 0 0,0 0 1 0 0,0 0-1 0 0,0 0 1 0 0,1 1-1 0 0,-1-1 1 0 0,0 0-1 0 0,0 0 1 0 0,0 1-1 0 0,1-1 1 0 0,-1 0-1 0 0,0 1 1 0 0,1-1-1 0 0,-1 1 1 0 0,0-1-1 0 0,1 1 1 0 0,-1-1-1 0 0,1 1 1 0 0,-1 0-1 0 0,0-1 1 0 0,1 1-1 0 0,0 0 1 0 0,-1-1-1 0 0,1 1 1 0 0,-1 0-1 0 0,1 0 1 0 0,0-1-1 0 0,-1 1 1 0 0,1 0-1 0 0,0 0 1 0 0,0 0-1 0 0,-2 11 292 0 0,0 0 0 0 0,1 0-1 0 0,0 0 1 0 0,1 0 0 0 0,1 0 0 0 0,2 17 0 0 0,0 2-153 0 0,1 31-79 0 0,7 201 206 0 0,-13-168-291 0 0</inkml:trace>
</inkml:ink>
</file>

<file path=ppt/ink/ink2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0:14.3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76 1360 0 0,'36'-7'3915'0'0,"-5"0"-3250"0"0,101-1 4 0 0,126-12 533 0 0,-223 17-1221 0 0,-1 2 1 0 0,1 1-1 0 0,58 9 0 0 0,-59-5-4 0 0,1-1-1 0 0,0-2 0 0 0,54-5 1 0 0,-66 1 71 0 0,-1 1 1 0 0,1 1 0 0 0,0 0-1 0 0,-1 2 1 0 0,1 1 0 0 0,-1 0-1 0 0,24 7 1 0 0,-15-4-47 0 0,-1-2 1 0 0,1 0-1 0 0,0-2 0 0 0,38-4 1 0 0,-30 1 416 0 0,77 7 1 0 0,-105-5-435 0 0,-1 0 1 0 0,0-1-1 0 0,1 0 1 0 0,-1 0-1 0 0,1-1 1 0 0,-1 0-1 0 0,0-1 1 0 0,0 0-1 0 0,0-1 1 0 0,-1 0-1 0 0,12-7 1 0 0,34-11 472 0 0,-39 19-471 0 0,0 1 1 0 0,0 0-1 0 0,1 2 0 0 0,-1 0 1 0 0,1 0-1 0 0,-1 2 0 0 0,19 3 1 0 0,-29-4-36 0 0,-1 0 1 0 0,0 1 0 0 0,1 0 0 0 0,-1 0 0 0 0,0 0 0 0 0,0 1 0 0 0,5 3 0 0 0,22 9 197 0 0,-28-14-418 0 0</inkml:trace>
</inkml:ink>
</file>

<file path=ppt/ink/ink2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0:15.3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205 45 2761 0 0,'0'0'25'0'0,"1"-1"0"0"0,-1 0 0 0 0,0 0 0 0 0,1 1 0 0 0,-1-1 0 0 0,0 0 0 0 0,1 1 1 0 0,-1-1-1 0 0,1 0 0 0 0,-1 1 0 0 0,1-1 0 0 0,0 0 0 0 0,-1 1 0 0 0,1-1 0 0 0,0 1 0 0 0,-1 0 1 0 0,1-1-1 0 0,0 1 0 0 0,-1-1 0 0 0,1 1 0 0 0,0 0 0 0 0,0 0 0 0 0,-1-1 0 0 0,1 1 0 0 0,0 0 1 0 0,0 0-1 0 0,0 0 0 0 0,-1 0 0 0 0,1 0 0 0 0,0 0 0 0 0,0 0 0 0 0,0 0 0 0 0,-1 0 0 0 0,1 0 1 0 0,0 0-1 0 0,0 1 0 0 0,0-1 0 0 0,-1 0 0 0 0,1 1 0 0 0,0-1 0 0 0,1 1 0 0 0,-1 0 71 0 0,0 1-1 0 0,0-1 1 0 0,0 1 0 0 0,0-1-1 0 0,0 1 1 0 0,0-1-1 0 0,0 1 1 0 0,0 0-1 0 0,0 0 1 0 0,-1-1-1 0 0,1 1 1 0 0,-1 0 0 0 0,1 0-1 0 0,-1 0 1 0 0,0-1-1 0 0,0 4 1 0 0,0 7 85 0 0,-1-1 0 0 0,-1 0 0 0 0,1 0 0 0 0,-2-1 0 0 0,0 1 0 0 0,0 0 0 0 0,-1-1 0 0 0,0 0 0 0 0,-1 1 0 0 0,0-2 0 0 0,-11 17 0 0 0,13-22-101 0 0,1 0-1 0 0,-1-1 0 0 0,0 1 0 0 0,0-1 0 0 0,0 0 1 0 0,-1 0-1 0 0,1 0 0 0 0,-1 0 0 0 0,0 0 0 0 0,0-1 0 0 0,1 0 1 0 0,-2 0-1 0 0,1 0 0 0 0,0 0 0 0 0,0-1 0 0 0,0 1 0 0 0,-1-1 1 0 0,1 0-1 0 0,-1 0 0 0 0,1-1 0 0 0,-1 0 0 0 0,1 1 1 0 0,-1-1-1 0 0,1-1 0 0 0,-1 1 0 0 0,1-1 0 0 0,-1 0 0 0 0,1 0 1 0 0,-1 0-1 0 0,1 0 0 0 0,-7-4 0 0 0,7 3 17 0 0,0 0 0 0 0,0 0 0 0 0,0-1 0 0 0,0 1 0 0 0,0-1 1 0 0,1 0-1 0 0,-1 0 0 0 0,1-1 0 0 0,0 1 0 0 0,0-1 0 0 0,0 1 0 0 0,0-1 0 0 0,1 0 0 0 0,-1 0 0 0 0,1 0 0 0 0,0-1 0 0 0,0 1 0 0 0,1 0 0 0 0,-1-1 0 0 0,1 1 1 0 0,0-1-1 0 0,0 0 0 0 0,0 1 0 0 0,1-1 0 0 0,0 0 0 0 0,0 1 0 0 0,0-1 0 0 0,1-5 0 0 0,0 4-88 0 0,0 0 0 0 0,0-1 0 0 0,1 1 0 0 0,-1 0 0 0 0,2 0 0 0 0,-1 0 0 0 0,1 0 0 0 0,-1 1 0 0 0,2-1-1 0 0,-1 1 1 0 0,1 0 0 0 0,-1-1 0 0 0,1 2 0 0 0,1-1 0 0 0,-1 0 0 0 0,1 1 0 0 0,0 0 0 0 0,0 0 0 0 0,0 0 0 0 0,8-4 0 0 0,-7 5-47 0 0,0 0 0 0 0,0 1 0 0 0,1 0-1 0 0,-1 0 1 0 0,1 0 0 0 0,0 1 0 0 0,-1-1 0 0 0,1 2 0 0 0,0-1 0 0 0,0 1 0 0 0,0 0 0 0 0,-1 0 0 0 0,1 1 0 0 0,0 0-1 0 0,0 0 1 0 0,-1 1 0 0 0,1 0 0 0 0,-1 0 0 0 0,9 4 0 0 0,-8-2-61 0 0,1 0 1 0 0,-1 1-1 0 0,0 0 0 0 0,0 0 1 0 0,-1 1-1 0 0,0-1 0 0 0,0 1 1 0 0,0 1-1 0 0,-1-1 0 0 0,1 1 1 0 0,-2 0-1 0 0,1 0 0 0 0,-1 1 1 0 0,0-1-1 0 0,3 10 0 0 0,0 1 2 0 0,-2 1 0 0 0,0 0 0 0 0,0-1 0 0 0,-2 1 0 0 0,-1 1-1 0 0,0-1 1 0 0,-2 37 0 0 0,-9 26-2912 0 0,8-70 28 0 0</inkml:trace>
</inkml:ink>
</file>

<file path=ppt/ink/ink2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0:15.8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24 145 3225 0 0,'-4'-5'69'0'0,"1"0"0"0"0,1-1 0 0 0,-1 1 0 0 0,1 0 0 0 0,0-1 0 0 0,0 0 0 0 0,0 1 0 0 0,1-1-1 0 0,0 0 1 0 0,0 0 0 0 0,1 0 0 0 0,-1 0 0 0 0,2-6 0 0 0,-2 10-8 0 0,1-1-1 0 0,0 1 0 0 0,0 0 0 0 0,0-1 0 0 0,1 1 0 0 0,-1 0 0 0 0,1-1 1 0 0,-1 1-1 0 0,1 0 0 0 0,0 0 0 0 0,0 0 0 0 0,0 0 0 0 0,0-1 1 0 0,0 1-1 0 0,0 0 0 0 0,0 1 0 0 0,1-1 0 0 0,-1 0 0 0 0,1 0 0 0 0,-1 1 1 0 0,1-1-1 0 0,0 0 0 0 0,0 1 0 0 0,0 0 0 0 0,0-1 0 0 0,0 1 1 0 0,0 0-1 0 0,0 0 0 0 0,0 0 0 0 0,0 0 0 0 0,0 1 0 0 0,1-1 0 0 0,-1 1 1 0 0,0-1-1 0 0,0 1 0 0 0,3-1 0 0 0,-2 2-23 0 0,-1-1 1 0 0,0 1-1 0 0,0-1 1 0 0,0 1-1 0 0,0 0 1 0 0,1 0-1 0 0,-1 0 0 0 0,-1 0 1 0 0,1 0-1 0 0,0 0 1 0 0,0 1-1 0 0,0-1 1 0 0,0 1-1 0 0,-1-1 1 0 0,1 1-1 0 0,-1 0 0 0 0,1-1 1 0 0,-1 1-1 0 0,0 0 1 0 0,0 0-1 0 0,0 0 1 0 0,0 0-1 0 0,0 0 0 0 0,0 0 1 0 0,0 0-1 0 0,-1 0 1 0 0,1 1-1 0 0,0 2 1 0 0,2 10-31 0 0,0 0 0 0 0,2 30 1 0 0,-4-37 16 0 0,1 55-87 0 0,-2-40 253 0 0,1 0 1 0 0,1 1 0 0 0,1-1-1 0 0,10 37 1 0 0,-12-59-149 0 0,-1 0 1 0 0,0-1-1 0 0,0 1 0 0 0,1 0 1 0 0,-1 0-1 0 0,0-1 1 0 0,1 1-1 0 0,-1 0 1 0 0,1-1-1 0 0,-1 1 0 0 0,1-1 1 0 0,-1 1-1 0 0,1 0 1 0 0,-1-1-1 0 0,1 1 1 0 0,-1-1-1 0 0,1 0 0 0 0,0 1 1 0 0,-1-1-1 0 0,1 1 1 0 0,0-1-1 0 0,0 0 0 0 0,-1 0 1 0 0,1 1-1 0 0,0-1 1 0 0,1 0-1 0 0,-1 0-6 0 0,1 0 0 0 0,0 0 0 0 0,0 0 0 0 0,0-1 0 0 0,0 1 0 0 0,-1-1 0 0 0,1 1 0 0 0,0-1 0 0 0,-1 0 0 0 0,1 1 1 0 0,1-2-1 0 0,41-32-33 0 0,-39 30 23 0 0,24-23-1428 0 0,-1-2 1 0 0,36-45-1 0 0,-47 51-821 0 0</inkml:trace>
</inkml:ink>
</file>

<file path=ppt/ink/ink2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0:16.2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 21 456 0 0,'-3'-18'311'0'0,"3"18"-256"0"0,0 0 0 0 0,0 0 0 0 0,-1 0 0 0 0,1-1 0 0 0,0 1 0 0 0,0 0 1 0 0,0 0-1 0 0,0 0 0 0 0,0 0 0 0 0,-1 0 0 0 0,1-1 0 0 0,0 1 0 0 0,0 0 0 0 0,0 0 0 0 0,0 0 0 0 0,0 0 0 0 0,-1 0 0 0 0,1 0 0 0 0,0 0 0 0 0,0 0 0 0 0,0 0 0 0 0,-1 0 0 0 0,1 0 0 0 0,0 0 0 0 0,0 0 0 0 0,0 0 0 0 0,-1 0 0 0 0,1 0 0 0 0,0 0 0 0 0,0 0 0 0 0,0 0 0 0 0,-1 0 0 0 0,1 0 0 0 0,0 0 0 0 0,0 0 0 0 0,0 0 0 0 0,0 0 0 0 0,-1 0 0 0 0,1 0 0 0 0,0 1 0 0 0,0-1 0 0 0,-2 1 142 0 0,1 1-1 0 0,0-1 1 0 0,0 1 0 0 0,-1 0 0 0 0,1 0-1 0 0,0-1 1 0 0,0 1 0 0 0,1 0-1 0 0,-1 0 1 0 0,0 0 0 0 0,1 0 0 0 0,-1 0-1 0 0,0 3 1 0 0,-21 191 3845 0 0,20-142-3700 0 0,8 89 0 0 0,5-81-1674 0 0,4-23-2365 0 0</inkml:trace>
  <inkml:trace contextRef="#ctx0" brushRef="#br0" timeOffset="1">32 509 2080 0 0,'0'0'0'0'0,"0"-1"0"0"0,0 0 0 0 0,0-2 0 0 0</inkml:trace>
</inkml:ink>
</file>

<file path=ppt/ink/ink2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0:16.6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6 5065 0 0,'-9'-5'508'0'0,"9"13"-204"0"0,0-7-382 0 0,0 1-1 0 0,1-1 0 0 0,0 1 1 0 0,-1-1-1 0 0,1 1 1 0 0,0-1-1 0 0,0 1 1 0 0,0-1-1 0 0,0 0 0 0 0,0 1 1 0 0,0-1-1 0 0,1 1 1 0 0,26 22-832 0 0,-16-13 893 0 0,-5-4 17 0 0</inkml:trace>
  <inkml:trace contextRef="#ctx0" brushRef="#br0" timeOffset="1.63">379 57 2737 0 0,'4'6'120'0'0,"-3"-2"24"0"0,-1 0-144 0 0,0-1 0 0 0,0 0 0 0 0</inkml:trace>
</inkml:ink>
</file>

<file path=ppt/ink/ink2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0:17.1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 63 456 0 0,'-9'-13'2923'0'0,"12"22"948"0"0,5-1-616 0 0,-7-8-3210 0 0,0-1 0 0 0,-1 1 0 0 0,1-1 0 0 0,0 1-1 0 0,-1-1 1 0 0,1 1 0 0 0,-1-1 0 0 0,1 0 0 0 0,-1 1 0 0 0,1-1-1 0 0,-1 0 1 0 0,0 1 0 0 0,1-1 0 0 0,-1 0 0 0 0,0 0 0 0 0,1 1-1 0 0,-1-1 1 0 0,0 0 0 0 0,0 0 0 0 0,0 1 0 0 0,0-1-1 0 0,1 0 1 0 0,-2-1 0 0 0,2-1 68 0 0,-1 1-1 0 0,-1 0 1 0 0,1-1-1 0 0,0 1 1 0 0,-1 0-1 0 0,1-1 1 0 0,-1 1-1 0 0,0 0 1 0 0,1-1-1 0 0,-1 1 1 0 0,0 0-1 0 0,0 0 1 0 0,-1 0-1 0 0,1 0 1 0 0,0 0-1 0 0,-1 0 1 0 0,-2-2-1 0 0,4 3-149 0 0,-1 1-1 0 0,1-1 1 0 0,-1 1-1 0 0,0-1 0 0 0,1 1 1 0 0,-1-1-1 0 0,0 1 1 0 0,1-1-1 0 0,-1 1 1 0 0,0-1-1 0 0,0 1 1 0 0,0 0-1 0 0,1 0 1 0 0,-1-1-1 0 0,0 1 1 0 0,0 0-1 0 0,0 0 1 0 0,1 0-1 0 0,-1 0 1 0 0,-1 0-1 0 0,1 0-171 0 0,0 1-1 0 0,0-1 1 0 0,0 1 0 0 0,0-1-1 0 0,1 1 1 0 0,-1 0 0 0 0,0-1-1 0 0,0 1 1 0 0,1 0 0 0 0,-1-1-1 0 0,0 1 1 0 0,1 0 0 0 0,-1 0-1 0 0,1 0 1 0 0,-1-1-1 0 0,1 1 1 0 0,0 0 0 0 0,-1 0-1 0 0,1 0 1 0 0,0 0 0 0 0,-1 0-1 0 0,1 1 1 0 0</inkml:trace>
</inkml:ink>
</file>

<file path=ppt/ink/ink2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30:17.5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58 3209 0 0,'-1'1'49'0'0,"1"-1"1"0"0,-1 1-1 0 0,1-1 1 0 0,-1 1 0 0 0,0 0-1 0 0,1 0 1 0 0,-1-1-1 0 0,1 1 1 0 0,-1 0 0 0 0,1 0-1 0 0,0-1 1 0 0,-1 1-1 0 0,1 0 1 0 0,0 0 0 0 0,0 0-1 0 0,-1 0 1 0 0,1 0-1 0 0,0 0 1 0 0,0-1-1 0 0,0 1 1 0 0,0 0 0 0 0,0 0-1 0 0,0 0 1 0 0,0 0-1 0 0,1 0 1 0 0,-1 0 0 0 0,0 0-1 0 0,0-1 1 0 0,1 1-1 0 0,-1 0 1 0 0,0 0 0 0 0,1 0-1 0 0,-1-1 1 0 0,1 1-1 0 0,-1 0 1 0 0,1 0 0 0 0,-1-1-1 0 0,1 1 1 0 0,0 0-1 0 0,-1-1 1 0 0,1 1-1 0 0,0-1 1 0 0,0 1 0 0 0,-1-1-1 0 0,1 1 1 0 0,0-1-1 0 0,0 0 1 0 0,0 1 0 0 0,-1-1-1 0 0,1 0 1 0 0,0 0-1 0 0,0 1 1 0 0,0-1 0 0 0,0 0-1 0 0,0 0 1 0 0,0 0-1 0 0,0 0 1 0 0,-1 0 0 0 0,1 0-1 0 0,0 0 1 0 0,0-1-1 0 0,0 1 1 0 0,0 0-1 0 0,1-1 1 0 0,12-6 849 0 0,-1-1 0 0 0,-1-1 0 0 0,0 0 0 0 0,19-17 0 0 0,-27 22-1316 0 0,-1 0-1 0 0,0 0 0 0 0,1-1 1 0 0,-1 1-1 0 0,3-8 1 0 0</inkml:trace>
</inkml:ink>
</file>

<file path=ppt/ink/ink2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01.7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680 228 5065 0 0,'-13'-14'1067'0'0,"3"3"-217"0"0,-1 1 0 0 0,0 0 0 0 0,-1 0-1 0 0,-21-14 1 0 0,28 22-705 0 0,0 0-1 0 0,0-1 1 0 0,-1 2-1 0 0,1-1 1 0 0,0 1-1 0 0,-1-1 1 0 0,1 1-1 0 0,-1 1 1 0 0,0-1-1 0 0,1 1 1 0 0,-1 0-1 0 0,1 0 1 0 0,-1 1-1 0 0,0 0 0 0 0,1 0 1 0 0,-9 2-1 0 0,-8 5 265 0 0,0 0 0 0 0,0 2 0 0 0,1 0 0 0 0,0 1 0 0 0,1 2 1 0 0,-26 19-1 0 0,11-4-125 0 0,2 1 1 0 0,-44 50-1 0 0,58-55-179 0 0,1 0 0 0 0,2 1 0 0 0,0 1 0 0 0,2 0 0 0 0,1 1 0 0 0,1 1 1 0 0,1 0-1 0 0,1 0 0 0 0,2 1 0 0 0,1 0 0 0 0,-4 35 0 0 0,3 9-92 0 0,3 0 0 0 0,4 0 1 0 0,10 105-1 0 0,-4-127-23 0 0,1 0-1 0 0,3-1 1 0 0,2 1 0 0 0,2-2-1 0 0,2 0 1 0 0,35 77 0 0 0,-39-108 18 0 0,0 0 0 0 0,1-1 1 0 0,1-1-1 0 0,0 0 0 0 0,1 0 1 0 0,1-2-1 0 0,28 23 0 0 0,-6-10 26 0 0,2-1-1 0 0,57 29 1 0 0,-76-44-14 0 0,1-2 0 0 0,1 0 0 0 0,-1-1 0 0 0,1-2 0 0 0,1 0 0 0 0,-1-1 0 0 0,1-1 0 0 0,0-1 0 0 0,0-1 0 0 0,0-2 0 0 0,0 0 1 0 0,0-1-1 0 0,0-1 0 0 0,-1-1 0 0 0,31-9 0 0 0,-4-2-60 0 0,0-2 1 0 0,-1-3-1 0 0,60-33 0 0 0,126-93-134 0 0,-203 123 189 0 0,-1-3 1 0 0,-1 0 0 0 0,-2-2 0 0 0,-1 0 0 0 0,0-2 0 0 0,-3-1 0 0 0,0-1 0 0 0,-2-1 0 0 0,-1-1-1 0 0,-2-1 1 0 0,17-42 0 0 0,52-162 535 0 0,-77 206-443 0 0,-2-1 1 0 0,-2 0-1 0 0,-1 0 0 0 0,-1-1 0 0 0,-1-49 0 0 0,-6 50 166 0 0,-1 1-1 0 0,-1 1 1 0 0,-17-55-1 0 0,-41-89 853 0 0,47 134-930 0 0,5 12-83 0 0,-1 1 0 0 0,-2 0 0 0 0,-32-49 0 0 0,37 64-81 0 0,-1 2 1 0 0,0-1-1 0 0,0 1 0 0 0,-1 0 1 0 0,-1 1-1 0 0,0 1 1 0 0,0 0-1 0 0,-1 0 0 0 0,-26-12 1 0 0,14 10-43 0 0,-1 2 0 0 0,0 0 0 0 0,-1 2 0 0 0,1 1 0 0 0,-1 1 0 0 0,-1 1 0 0 0,1 1 0 0 0,-46 2 0 0 0,26 4-39 0 0,0 2-1 0 0,0 2 1 0 0,1 2 0 0 0,-55 17 0 0 0,88-22-135 0 0,0 0 1 0 0,0 1-1 0 0,1 0 1 0 0,0 1-1 0 0,0 0 1 0 0,0 1-1 0 0,1 0 1 0 0,0 1-1 0 0,-16 15 1 0 0,4 4-791 0 0</inkml:trace>
</inkml:ink>
</file>

<file path=ppt/ink/ink2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02.4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808 0 6449 0 0,'-2'4'97'0'0,"0"0"0"0"0,1 0 0 0 0,-1 0-1 0 0,1 0 1 0 0,0 0 0 0 0,0 0 0 0 0,0 0 0 0 0,0 5-1 0 0,-2 8 115 0 0,-56 185 1394 0 0,-14 58-61 0 0,-2 162 859 0 0,37-197-1522 0 0,-88 446-250 0 0,-9-5 1672 0 0,60-218 130 0 0,6-31-1098 0 0,-28 207 171 0 0,64-386-1177 0 0,28-210-1395 0 0,3-21 414 0 0,0-1-1 0 0,1 0 1 0 0,0 1-1 0 0,0-1 1 0 0,1 1 0 0 0,-1-1-1 0 0,1 1 1 0 0,1-1-1 0 0,-1 1 1 0 0,1-1 0 0 0,0 1-1 0 0,1-1 1 0 0,-1 1 0 0 0,5 9-1 0 0</inkml:trace>
</inkml:ink>
</file>

<file path=ppt/ink/ink2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02.8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69 363 2761 0 0,'-3'0'153'0'0,"0"-1"1"0"0,0 0-1 0 0,0 0 0 0 0,0 0 1 0 0,0 0-1 0 0,0-1 1 0 0,0 1-1 0 0,0-1 1 0 0,1 1-1 0 0,-1-1 1 0 0,1 0-1 0 0,-1 0 1 0 0,1-1-1 0 0,0 1 1 0 0,-1 0-1 0 0,1-1 1 0 0,1 1-1 0 0,-1-1 1 0 0,-2-3-1 0 0,-12-13 3390 0 0,30 22 943 0 0,17 17-3719 0 0,0 1 0 0 0,-2 1 0 0 0,33 32 1 0 0,-24-21-311 0 0,44 30 0 0 0,-80-61-442 0 0,0-1 0 0 0,0 0-1 0 0,0 0 1 0 0,0 0-1 0 0,0 0 1 0 0,0 0-1 0 0,0 0 1 0 0,0 0 0 0 0,0-1-1 0 0,1 1 1 0 0,-1-1-1 0 0,0 1 1 0 0,1-1-1 0 0,-1 0 1 0 0,0 0 0 0 0,0 0-1 0 0,1 0 1 0 0,-1-1-1 0 0,0 1 1 0 0,3-1-1 0 0,-2 0 18 0 0,-1-1 0 0 0,1 1 0 0 0,0-1-1 0 0,-1 0 1 0 0,1 0 0 0 0,-1 0-1 0 0,0 0 1 0 0,1 0 0 0 0,-1 0-1 0 0,0 0 1 0 0,0-1 0 0 0,-1 1 0 0 0,3-4-1 0 0,4-9 172 0 0,-1-1-1 0 0,-1 1 1 0 0,0-1-1 0 0,5-24 0 0 0,-9 31-90 0 0,29-112 631 0 0,34-115-2221 0 0,-53 203-5324 0 0</inkml:trace>
</inkml:ink>
</file>

<file path=ppt/ink/ink2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03.3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10594 0 0,'0'0'819'0'0,"21"31"3773"0"0,52 102-1116 0 0,-24-43-2082 0 0,77 108 0 0 0,-80-130-1180 0 0,16 20-252 0 0,-50-76-1359 0 0,-30-41-7251 0 0,-2 17 8499 0 0</inkml:trace>
</inkml:ink>
</file>

<file path=ppt/ink/ink2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03.5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8 308 2745 0 0,'-1'-1'51'0'0,"0"0"0"0"0,1 0 1 0 0,-1 0-1 0 0,0 0 0 0 0,1 1 1 0 0,-1-1-1 0 0,1 0 0 0 0,0 0 1 0 0,-1 0-1 0 0,1 0 0 0 0,0 0 1 0 0,-1 0-1 0 0,1 0 0 0 0,0 0 1 0 0,0 0-1 0 0,0 0 0 0 0,0 0 1 0 0,0 0-1 0 0,0 0 0 0 0,0 0 1 0 0,0-1-1 0 0,1 1 0 0 0,-1 0 1 0 0,1-1-1 0 0,7-33 1451 0 0,-4 23-729 0 0,2-14 558 0 0,1 1 0 0 0,20-48 0 0 0,-22 62-1238 0 0,1-1 0 0 0,0 2-1 0 0,1-1 1 0 0,0 1 0 0 0,1 0-1 0 0,0 0 1 0 0,0 1 0 0 0,14-12-1 0 0,-21 20-84 0 0,0 0-1 0 0,0 1 1 0 0,0-1-1 0 0,0 1 0 0 0,-1-1 1 0 0,1 1-1 0 0,0-1 1 0 0,0 1-1 0 0,0-1 1 0 0,0 1-1 0 0,0 0 0 0 0,0 0 1 0 0,0-1-1 0 0,0 1 1 0 0,0 0-1 0 0,0 0 1 0 0,2 0-1 0 0,-3 0-102 0 0,1 1 1 0 0,-1-1-1 0 0,0 0 0 0 0,1 1 1 0 0,-1-1-1 0 0,0 0 1 0 0,1 0-1 0 0,-1 1 0 0 0,0-1 1 0 0,0 0-1 0 0,1 1 0 0 0,-1-1 1 0 0,0 1-1 0 0,0-1 1 0 0,0 0-1 0 0,0 1 0 0 0,1-1 1 0 0,-1 1-1 0 0,0-1 0 0 0,0 1 1 0 0,0-1-1 0 0,0 0 1 0 0,0 1-1 0 0,0-1 0 0 0,0 1 1 0 0,0-1-1 0 0,0 1 0 0 0,0-1 1 0 0,0 0-1 0 0,-1 1 0 0 0,1-1 1 0 0,0 1-1 0 0,0-1 1 0 0,0 0-1 0 0,0 1 0 0 0,-1-1 1 0 0,1 0-1 0 0,0 1 0 0 0,0-1 1 0 0,-1 0-1 0 0,0 1 1 0 0</inkml:trace>
</inkml:ink>
</file>

<file path=ppt/ink/ink2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04.1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 0 792 0 0,'-2'0'54'0'0,"1"1"13"0"0,0 0 1 0 0,0-1 0 0 0,-1 1 0 0 0,1 0-1 0 0,0 0 1 0 0,0-1 0 0 0,0 1 0 0 0,0 0-1 0 0,0 0 1 0 0,1 0 0 0 0,-1 0 0 0 0,0 0 0 0 0,0 1-1 0 0,1-1 1 0 0,-1 0 0 0 0,0 0 0 0 0,1 0-1 0 0,-1 2 1 0 0,-8 24 9842 0 0,12 2-8156 0 0,7-20 1718 0 0,-7-12-3017 0 0,0-1-269 0 0,0 1 0 0 0,1 0 0 0 0,-1-1-1 0 0,1 1 1 0 0,0 0 0 0 0,-1 1 0 0 0,1-1 0 0 0,1 1 0 0 0,-1 0 0 0 0,0 0 0 0 0,0 0 0 0 0,1 0 0 0 0,-1 1-1 0 0,1 0 1 0 0,0 0 0 0 0,-1 0 0 0 0,1 1 0 0 0,0-1 0 0 0,0 1 0 0 0,-1 0 0 0 0,1 0 0 0 0,0 1 0 0 0,-1-1 0 0 0,10 4-1 0 0,4 0-89 0 0,-1 2-1 0 0,1 0 0 0 0,-2 2 0 0 0,1-1 1 0 0,-1 2-1 0 0,0 0 0 0 0,-1 1 0 0 0,0 1 1 0 0,26 23-1 0 0,5 11-28 0 0,58 75-1 0 0,-57-64-89 0 0,-21-28-73 0 0,54 44 0 0 0,-75-63-2922 0 0</inkml:trace>
</inkml:ink>
</file>

<file path=ppt/ink/ink2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04.3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43 255 920 0 0,'-43'0'12674'0'0,"43"-1"-12412"0"0,6-23 1240 0 0,7-5-482 0 0,1 0 0 0 0,27-40 0 0 0,14-9-6645 0 0,-35 54 122 0 0</inkml:trace>
</inkml:ink>
</file>

<file path=ppt/ink/ink2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04.5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1 6449 0 0,'-1'2'409'0'0,"0"0"1"0"0,0 0-1 0 0,1 0 0 0 0,-1 1 0 0 0,1-1 0 0 0,0 0 0 0 0,0 1 0 0 0,0-1 0 0 0,0 0 0 0 0,0 1 0 0 0,0-1 0 0 0,0 0 0 0 0,1 1 0 0 0,-1-1 0 0 0,1 0 1 0 0,0 0-1 0 0,0 1 0 0 0,0-1 0 0 0,0 0 0 0 0,0 0 0 0 0,0 0 0 0 0,0 0 0 0 0,1 0 0 0 0,1 2 0 0 0,6 7 89 0 0,1-1 0 0 0,0 0-1 0 0,12 9 1 0 0,1 2 462 0 0,28 35-181 0 0,59 85 0 0 0,-60-75-858 0 0,-45-60 9 0 0,-3-4 18 0 0,0 1 1 0 0,0-1-1 0 0,0 0 0 0 0,-1 1 1 0 0,1-1-1 0 0,0 1 0 0 0,-1-1 0 0 0,0 1 1 0 0,2 4-1 0 0</inkml:trace>
</inkml:ink>
</file>

<file path=ppt/ink/ink2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04.7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10 472 3209 0 0,'-2'-6'116'0'0,"0"1"1"0"0,1-1 0 0 0,-1 0 0 0 0,1 0-1 0 0,0 0 1 0 0,1 1 0 0 0,0-1 0 0 0,0 0-1 0 0,0 0 1 0 0,0 0 0 0 0,3-9-1 0 0,2-8 636 0 0,13-35-1 0 0,-9 33-436 0 0,-7 19-253 0 0,48-132 3336 0 0,-43 122-2771 0 0,0 1 1 0 0,2-1 0 0 0,0 1-1 0 0,0 1 1 0 0,2-1 0 0 0,15-16-1 0 0,-24 29-672 0 0,-1 1-1 0 0,1-1 1 0 0,0 0-1 0 0,0 1 0 0 0,0-1 1 0 0,0 1-1 0 0,0-1 1 0 0,1 1-1 0 0,-1 0 0 0 0,0 0 1 0 0,1 0-1 0 0,-1 0 1 0 0,0 0-1 0 0,1 1 0 0 0,-1-1 1 0 0,1 1-1 0 0,-1-1 1 0 0,1 1-1 0 0,0 0 0 0 0,2 0 1 0 0,5 4-403 0 0</inkml:trace>
</inkml:ink>
</file>

<file path=ppt/ink/ink2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04.9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30 117 3681 0 0,'-6'15'-72'0'0,"-10"33"1289"0"0,8-2 3896 0 0,16-53-2138 0 0,1-9-2401 0 0,54-153-981 0 0,-51 136-127 0 0</inkml:trace>
</inkml:ink>
</file>

<file path=ppt/ink/ink2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05.2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1 6913 0 0,'-4'13'7142'0'0,"10"3"-3904"0"0,16 14-2043 0 0,-15-21-338 0 0,93 146 2184 0 0,10 15-3057 0 0,-109-169-140 0 0,23 27-1195 0 0,-4-16-4147 0 0,-18-19 2462 0 0,-2 7 2927 0 0,0 0 1 0 0,0 0-1 0 0,0-1 1 0 0,0 1 0 0 0,-11-17-965 0 0,-25-16 875 0 0,21 18 116 0 0</inkml:trace>
</inkml:ink>
</file>

<file path=ppt/ink/ink2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05.4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24 377 5985 0 0,'-3'-4'244'0'0,"1"0"0"0"0,-1 0-1 0 0,1 0 1 0 0,-1 0 0 0 0,1-1-1 0 0,0 1 1 0 0,1-1 0 0 0,-1 0-1 0 0,1 1 1 0 0,0-1 0 0 0,0 0-1 0 0,1 0 1 0 0,-1 0 0 0 0,1 1-1 0 0,0-1 1 0 0,0 0 0 0 0,2-9-1 0 0,1-9 851 0 0,2 0 0 0 0,8-28 0 0 0,-13 50-1073 0 0,9-27 1048 0 0,16-41 0 0 0,-22 62-992 0 0,1 0 0 0 0,-1-1-1 0 0,2 1 1 0 0,-1 0 0 0 0,1 1 0 0 0,0-1 0 0 0,0 1-1 0 0,1 0 1 0 0,0 0 0 0 0,9-6 0 0 0,-13 10-91 0 0,1 1-1 0 0,0-1 1 0 0,-1 1 0 0 0,1 0 0 0 0,0 0 0 0 0,0 0-1 0 0,0 0 1 0 0,0 1 0 0 0,0-1 0 0 0,0 1 0 0 0,0 0-1 0 0,0-1 1 0 0,0 1 0 0 0,5 1 0 0 0,12 6-4371 0 0,-7 1-801 0 0</inkml:trace>
</inkml:ink>
</file>

<file path=ppt/ink/ink2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05.5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8 293 456 0 0,'-8'5'4445'0'0,"10"-31"-1432"0"0,9-38-373 0 0,16-38-2934 0 0,-23 89-510 0 0,0 0 1 0 0,2 1 0 0 0,-1 0-1 0 0,2 0 1 0 0,13-20 0 0 0,-10 20 676 0 0</inkml:trace>
</inkml:ink>
</file>

<file path=ppt/ink/ink2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05.7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14 106 1376 0 0,'-5'21'-570'0'0,"-3"25"3746"0"0,8-43-2538 0 0,-1 0 0 0 0,1-1-1 0 0,0 1 1 0 0,0 0 0 0 0,0-1 0 0 0,1 1 0 0 0,-1-1 0 0 0,1 1 0 0 0,-1 0 0 0 0,1-1-1 0 0,0 1 1 0 0,0-1 0 0 0,1 3 0 0 0,-1-5-536 0 0,-1 1 1 0 0,0-1-1 0 0,1 1 0 0 0,-1-1 1 0 0,1 1-1 0 0,-1-1 0 0 0,1 0 0 0 0,0 0 1 0 0,-1 1-1 0 0,1-1 0 0 0,-1 0 1 0 0,1 0-1 0 0,0 1 0 0 0,-1-1 0 0 0,1 0 1 0 0,-1 0-1 0 0,1 0 0 0 0,0 0 1 0 0,-1 0-1 0 0,1 0 0 0 0,0 0 1 0 0,-1 0-1 0 0,1 0 0 0 0,-1-1 0 0 0,1 1 1 0 0,0 0-1 0 0,-1 0 0 0 0,1 0 1 0 0,-1-1-1 0 0,1 1 0 0 0,-1 0 0 0 0,1-1 1 0 0,0 1-1 0 0,-1 0 0 0 0,1-1 1 0 0,-1 1-1 0 0,0-1 0 0 0,1 1 1 0 0,-1-1-1 0 0,1 0 0 0 0,22-24 919 0 0,-19 20-657 0 0,41-51 773 0 0,47-53-3016 0 0,-76 94-4548 0 0</inkml:trace>
</inkml:ink>
</file>

<file path=ppt/ink/ink2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06.4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57 213 11058 0 0,'-5'2'410'0'0,"1"1"0"0"0,-1 0 0 0 0,1 0 0 0 0,-1 0 0 0 0,1 0 0 0 0,0 1 0 0 0,0 0 0 0 0,1 0 0 0 0,-7 8-1 0 0,9-9-270 0 0,-1 0 0 0 0,1 0-1 0 0,0 0 1 0 0,0 0-1 0 0,0 0 1 0 0,1 1-1 0 0,-1-1 1 0 0,1 0 0 0 0,0 1-1 0 0,-1-1 1 0 0,2 0-1 0 0,-1 1 1 0 0,0-1-1 0 0,1 0 1 0 0,-1 0 0 0 0,1 1-1 0 0,2 3 1 0 0,3 13 208 0 0,1 0 0 0 0,1-1-1 0 0,1 0 1 0 0,17 26 0 0 0,-20-35-256 0 0,1-1 0 0 0,-1 0 1 0 0,1-1-1 0 0,1 0 0 0 0,-1 0 0 0 0,1 0 0 0 0,1-1 0 0 0,-1 0 0 0 0,1-1 0 0 0,13 7 0 0 0,-21-12-86 0 0,1 0-1 0 0,0 0 1 0 0,0 0-1 0 0,-1-1 1 0 0,1 1-1 0 0,0 0 0 0 0,0-1 1 0 0,0 1-1 0 0,0-1 1 0 0,0 0-1 0 0,0 0 1 0 0,0 0-1 0 0,0 0 0 0 0,0 0 1 0 0,0 0-1 0 0,0 0 1 0 0,-1-1-1 0 0,1 1 1 0 0,0 0-1 0 0,0-1 1 0 0,0 0-1 0 0,0 0 0 0 0,1 0 1 0 0,-1-1-24 0 0,0 0 1 0 0,0 0 0 0 0,0 0-1 0 0,0 0 1 0 0,-1 0 0 0 0,1-1-1 0 0,-1 1 1 0 0,0 0-1 0 0,0-1 1 0 0,0 1 0 0 0,0-1-1 0 0,0 1 1 0 0,0-1 0 0 0,0-4-1 0 0,1-10-190 0 0,0 0 1 0 0,-2 0-1 0 0,0 0 0 0 0,-2-19 0 0 0,2 32 154 0 0,-5-26-589 0 0,-14-58 1 0 0,-1-5-193 0 0,20 93 837 0 0,0 1 0 0 0,0-1 1 0 0,1 0-1 0 0,-1 0 0 0 0,0 1 0 0 0,0-1 0 0 0,1 0 1 0 0,-1 0-1 0 0,0 0 0 0 0,1 1 0 0 0,-1-1 0 0 0,0 0 1 0 0,0 0-1 0 0,1 0 0 0 0,-1 0 0 0 0,0 0 1 0 0,1 0-1 0 0,-1 0 0 0 0,0 0 0 0 0,1 1 0 0 0,-1-1 1 0 0,0 0-1 0 0,1-1 0 0 0,-1 1 0 0 0,0 0 0 0 0,1 0 1 0 0,-1 0-1 0 0,0 0 0 0 0,1 0 0 0 0,-1 0 0 0 0,0 0 1 0 0,1 0-1 0 0,-1-1 0 0 0,0 1 0 0 0,1 0 1 0 0,-1 0-1 0 0,0 0 0 0 0,0-1 0 0 0,1 1 0 0 0,-1 0 1 0 0,0 0-1 0 0,0-1 0 0 0,1 1 0 0 0,-1 0 0 0 0,0 0 1 0 0,0-1-1 0 0,0 1 0 0 0,0 0 0 0 0,0-1 1 0 0,1 1-1 0 0,-1 0 0 0 0,0-1 0 0 0,0 1 0 0 0,0 0 1 0 0,0-1-1 0 0,0 1 0 0 0,0 0 0 0 0,0-1 0 0 0,0 1 1 0 0,0 0-1 0 0,0-1 0 0 0,0 1 0 0 0,0 0 0 0 0,0-1 1 0 0,-1 1-1 0 0,1 0 0 0 0,0-1 0 0 0,0 1 1 0 0,0-1-1 0 0,25 22 649 0 0,-19-16-490 0 0,3 3 141 0 0,1 0 0 0 0,0-1 0 0 0,1 0 0 0 0,0 0 0 0 0,17 7 0 0 0,-25-13-248 0 0,0 0 0 0 0,0 0 1 0 0,0 0-1 0 0,1-1 1 0 0,-1 1-1 0 0,0-1 1 0 0,1 0-1 0 0,-1 0 1 0 0,0 0-1 0 0,1 0 0 0 0,-1 0 1 0 0,0-1-1 0 0,0 0 1 0 0,1 1-1 0 0,-1-1 1 0 0,0 0-1 0 0,0-1 1 0 0,0 1-1 0 0,0 0 0 0 0,0-1 1 0 0,0 0-1 0 0,0 0 1 0 0,-1 0-1 0 0,1 0 1 0 0,-1 0-1 0 0,4-3 1 0 0,-2-1 23 0 0,1 1 1 0 0,-1-1-1 0 0,-1 0 1 0 0,1 0-1 0 0,-1 0 1 0 0,0-1-1 0 0,0 1 1 0 0,-1-1-1 0 0,0 0 1 0 0,0 1-1 0 0,0-1 1 0 0,-1 0 0 0 0,1-8-1 0 0,-1 5-72 0 0,-1 0 0 0 0,0-1 0 0 0,0 1 0 0 0,-1 0 0 0 0,0 0-1 0 0,-1 0 1 0 0,0 0 0 0 0,-6-15 0 0 0,7 23-91 0 0,1 0 1 0 0,-1 1-1 0 0,0-1 0 0 0,0 1 0 0 0,0-1 0 0 0,0 1 1 0 0,0-1-1 0 0,0 1 0 0 0,-1 0 0 0 0,1-1 1 0 0,0 1-1 0 0,-1 0 0 0 0,-1-1 0 0 0</inkml:trace>
</inkml:ink>
</file>

<file path=ppt/ink/ink2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06.6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14283 0 0,'7'21'1791'0'0,"1"0"0"0"0,1 0 0 0 0,17 29 0 0 0,-11-22-745 0 0,26 39-562 0 0,-38-63-595 0 0,0 1-1 0 0,0-1 1 0 0,1 0-1 0 0,0 0 1 0 0,0 0-1 0 0,0-1 0 0 0,0 0 1 0 0,0 0-1 0 0,1 0 1 0 0,-1 0-1 0 0,1 0 1 0 0,6 2-1 0 0</inkml:trace>
</inkml:ink>
</file>

<file path=ppt/ink/ink2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06.7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 1 8290 0 0,'-7'4'368'0'0,"2"-2"80"0"0,3-1-360 0 0,0 1-88 0 0,1 0 0 0 0,1 0 0 0 0,0 1 264 0 0,0 1 40 0 0,1 2 8 0 0,2 2 0 0 0,3 2-824 0 0,-1-1-168 0 0,6 0-32 0 0,-1-2-8 0 0,4 0 600 0 0,0-1 120 0 0</inkml:trace>
</inkml:ink>
</file>

<file path=ppt/ink/ink2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07.0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0 6449 0 0,'-5'11'14876'0'0,"22"8"-15205"0"0,28 39 1193 0 0,101 122 323 0 0,-106-137-1582 0 0,84 75 0 0 0,-98-100-2558 0 0</inkml:trace>
</inkml:ink>
</file>

<file path=ppt/ink/ink2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07.4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32 557 4145 0 0,'-1'1'25'0'0,"1"-1"0"0"0,-1 0 0 0 0,1 1 0 0 0,-1-1-1 0 0,0 0 1 0 0,1 0 0 0 0,-1 1 0 0 0,0-1 0 0 0,1 0 0 0 0,-1 0 0 0 0,0 0 0 0 0,0 0 0 0 0,1 0 0 0 0,-1 0 0 0 0,0 0 0 0 0,1 0-1 0 0,-1 0 1 0 0,0 0 0 0 0,1 0 0 0 0,-1-1 0 0 0,0 1 0 0 0,1 0 0 0 0,-1 0 0 0 0,0-1 0 0 0,1 1 0 0 0,-1 0 0 0 0,0-1 0 0 0,0 0-1 0 0,0 0 40 0 0,0 0 0 0 0,0-1 0 0 0,0 1 0 0 0,0-1 0 0 0,1 1 0 0 0,-1-1-1 0 0,0 0 1 0 0,1 1 0 0 0,-1-1 0 0 0,1 0 0 0 0,-1-2 0 0 0,-1-52 1354 0 0,2 51-1252 0 0,1-34 239 0 0,1 1 1 0 0,3 0 0 0 0,0 0 0 0 0,3 0 0 0 0,1 1-1 0 0,26-67 1 0 0,-31 96-56 0 0,0 0-1 0 0,0 0 1 0 0,1 0 0 0 0,-1 1-1 0 0,2 0 1 0 0,6-8-1 0 0,-10 14-278 0 0,-1 0 0 0 0,0-1 0 0 0,0 1 0 0 0,1 0 0 0 0,-1 0 0 0 0,1 1 0 0 0,-1-1 0 0 0,1 0 0 0 0,-1 0 0 0 0,1 1 0 0 0,-1-1 0 0 0,1 1 0 0 0,0-1 0 0 0,-1 1 0 0 0,1 0 0 0 0,0-1 0 0 0,-1 1 0 0 0,1 0-1 0 0,0 0 1 0 0,-1 0 0 0 0,1 0 0 0 0,0 1 0 0 0,-1-1 0 0 0,1 0 0 0 0,0 1 0 0 0,-1-1 0 0 0,1 1 0 0 0,-1 0 0 0 0,1-1 0 0 0,-1 1 0 0 0,1 0 0 0 0,-1 0 0 0 0,1 0 0 0 0,-1 0 0 0 0,0 0 0 0 0,0 0 0 0 0,1 1 0 0 0,1 1 0 0 0,10 14 507 0 0,0 0 0 0 0,0 0 0 0 0,-2 1 0 0 0,0 0 1 0 0,-1 1-1 0 0,14 38 0 0 0,-16-35-302 0 0,2 0 1 0 0,1 0-1 0 0,0-1 0 0 0,1-1 1 0 0,17 21-1 0 0,-28-40-275 0 0,0 0 0 0 0,0 1-1 0 0,0-1 1 0 0,0 0 0 0 0,0 1 0 0 0,0-1 0 0 0,1 0 0 0 0,-1 0 0 0 0,0 0 0 0 0,1 0 0 0 0,-1 0-1 0 0,1 0 1 0 0,-1-1 0 0 0,1 1 0 0 0,-1 0 0 0 0,1-1 0 0 0,-1 1 0 0 0,1-1 0 0 0,0 0 0 0 0,2 1-1 0 0,-3-1 1 0 0,1-1-1 0 0,-1 1 0 0 0,0-1 0 0 0,0 0 1 0 0,0 1-1 0 0,-1-1 0 0 0,1 0 0 0 0,0 0 0 0 0,0 1 1 0 0,0-1-1 0 0,0 0 0 0 0,-1 0 0 0 0,1 0 0 0 0,0 0 1 0 0,-1 0-1 0 0,1 0 0 0 0,-1 0 0 0 0,1 0 1 0 0,-1 0-1 0 0,1-1 0 0 0,-1-1 0 0 0,3-8-1 0 0,-1 0 0 0 0,-1 0 0 0 0,0 0 0 0 0,0-20 0 0 0,-10-51 115 0 0,-1-10 136 0 0,9 83-226 0 0,1 0 1 0 0,1-1-1 0 0,0 1 1 0 0,0 0 0 0 0,1 0-1 0 0,0 0 1 0 0,4-12 0 0 0,-5 17 14 0 0,1 1 1 0 0,-1-1 0 0 0,1 1 0 0 0,-1 0 0 0 0,1 0 0 0 0,0 0 0 0 0,0 0 0 0 0,0 0 0 0 0,1 0-1 0 0,-1 0 1 0 0,1 1 0 0 0,-1 0 0 0 0,1-1 0 0 0,0 1 0 0 0,0 0 0 0 0,0 0 0 0 0,0 0-1 0 0,1 1 1 0 0,-1-1 0 0 0,0 1 0 0 0,6-2 0 0 0,-4 2-20 0 0,-1 1 0 0 0,1 0-1 0 0,-1 0 1 0 0,0 0 0 0 0,1 1 0 0 0,-1 0 0 0 0,1 0 0 0 0,-1 0 0 0 0,0 0 0 0 0,0 0-1 0 0,0 1 1 0 0,1 0 0 0 0,-2 0 0 0 0,1 0 0 0 0,0 0 0 0 0,7 6 0 0 0,76 61-1534 0 0,-68-58-6101 0 0</inkml:trace>
</inkml:ink>
</file>

<file path=ppt/ink/ink2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08.51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124 475 2304 0 0,'-37'-9'1401'0'0,"27"6"332"0"0,1 1 0 0 0,0 0 1 0 0,0 0-1 0 0,-12 0 0 0 0,20 2-1532 0 0,0 0 0 0 0,0 1-1 0 0,0-1 1 0 0,0 1 0 0 0,0-1 0 0 0,0 1 0 0 0,0-1 0 0 0,0 1 0 0 0,0-1 0 0 0,0 1 0 0 0,0 0 0 0 0,1 0 0 0 0,-1-1 0 0 0,0 1 0 0 0,0 0 0 0 0,1 0-1 0 0,-1 0 1 0 0,0 0 0 0 0,1 0 0 0 0,-1 0 0 0 0,1 0 0 0 0,-1 0 0 0 0,1 0 0 0 0,0 0 0 0 0,-1 0 0 0 0,1 0 0 0 0,0 0 0 0 0,0 0 0 0 0,0 2 0 0 0,-4 36 921 0 0,4-35-993 0 0,-3 37 435 0 0,1-11-33 0 0,3 55-1 0 0,-1-78-470 0 0,1 0 1 0 0,0 0 0 0 0,0 0 0 0 0,1-1-1 0 0,0 1 1 0 0,0 0 0 0 0,1-1-1 0 0,0 0 1 0 0,0 1 0 0 0,0-1 0 0 0,0 0-1 0 0,1-1 1 0 0,8 10 0 0 0,-9-13-60 0 0,0 1 0 0 0,0-1 1 0 0,0 0-1 0 0,1 0 1 0 0,-1 0-1 0 0,1 0 0 0 0,0 0 1 0 0,-1-1-1 0 0,1 1 0 0 0,8 0 1 0 0,46 6-20 0 0,-48-8 9 0 0,0 1 0 0 0,0 0 0 0 0,0 0-1 0 0,-1 1 1 0 0,1 1 0 0 0,12 4 0 0 0,-20-6 6 0 0,1 1 0 0 0,-1-1 0 0 0,1 1 0 0 0,-1 0-1 0 0,0 0 1 0 0,0-1 0 0 0,0 2 0 0 0,0-1 0 0 0,0 0 0 0 0,0 0 0 0 0,0 1 0 0 0,-1-1 0 0 0,1 1 0 0 0,-1-1 0 0 0,0 1 0 0 0,0 0 0 0 0,0-1 0 0 0,0 1 0 0 0,0 0-1 0 0,-1 0 1 0 0,1 0 0 0 0,-1-1 0 0 0,1 1 0 0 0,-1 0 0 0 0,-1 6 0 0 0,0 2-4 0 0,0 1-1 0 0,-1-1 1 0 0,0 1-1 0 0,-1-1 1 0 0,0 0-1 0 0,-1 0 1 0 0,0-1-1 0 0,-1 1 1 0 0,0-1-1 0 0,-1 0 1 0 0,0 0-1 0 0,0-1 1 0 0,-1 1-1 0 0,0-1 0 0 0,-10 9 1 0 0,16-17-27 0 0,0 0 0 0 0,0 0 1 0 0,0-1-1 0 0,1 1 0 0 0,-1 0 0 0 0,0 0 1 0 0,0 0-1 0 0,0-1 0 0 0,0 1 0 0 0,-1-1 0 0 0,1 1 1 0 0,0 0-1 0 0,0-1 0 0 0,0 0 0 0 0,0 1 1 0 0,0-1-1 0 0,-1 0 0 0 0,1 0 0 0 0,0 1 0 0 0,0-1 1 0 0,-1 0-1 0 0,1 0 0 0 0,0 0 0 0 0,-2-1 1 0 0,2 0-87 0 0,0 1 1 0 0,0-1 0 0 0,0 0 0 0 0,0 0 0 0 0,0 0-1 0 0,0 0 1 0 0,0 0 0 0 0,0 0 0 0 0,1 0 0 0 0,-1 0 0 0 0,0-1-1 0 0,1 1 1 0 0,-1 0 0 0 0,1 0 0 0 0,-1-1 0 0 0,1 1-1 0 0,0 0 1 0 0,-1-2 0 0 0,0-5-692 0 0,0 0-1 0 0,0-1 1 0 0,0 1-1 0 0,1 0 1 0 0,2-16-1 0 0,4 1-745 0 0,1 1 0 0 0,1 0 0 0 0,0 0 0 0 0,2 1 0 0 0,1 0 0 0 0,0 1 0 0 0,21-28 0 0 0,15-27 1004 0 0,-38 57 1512 0 0,0 1 0 0 0,9-29 1 0 0,-13 28-162 0 0,-1 0-1 0 0,-1 0 1 0 0,-1 0 0 0 0,0-1 0 0 0,-1 1 0 0 0,-1 0-1 0 0,-4-30 1 0 0,-2 9 532 0 0,-1 0 0 0 0,-18-54-1 0 0,15 72-235 0 0,6 19 134 0 0,1 14-177 0 0,2 7-575 0 0,1 0-1 0 0,0 0 1 0 0,2 1-1 0 0,1-1 1 0 0,0-1 0 0 0,8 25-1 0 0,-9-33-444 0 0,1-1 0 0 0,1 0 0 0 0,-1 0 0 0 0,2 0-1 0 0,-1 0 1 0 0,1-1 0 0 0,0 0 0 0 0,1 0 0 0 0,0 0-1 0 0,0 0 1 0 0,1-1 0 0 0,0 0 0 0 0,0-1 0 0 0,10 8 0 0 0,-15-13-32 0 0,-1 0 1 0 0,1-1 0 0 0,-1 1-1 0 0,1 0 1 0 0,0 0 0 0 0,-1-1-1 0 0,1 1 1 0 0,0-1 0 0 0,-1 1-1 0 0,1-1 1 0 0,0 0 0 0 0,0 0-1 0 0,0 1 1 0 0,-1-1 0 0 0,1 0-1 0 0,0-1 1 0 0,0 1 0 0 0,-1 0-1 0 0,1-1 1 0 0,0 1 0 0 0,0-1-1 0 0,-1 1 1 0 0,1-1 0 0 0,0 0-1 0 0,-1 1 1 0 0,1-1 0 0 0,-1 0-1 0 0,1 0 1 0 0,-1 0 0 0 0,1 0-1 0 0,-1-1 1 0 0,0 1 0 0 0,0 0-1 0 0,1-1 1 0 0,-1 1 0 0 0,0 0-1 0 0,0-1 1 0 0,0 0 0 0 0,-1 1-1 0 0,2-3 1 0 0,4-7-12 0 0,-1-1-1 0 0,0-1 1 0 0,-1 1 0 0 0,4-18 0 0 0,-5 18 17 0 0,9-46 61 0 0,5-21 27 0 0,-16 72-83 0 0,2 1-1 0 0,-1 0 0 0 0,1-1 1 0 0,0 1-1 0 0,0 0 1 0 0,0 1-1 0 0,1-1 1 0 0,0 1-1 0 0,5-6 1 0 0,-8 10-7 0 0,0 0 0 0 0,1 0 0 0 0,-1 0 0 0 0,0 0 0 0 0,1 0 0 0 0,-1 0 0 0 0,1 0 0 0 0,-1 1 0 0 0,1-1 0 0 0,-1 0 0 0 0,1 1 0 0 0,-1-1 0 0 0,1 1 0 0 0,0 0 0 0 0,-1 0 0 0 0,1-1 0 0 0,-1 1 0 0 0,1 0 0 0 0,0 1 0 0 0,-1-1 0 0 0,1 0 0 0 0,0 0 0 0 0,-1 1 0 0 0,1-1 0 0 0,-1 0 0 0 0,1 1 0 0 0,-1 0 0 0 0,1-1 0 0 0,-1 1 0 0 0,1 0 0 0 0,-1 0 0 0 0,1 0 0 0 0,1 2 0 0 0,6 4 62 0 0,0 1 0 0 0,-1 0 0 0 0,15 19 0 0 0,-3-3 135 0 0,-19-23-195 0 0,0-1-1 0 0,0 1 0 0 0,0 0 1 0 0,0 0-1 0 0,0 0 0 0 0,0-1 1 0 0,0 1-1 0 0,0 0 0 0 0,0-1 1 0 0,0 1-1 0 0,0-1 1 0 0,1 1-1 0 0,-1-1 0 0 0,0 0 1 0 0,0 1-1 0 0,1-1 0 0 0,-1 0 1 0 0,0 0-1 0 0,2 0 0 0 0,-2 0 3 0 0,0-1 0 0 0,0 1 0 0 0,0 0-1 0 0,0-1 1 0 0,0 0 0 0 0,-1 1 0 0 0,1-1-1 0 0,0 1 1 0 0,-1-1 0 0 0,1 0 0 0 0,0 1 0 0 0,-1-1-1 0 0,1 0 1 0 0,-1 0 0 0 0,1 0 0 0 0,-1 1-1 0 0,1-1 1 0 0,-1 0 0 0 0,0 0 0 0 0,1-1-1 0 0,2-8 52 0 0,-1 0 0 0 0,0-1-1 0 0,-1 1 1 0 0,0-12 0 0 0,1-1 5 0 0,3-17-400 0 0,-1 12 261 0 0,10-45 0 0 0,-12 66 91 0 0,1-1 1 0 0,-1 1-1 0 0,1 0 0 0 0,1 0 1 0 0,-1 0-1 0 0,1 0 0 0 0,0 0 1 0 0,1 1-1 0 0,0 0 0 0 0,9-10 0 0 0,-13 15-12 0 0,0 0 0 0 0,0 1 0 0 0,0-1 0 0 0,1 0 0 0 0,-1 0 0 0 0,0 1-1 0 0,0-1 1 0 0,1 1 0 0 0,-1-1 0 0 0,0 1 0 0 0,1 0 0 0 0,-1-1 0 0 0,0 1 0 0 0,1 0-1 0 0,-1 0 1 0 0,1 0 0 0 0,-1 0 0 0 0,0 0 0 0 0,1 0 0 0 0,-1 0 0 0 0,0 1-1 0 0,1-1 1 0 0,-1 0 0 0 0,0 1 0 0 0,1-1 0 0 0,-1 1 0 0 0,0 0 0 0 0,2 0-1 0 0,4 4 30 0 0,1 0-1 0 0,-1 0 0 0 0,11 11 0 0 0,-13-12-20 0 0,-1 0 0 0 0,1 0 0 0 0,0 0 0 0 0,0 0 0 0 0,8 3 0 0 0,-10-5-203 0 0,0-1 1 0 0,0 0-1 0 0,0-1 0 0 0,1 1 1 0 0,-1-1-1 0 0,0 1 1 0 0,0-1-1 0 0,0 0 0 0 0,1 0 1 0 0,-1 0-1 0 0,0-1 0 0 0,0 1 1 0 0,0-1-1 0 0,0 1 1 0 0,1-1-1 0 0,-1 0 0 0 0,0 0 1 0 0,-1-1-1 0 0,1 1 1 0 0,0-1-1 0 0,0 1 0 0 0,0-1 1 0 0,-1 0-1 0 0,4-3 0 0 0,3-3-266 0 0</inkml:trace>
</inkml:ink>
</file>

<file path=ppt/ink/ink2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08.8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1 2304 0 0,'-2'50'8679'0'0,"0"26"-2863"0"0,2-57-5050 0 0,1 1 0 0 0,4 20 0 0 0,-4-34-660 0 0,0 0 1 0 0,0 0-1 0 0,1 1 1 0 0,-1-1-1 0 0,1 0 1 0 0,1 0-1 0 0,-1-1 1 0 0,1 1 0 0 0,0 0-1 0 0,1-1 1 0 0,-1 0-1 0 0,1 0 1 0 0,0 0-1 0 0,0 0 1 0 0,0 0-1 0 0,1-1 1 0 0,0 0-1 0 0,0 0 1 0 0,0 0 0 0 0,0-1-1 0 0,7 4 1 0 0,-5-5-109 0 0,1 0 0 0 0,-1 0 1 0 0,1 0-1 0 0,0-1 0 0 0,-1 0 1 0 0,1-1-1 0 0,0 0 0 0 0,0 0 0 0 0,-1-1 1 0 0,1 0-1 0 0,0 0 0 0 0,10-3 1 0 0,-7 1-6 0 0,-1 1 1 0 0,0 1 0 0 0,1 0-1 0 0,-1 0 1 0 0,20 3 0 0 0,-29-2 5 0 0,0 0 1 0 0,0 0 0 0 0,-1 0-1 0 0,1 1 1 0 0,0-1 0 0 0,0 0 0 0 0,0 1-1 0 0,0-1 1 0 0,-1 1 0 0 0,1-1 0 0 0,0 1-1 0 0,0-1 1 0 0,-1 1 0 0 0,1-1-1 0 0,0 1 1 0 0,-1 0 0 0 0,1-1 0 0 0,-1 1-1 0 0,1 0 1 0 0,-1 0 0 0 0,1-1 0 0 0,-1 1-1 0 0,1 0 1 0 0,-1 1 0 0 0,1 1 2 0 0,0 0-1 0 0,-1 0 1 0 0,1 0 0 0 0,-1 0 0 0 0,0-1 0 0 0,0 1 0 0 0,0 0 0 0 0,-1 3 0 0 0,-1 4-30 0 0,0-1 1 0 0,0 0 0 0 0,-1 0-1 0 0,-4 9 1 0 0,0-4-595 0 0,-1-1 0 0 0,0 0 0 0 0,0 0 0 0 0,-19 20 0 0 0</inkml:trace>
</inkml:ink>
</file>

<file path=ppt/ink/ink2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09.1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1 244 1840 0 0,'0'-2'415'0'0,"1"1"0"0"0,-1-1 0 0 0,1 0 0 0 0,0 0-1 0 0,0 1 1 0 0,-1-1 0 0 0,1 0 0 0 0,0 1 0 0 0,1-1-1 0 0,-1 1 1 0 0,0-1 0 0 0,0 1 0 0 0,1 0 0 0 0,-1-1 0 0 0,1 1-1 0 0,-1 0 1 0 0,1 0 0 0 0,2-1 0 0 0,-3 2-180 0 0,0-1 0 0 0,0 1 0 0 0,1 0 1 0 0,-1 0-1 0 0,0 0 0 0 0,0 0 0 0 0,0 1 1 0 0,1-1-1 0 0,-1 0 0 0 0,0 0 0 0 0,0 1 1 0 0,0-1-1 0 0,0 1 0 0 0,0-1 0 0 0,1 1 1 0 0,-1-1-1 0 0,0 1 0 0 0,0 0 0 0 0,0 0 0 0 0,-1-1 1 0 0,1 1-1 0 0,0 0 0 0 0,0 0 0 0 0,0 0 1 0 0,0 0-1 0 0,-1 0 0 0 0,1 0 0 0 0,0 1 1 0 0,3 4 195 0 0,6 8 421 0 0,1 1-1 0 0,0-1 0 0 0,1-1 0 0 0,14 13 0 0 0,-21-22-806 0 0,0 0-1 0 0,0-1 0 0 0,0 0 0 0 0,0 0 0 0 0,0 0 0 0 0,1-1 0 0 0,0 0 0 0 0,-1 0 0 0 0,1 0 0 0 0,0-1 0 0 0,0 0 0 0 0,0 0 0 0 0,0 0 0 0 0,0-1 1 0 0,0 1-1 0 0,7-2 0 0 0,-8 1-19 0 0,0-1-1 0 0,0 1 1 0 0,0-1 0 0 0,0 0 0 0 0,0 0 0 0 0,-1-1 0 0 0,1 0-1 0 0,0 1 1 0 0,-1-1 0 0 0,1-1 0 0 0,-1 1 0 0 0,0-1 0 0 0,0 0-1 0 0,0 0 1 0 0,0 0 0 0 0,0 0 0 0 0,-1-1 0 0 0,1 1 0 0 0,-1-1-1 0 0,0 0 1 0 0,0 0 0 0 0,0 0 0 0 0,-1-1 0 0 0,0 1 0 0 0,1-1-1 0 0,-2 1 1 0 0,1-1 0 0 0,0 0 0 0 0,-1 1 0 0 0,0-1 0 0 0,0 0-1 0 0,0 0 1 0 0,-1 0 0 0 0,0 0 0 0 0,0 0 0 0 0,0 0 0 0 0,0 0-1 0 0,-1 0 1 0 0,0 0 0 0 0,0 0 0 0 0,0 0 0 0 0,0 1 0 0 0,-1-1-1 0 0,-3-6 1 0 0,-1 0 33 0 0,-1 0-1 0 0,0 0 0 0 0,-1 1 0 0 0,-1-1 1 0 0,1 2-1 0 0,-1-1 0 0 0,-1 1 0 0 0,0 1 1 0 0,0 0-1 0 0,-1 0 0 0 0,-22-12 0 0 0,14 11-499 0 0,0 0-1 0 0,-30-10 0 0 0,29 13-1866 0 0,0 1 0 0 0,-27-3 0 0 0,30 6-4379 0 0</inkml:trace>
</inkml:ink>
</file>

<file path=ppt/ink/ink2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09.4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0 433 9674 0 0,'16'2'1273'0'0,"-1"-2"0"0"0,23-1 0 0 0,-25 0-350 0 0,0 1 0 0 0,0 0 0 0 0,0 1 0 0 0,17 3 0 0 0,-14 0-211 0 0,-1 1 1 0 0,25 11-1 0 0,7 3 856 0 0,-57-22-1406 0 0,0-1 1 0 0,0 0-1 0 0,1-1 1 0 0,0 0-1 0 0,0 0 1 0 0,1-1-1 0 0,-1 0 1 0 0,1-1-1 0 0,0 1 1 0 0,1-2-1 0 0,0 1 1 0 0,0-1-1 0 0,0 0 1 0 0,1-1-1 0 0,0 1 1 0 0,1-1 0 0 0,0 0-1 0 0,0-1 1 0 0,1 1-1 0 0,1-1 1 0 0,-4-10-1 0 0,-1-11-507 0 0,0-1 1 0 0,2 0-1 0 0,2 0 0 0 0,1 0 0 0 0,2-64 1 0 0,5 35-8029 0 0</inkml:trace>
</inkml:ink>
</file>

<file path=ppt/ink/ink2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23.3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88 125 3225 0 0,'-6'-13'1301'0'0,"-1"-1"0"0"0,0 1 1 0 0,-1 0-1 0 0,-11-13 1 0 0,-21-19 8343 0 0,73 73-6588 0 0,5 5-3053 0 0,5 16 50 0 0,-2 3-1 0 0,56 92 0 0 0,16 23-2387 0 0,-94-145-2669 0 0,-4-7-1568 0 0</inkml:trace>
</inkml:ink>
</file>

<file path=ppt/ink/ink2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23.8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184 471 3225 0 0,'-8'-20'484'0'0,"0"0"0"0"0,2 0 0 0 0,-5-26 0 0 0,-5-13 340 0 0,14 51-593 0 0,0 1 0 0 0,-1-1 0 0 0,0 1 0 0 0,-1 0 0 0 0,0 0 0 0 0,-5-8 0 0 0,8 14-156 0 0,0 0 1 0 0,0 0-1 0 0,1 0 1 0 0,-1 0-1 0 0,0 0 1 0 0,0 1-1 0 0,0-1 1 0 0,0 0-1 0 0,-1 0 1 0 0,1 1-1 0 0,0-1 1 0 0,0 1-1 0 0,0-1 1 0 0,0 1-1 0 0,-1 0 1 0 0,1-1-1 0 0,0 1 1 0 0,-2 0-1 0 0,1 0 16 0 0,0 0-1 0 0,0 1 0 0 0,0-1 1 0 0,1 1-1 0 0,-1 0 0 0 0,0-1 1 0 0,1 1-1 0 0,-1 0 0 0 0,0 0 0 0 0,1 0 1 0 0,-1 0-1 0 0,1 0 0 0 0,-1 1 1 0 0,1-1-1 0 0,0 0 0 0 0,-3 3 1 0 0,-1 4 162 0 0,-1 0 1 0 0,1 1-1 0 0,0-1 1 0 0,0 1-1 0 0,1 0 1 0 0,0 0-1 0 0,1 1 1 0 0,0-1-1 0 0,1 1 1 0 0,-3 14-1 0 0,1 11 305 0 0,-1 55-1 0 0,7-5-433 0 0,4 0 0 0 0,3 0 0 0 0,4-1-1 0 0,4-1 1 0 0,31 97 0 0 0,-32-132-156 0 0,1 0 1 0 0,3-1-1 0 0,1-1 0 0 0,3-1 1 0 0,1-2-1 0 0,3 0 0 0 0,44 53 1 0 0,-57-81-23 0 0,1 0 1 0 0,0-1 0 0 0,2-1 0 0 0,-1-1 0 0 0,2 0-1 0 0,-1-1 1 0 0,1-1 0 0 0,1-1 0 0 0,0-1 0 0 0,0-1 0 0 0,1 0-1 0 0,0-2 1 0 0,0 0 0 0 0,0-1 0 0 0,1-1 0 0 0,-1-2 0 0 0,1 0-1 0 0,-1-1 1 0 0,1-1 0 0 0,22-4 0 0 0,-20 2 28 0 0,0-2 0 0 0,-1 0 0 0 0,0-2 0 0 0,-1 0 0 0 0,1-2 0 0 0,-1 0 0 0 0,40-25 0 0 0,-46 23 97 0 0,0 0 1 0 0,-1-1-1 0 0,0-1 0 0 0,-1 0 1 0 0,0-1-1 0 0,-1-1 1 0 0,-1 0-1 0 0,0 0 1 0 0,-1-1-1 0 0,10-21 0 0 0,-4 2 236 0 0,-2 0 0 0 0,-2-1 0 0 0,-1 0 0 0 0,-2-1 0 0 0,-1-1 0 0 0,-2 1 0 0 0,-2-1-1 0 0,1-57 1 0 0,-6 60 11 0 0,-2 0-1 0 0,-1 1 0 0 0,-1-1 1 0 0,-2 1-1 0 0,-2 0 1 0 0,-1 0-1 0 0,-1 1 0 0 0,-2 1 1 0 0,-25-50-1 0 0,-16-6 119 0 0,-3 3 1 0 0,-4 3-1 0 0,-92-98 1 0 0,133 158-382 0 0,-2 1 0 0 0,0 1 1 0 0,-2 0-1 0 0,0 2 0 0 0,-1 1 1 0 0,-46-26-1 0 0,59 38-40 0 0,0 0 0 0 0,0 0 0 0 0,0 1-1 0 0,0 1 1 0 0,-1 0 0 0 0,1 1 0 0 0,-1 0 0 0 0,0 1 0 0 0,0 0 0 0 0,0 1 0 0 0,0 0 0 0 0,1 0 0 0 0,-1 2-1 0 0,0-1 1 0 0,0 2 0 0 0,1 0 0 0 0,-1 0 0 0 0,1 1 0 0 0,-17 8 0 0 0,14-5-511 0 0,1 0-1 0 0,-21 17 1 0 0,21-13-1120 0 0,0 0 0 0 0,-14 17 0 0 0,-5 12-5489 0 0</inkml:trace>
</inkml:ink>
</file>

<file path=ppt/ink/ink2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12.0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1925 1761 3225 0 0,'5'-17'5258'0'0,"4"-19"-2737"0"0,-9 19-1484 0 0,0 0 1 0 0,-2-1 0 0 0,0 1 0 0 0,-7-23 0 0 0,-4-41 1269 0 0,12 54-1536 0 0,0-8-504 0 0,-1 0 0 0 0,-2 1 0 0 0,-1-1 0 0 0,-2 1 0 0 0,-1 0 0 0 0,-14-36 1 0 0,11 45-102 0 0,-1-1 0 0 0,-1 2 1 0 0,-2 0-1 0 0,0 0 1 0 0,-26-29-1 0 0,2 7-15 0 0,-2 1-1 0 0,-1 2 0 0 0,-51-38 1 0 0,-56-50 88 0 0,27 23-121 0 0,79 73-20 0 0,-1 2 0 0 0,-2 1-1 0 0,-55-26 1 0 0,64 42-49 0 0,-1 3 0 0 0,0 1 0 0 0,-62-11 0 0 0,49 12 19 0 0,-63-21 0 0 0,57 10 78 0 0,30 10-94 0 0,-2 2 1 0 0,1 0-1 0 0,-1 2 0 0 0,-1 1 1 0 0,1 1-1 0 0,-52-3 0 0 0,68 8 1 0 0,-1-1-1 0 0,0 0 0 0 0,0-1 1 0 0,1 0-1 0 0,0-1 0 0 0,0-1 1 0 0,-19-8-1 0 0,8 3-47 0 0,22 9-6 0 0,0 1-1 0 0,0-1 1 0 0,0 0 0 0 0,1 0-1 0 0,-1 1 1 0 0,1-1-1 0 0,-1 0 1 0 0,0 0-1 0 0,1 0 1 0 0,0-1 0 0 0,-1 1-1 0 0,1 0 1 0 0,0 0-1 0 0,-1-1 1 0 0,1 1-1 0 0,0-1 1 0 0,0 1 0 0 0,0-1-1 0 0,0 0 1 0 0,1 1-1 0 0,-1-1 1 0 0,0-2-1 0 0,-6-10-6 0 0,12 26-71 0 0,0 2 0 0 0,-1-1-1 0 0,3 18 1 0 0,2 8-131 0 0,4 6 102 0 0,2 0 0 0 0,1-1 0 0 0,3-1 0 0 0,1-1 0 0 0,29 44 0 0 0,-36-69 111 0 0,16 25-28 0 0,-28-40 13 0 0,1 0 1 0 0,-1 0 0 0 0,0 0 0 0 0,0 1-1 0 0,0-1 1 0 0,0 0 0 0 0,-1 1-1 0 0,1-1 1 0 0,-1 1 0 0 0,1-1 0 0 0,-1 0-1 0 0,0 1 1 0 0,0-1 0 0 0,0 1 0 0 0,0 2-1 0 0,0-4 1 0 0,0-1 0 0 0,0 0 0 0 0,0 1 0 0 0,-1-1 0 0 0,1 0 0 0 0,0 1 0 0 0,0-1-1 0 0,0 0 1 0 0,0 0 0 0 0,0 1 0 0 0,0-1 0 0 0,-1 0 0 0 0,1 0 0 0 0,0 1 0 0 0,0-1 0 0 0,-1 0-1 0 0,1 0 1 0 0,0 1 0 0 0,0-1 0 0 0,0 0 0 0 0,-1 0 0 0 0,1 0 0 0 0,0 0 0 0 0,-1 0 0 0 0,1 1-1 0 0,0-1 1 0 0,0 0 0 0 0,-1 0 0 0 0,1 0 0 0 0,0 0 0 0 0,-1 0 0 0 0,1 0 0 0 0,0 0 0 0 0,-1 0-1 0 0,1 0 1 0 0,0 0 0 0 0,-1 0 0 0 0,-13-9-26 0 0,-8-16 94 0 0,-192-269-337 0 0,181 249 331 0 0,-18-25-49 0 0,46 63-1 0 0,1-1 1 0 0,0 1-1 0 0,0 0 0 0 0,1-1 1 0 0,0 0-1 0 0,1 0 0 0 0,-3-14 1 0 0,5 21 2 0 0,0-1 0 0 0,0 0 0 0 0,1 0 1 0 0,-1 0-1 0 0,0 0 0 0 0,1 0 0 0 0,0 0 1 0 0,-1 1-1 0 0,1-1 0 0 0,0 0 0 0 0,0 0 1 0 0,0 1-1 0 0,0-1 0 0 0,0 1 1 0 0,0-1-1 0 0,0 1 0 0 0,1-1 0 0 0,-1 1 1 0 0,1 0-1 0 0,-1-1 0 0 0,1 1 0 0 0,-1 0 1 0 0,1 0-1 0 0,0 0 0 0 0,-1 0 1 0 0,1 1-1 0 0,0-1 0 0 0,0 0 0 0 0,0 1 1 0 0,-1-1-1 0 0,4 1 0 0 0,7-4 29 0 0,1 1 0 0 0,1 1 0 0 0,14-1 0 0 0,-25 2-32 0 0,44-1 28 0 0,88 8 0 0 0,-87-2 19 0 0,76-4-1 0 0,-108-1-43 0 0,0-1 0 0 0,1-1 0 0 0,-2-1 0 0 0,1 0 0 0 0,0-1 0 0 0,-1 0 0 0 0,1-1 0 0 0,22-14 0 0 0,-6-1-96 0 0,-2 1-1205 0 0,-9 9-4477 0 0</inkml:trace>
</inkml:ink>
</file>

<file path=ppt/ink/ink2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12.6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27 304 6913 0 0,'-1'-1'152'0'0,"0"0"0"0"0,-1 1-1 0 0,1-1 1 0 0,0 0-1 0 0,0 0 1 0 0,-1 0-1 0 0,1 0 1 0 0,0 0-1 0 0,0 0 1 0 0,0 0-1 0 0,0-1 1 0 0,0 1-1 0 0,1 0 1 0 0,-1 0-1 0 0,0-1 1 0 0,0 1-1 0 0,1 0 1 0 0,-1-1-1 0 0,1 1 1 0 0,-1-4-1 0 0,-1 1 335 0 0,1 0 0 0 0,0 0 0 0 0,0 0 1 0 0,0 0-1 0 0,1 0 0 0 0,-1-8 0 0 0,1 11-347 0 0,0 0 0 0 0,0 0 1 0 0,0 0-1 0 0,1 0 1 0 0,-1-1-1 0 0,0 1 0 0 0,1 0 1 0 0,-1 0-1 0 0,0 0 1 0 0,1 0-1 0 0,-1 1 0 0 0,1-1 1 0 0,-1 0-1 0 0,1 0 1 0 0,0 0-1 0 0,-1 0 0 0 0,1 0 1 0 0,0 1-1 0 0,0-1 1 0 0,0 0-1 0 0,-1 1 0 0 0,1-1 1 0 0,0 0-1 0 0,0 1 1 0 0,0-1-1 0 0,0 1 0 0 0,0 0 1 0 0,0-1-1 0 0,1 1 1 0 0,1 0 5 0 0,0 0 0 0 0,-1 0 1 0 0,1 0-1 0 0,0 0 0 0 0,-1 1 1 0 0,1-1-1 0 0,0 1 0 0 0,-1 0 1 0 0,1 0-1 0 0,-1 0 0 0 0,4 2 1 0 0,6 4 113 0 0,0 0-1 0 0,-1 1 1 0 0,17 15 0 0 0,-21-17-170 0 0,106 90 588 0 0,-100-86-642 0 0,1-1-1 0 0,1 0 1 0 0,-1-1 0 0 0,1-1 0 0 0,1 0 0 0 0,27 8 0 0 0,-42-15-10 0 0,0 0 1 0 0,-1 0 0 0 0,1 0 0 0 0,0 0 0 0 0,0 0 0 0 0,0 0 0 0 0,-1 0 0 0 0,1-1 0 0 0,0 1 0 0 0,0 0-1 0 0,-1 0 1 0 0,1-1 0 0 0,0 1 0 0 0,0-1 0 0 0,-1 1 0 0 0,1-1 0 0 0,0 1 0 0 0,-1-1 0 0 0,1 1 0 0 0,-1-1-1 0 0,1 1 1 0 0,-1-1 0 0 0,1 0 0 0 0,-1 1 0 0 0,1-1 0 0 0,-1 0 0 0 0,1 1 0 0 0,-1-1 0 0 0,0 0 0 0 0,0 0-1 0 0,1 0 1 0 0,-1 1 0 0 0,0-1 0 0 0,0-1 0 0 0,6-32 380 0 0,-6 32-391 0 0,11-122 451 0 0,15-116-1549 0 0,-23 221 597 0 0</inkml:trace>
</inkml:ink>
</file>

<file path=ppt/ink/ink2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13.7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53 7166 2304 0 0,'-4'-7'19569'0'0,"-25"-79"-18461"0"0,19 25-1053 0 0,4 0 1 0 0,2 0-1 0 0,7-103 1 0 0,37-183-14 0 0,149-843-42 0 0,90 18 0 0 0,-10 362 0 0 0,-84 294 0 0 0,183-455 0 0 0,-281 764 0 0 0,93-203 0 0 0,-124 296 0 0 0,107-160 0 0 0,119-150 0 0 0,-234 350 0 0 0,33-53 0 0 0,-32 39 0 0 0,-45 87-369 0 0,-1 8-334 0 0,2 9-2026 0 0</inkml:trace>
</inkml:ink>
</file>

<file path=ppt/ink/ink2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14.2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57 120 456 0 0,'-26'-54'1370'0'0,"-5"-12"16094"0"0,45 93-16656 0 0,140 245 65 0 0,-107-198-516 0 0,89 107 0 0 0,-14-33-7132 0 0,-106-129 355 0 0</inkml:trace>
</inkml:ink>
</file>

<file path=ppt/ink/ink2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14.8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34 166 6449 0 0,'-10'4'179'0'0,"-13"2"5132"0"0,33-17-4341 0 0,5-2-680 0 0,74-65 1663 0 0,-30 25-6416 0 0,-36 33-137 0 0</inkml:trace>
</inkml:ink>
</file>

<file path=ppt/ink/ink2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15.2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58 3 920 0 0,'-2'-2'3140'0'0,"2"2"-3089"0"0,-8 6 2088 0 0,-8 12 420 0 0,10-6-2185 0 0,1 0 0 0 0,1 1 1 0 0,0 0-1 0 0,0-1 1 0 0,1 1-1 0 0,1 0 1 0 0,-1 21-1 0 0,2-29-259 0 0,1 0 0 0 0,0 0 0 0 0,0-1 0 0 0,1 1 0 0 0,-1 0 0 0 0,1 0 0 0 0,0-1 0 0 0,0 1 0 0 0,1 0 0 0 0,-1-1 0 0 0,1 1 0 0 0,0-1 0 0 0,0 0 0 0 0,0 1 0 0 0,1-1 0 0 0,0 0 0 0 0,0-1 0 0 0,0 1 0 0 0,0 0 0 0 0,0-1 0 0 0,1 0 0 0 0,-1 1 0 0 0,1-1 0 0 0,4 2 0 0 0,-6-4-104 0 0,-1 0-1 0 0,0 0 1 0 0,1 0-1 0 0,-1 0 1 0 0,0-1 0 0 0,1 1-1 0 0,0 0 1 0 0,-1-1-1 0 0,1 1 1 0 0,-1-1 0 0 0,1 1-1 0 0,-1-1 1 0 0,1 0-1 0 0,0 0 1 0 0,-1 0 0 0 0,1 0-1 0 0,0 0 1 0 0,-1 0-1 0 0,1 0 1 0 0,0 0 0 0 0,-1-1-1 0 0,1 1 1 0 0,-1-1-1 0 0,1 1 1 0 0,-1-1-1 0 0,1 0 1 0 0,-1 1 0 0 0,1-1-1 0 0,-1 0 1 0 0,1 0-1 0 0,-1 0 1 0 0,0 0 0 0 0,0 0-1 0 0,0-1 1 0 0,1 1-1 0 0,-1 0 1 0 0,0 0 0 0 0,0-1-1 0 0,-1 1 1 0 0,1-1-1 0 0,0 1 1 0 0,0 0-1 0 0,-1-1 1 0 0,1 0 0 0 0,0-2-1 0 0,1-3 24 0 0,-1 1 0 0 0,0-1 0 0 0,0 1 0 0 0,0-1 0 0 0,-1 1 0 0 0,0-1 0 0 0,0 1 0 0 0,-1-1-1 0 0,0 1 1 0 0,-2-9 0 0 0,-4-6-34 0 0,2 1 0 0 0,20 38 0 0 0,-5-4-63 0 0,-2-1-302 0 0,1 0 1 0 0,1-1-1 0 0,17 18 0 0 0,-24-27 278 0 0,0 0 0 0 0,0-1 0 0 0,1 1 0 0 0,-1-1 0 0 0,1 0-1 0 0,0 0 1 0 0,-1 0 0 0 0,1 0 0 0 0,0-1 0 0 0,0 1 0 0 0,0-1-1 0 0,0 0 1 0 0,0-1 0 0 0,0 1 0 0 0,1-1 0 0 0,-1 1 0 0 0,0-1-1 0 0,6-1 1 0 0,7-2-1000 0 0</inkml:trace>
</inkml:ink>
</file>

<file path=ppt/ink/ink2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15.4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40 11 4145 0 0,'-14'-8'12'0'0,"14"7"278"0"0,-1 1 1 0 0,0 0-1 0 0,0-1 1 0 0,0 1-1 0 0,0 0 0 0 0,0 0 1 0 0,0-1-1 0 0,1 1 0 0 0,-1 0 1 0 0,0 0-1 0 0,0 0 1 0 0,0 0-1 0 0,0 0 0 0 0,0 1 1 0 0,0-1-1 0 0,-1 0 0 0 0,1 1-55 0 0,1 0-1 0 0,-1 0 1 0 0,0 0-1 0 0,0-1 1 0 0,1 1-1 0 0,-1 0 1 0 0,0 0-1 0 0,1 0 1 0 0,-1 0-1 0 0,1 0 1 0 0,-1 1-1 0 0,1-1 1 0 0,0 0-1 0 0,-1 0 1 0 0,1 0-1 0 0,0 0 1 0 0,0 0-1 0 0,0 0 1 0 0,0 1-1 0 0,0-1 1 0 0,0 0-1 0 0,0 0 1 0 0,0 0-1 0 0,1 0 1 0 0,-1 0-1 0 0,0 1 1 0 0,1 0-1 0 0,1 7 129 0 0,0 0-1 0 0,1-1 1 0 0,0 0-1 0 0,1 1 1 0 0,-1-1-1 0 0,1 0 1 0 0,1-1-1 0 0,7 11 1 0 0,8 8 156 0 0,24 22 0 0 0,6 9 105 0 0,48 80-385 0 0,-44-60-6596 0 0,-34-49 133 0 0</inkml:trace>
</inkml:ink>
</file>

<file path=ppt/ink/ink2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15.8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6913 0 0,'46'47'9510'0'0,"59"77"-6239"0"0,-100-117-3488 0 0,19 25 237 0 0,1-2 0 0 0,40 38 0 0 0,-53-57-2597 0 0,2-1 0 0 0,20 13 1 0 0</inkml:trace>
</inkml:ink>
</file>

<file path=ppt/ink/ink2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16.1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225 1 5065 0 0,'-3'2'180'0'0,"1"0"0"0"0,0 1 0 0 0,0-1 0 0 0,1 1 0 0 0,-1-1 0 0 0,1 1 0 0 0,-1 0 0 0 0,-1 3 0 0 0,-2 4 153 0 0,-181 304 6735 0 0,184-310-6957 0 0,-1 0 1 0 0,1 0-1 0 0,0 0 1 0 0,1 0-1 0 0,-1 0 1 0 0,1 0-1 0 0,-2 5 1 0 0,3-8-96 0 0,0-1 0 0 0,0 1 0 0 0,0-1 0 0 0,0 0 1 0 0,0 1-1 0 0,0-1 0 0 0,0 1 0 0 0,0-1 1 0 0,1 1-1 0 0,-1-1 0 0 0,0 1 0 0 0,0-1 0 0 0,0 0 1 0 0,0 1-1 0 0,1-1 0 0 0,-1 1 0 0 0,0-1 0 0 0,0 0 1 0 0,1 1-1 0 0,-1-1 0 0 0,0 0 0 0 0,0 1 1 0 0,1-1-1 0 0,-1 0 0 0 0,0 0 0 0 0,1 1 0 0 0,0-1 1 0 0,0 1-11 0 0,1-1 1 0 0,0 0-1 0 0,-1 0 0 0 0,1 1 1 0 0,-1-1-1 0 0,1 0 1 0 0,-1-1-1 0 0,1 1 1 0 0,-1 0-1 0 0,1 0 0 0 0,-1-1 1 0 0,4 0-1 0 0,26-10-165 0 0,0-1-1 0 0,40-21 1 0 0,-22 9-3912 0 0,-17 8-646 0 0</inkml:trace>
</inkml:ink>
</file>

<file path=ppt/ink/ink2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16.4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81 1 3225 0 0,'-1'0'31'0'0,"1"0"0"0"0,-1 0-1 0 0,0-1 1 0 0,1 1 0 0 0,-1 0 0 0 0,1 0 0 0 0,-1 0 0 0 0,1 0 0 0 0,-1 1 0 0 0,0-1 0 0 0,1 0 0 0 0,-1 0 0 0 0,1 0 0 0 0,-1 0 0 0 0,1 0 0 0 0,-1 1 0 0 0,1-1 0 0 0,-1 0-1 0 0,1 1 1 0 0,-1-1 0 0 0,1 0 0 0 0,-1 1 0 0 0,1-1 0 0 0,0 0 0 0 0,-1 1 0 0 0,1-1 0 0 0,-1 1 0 0 0,1 0 0 0 0,-16 13 1268 0 0,14-11-777 0 0,-33 40 3351 0 0,33-42-3685 0 0,1 1 1 0 0,0 0-1 0 0,0-1 0 0 0,-1 1 0 0 0,1 0 0 0 0,0 0 0 0 0,1 0 1 0 0,-1 0-1 0 0,0 0 0 0 0,1 0 0 0 0,-1 0 0 0 0,1 0 1 0 0,-1 0-1 0 0,1 0 0 0 0,0 0 0 0 0,0 0 0 0 0,0 0 0 0 0,0 1 1 0 0,0-1-1 0 0,1 0 0 0 0,-1 0 0 0 0,1 2 0 0 0,2-1-12 0 0,0-1-1 0 0,0 1 0 0 0,0-1 0 0 0,0 0 1 0 0,0 0-1 0 0,1 0 0 0 0,-1-1 0 0 0,1 1 1 0 0,-1-1-1 0 0,1 1 0 0 0,-1-1 0 0 0,1-1 1 0 0,0 1-1 0 0,5 0 0 0 0,13 5 378 0 0,-16-4-458 0 0,0 0 0 0 0,0 1 0 0 0,0 0 0 0 0,0 0 0 0 0,0 0 0 0 0,0 1 0 0 0,-1-1 0 0 0,1 1 0 0 0,-1 1 1 0 0,0-1-1 0 0,-1 1 0 0 0,1 0 0 0 0,4 7 0 0 0,-6-8-72 0 0,-1 0 0 0 0,0 1 0 0 0,0 0 0 0 0,0-1 0 0 0,-1 1 0 0 0,0 0 0 0 0,1 0-1 0 0,-2 0 1 0 0,1 0 0 0 0,-1 0 0 0 0,1 0 0 0 0,-1 0 0 0 0,-1 0 0 0 0,1 0 0 0 0,-1 0 0 0 0,0 0 0 0 0,0 0 0 0 0,-2 6 0 0 0,-20 49-863 0 0</inkml:trace>
</inkml:ink>
</file>

<file path=ppt/ink/ink2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16.9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61 4 3225 0 0,'-16'-3'-956'0'0,"-13"6"4723"0"0,28-3-3625 0 0,1 0-1 0 0,-1 1 0 0 0,0-1 0 0 0,0 0 0 0 0,0 1 0 0 0,1-1 0 0 0,-1 0 1 0 0,0 1-1 0 0,1-1 0 0 0,-1 1 0 0 0,0-1 0 0 0,1 1 0 0 0,-1-1 0 0 0,0 1 1 0 0,1 0-1 0 0,-1-1 0 0 0,1 1 0 0 0,-1 0 0 0 0,1-1 0 0 0,-1 1 0 0 0,1 0 1 0 0,0 0-1 0 0,-1 0 0 0 0,1-1 0 0 0,0 1 0 0 0,0 0 0 0 0,-1 0 0 0 0,1 0 1 0 0,0 0-1 0 0,0-1 0 0 0,0 1 0 0 0,0 0 0 0 0,0 0 0 0 0,0 0 1 0 0,0 0-1 0 0,1-1 0 0 0,-1 1 0 0 0,0 0 0 0 0,0 0 0 0 0,1 0 0 0 0,-1-1 1 0 0,0 1-1 0 0,1 0 0 0 0,-1 0 0 0 0,1-1 0 0 0,-1 1 0 0 0,1 0 0 0 0,-1-1 1 0 0,1 1-1 0 0,0 0 0 0 0,38 53 1899 0 0,-16-25-907 0 0,28 52-1 0 0,32 91 110 0 0,-31-58-1776 0 0,8-4-3688 0 0,-48-90 2727 0 0</inkml:trace>
</inkml:ink>
</file>

<file path=ppt/ink/ink2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17.2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13 346 1376 0 0,'-1'-2'18'0'0,"0"1"0"0"0,0 0 0 0 0,0-1 0 0 0,0 1 0 0 0,0-1-1 0 0,0 0 1 0 0,0 1 0 0 0,0-1 0 0 0,0 0 0 0 0,1 1 0 0 0,-1-1 0 0 0,1 0-1 0 0,0 0 1 0 0,-1 0 0 0 0,1 1 0 0 0,0-1 0 0 0,0 0 0 0 0,0-2 0 0 0,1 0 64 0 0,-1-1 1 0 0,1 1 0 0 0,1-1 0 0 0,-1 1 0 0 0,0 0 0 0 0,1-1 0 0 0,2-4 0 0 0,6-8 585 0 0,1 1 1 0 0,20-25-1 0 0,-23 31-235 0 0,16-21 813 0 0,0 1 1 0 0,2 2-1 0 0,1 0 1 0 0,50-39-1 0 0,-76 67-1217 0 0,-1-1 0 0 0,1 1 0 0 0,-1 0 0 0 0,1-1 1 0 0,-1 1-1 0 0,1 0 0 0 0,-1-1 0 0 0,1 1 0 0 0,0 0 0 0 0,-1 0 0 0 0,1 0 0 0 0,-1-1 0 0 0,1 1 1 0 0,0 0-1 0 0,-1 0 0 0 0,1 0 0 0 0,-1 0 0 0 0,1 0 0 0 0,0 0 0 0 0,-1 0 0 0 0,1 0 0 0 0,0 0 1 0 0,-1 1-1 0 0,1-1 0 0 0,-1 0 0 0 0,1 0 0 0 0,0 0 0 0 0,0 1 0 0 0,0 0 4 0 0,0 0 1 0 0,-1 0-1 0 0,1 0 0 0 0,0 0 0 0 0,-1 0 0 0 0,1 0 1 0 0,0 0-1 0 0,-1 0 0 0 0,1 1 0 0 0,-1-1 0 0 0,0 0 0 0 0,1 0 1 0 0,-1 2-1 0 0,2 48 449 0 0,-2-42-309 0 0,-1 8 23 0 0,1 0 0 0 0,1 1-1 0 0,1-1 1 0 0,0 0-1 0 0,7 22 1 0 0,-8-35-180 0 0,1 0 1 0 0,0 0-1 0 0,-1 0 1 0 0,1 0-1 0 0,1 0 0 0 0,-1 0 1 0 0,1-1-1 0 0,-1 1 1 0 0,1-1-1 0 0,0 0 1 0 0,0 0-1 0 0,0 0 1 0 0,1 0-1 0 0,-1 0 1 0 0,1-1-1 0 0,0 1 1 0 0,-1-1-1 0 0,1 0 0 0 0,0 0 1 0 0,0-1-1 0 0,1 1 1 0 0,-1-1-1 0 0,0 0 1 0 0,0 0-1 0 0,1 0 1 0 0,4 0-1 0 0,-4 0 46 0 0,-1-1 0 0 0,1 1 0 0 0,0-1 0 0 0,-1 0 0 0 0,1-1 0 0 0,0 1 0 0 0,-1-1 0 0 0,1 0 0 0 0,0 0 0 0 0,-1 0 0 0 0,0-1 0 0 0,1 1 0 0 0,-1-1 0 0 0,0 0 0 0 0,0-1 0 0 0,0 1 0 0 0,0-1 0 0 0,0 1 0 0 0,0-1 0 0 0,-1 0 0 0 0,1-1 0 0 0,-1 1 0 0 0,0 0 0 0 0,0-1 0 0 0,0 0 0 0 0,-1 0 0 0 0,1 0 0 0 0,-1 0 1 0 0,0 0-1 0 0,0 0 0 0 0,0-1 0 0 0,-1 1 0 0 0,0-1 0 0 0,0 1 0 0 0,0-1 0 0 0,0 1 0 0 0,0-1 0 0 0,-1 0 0 0 0,0 1 0 0 0,0-1 0 0 0,0 0 0 0 0,-1 1 0 0 0,0-1 0 0 0,0 1 0 0 0,0-1 0 0 0,0 1 0 0 0,0-1 0 0 0,-1 1 0 0 0,0-1 0 0 0,0 1 0 0 0,0 0 0 0 0,-1 0 0 0 0,1 0 0 0 0,-1 1 0 0 0,-3-5 0 0 0,-7-4-514 0 0</inkml:trace>
</inkml:ink>
</file>

<file path=ppt/ink/ink2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18.0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230 112 6913 0 0,'-1'-1'17'0'0,"-9"-16"571"0"0,-1 0 1 0 0,-13-15 0 0 0,20 28-233 0 0,0-1 1 0 0,0 1-1 0 0,-1 0 1 0 0,1 0 0 0 0,-1 1-1 0 0,0-1 1 0 0,0 1-1 0 0,0 0 1 0 0,-1 0 0 0 0,1 1-1 0 0,-7-3 1 0 0,9 5-262 0 0,1 0 0 0 0,0 0 0 0 0,0 0 0 0 0,0 0 1 0 0,0 0-1 0 0,0 0 0 0 0,0 0 0 0 0,0 1 0 0 0,0-1 0 0 0,0 1 0 0 0,0-1 1 0 0,0 1-1 0 0,0 0 0 0 0,0 0 0 0 0,0 0 0 0 0,0 0 0 0 0,1 0 0 0 0,-1 1 1 0 0,0-1-1 0 0,1 0 0 0 0,-1 1 0 0 0,1-1 0 0 0,-1 1 0 0 0,1-1 0 0 0,0 1 1 0 0,-1 0-1 0 0,1 0 0 0 0,0 0 0 0 0,0-1 0 0 0,0 4 0 0 0,-6 8 117 0 0,1 1-1 0 0,0-1 0 0 0,-3 17 1 0 0,5-19-100 0 0,0 3-78 0 0,-4 7 58 0 0,2 1 0 0 0,-7 38 0 0 0,12-55-90 0 0,1-1 0 0 0,-1 0 0 0 0,1 0 0 0 0,0 0 0 0 0,0 1 0 0 0,0-1 0 0 0,1 0-1 0 0,-1 0 1 0 0,1 0 0 0 0,0 0 0 0 0,0 0 0 0 0,0 0 0 0 0,1 0 0 0 0,0 0 0 0 0,-1 0 0 0 0,1 0 0 0 0,1-1 0 0 0,-1 1 0 0 0,0-1-1 0 0,1 1 1 0 0,4 4 0 0 0,-5-7-37 0 0,0 1-1 0 0,0 0 1 0 0,0-1 0 0 0,0 0-1 0 0,0 1 1 0 0,0-1-1 0 0,0 0 1 0 0,0 0-1 0 0,1 0 1 0 0,-1 0-1 0 0,0-1 1 0 0,1 1 0 0 0,-1-1-1 0 0,1 1 1 0 0,-1-1-1 0 0,0 0 1 0 0,1 0-1 0 0,-1 0 1 0 0,1 0-1 0 0,-1 0 1 0 0,1 0 0 0 0,-1-1-1 0 0,0 1 1 0 0,1-1-1 0 0,-1 0 1 0 0,0 0-1 0 0,1 0 1 0 0,-1 0-1 0 0,0 0 1 0 0,0 0 0 0 0,0-1-1 0 0,0 1 1 0 0,0-1-1 0 0,0 1 1 0 0,0-1-1 0 0,-1 0 1 0 0,1 1-1 0 0,0-1 1 0 0,-1 0 0 0 0,0 0-1 0 0,2-3 1 0 0,3-5-148 0 0,-1 1 0 0 0,0-1 0 0 0,0 0 0 0 0,-1 0 1 0 0,-1-1-1 0 0,1 1 0 0 0,2-21 0 0 0,7-147 1197 0 0,-13 178-973 0 0,1 0 1 0 0,-1 0 0 0 0,1 0-1 0 0,-1 0 1 0 0,1 0 0 0 0,0 0-1 0 0,-1 0 1 0 0,1 0 0 0 0,-1 0-1 0 0,1 0 1 0 0,-1 0 0 0 0,1 0-1 0 0,-1 0 1 0 0,1 1 0 0 0,-1-1-1 0 0,1 0 1 0 0,-1 0 0 0 0,1 1-1 0 0,-1-1 1 0 0,1 0 0 0 0,-1 1-1 0 0,0-1 1 0 0,1 0 0 0 0,-1 1-1 0 0,1-1 1 0 0,-1 1 0 0 0,0-1-1 0 0,1 1 1 0 0,-1 0 0 0 0,23 19 103 0 0,-17-15 5 0 0,13 12-183 0 0,0-1-1 0 0,2 0 1 0 0,-1-2-1 0 0,2 0 1 0 0,0-2-1 0 0,1 0 1 0 0,26 9-1 0 0</inkml:trace>
</inkml:ink>
</file>

<file path=ppt/ink/ink2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18.3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34 6449 0 0,'2'-1'185'0'0,"0"1"-1"0"0,0-1 1 0 0,0 1-1 0 0,0 0 1 0 0,0 0-1 0 0,0 0 0 0 0,0 0 1 0 0,0 0-1 0 0,0 1 1 0 0,1-1-1 0 0,-1 0 0 0 0,3 2 1 0 0,-3-1-55 0 0,8 1 599 0 0,0 1 1 0 0,0 0 0 0 0,0 1-1 0 0,-1 0 1 0 0,0 0 0 0 0,0 1-1 0 0,0 1 1 0 0,11 7 0 0 0,2 5 396 0 0,32 36 0 0 0,-25-25-914 0 0,-77-66 2640 0 0,40 28-2845 0 0,0 0 0 0 0,1 0 0 0 0,0-1 0 0 0,0 0-1 0 0,1 0 1 0 0,1-1 0 0 0,0 0 0 0 0,0 0 0 0 0,-5-22-1 0 0,6 13-898 0 0</inkml:trace>
</inkml:ink>
</file>

<file path=ppt/ink/ink2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19.1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261 342 920 0 0,'-3'4'918'0'0,"-9"8"-286"0"0,0-1 0 0 0,-21 15 0 0 0,1-10 2965 0 0,31-15-3126 0 0,-1-1 1 0 0,1 1-1 0 0,0 0 1 0 0,-1 0-1 0 0,1-1 1 0 0,0 1-1 0 0,-1 0 1 0 0,1 0-1 0 0,0 1 1 0 0,0-1-1 0 0,0 0 1 0 0,0 0-1 0 0,0 0 1 0 0,0 1-1 0 0,0-1 1 0 0,1 0-1 0 0,-2 3 1 0 0,-6 31 1626 0 0,8-17-2257 0 0,0 0 0 0 0,3 22 0 0 0,-2-36 545 0 0,1 9-363 0 0,0 0 0 0 0,1 0-1 0 0,1 0 1 0 0,0-1 0 0 0,0 1-1 0 0,1-1 1 0 0,1 0 0 0 0,0-1 0 0 0,8 12-1 0 0,-10-17-15 0 0,0 0 0 0 0,1-1 0 0 0,-1 0-1 0 0,1 0 1 0 0,0 0 0 0 0,0 0 0 0 0,0-1 0 0 0,1 0-1 0 0,-1 0 1 0 0,1 0 0 0 0,0-1 0 0 0,0 0-1 0 0,1 0 1 0 0,-1 0 0 0 0,1-1 0 0 0,-1 0 0 0 0,1 0-1 0 0,0-1 1 0 0,7 1 0 0 0,-13-2 2 0 0,1 0 0 0 0,0 1 1 0 0,-1-1-1 0 0,1-1 0 0 0,0 1 0 0 0,-1 0 1 0 0,1 0-1 0 0,0-1 0 0 0,-1 1 1 0 0,1-1-1 0 0,-1 1 0 0 0,1-1 0 0 0,-1 0 1 0 0,1 1-1 0 0,-1-1 0 0 0,1 0 0 0 0,-1 0 1 0 0,0 0-1 0 0,1 0 0 0 0,-1 0 0 0 0,0 0 1 0 0,0-1-1 0 0,0 1 0 0 0,1-2 0 0 0,0 0 12 0 0,-1 0-1 0 0,1-1 1 0 0,-1 1-1 0 0,0 0 0 0 0,0-1 1 0 0,-1 1-1 0 0,1 0 0 0 0,-1-1 1 0 0,0 1-1 0 0,1-1 0 0 0,-2-3 1 0 0,0-6 76 0 0,-1 0 0 0 0,0 0 0 0 0,-1 1 0 0 0,0-1 0 0 0,-6-15-1 0 0,-5 1-10 0 0,-1 0-1 0 0,-2 1 0 0 0,0 1 0 0 0,-1 0 1 0 0,-22-22-1 0 0,-29-39 74 0 0,11-10-237 0 0,38 62 29 0 0,-27-39 0 0 0,46 72 47 0 0,0 0 0 0 0,1 0 0 0 0,-1 0 0 0 0,0 0-1 0 0,1 0 1 0 0,-1 0 0 0 0,0 0 0 0 0,0 0 0 0 0,0 1 0 0 0,0-1-1 0 0,0 0 1 0 0,0 0 0 0 0,0 1 0 0 0,0-1 0 0 0,0 1 0 0 0,0-1-1 0 0,-2 0 1 0 0,2 2 14 0 0,1-1 0 0 0,0 0-1 0 0,-1 0 1 0 0,1 1 0 0 0,-1-1 0 0 0,1 0 0 0 0,0 1-1 0 0,-1-1 1 0 0,1 0 0 0 0,0 1 0 0 0,0-1-1 0 0,-1 1 1 0 0,1-1 0 0 0,0 0 0 0 0,0 1-1 0 0,-1-1 1 0 0,1 1 0 0 0,0-1 0 0 0,0 1 0 0 0,0-1-1 0 0,0 1 1 0 0,0-1 0 0 0,0 1 0 0 0,0-1-1 0 0,0 1 1 0 0,0-1 0 0 0,0 1 0 0 0,0 6 89 0 0,0-1 0 0 0,0 0 0 0 0,1 1 0 0 0,0-1-1 0 0,2 7 1 0 0,2 1-80 0 0,1-1 0 0 0,0 0 0 0 0,1 0 0 0 0,0-1 0 0 0,1 1-1 0 0,1-1 1 0 0,0-1 0 0 0,0 0 0 0 0,1 0 0 0 0,16 13 0 0 0,16 10-70 0 0,66 41 1 0 0,-78-55 67 0 0,-12-7-18 0 0,38 22 58 0 0,-51-32-51 0 0,0 0-1 0 0,0-1 1 0 0,1 0-1 0 0,-1 0 1 0 0,0 0 0 0 0,1-1-1 0 0,-1 0 1 0 0,11 2-1 0 0,-14-4 11 0 0,0 1 0 0 0,0-1 0 0 0,-1 0 0 0 0,1 1 0 0 0,0-1 0 0 0,-1 0 0 0 0,1 0-1 0 0,0 0 1 0 0,-1 0 0 0 0,1 0 0 0 0,-1-1 0 0 0,0 1 0 0 0,1 0 0 0 0,-1-1 0 0 0,0 1-1 0 0,0-1 1 0 0,0 1 0 0 0,0-1 0 0 0,0 1 0 0 0,0-1 0 0 0,0 0 0 0 0,-1 1 0 0 0,1-1-1 0 0,-1 0 1 0 0,1 0 0 0 0,-1 0 0 0 0,0 1 0 0 0,1-4 0 0 0,6-53 200 0 0,-12-11-201 0 0,-1 10-18 0 0,6 58-1 0 0,1 1 0 0 0,-1-1 0 0 0,0 1 0 0 0,0-1-1 0 0,0 0 1 0 0,0 1 0 0 0,0-1 0 0 0,0 1 0 0 0,1-1 0 0 0,-1 1 0 0 0,0-1 0 0 0,0 1 0 0 0,1-1 0 0 0,-1 1 0 0 0,0-1 0 0 0,1 1 0 0 0,-1-1 0 0 0,1 1 0 0 0,-1-1 0 0 0,1 1 0 0 0,-1 0 0 0 0,1-1 0 0 0,-1 1 0 0 0,1 0 0 0 0,-1-1 0 0 0,1 1 0 0 0,-1 0 0 0 0,1 0 0 0 0,0-1 0 0 0,23 0-6 0 0,22 12 2 0 0,-9 5 15 0 0,-26-10-13 0 0,0-1-1 0 0,1-1 1 0 0,0 1-1 0 0,24 4 1 0 0,-31-9 5 0 0,-1 0 0 0 0,1 0 1 0 0,-1 0-1 0 0,1 0 0 0 0,0-1 1 0 0,-1 1-1 0 0,1-1 0 0 0,-1 0 1 0 0,0-1-1 0 0,1 1 0 0 0,-1-1 1 0 0,0 0-1 0 0,0 0 0 0 0,0 0 1 0 0,0 0-1 0 0,0-1 0 0 0,6-5 1 0 0,-5 4-8 0 0,-1 0-1 0 0,0 0 1 0 0,0 0 0 0 0,0 0 0 0 0,-1-1 0 0 0,1 1 0 0 0,-1-1 0 0 0,0 0 0 0 0,0 0-1 0 0,-1-1 1 0 0,1 1 0 0 0,-1 0 0 0 0,0-1 0 0 0,-1 1 0 0 0,0-1 0 0 0,2-6 0 0 0,-3-4-15 0 0,0 1 0 0 0,0-1 0 0 0,-1 1 0 0 0,-6-27 1 0 0,5 34 46 0 0,1 1 1 0 0,1 0-1 0 0,-1-1 1 0 0,1 1-1 0 0,0-1 1 0 0,1 1 0 0 0,0 0-1 0 0,0-1 1 0 0,4-11-1 0 0,-4 17-15 0 0,-1 0 1 0 0,1 0-1 0 0,0 0 0 0 0,0 1 0 0 0,0-1 0 0 0,0 1 0 0 0,0-1 0 0 0,1 1 0 0 0,-1-1 0 0 0,0 1 1 0 0,1-1-1 0 0,-1 1 0 0 0,1 0 0 0 0,0 0 0 0 0,-1 0 0 0 0,4-1 0 0 0,-3 1-5 0 0,1 0 1 0 0,-1 1-1 0 0,1-1 0 0 0,0 1 0 0 0,-1 0 0 0 0,1 0 0 0 0,0 0 1 0 0,-1 0-1 0 0,1 0 0 0 0,-1 1 0 0 0,1-1 0 0 0,0 1 0 0 0,-1-1 1 0 0,1 1-1 0 0,3 2 0 0 0,82 39-113 0 0,-68-32-306 0 0,0 1 1 0 0,0-2-1 0 0,1-1 1 0 0,0 0 0 0 0,35 7-1 0 0</inkml:trace>
</inkml:ink>
</file>

<file path=ppt/ink/ink2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19.4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6913 0 0,'41'49'8301'0'0,"-11"-10"-6386"0"0,6-5-4680 0 0,-36-34 2650 0 0,2 1-130 0 0,0 0 0 0 0,0 0 0 0 0,-1 1 0 0 0,1-1 0 0 0,0 1 0 0 0,-1-1 0 0 0,1 1 0 0 0,-1-1 0 0 0,0 1 0 0 0,1 0 0 0 0,0 2 0 0 0,-5-3 298 0 0</inkml:trace>
</inkml:ink>
</file>

<file path=ppt/ink/ink2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19.6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4609 0 0,'0'0'408'0'0,"0"1"-328"0"0,0 1-80 0 0,0-1 0 0 0,1 1 264 0 0,-1-1 40 0 0,0 2 8 0 0,1 3 0 0 0,2-1-408 0 0,0 4-88 0 0,1-2-8 0 0,4-1-8 0 0,0-3 200 0 0</inkml:trace>
</inkml:ink>
</file>

<file path=ppt/ink/ink2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20.0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1 220 6913 0 0,'4'-1'101'0'0,"-2"0"-21"0"0,1 0-1 0 0,0 0 0 0 0,-1 1 0 0 0,1-1 0 0 0,0 1 0 0 0,0 0 0 0 0,-1-1 0 0 0,1 2 1 0 0,0-1-1 0 0,0 0 0 0 0,-1 0 0 0 0,1 1 0 0 0,0-1 0 0 0,0 1 0 0 0,-1 0 0 0 0,1 0 1 0 0,-1 0-1 0 0,1 0 0 0 0,-1 0 0 0 0,1 1 0 0 0,2 1 0 0 0,4 5 665 0 0,-1 1 0 0 0,1-1 0 0 0,-1 2 0 0 0,10 15 0 0 0,22 24 1430 0 0,-37-45-2102 0 0,1-1-1 0 0,-1 0 0 0 0,1 0 1 0 0,0 0-1 0 0,0 0 0 0 0,0-1 1 0 0,0 0-1 0 0,1 0 0 0 0,-1 0 1 0 0,7 2-1 0 0,-10-4-45 0 0,-1 0 0 0 0,1 1 0 0 0,-1-1 0 0 0,1 0 0 0 0,-1 0 0 0 0,1 0 0 0 0,-1 0 0 0 0,1 0 0 0 0,-1 0 0 0 0,1 0 0 0 0,-1 0 0 0 0,1 0 0 0 0,0 0 0 0 0,-1-1 0 0 0,1 1 0 0 0,-1 0 0 0 0,0 0 0 0 0,1 0 0 0 0,-1 0 0 0 0,1-1 0 0 0,-1 1 0 0 0,1 0 0 0 0,-1-1 0 0 0,1 1 0 0 0,-1 0 0 0 0,0-1 0 0 0,1 1 0 0 0,-1 0 0 0 0,0-1 0 0 0,1 1 0 0 0,-1-1 0 0 0,0 1 0 0 0,0-1 0 0 0,1 1 0 0 0,-1-1 0 0 0,0 1 0 0 0,0-1 0 0 0,0 1 0 0 0,0-1 0 0 0,1 1 0 0 0,-1-1 0 0 0,0 1 0 0 0,0-1 0 0 0,0 1 0 0 0,0-1 0 0 0,0 1 0 0 0,0-1 0 0 0,-1 1 0 0 0,1-1 0 0 0,0 1 0 0 0,0-1 0 0 0,0 1 0 0 0,0-1 0 0 0,-1 0 0 0 0,-11-40 1532 0 0,7 25-1419 0 0,2 1-128 0 0,1 0-1 0 0,1 0 1 0 0,0 0-1 0 0,1-1 0 0 0,1 1 1 0 0,1 0-1 0 0,0 0 1 0 0,0 0-1 0 0,1 1 1 0 0,1-1-1 0 0,1 1 1 0 0,0-1-1 0 0,1 1 0 0 0,0 1 1 0 0,1-1-1 0 0,17-23 1 0 0,-23 35-16 0 0,0 1-1 0 0,0-1 1 0 0,0 1 0 0 0,0 0 0 0 0,0 0 0 0 0,1-1 0 0 0,-1 1 0 0 0,0 0 0 0 0,0 0 0 0 0,1 0 0 0 0,-1 0-1 0 0,1 0 1 0 0,-1 1 0 0 0,1-1 0 0 0,-1 0 0 0 0,1 1 0 0 0,-1-1 0 0 0,1 1 0 0 0,0 0 0 0 0,-1-1-1 0 0,1 1 1 0 0,0 0 0 0 0,-1 0 0 0 0,1 0 0 0 0,0 0 0 0 0,-1 0 0 0 0,1 0 0 0 0,2 1 0 0 0,-1 1 4 0 0,0 0 0 0 0,0 0 1 0 0,0 0-1 0 0,0 0 1 0 0,-1 0-1 0 0,1 1 0 0 0,-1-1 1 0 0,1 1-1 0 0,-1 0 0 0 0,0 0 1 0 0,0 0-1 0 0,2 5 1 0 0,2 2 53 0 0,60 92-648 0 0,-59-91-53 0 0,1-1-1 0 0,1-1 0 0 0,0 1 1 0 0,0-2-1 0 0,0 1 0 0 0,1-1 1 0 0,14 9-1 0 0,-23-17 646 0 0,-1 0 0 0 0,1 1 0 0 0,0-1 0 0 0,-1 0-1 0 0,1 1 1 0 0,-1-1 0 0 0,1 0 0 0 0,-1 0 0 0 0,1 0 0 0 0,0 0 0 0 0,-1 1-1 0 0,1-1 1 0 0,0 0 0 0 0,-1 0 0 0 0,1 0 0 0 0,-1 0 0 0 0,1 0 0 0 0,0-1-1 0 0,-1 1 1 0 0,1 0 0 0 0,-1 0 0 0 0,1 0 0 0 0,0 0 0 0 0,-1-1 0 0 0,1 1-1 0 0,-1 0 1 0 0,1-1 0 0 0,-1 1 0 0 0,1 0 0 0 0,0-1 0 0 0,4-7 3 0 0</inkml:trace>
</inkml:ink>
</file>

<file path=ppt/ink/ink2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20.3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127 48 6913 0 0,'-2'-2'119'0'0,"0"-1"-1"0"0,1 2 0 0 0,-1-1 0 0 0,0 0 0 0 0,0 0 0 0 0,0 1 1 0 0,0-1-1 0 0,0 1 0 0 0,0-1 0 0 0,-1 1 0 0 0,1 0 0 0 0,0 0 0 0 0,-1 0 1 0 0,1 0-1 0 0,-4-1 0 0 0,4 2-1 0 0,0 1 0 0 0,0-1 0 0 0,0 0 0 0 0,0 1-1 0 0,0-1 1 0 0,0 1 0 0 0,1 0 0 0 0,-1-1 0 0 0,0 1 0 0 0,0 0 0 0 0,1 0 0 0 0,-1 0 0 0 0,0 0 0 0 0,1 1 0 0 0,-1-1 0 0 0,1 0 0 0 0,0 1-1 0 0,-1-1 1 0 0,1 0 0 0 0,0 1 0 0 0,0 0 0 0 0,-1 1 0 0 0,-5 8 285 0 0,1 0 0 0 0,0 0 0 0 0,0 1 0 0 0,1 0 0 0 0,1 0-1 0 0,0 0 1 0 0,-4 18 0 0 0,6-21-292 0 0,1 1 0 0 0,0-1-1 0 0,0 0 1 0 0,0 1 0 0 0,1 0 0 0 0,1-1-1 0 0,0 1 1 0 0,0-1 0 0 0,1 0 0 0 0,4 15-1 0 0,-3-19-61 0 0,0 0-1 0 0,0 0 1 0 0,0 0 0 0 0,0 0-1 0 0,1-1 1 0 0,0 0-1 0 0,0 0 1 0 0,0 0-1 0 0,1 0 1 0 0,-1-1-1 0 0,1 1 1 0 0,0-1-1 0 0,0 0 1 0 0,0-1-1 0 0,0 1 1 0 0,1-1-1 0 0,-1 0 1 0 0,1 0-1 0 0,6 1 1 0 0,1 0 217 0 0,1 0 0 0 0,-1-1 0 0 0,1-1 0 0 0,0 0 0 0 0,-1-1 1 0 0,1 0-1 0 0,14-3 0 0 0,-21 2-206 0 0,0 0 1 0 0,-1-1 0 0 0,1 0-1 0 0,0-1 1 0 0,-1 1 0 0 0,0-1 0 0 0,0 0-1 0 0,0-1 1 0 0,0 1 0 0 0,0-1-1 0 0,-1-1 1 0 0,1 1 0 0 0,-1-1-1 0 0,0 0 1 0 0,-1 0 0 0 0,1 0-1 0 0,-1-1 1 0 0,0 1 0 0 0,0-1-1 0 0,-1 0 1 0 0,0 0 0 0 0,0-1 0 0 0,0 1-1 0 0,-1 0 1 0 0,1-1 0 0 0,-2 0-1 0 0,1 1 1 0 0,-1-1 0 0 0,0 0-1 0 0,0 0 1 0 0,-1 0 0 0 0,0 0-1 0 0,0 0 1 0 0,-1 0 0 0 0,0 0-1 0 0,0 1 1 0 0,-1-1 0 0 0,1 0 0 0 0,-1 1-1 0 0,-6-13 1 0 0,2 7-35 0 0,-1-1 0 0 0,0 1 1 0 0,0 0-1 0 0,-2 1 0 0 0,-12-14 0 0 0,18 21-31 0 0,-1 0 0 0 0,0 0 0 0 0,1 1 0 0 0,-2-1 0 0 0,1 1 0 0 0,0 0 0 0 0,-1 1 1 0 0,1-1-1 0 0,-1 1 0 0 0,0 0 0 0 0,0 0 0 0 0,1 0 0 0 0,-2 0 0 0 0,1 1 0 0 0,0 0 0 0 0,0 0 0 0 0,-7 0 0 0 0,-5 5-1521 0 0,0 4-5621 0 0</inkml:trace>
</inkml:ink>
</file>

<file path=ppt/ink/ink2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24.5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 42 920 0 0,'-4'-4'80'0'0,"1"1"-80"0"0,0 0 0 0 0,1 0 0 0 0,2-1 0 0 0,-2-1 0 0 0,-3-3 0 0 0,0-4 0 0 0</inkml:trace>
</inkml:ink>
</file>

<file path=ppt/ink/ink2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24.9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4 216 8754 0 0,'-1'-1'105'0'0,"1"1"0"0"0,0-1 1 0 0,-1 0-1 0 0,1 0 0 0 0,0 1 0 0 0,0-1 1 0 0,-1 0-1 0 0,1 0 0 0 0,0 1 0 0 0,0-1 1 0 0,0 0-1 0 0,0 0 0 0 0,0 0 0 0 0,0 1 1 0 0,0-1-1 0 0,0 0 0 0 0,0 0 0 0 0,1 0 1 0 0,-1 1-1 0 0,0-1 0 0 0,0 0 0 0 0,1 0 1 0 0,-1 1-1 0 0,0-1 0 0 0,1 0 0 0 0,-1 1 0 0 0,1-2 1 0 0,17-30 2781 0 0,-12 21-2324 0 0,11-19 909 0 0,1 1-1 0 0,39-49 1 0 0,-56 77-1418 0 0,-1 0 0 0 0,1 0 1 0 0,0 0-1 0 0,0 0 0 0 0,-1 0 1 0 0,1 0-1 0 0,0 1 1 0 0,0-1-1 0 0,0 0 0 0 0,0 1 1 0 0,0-1-1 0 0,0 0 0 0 0,0 1 1 0 0,0-1-1 0 0,0 1 1 0 0,0-1-1 0 0,0 1 0 0 0,1 0 1 0 0,-1 0-1 0 0,0-1 0 0 0,0 1 1 0 0,0 0-1 0 0,0 0 1 0 0,1 0-1 0 0,-1 0 0 0 0,1 0 1 0 0,0 1-17 0 0,0 0-1 0 0,0 0 1 0 0,-1 0 0 0 0,1 0 0 0 0,-1 1-1 0 0,1-1 1 0 0,-1 0 0 0 0,1 1 0 0 0,-1-1-1 0 0,0 1 1 0 0,1-1 0 0 0,-1 1 0 0 0,0-1-1 0 0,1 4 1 0 0,4 8-1 0 0,0 1 0 0 0,0 0 0 0 0,3 19-1 0 0,-6-24 54 0 0,10 44 2 0 0,9 86 0 0 0,6 25 28 0 0,-27-158-117 0 0,1 0-1 0 0,0 0 1 0 0,0-1 0 0 0,0 1 0 0 0,1 0 0 0 0,0-1 0 0 0,0 0 0 0 0,0 0-1 0 0,1 0 1 0 0,0 0 0 0 0,0 0 0 0 0,0-1 0 0 0,6 6 0 0 0,-7-8-2 0 0,-1 0 1 0 0,1-1-1 0 0,0 1 1 0 0,0-1-1 0 0,0 0 1 0 0,0 0-1 0 0,0 0 1 0 0,0 0-1 0 0,0 0 1 0 0,0-1-1 0 0,0 1 1 0 0,0-1-1 0 0,0 0 0 0 0,0 0 1 0 0,1 0-1 0 0,-1 0 1 0 0,0-1-1 0 0,0 1 1 0 0,0-1-1 0 0,0 0 1 0 0,0 0-1 0 0,0 0 1 0 0,0 0-1 0 0,0 0 1 0 0,0-1-1 0 0,4-2 1 0 0,1-2 6 0 0,1-1 0 0 0,-1 1 0 0 0,0-2 0 0 0,-1 1 0 0 0,1-1 1 0 0,-1 0-1 0 0,-1 0 0 0 0,0-1 0 0 0,7-13 0 0 0,7-15-605 0 0,16-41 1 0 0,-20 40-1024 0 0,-2 3-5442 0 0</inkml:trace>
</inkml:ink>
</file>

<file path=ppt/ink/ink2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25.5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518 69 8754 0 0,'-17'-3'577'0'0,"1"1"-1"0"0,-1 0 1 0 0,0 1-1 0 0,1 1 1 0 0,-1 1 0 0 0,0 0-1 0 0,1 1 1 0 0,-1 1 0 0 0,1 1-1 0 0,0 0 1 0 0,0 1-1 0 0,0 0 1 0 0,-25 14 0 0 0,27-12-316 0 0,0 1 1 0 0,1 0-1 0 0,0 1 1 0 0,0 0-1 0 0,1 1 1 0 0,1 1-1 0 0,-1 0 1 0 0,2 0-1 0 0,-10 13 0 0 0,5 0-150 0 0,1 0-1 0 0,1 1 0 0 0,1 0 0 0 0,1 1 0 0 0,2 0 1 0 0,0 1-1 0 0,-8 48 0 0 0,4 7-37 0 0,-2 109 1 0 0,13-149-24 0 0,1 0 1 0 0,2 0-1 0 0,8 44 1 0 0,-7-72-50 0 0,1-1 0 0 0,0 1-1 0 0,1-1 1 0 0,1 0 0 0 0,0 0 0 0 0,1 0 0 0 0,0-1 0 0 0,1 0 0 0 0,0 0 0 0 0,1-1 0 0 0,0 1 0 0 0,1-2 0 0 0,12 13-1 0 0,7 1-8 0 0,1 0-1 0 0,1-2 0 0 0,0-1 1 0 0,2-2-1 0 0,1-1 0 0 0,0-1 0 0 0,1-2 1 0 0,0-1-1 0 0,2-2 0 0 0,58 12 0 0 0,-61-19 28 0 0,0-2-1 0 0,0-2 0 0 0,1 0 0 0 0,-1-3 1 0 0,1-1-1 0 0,-1-1 0 0 0,0-1 0 0 0,0-3 0 0 0,-1 0 1 0 0,0-2-1 0 0,57-26 0 0 0,-68 26 73 0 0,1-2 0 0 0,-2 0 0 0 0,0-1 0 0 0,0-1 0 0 0,-1-1 0 0 0,-1-1 0 0 0,-1 0 0 0 0,0-1 0 0 0,-1-1 0 0 0,-1-1 0 0 0,0 0 0 0 0,-2-1 0 0 0,0 0 0 0 0,-1-1 0 0 0,-1 0 0 0 0,-2-1 0 0 0,10-28 0 0 0,-10 11 25 0 0,-1 0 0 0 0,-2 0 1 0 0,-2 0-1 0 0,-1 0 0 0 0,-2-1 1 0 0,-2 1-1 0 0,-2-1 0 0 0,-1 1 0 0 0,-2 0 1 0 0,-1 0-1 0 0,-3 1 0 0 0,-1 0 1 0 0,-2 1-1 0 0,-21-46 0 0 0,23 61-66 0 0,0 0 0 0 0,-1 1-1 0 0,-1 0 1 0 0,-1 2 0 0 0,-1-1 0 0 0,-1 2 0 0 0,-1 0-1 0 0,0 0 1 0 0,-20-14 0 0 0,19 19-63 0 0,1 1 0 0 0,-2 1-1 0 0,1 0 1 0 0,-1 2 0 0 0,-1 0 0 0 0,0 1 0 0 0,0 1 0 0 0,0 1 0 0 0,-1 1 0 0 0,-33-4 0 0 0,-32 3-446 0 0,46 6 60 0 0</inkml:trace>
</inkml:ink>
</file>

<file path=ppt/ink/ink2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26.9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71 274 3225 0 0,'-3'0'165'0'0,"0"-1"0"0"0,0 1 0 0 0,0-1 0 0 0,1 0 0 0 0,-1 0 0 0 0,0 0 0 0 0,0 0 0 0 0,1 0 0 0 0,-1-1 0 0 0,1 1 0 0 0,-1-1 0 0 0,1 1 0 0 0,-1-1 0 0 0,1 0 0 0 0,0 0 0 0 0,0 0 0 0 0,0-1 0 0 0,0 1 0 0 0,-3-5 0 0 0,3 4 183 0 0,0 0-1 0 0,0 0 1 0 0,0-1 0 0 0,0 1-1 0 0,1-1 1 0 0,0 0-1 0 0,-1 0 1 0 0,1 1-1 0 0,1-1 1 0 0,-1 0-1 0 0,0 0 1 0 0,1 0-1 0 0,0 0 1 0 0,0-6 0 0 0,3 0-7 0 0,-1 0 1 0 0,2 0 0 0 0,-1 1-1 0 0,2-1 1 0 0,-1 1 0 0 0,1-1-1 0 0,0 2 1 0 0,1-1 0 0 0,12-13-1 0 0,-13 14-165 0 0,1 1 0 0 0,1 1 0 0 0,-1-1 1 0 0,1 1-1 0 0,1 0 0 0 0,-1 1 0 0 0,1 0 0 0 0,0 0 0 0 0,0 1 0 0 0,0-1 0 0 0,10-2 0 0 0,-15 6-144 0 0,-1 1 0 0 0,1 0 0 0 0,-1 0 1 0 0,1-1-1 0 0,-1 2 0 0 0,1-1 0 0 0,-1 0 0 0 0,1 0 1 0 0,-1 1-1 0 0,1-1 0 0 0,-1 1 0 0 0,1 0 1 0 0,-1 0-1 0 0,0 0 0 0 0,0 0 0 0 0,1 0 0 0 0,-1 0 1 0 0,0 1-1 0 0,0-1 0 0 0,0 1 0 0 0,0 0 0 0 0,-1-1 1 0 0,1 1-1 0 0,0 0 0 0 0,-1 0 0 0 0,1 0 1 0 0,-1 0-1 0 0,1 0 0 0 0,-1 0 0 0 0,0 1 0 0 0,0-1 1 0 0,1 3-1 0 0,3 7 18 0 0,0 0 0 0 0,-1 1-1 0 0,-1-1 1 0 0,4 23 0 0 0,-3 4 73 0 0,-2-1 0 0 0,-5 75-1 0 0,0-64-10 0 0,4 51 0 0 0,-1-98-112 0 0,0 0 0 0 0,0 0 0 0 0,0 1 1 0 0,1-1-1 0 0,-1 0 0 0 0,0 0 0 0 0,1 0 0 0 0,0 0 0 0 0,-1 0 0 0 0,1 0 0 0 0,0 0 1 0 0,0 0-1 0 0,0 0 0 0 0,0 0 0 0 0,1 0 0 0 0,-1 0 0 0 0,0-1 0 0 0,1 1 0 0 0,-1 0 1 0 0,1-1-1 0 0,2 2 0 0 0,-2-2-1 0 0,1 0 0 0 0,-1-1 1 0 0,1 1-1 0 0,-1-1 0 0 0,1 1 0 0 0,0-1 1 0 0,-1 0-1 0 0,1 0 0 0 0,-1 0 0 0 0,1-1 1 0 0,0 1-1 0 0,-1-1 0 0 0,1 1 0 0 0,-1-1 1 0 0,1 0-1 0 0,-1 0 0 0 0,3-1 0 0 0,7-3-15 0 0,-1 1 8 0 0,-1 0 0 0 0,1 0 0 0 0,0 1 0 0 0,0 1-1 0 0,17-3 1 0 0,-26 5 11 0 0,0 0-1 0 0,0 0 1 0 0,1 0-1 0 0,-1 0 1 0 0,0 1 0 0 0,0-1-1 0 0,0 1 1 0 0,0-1-1 0 0,0 1 1 0 0,0 0-1 0 0,0-1 1 0 0,0 1-1 0 0,0 0 1 0 0,-1 0 0 0 0,1 1-1 0 0,0-1 1 0 0,0 0-1 0 0,-1 0 1 0 0,1 1-1 0 0,-1-1 1 0 0,1 1-1 0 0,-1 0 1 0 0,0-1 0 0 0,0 1-1 0 0,0 0 1 0 0,1 0-1 0 0,-2 0 1 0 0,1 0-1 0 0,0-1 1 0 0,0 1-1 0 0,-1 0 1 0 0,1 1 0 0 0,-1-1-1 0 0,1 0 1 0 0,-1 0-1 0 0,0 3 1 0 0,1 20-33 0 0,-1 0 0 0 0,-1 0 1 0 0,-1-1-1 0 0,-1 1 0 0 0,-1 0 1 0 0,-10 29-1 0 0,0 7-5749 0 0</inkml:trace>
</inkml:ink>
</file>

<file path=ppt/ink/ink2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27.4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703 462 4145 0 0,'-10'-46'-186'0'0,"-43"-149"1870"0"0,46 175-1128 0 0,-1 0 1 0 0,-1 1 0 0 0,0 0-1 0 0,-2 0 1 0 0,0 1-1 0 0,-1 0 1 0 0,-17-18-1 0 0,25 31-320 0 0,-1 0 0 0 0,1 1-1 0 0,-1 0 1 0 0,0 0-1 0 0,0 0 1 0 0,0 1-1 0 0,0 0 1 0 0,-1-1-1 0 0,0 2 1 0 0,1-1-1 0 0,-1 1 1 0 0,0 0-1 0 0,0 0 1 0 0,0 1-1 0 0,-1-1 1 0 0,1 1-1 0 0,0 1 1 0 0,0-1-1 0 0,-1 1 1 0 0,-9 1-1 0 0,2 2 256 0 0,0 0 0 0 0,0 1 0 0 0,0 0 0 0 0,1 1-1 0 0,-1 1 1 0 0,1 0 0 0 0,-22 14 0 0 0,17-9-369 0 0,1 1 0 0 0,0 0 0 0 0,1 1 0 0 0,0 1 0 0 0,1 0-1 0 0,1 1 1 0 0,0 1 0 0 0,1 0 0 0 0,1 1 0 0 0,0 0 0 0 0,2 1 0 0 0,0 0 0 0 0,0 1 0 0 0,-11 36-1 0 0,3 2-121 0 0,3 1 0 0 0,2 1 0 0 0,3 0 0 0 0,3 1 0 0 0,2 0 0 0 0,3 0 0 0 0,2 0 0 0 0,3 0 0 0 0,21 114 0 0 0,-18-150-5 0 0,0 0-1 0 0,1-1 0 0 0,2 0 1 0 0,0 0-1 0 0,1-1 0 0 0,18 29 0 0 0,-17-35 2 0 0,1 0 0 0 0,0-1-1 0 0,1 0 1 0 0,1-1-1 0 0,1-1 1 0 0,-1 0-1 0 0,2-1 1 0 0,22 14-1 0 0,158 89-109 0 0,-152-93-8 0 0,1-1-1 0 0,79 24 1 0 0,-100-38 71 0 0,0-2 0 0 0,1 0 0 0 0,-1-2 0 0 0,1 0 0 0 0,0-2 0 0 0,47-3 0 0 0,-53-1 43 0 0,0 0 1 0 0,0-1-1 0 0,0-1 0 0 0,-1-1 1 0 0,0-1-1 0 0,0 0 0 0 0,0-1 1 0 0,-1-1-1 0 0,0-1 0 0 0,15-12 1 0 0,14-16 466 0 0,-1-2 1 0 0,-2-2-1 0 0,-2-2 1 0 0,70-96-1 0 0,-95 116-347 0 0,0 0 0 0 0,-2-1 0 0 0,-1-1-1 0 0,-1 0 1 0 0,-1 0 0 0 0,-1-2 0 0 0,-2 1-1 0 0,0-1 1 0 0,6-52 0 0 0,-11 43 40 0 0,-1-1 1 0 0,-2 1-1 0 0,-2 0 1 0 0,-2 0 0 0 0,0 0-1 0 0,-3 0 1 0 0,-13-41-1 0 0,7 30 97 0 0,-3 1 1 0 0,-38-79-1 0 0,45 109-239 0 0,0 1 1 0 0,-1 0 0 0 0,-1 1-1 0 0,-1 0 1 0 0,0 1-1 0 0,-1 0 1 0 0,0 1 0 0 0,-1 0-1 0 0,-1 1 1 0 0,-23-16-1 0 0,14 15-29 0 0,0 1-1 0 0,0 0 0 0 0,-2 2 0 0 0,-47-13 0 0 0,57 19-153 0 0,0 1 0 0 0,-1 0-1 0 0,1 1 1 0 0,-1 1 0 0 0,1 1-1 0 0,-1 0 1 0 0,1 1 0 0 0,-1 1-1 0 0,-17 4 1 0 0,31-6-67 0 0,0 1 0 0 0,0 0 0 0 0,0 0 0 0 0,0 0 0 0 0,1 1 0 0 0,-1-1 0 0 0,0 1 0 0 0,1 0 0 0 0,-1-1 0 0 0,-2 4-1 0 0</inkml:trace>
</inkml:ink>
</file>

<file path=ppt/ink/ink2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28.1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65 13363 0 0,'-1'-3'276'0'0,"0"-1"0"0"0,1 1 0 0 0,-1-1 0 0 0,1 1 0 0 0,0-1 0 0 0,0 1 0 0 0,0-1 0 0 0,1 1 0 0 0,-1 0 0 0 0,1-1 1 0 0,0 1-1 0 0,0-1 0 0 0,0 1 0 0 0,0 0 0 0 0,0 0 0 0 0,1 0 0 0 0,2-4 0 0 0,-4 7-231 0 0,1 0 0 0 0,-1 0 0 0 0,0 0 0 0 0,1-1 0 0 0,-1 1 0 0 0,1 0 1 0 0,-1 0-1 0 0,1 0 0 0 0,-1 0 0 0 0,0 0 0 0 0,1 0 0 0 0,-1 0 0 0 0,1 0 0 0 0,-1 0 0 0 0,1 0 0 0 0,-1 0 0 0 0,0 1 0 0 0,1-1 0 0 0,-1 0 1 0 0,1 0-1 0 0,-1 0 0 0 0,0 1 0 0 0,1-1 0 0 0,-1 0 0 0 0,0 0 0 0 0,1 1 0 0 0,-1-1 0 0 0,0 0 0 0 0,1 0 0 0 0,-1 1 0 0 0,0-1 1 0 0,1 0-1 0 0,-1 1 0 0 0,0-1 0 0 0,0 1 0 0 0,0-1 0 0 0,1 0 0 0 0,-1 1 0 0 0,0-1 0 0 0,0 1 0 0 0,10 18 298 0 0,18 50 621 0 0,28 114 0 0 0,-35-105-747 0 0,70 295 126 0 0,20 67-373 0 0,-68-276 156 0 0,34 259 1 0 0,-26-113-161 0 0,25-6 47 0 0,-23-147 92 0 0,7-2 0 0 0,83 155 0 0 0,-32-134 87 0 0,-48-81-102 0 0,-45-67-58 0 0,2 0 0 0 0,1-2 0 0 0,0 0 0 0 0,2-1 0 0 0,1-2 0 0 0,1 0 0 0 0,53 37 0 0 0,-58-50-2 0 0,-1 0-1 0 0,1-1 0 0 0,0 0 1 0 0,1-2-1 0 0,30 7 0 0 0,-16-7 111 0 0,0-1 0 0 0,57 2-1 0 0,-75-8-83 0 0,1-1-1 0 0,-1 0 1 0 0,1-2-1 0 0,-1 0 1 0 0,0 0-1 0 0,0-2 1 0 0,25-10-1 0 0,2-5 68 0 0,58-35 0 0 0,-63 32-117 0 0,40-16-190 0 0,-57 30-256 0 0,-1-1 0 0 0,0-2 0 0 0,0 0 0 0 0,35-28 0 0 0,8-20-2338 0 0,-55 51 1563 0 0</inkml:trace>
</inkml:ink>
</file>

<file path=ppt/ink/ink2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28.6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117 1 4609 0 0,'-55'17'2564'0'0,"-7"8"11518"0"0,63-25-14007 0 0,11 8 1072 0 0,16 3-1290 0 0,-27-10 312 0 0,82 28-94 0 0,-23-8 91 0 0,70 34 0 0 0,-112-46-143 0 0,0 1 0 0 0,-1 1 0 0 0,-1 0 0 0 0,1 1 0 0 0,-2 1 0 0 0,0 0 0 0 0,0 2 0 0 0,12 16 0 0 0,-24-28-17 0 0,-1 0 0 0 0,0 1-1 0 0,0-1 1 0 0,0 1 0 0 0,0 0 0 0 0,-1-1 0 0 0,1 1 0 0 0,-1 0-1 0 0,0 0 1 0 0,0 0 0 0 0,0 0 0 0 0,-1 0 0 0 0,1 0-1 0 0,-1 0 1 0 0,0 0 0 0 0,0 0 0 0 0,-1 0 0 0 0,1 0 0 0 0,-1 0-1 0 0,0 0 1 0 0,0 0 0 0 0,0 0 0 0 0,-1 0 0 0 0,1-1 0 0 0,-3 5-1 0 0,-5 9 40 0 0,-1-2-1 0 0,-1 1 1 0 0,0-1 0 0 0,-18 18-1 0 0,6-6-14 0 0,-25 29-170 0 0,-40 51 275 0 0,76-91-791 0 0,2 1 0 0 0,0 0 0 0 0,0 0 0 0 0,-12 35 0 0 0,14-26-6681 0 0</inkml:trace>
</inkml:ink>
</file>

<file path=ppt/ink/ink2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29.3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105 114 6449 0 0,'-17'-52'4759'0'0,"15"43"-3603"0"0,0-1 1 0 0,-1 1 0 0 0,0-1 0 0 0,-6-9 0 0 0,9 18-1096 0 0,0 1 0 0 0,0 0 0 0 0,-1-1-1 0 0,1 1 1 0 0,0 0 0 0 0,0 0 0 0 0,-1-1 0 0 0,1 1 0 0 0,0 0 0 0 0,-1 0 0 0 0,1 0 0 0 0,0-1 0 0 0,-1 1 0 0 0,1 0 0 0 0,0 0 0 0 0,-1 0 0 0 0,1 0 0 0 0,0 0 0 0 0,-1 0 0 0 0,1-1 0 0 0,-1 1 0 0 0,1 0 0 0 0,0 0 0 0 0,-1 0 0 0 0,1 0 0 0 0,0 1 0 0 0,-1-1 0 0 0,1 0 0 0 0,-1 0 0 0 0,1 0-1 0 0,0 0 1 0 0,-1 0 0 0 0,1 0 0 0 0,0 0 0 0 0,-1 1 0 0 0,1-1 0 0 0,0 0 0 0 0,-1 0 0 0 0,1 1 0 0 0,0-1 0 0 0,0 0 0 0 0,-1 0 0 0 0,1 1 0 0 0,0-1 0 0 0,0 0 0 0 0,-1 1 0 0 0,1-1 0 0 0,0 0 0 0 0,0 1 0 0 0,0-1 0 0 0,0 0 0 0 0,0 1 0 0 0,-1-1 0 0 0,1 1 0 0 0,-13 23 729 0 0,12-21-648 0 0,-6 11 60 0 0,1 0 0 0 0,0 1 0 0 0,1 0 0 0 0,1 0 0 0 0,1 0 1 0 0,-4 30-1 0 0,6-39-192 0 0,1-1 1 0 0,0 1 0 0 0,0-1 0 0 0,1 1-1 0 0,0-1 1 0 0,0 0 0 0 0,0 1-1 0 0,0-1 1 0 0,1 0 0 0 0,0 0 0 0 0,0 0-1 0 0,0 0 1 0 0,1 0 0 0 0,-1 0-1 0 0,1-1 1 0 0,0 1 0 0 0,1-1 0 0 0,-1 0-1 0 0,1 0 1 0 0,0 0 0 0 0,0 0-1 0 0,0-1 1 0 0,5 4 0 0 0,15 8-11 0 0,-1 1 0 0 0,-1 0 0 0 0,0 2 0 0 0,26 27 0 0 0,-43-39 0 0 0,0 0 0 0 0,0 0 0 0 0,-1 1 0 0 0,1-1 0 0 0,-1 1 0 0 0,-1 0 0 0 0,1 0 0 0 0,-1 1 0 0 0,-1-1 0 0 0,1 0 0 0 0,-1 1 0 0 0,-1 0 0 0 0,1 0 0 0 0,-1-1 0 0 0,-1 1 0 0 0,1 0 0 0 0,-1 0 0 0 0,-1 0 0 0 0,1 0 0 0 0,-3 9 0 0 0,-3 10 28 0 0,-2 0 0 0 0,-1-1 1 0 0,-1 0-1 0 0,-19 37 0 0 0,19-46-247 0 0,0 0 0 0 0,-1 0 0 0 0,-1-1-1 0 0,-1-1 1 0 0,0 0 0 0 0,-1 0 0 0 0,-15 12 0 0 0</inkml:trace>
</inkml:ink>
</file>

<file path=ppt/ink/ink2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29.7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34 6449 0 0,'2'-5'215'0'0,"-1"3"-124"0"0,-1 1 0 0 0,1-1 0 0 0,-1 0 0 0 0,1 0 0 0 0,0 0 0 0 0,0 1-1 0 0,0-1 1 0 0,0 0 0 0 0,0 1 0 0 0,1-1 0 0 0,-1 1 0 0 0,0 0 0 0 0,1-1 0 0 0,-1 1 0 0 0,1 0 0 0 0,2-2 0 0 0,-3 3 112 0 0,0 0 0 0 0,-1 0 0 0 0,1 0 0 0 0,0 1 0 0 0,-1-1 0 0 0,1 0 0 0 0,0 1 0 0 0,-1-1 0 0 0,1 1 0 0 0,-1-1 0 0 0,1 0 0 0 0,-1 1 0 0 0,1-1 0 0 0,0 1 0 0 0,-1 0 0 0 0,0-1 0 0 0,1 1 0 0 0,-1-1 0 0 0,1 1 0 0 0,-1 0 0 0 0,0-1 0 0 0,1 1 0 0 0,-1 0 0 0 0,0-1 0 0 0,0 1 0 0 0,0 0 0 0 0,1 0 0 0 0,3 25 1599 0 0,-3-21-1127 0 0,3 23 451 0 0,20 133 2503 0 0,-14-106-3291 0 0,2 0 1 0 0,28 72-1 0 0,-35-113-311 0 0,6 16 32 0 0,0-1-1 0 0,2-1 1 0 0,33 54-1 0 0,-45-81-56 0 0,-1 0-1 0 0,1 1 1 0 0,0-1 0 0 0,0 0-1 0 0,0 1 1 0 0,0-1-1 0 0,0 0 1 0 0,1 0 0 0 0,-1 0-1 0 0,0 0 1 0 0,0 0-1 0 0,1 0 1 0 0,-1 0 0 0 0,0-1-1 0 0,1 1 1 0 0,-1 0 0 0 0,1-1-1 0 0,-1 1 1 0 0,1-1-1 0 0,2 1 1 0 0,-3-1-9 0 0,1-1 0 0 0,-1 1 0 0 0,0 0 0 0 0,0-1 0 0 0,0 0 0 0 0,0 1 0 0 0,0-1 0 0 0,0 1-1 0 0,0-1 1 0 0,-1 0 0 0 0,1 0 0 0 0,0 0 0 0 0,0 0 0 0 0,0 1 0 0 0,-1-1 0 0 0,1 0 0 0 0,0 0 0 0 0,-1 0 0 0 0,1 0 0 0 0,-1 0 0 0 0,1-2 0 0 0,2-6-96 0 0,0-1 1 0 0,0 1 0 0 0,-1-1 0 0 0,-1 1 0 0 0,1-14-1 0 0,0-60-979 0 0,4-52 280 0 0,-5 122 800 0 0,1-1 1 0 0,1 1-1 0 0,0 1 0 0 0,1-1 1 0 0,0 0-1 0 0,1 1 0 0 0,12-22 1 0 0,-16 33 39 0 0,0-1 1 0 0,0 0 0 0 0,0 1 0 0 0,0-1 0 0 0,0 0 0 0 0,0 1-1 0 0,0-1 1 0 0,0 1 0 0 0,1 0 0 0 0,-1-1 0 0 0,1 1 0 0 0,-1 0 0 0 0,1 0-1 0 0,-1 0 1 0 0,1 0 0 0 0,0 0 0 0 0,0 0 0 0 0,-1 1 0 0 0,1-1-1 0 0,0 1 1 0 0,2-1 0 0 0,-2 1 15 0 0,-1 0 1 0 0,1 1-1 0 0,0-1 0 0 0,-1 1 0 0 0,1-1 1 0 0,-1 1-1 0 0,1 0 0 0 0,-1 0 1 0 0,0-1-1 0 0,1 1 0 0 0,-1 0 0 0 0,0 0 1 0 0,0 1-1 0 0,1-1 0 0 0,-1 0 0 0 0,0 0 1 0 0,0 1-1 0 0,0-1 0 0 0,1 2 0 0 0,5 10 166 0 0,0 1 0 0 0,-1 0 0 0 0,-1 0 0 0 0,5 16 0 0 0,-7-20-349 0 0,3 8 187 0 0,1 0 1 0 0,0-1 0 0 0,13 23-1 0 0,-16-33-327 0 0,0-1-1 0 0,1 0 0 0 0,0 0 0 0 0,0 0 0 0 0,0-1 0 0 0,0 1 0 0 0,1-1 1 0 0,0 0-1 0 0,0-1 0 0 0,0 0 0 0 0,10 5 0 0 0,1-1-6883 0 0</inkml:trace>
</inkml:ink>
</file>

<file path=ppt/ink/ink2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29.9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36 295 9674 0 0,'1'13'1911'0'0,"0"0"0"0"0,1 0 0 0 0,3 15 0 0 0,-2-18-1488 0 0,0 0-1 0 0,0 0 1 0 0,1-1-1 0 0,0 1 1 0 0,7 10-1 0 0,-10-17-401 0 0,1 0 0 0 0,0 0 0 0 0,0 0 0 0 0,0 0 0 0 0,0 0 0 0 0,0-1 0 0 0,1 1 0 0 0,-1-1 0 0 0,1 0-1 0 0,0 1 1 0 0,0-1 0 0 0,-1-1 0 0 0,1 1 0 0 0,0 0 0 0 0,1-1 0 0 0,-1 1 0 0 0,0-1 0 0 0,0 0 0 0 0,1 0 0 0 0,-1 0-1 0 0,0-1 1 0 0,1 1 0 0 0,-1-1 0 0 0,1 0 0 0 0,-1 1 0 0 0,1-2 0 0 0,-1 1 0 0 0,1 0 0 0 0,-1-1 0 0 0,1 0 0 0 0,-1 1-1 0 0,0-1 1 0 0,1-1 0 0 0,-1 1 0 0 0,0 0 0 0 0,0-1 0 0 0,0 0 0 0 0,0 1 0 0 0,4-5 0 0 0,-1 3 2 0 0,-1-1 1 0 0,0 1 0 0 0,-1-1-1 0 0,1 0 1 0 0,-1-1 0 0 0,1 1-1 0 0,-1-1 1 0 0,-1 0-1 0 0,1 0 1 0 0,-1 0 0 0 0,0 0-1 0 0,0-1 1 0 0,0 1 0 0 0,2-8-1 0 0,-2 4 44 0 0,-1 0 0 0 0,-1 0 0 0 0,1 0 0 0 0,-1 0 0 0 0,-1 0 0 0 0,0 0 0 0 0,0 0 0 0 0,-3-17 0 0 0,-1 6 36 0 0,-1 1 0 0 0,0-1-1 0 0,-2 1 1 0 0,0 0 0 0 0,-2 0-1 0 0,0 1 1 0 0,-21-32 0 0 0,22 39-501 0 0,0-1 0 0 0,-1 2 0 0 0,0-1-1 0 0,-1 1 1 0 0,-19-15 0 0 0,26 23 206 0 0,0 0-1 0 0,1 0 0 0 0,-2 0 0 0 0,1 0 1 0 0,0 0-1 0 0,0 1 0 0 0,0 0 0 0 0,-1-1 0 0 0,1 1 1 0 0,-1 0-1 0 0,1 0 0 0 0,-1 1 0 0 0,1-1 1 0 0,-1 1-1 0 0,1 0 0 0 0,-1 0 0 0 0,0 0 1 0 0,1 0-1 0 0,-1 1 0 0 0,1-1 0 0 0,-1 1 1 0 0,1 0-1 0 0,-1 0 0 0 0,1 0 0 0 0,0 1 1 0 0,-1-1-1 0 0,-2 3 0 0 0,-10 8-6144 0 0</inkml:trace>
</inkml:ink>
</file>

<file path=ppt/ink/ink2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30.4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10 160 3225 0 0,'-1'3'147'0'0,"-1"1"0"0"0,1-1 0 0 0,0 0 0 0 0,0 1 0 0 0,0-1 1 0 0,0 0-1 0 0,1 1 0 0 0,-1-1 0 0 0,1 1 0 0 0,0 6 0 0 0,4 39 2554 0 0,-2-35-2190 0 0,-1-4-10 0 0,0-1 0 0 0,1 1-1 0 0,1 0 1 0 0,0-1 0 0 0,0 0 0 0 0,1 0 0 0 0,0 0-1 0 0,0 0 1 0 0,1 0 0 0 0,0-1 0 0 0,1 0-1 0 0,11 14 1 0 0,-14-19-437 0 0,1 0 0 0 0,-1 0 0 0 0,1 0 0 0 0,-1 0-1 0 0,1-1 1 0 0,0 1 0 0 0,0-1 0 0 0,0 0 0 0 0,0 0 0 0 0,0-1 0 0 0,1 1-1 0 0,-1-1 1 0 0,1 0 0 0 0,-1 0 0 0 0,1 0 0 0 0,-1-1 0 0 0,1 1 0 0 0,-1-1-1 0 0,1 0 1 0 0,0 0 0 0 0,-1-1 0 0 0,1 0 0 0 0,-1 0 0 0 0,1 0 0 0 0,-1 0-1 0 0,0 0 1 0 0,1-1 0 0 0,-1 0 0 0 0,6-3 0 0 0,-4 2 57 0 0,0-1 0 0 0,1 0 0 0 0,-1 0 0 0 0,-1-1 1 0 0,1 1-1 0 0,-1-1 0 0 0,1 0 0 0 0,-1-1 0 0 0,-1 1 0 0 0,1-1 0 0 0,-1 0 1 0 0,0 0-1 0 0,-1-1 0 0 0,1 1 0 0 0,-1-1 0 0 0,0 0 0 0 0,3-13 0 0 0,-4 9-12 0 0,0 0 0 0 0,-1 0 0 0 0,0 0 0 0 0,-1 0 0 0 0,0 0 0 0 0,-1 0 0 0 0,0 0 0 0 0,0 0 0 0 0,-2 0 0 0 0,-6-21 0 0 0,26 43-205 0 0,-6-1 284 0 0,1-1 0 0 0,0-1-1 0 0,1 0 1 0 0,0-1-1 0 0,22 10 1 0 0,-29-16-146 0 0,0 0 1 0 0,0 0-1 0 0,-1 0 1 0 0,1-1-1 0 0,0 0 1 0 0,0 0 0 0 0,0 0-1 0 0,0-1 1 0 0,-1 0-1 0 0,1 0 1 0 0,0 0-1 0 0,-1-1 1 0 0,1 0-1 0 0,-1 0 1 0 0,11-5-1 0 0,-12 4 15 0 0,-1 0-1 0 0,1 0 0 0 0,-1 0 1 0 0,0 0-1 0 0,0 0 0 0 0,0 0 0 0 0,-1-1 1 0 0,1 0-1 0 0,-1 1 0 0 0,0-1 1 0 0,0 0-1 0 0,0 0 0 0 0,0 0 0 0 0,-1 0 1 0 0,1-1-1 0 0,-1 1 0 0 0,0 0 1 0 0,-1 0-1 0 0,1-1 0 0 0,-1 1 1 0 0,0-9-1 0 0,0 6-23 0 0,-1-1 0 0 0,0 0 0 0 0,0 0-1 0 0,0 0 1 0 0,-1 1 0 0 0,0-1 0 0 0,-1 1 0 0 0,0-1 0 0 0,0 1 0 0 0,0 0 0 0 0,-6-8 0 0 0,5 10-1334 0 0,0 0 0 0 0,0 0 0 0 0,0 0 0 0 0,-9-8 1 0 0</inkml:trace>
</inkml:ink>
</file>

<file path=ppt/ink/ink2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30.7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222 13 3225 0 0,'-2'-2'245'0'0,"0"1"0"0"0,0-1 0 0 0,0 1 0 0 0,0 0 0 0 0,0 0 0 0 0,-1 0 0 0 0,1 0 0 0 0,0 0 0 0 0,0 1 0 0 0,-1-1 1 0 0,1 1-1 0 0,-1 0 0 0 0,1-1 0 0 0,-1 1 0 0 0,1 0 0 0 0,0 0 0 0 0,-1 1 0 0 0,1-1 0 0 0,-1 0 0 0 0,1 1 0 0 0,0-1 0 0 0,-1 1 0 0 0,1 0 1 0 0,0 0-1 0 0,-3 1 0 0 0,-5 3 159 0 0,1 0 1 0 0,-1 0 0 0 0,1 1 0 0 0,1 0 0 0 0,-1 1-1 0 0,1 0 1 0 0,0 0 0 0 0,1 1 0 0 0,-1 0-1 0 0,2 0 1 0 0,-7 9 0 0 0,5-6-198 0 0,1 1 1 0 0,1 0-1 0 0,0 0 0 0 0,0 0 0 0 0,1 0 1 0 0,1 1-1 0 0,0 0 0 0 0,-3 19 0 0 0,6-28-135 0 0,1 0 0 0 0,0 0 0 0 0,0 1-1 0 0,0-1 1 0 0,1 0 0 0 0,-1 0-1 0 0,1 1 1 0 0,0-1 0 0 0,0 0 0 0 0,1 0-1 0 0,-1 0 1 0 0,1 0 0 0 0,0 0-1 0 0,0-1 1 0 0,0 1 0 0 0,0 0 0 0 0,1-1-1 0 0,-1 1 1 0 0,1-1 0 0 0,0 0-1 0 0,0 0 1 0 0,0 0 0 0 0,0-1 0 0 0,1 1-1 0 0,-1-1 1 0 0,1 1 0 0 0,0-1-1 0 0,-1 0 1 0 0,6 1 0 0 0,13 6 204 0 0,0-1 1 0 0,0-1-1 0 0,0-1 1 0 0,29 3-1 0 0,-24-4 282 0 0,-17-3-226 0 0,2 0-74 0 0,0 0 1 0 0,-1 1 0 0 0,1 1 0 0 0,-1-1 0 0 0,16 9-1 0 0,-25-11-253 0 0,0 0 0 0 0,0 1 0 0 0,0-1-1 0 0,0 0 1 0 0,0 1 0 0 0,-1-1-1 0 0,1 1 1 0 0,-1 0 0 0 0,1-1-1 0 0,-1 1 1 0 0,0 0 0 0 0,1 0 0 0 0,-1 0-1 0 0,0 0 1 0 0,0 0 0 0 0,0 0-1 0 0,-1 0 1 0 0,1 0 0 0 0,0 1 0 0 0,-1-1-1 0 0,0 0 1 0 0,1 0 0 0 0,-1 0-1 0 0,0 1 1 0 0,0-1 0 0 0,0 0-1 0 0,0 0 1 0 0,-1 1 0 0 0,1-1 0 0 0,-1 0-1 0 0,1 0 1 0 0,-1 0 0 0 0,0 1-1 0 0,1-1 1 0 0,-3 3 0 0 0,-8 17-551 0 0,-2-1-1 0 0,0 0 1 0 0,-1 0 0 0 0,-1-2 0 0 0,-1 0 0 0 0,-25 24-1 0 0,18-20-6267 0 0</inkml:trace>
</inkml:ink>
</file>

<file path=ppt/ink/ink2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31.4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1 395 4145 0 0,'0'-12'945'0'0,"1"0"0"0"0,1 0 0 0 0,2-12 0 0 0,-2 19 83 0 0,-1 0 0 0 0,0 0-1 0 0,1 0 1 0 0,0 0-1 0 0,0 0 1 0 0,1 0-1 0 0,-1 1 1 0 0,1-1 0 0 0,4-5-1 0 0,-6 9-933 0 0,-1 1-1 0 0,0 0 1 0 0,1-1 0 0 0,-1 1-1 0 0,0 0 1 0 0,0 0-1 0 0,1-1 1 0 0,-1 1-1 0 0,1 0 1 0 0,-1 0 0 0 0,0-1-1 0 0,1 1 1 0 0,-1 0-1 0 0,1 0 1 0 0,-1 0 0 0 0,0 0-1 0 0,1 0 1 0 0,-1 0-1 0 0,1 0 1 0 0,-1 0 0 0 0,1 0-1 0 0,-1 0 1 0 0,0 0-1 0 0,1 0 1 0 0,-1 0-1 0 0,1 0 1 0 0,-1 0 0 0 0,0 0-1 0 0,1 0 1 0 0,-1 0-1 0 0,1 1 1 0 0,-1-1 0 0 0,0 0-1 0 0,1 1 1 0 0,11 15 939 0 0,0 27-1079 0 0,-11-40 239 0 0,15 94 176 0 0,3 11-33 0 0,-16-96-307 0 0,0-1 0 0 0,1 1 0 0 0,0-1 0 0 0,1 0 0 0 0,1 0 0 0 0,10 17 0 0 0,-16-28-29 0 0,0 1 0 0 0,1-1 1 0 0,-1 0-1 0 0,0 1 0 0 0,0-1 0 0 0,1 0 0 0 0,-1 0 0 0 0,0 1 1 0 0,0-1-1 0 0,1 0 0 0 0,-1 1 0 0 0,0-1 0 0 0,0 0 1 0 0,1 0-1 0 0,-1 0 0 0 0,0 1 0 0 0,1-1 0 0 0,-1 0 0 0 0,1 0 1 0 0,-1 0-1 0 0,0 0 0 0 0,1 0 0 0 0,-1 0 0 0 0,0 0 1 0 0,1 1-1 0 0,-1-1 0 0 0,1 0 0 0 0,-1 0 0 0 0,0 0 0 0 0,1-1 1 0 0,-1 1-1 0 0,0 0 0 0 0,1 0 0 0 0,-1 0 0 0 0,1 0 1 0 0,-1 0-1 0 0,11-15-56 0 0,3-29-182 0 0,-13 38 165 0 0,23-111-756 0 0,-16 73 520 0 0,1 1 0 0 0,17-50 0 0 0,-21 82 348 0 0,-1-1 1 0 0,1 1 0 0 0,1 0-1 0 0,0 1 1 0 0,0-1 0 0 0,1 1 0 0 0,1 1-1 0 0,-1-1 1 0 0,2 1 0 0 0,-1 0-1 0 0,1 1 1 0 0,16-11 0 0 0,-24 18-10 0 0,1 0 0 0 0,0 0 0 0 0,0 0 1 0 0,-1 1-1 0 0,1-1 0 0 0,0 1 0 0 0,0 0 1 0 0,0-1-1 0 0,0 1 0 0 0,-1 0 0 0 0,1 0 0 0 0,0 0 1 0 0,0 0-1 0 0,0 0 0 0 0,0 1 0 0 0,0-1 1 0 0,0 0-1 0 0,-1 1 0 0 0,1-1 0 0 0,0 1 0 0 0,0 0 1 0 0,-1 0-1 0 0,1 0 0 0 0,0 0 0 0 0,-1 0 1 0 0,1 0-1 0 0,-1 0 0 0 0,1 0 0 0 0,-1 1 1 0 0,0-1-1 0 0,1 0 0 0 0,1 4 0 0 0,6 5 35 0 0,-1 1-1 0 0,0 1 1 0 0,10 17-1 0 0,-11-17-20 0 0,0 1-22 0 0,2 0 0 0 0,0-1 0 0 0,13 14 0 0 0,-19-22-23 0 0,0-1 1 0 0,0 0 0 0 0,1 0 0 0 0,-1-1 0 0 0,1 1 0 0 0,-1 0-1 0 0,1-1 1 0 0,0 0 0 0 0,0 0 0 0 0,0 0 0 0 0,0-1 0 0 0,0 1-1 0 0,0-1 1 0 0,1 0 0 0 0,8 1 0 0 0,-13-2 0 0 0,1 0 0 0 0,-1-1 0 0 0,1 1 0 0 0,0 0 0 0 0,-1-1 0 0 0,1 1 0 0 0,-1 0 0 0 0,1-1 0 0 0,-1 1 0 0 0,0-1 0 0 0,1 1 0 0 0,-1-1 0 0 0,1 1 0 0 0,-1-1 0 0 0,0 1 0 0 0,1-1 0 0 0,-1 1 0 0 0,0-1 0 0 0,0 0 0 0 0,1 1 0 0 0,-1-1 0 0 0,0 1 0 0 0,0-1 0 0 0,0 0 0 0 0,0 1 0 0 0,0-1 0 0 0,0 1 0 0 0,0-2 0 0 0,2-24 0 0 0,-2 17 0 0 0,2-16-85 0 0,1 0 0 0 0,1 1 0 0 0,1 0-1 0 0,13-38 1 0 0,-16 54 32 0 0,2 0 0 0 0,-1 1 0 0 0,1-1 0 0 0,0 1 0 0 0,1-1 0 0 0,0 1 0 0 0,0 1 0 0 0,1-1-1 0 0,-1 1 1 0 0,1 0 0 0 0,1 0 0 0 0,-1 0 0 0 0,1 1 0 0 0,0 0 0 0 0,0 1 0 0 0,16-8 0 0 0,-2 6-1051 0 0,-6 6-4750 0 0</inkml:trace>
</inkml:ink>
</file>

<file path=ppt/ink/ink2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32.1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 10 5833 0 0,'-11'-9'12871'0'0,"22"20"-12496"0"0,-1 0 0 0 0,-1 1 0 0 0,1 0 0 0 0,-2 0 0 0 0,0 1 0 0 0,11 25 0 0 0,26 36 130 0 0,-22-46-1445 0 0,-16-21-38 0 0</inkml:trace>
</inkml:ink>
</file>

<file path=ppt/ink/ink2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32.5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77 287 6913 0 0,'1'-6'572'0'0,"0"-1"-1"0"0,1 1 0 0 0,0-1 1 0 0,0 1-1 0 0,0 0 1 0 0,6-9-1 0 0,3-13 552 0 0,-6 13-694 0 0,-1 0 0 0 0,-1-1 1 0 0,-1 1-1 0 0,1-19 0 0 0,-3 28-379 0 0,0 0 0 0 0,0 0 0 0 0,0 0 0 0 0,-1 0 0 0 0,0 0 0 0 0,0 0 0 0 0,0 0 0 0 0,-1 0 0 0 0,0 1 0 0 0,0-1 0 0 0,0 0-1 0 0,-1 1 1 0 0,0 0 0 0 0,-4-6 0 0 0,6 10 44 0 0,0-1 0 0 0,0 1-1 0 0,0 0 1 0 0,0 0 0 0 0,0-1 0 0 0,-1 1-1 0 0,1 0 1 0 0,0 0 0 0 0,-1 0 0 0 0,1 0 0 0 0,-1 0-1 0 0,1 1 1 0 0,-1-1 0 0 0,0 0 0 0 0,1 1-1 0 0,-1-1 1 0 0,0 1 0 0 0,1-1 0 0 0,-1 1-1 0 0,0 0 1 0 0,1 0 0 0 0,-1 0 0 0 0,0 0-1 0 0,0 0 1 0 0,1 0 0 0 0,-1 0 0 0 0,0 1-1 0 0,1-1 1 0 0,-1 1 0 0 0,0-1 0 0 0,1 1-1 0 0,-1 0 1 0 0,0-1 0 0 0,1 1 0 0 0,-1 0-1 0 0,1 0 1 0 0,0 0 0 0 0,-1 0 0 0 0,1 0-1 0 0,-2 2 1 0 0,0 0 98 0 0,0 0 0 0 0,0 1 0 0 0,0 0 0 0 0,0-1 0 0 0,1 1 0 0 0,-1 0 0 0 0,1 0 0 0 0,0 1 0 0 0,0-1 0 0 0,0 0 0 0 0,1 1 0 0 0,0-1 0 0 0,-2 9 0 0 0,2-2-137 0 0,1 0 0 0 0,0 0 0 0 0,1 0-1 0 0,0-1 1 0 0,0 1 0 0 0,1 0 0 0 0,1 0 0 0 0,0-1-1 0 0,0 0 1 0 0,1 1 0 0 0,0-1 0 0 0,1 0 0 0 0,0-1-1 0 0,0 1 1 0 0,1-1 0 0 0,1 0 0 0 0,-1-1 0 0 0,2 0-1 0 0,-1 0 1 0 0,1 0 0 0 0,16 12 0 0 0,-20-18-79 0 0,0 0 0 0 0,0 0 1 0 0,0 0-1 0 0,0-1 0 0 0,0 1 0 0 0,0-1 1 0 0,0 0-1 0 0,0-1 0 0 0,0 1 1 0 0,1-1-1 0 0,-1 1 0 0 0,0-1 0 0 0,0-1 1 0 0,1 1-1 0 0,-1-1 0 0 0,0 1 1 0 0,7-3-1 0 0,2-1-772 0 0,-1-1 0 0 0,1-1 0 0 0,-1 1 0 0 0,16-12 1 0 0,1-1-5946 0 0</inkml:trace>
</inkml:ink>
</file>

<file path=ppt/ink/ink2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32.8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229 44 5529 0 0,'-2'-4'524'0'0,"-1"1"-1"0"0,0-1 1 0 0,1 1-1 0 0,-1 0 1 0 0,0 0 0 0 0,-1 0-1 0 0,1 1 1 0 0,0-1-1 0 0,-1 1 1 0 0,0 0-1 0 0,1 0 1 0 0,-1 0-1 0 0,0 0 1 0 0,0 0 0 0 0,0 1-1 0 0,-7-1 1 0 0,8 1-317 0 0,-1 1 1 0 0,1 1 0 0 0,0-1 0 0 0,-1 0 0 0 0,1 1-1 0 0,-1 0 1 0 0,1 0 0 0 0,0 0 0 0 0,-1 0 0 0 0,1 0-1 0 0,0 1 1 0 0,0-1 0 0 0,0 1 0 0 0,0 0 0 0 0,0 0-1 0 0,0 0 1 0 0,1 0 0 0 0,-1 1 0 0 0,1-1 0 0 0,-4 5-1 0 0,-6 7 33 0 0,1 0-1 0 0,0 1 1 0 0,1 0-1 0 0,1 1 1 0 0,0 0-1 0 0,2 0 1 0 0,-1 1-1 0 0,2-1 1 0 0,-5 21 0 0 0,10-35-228 0 0,1 0 0 0 0,-1 0 0 0 0,1-1 0 0 0,0 1 0 0 0,0 0 0 0 0,-1 0 0 0 0,1 0 0 0 0,0 0 0 0 0,1 0 0 0 0,-1 0 0 0 0,0 0 0 0 0,1-1 0 0 0,-1 1 0 0 0,1 0 0 0 0,-1 0 0 0 0,1 0 0 0 0,0-1 0 0 0,0 1 0 0 0,-1 0 0 0 0,1-1 0 0 0,1 1 0 0 0,-1-1 0 0 0,0 1 0 0 0,0-1 0 0 0,1 1 0 0 0,-1-1 1 0 0,0 0-1 0 0,1 0 0 0 0,-1 0 0 0 0,1 0 0 0 0,0 0 0 0 0,-1 0 0 0 0,1 0 0 0 0,0 0 0 0 0,0 0 0 0 0,-1-1 0 0 0,1 1 0 0 0,0-1 0 0 0,0 0 0 0 0,3 1 0 0 0,-1-1-89 0 0,0 0 0 0 0,-1 0 0 0 0,1 0 0 0 0,0 0 0 0 0,-1-1 1 0 0,1 1-1 0 0,-1-1 0 0 0,1 0 0 0 0,-1 0 0 0 0,1 0 0 0 0,-1-1 0 0 0,1 1 0 0 0,-1-1 0 0 0,0 0 0 0 0,0 0 0 0 0,0 0 1 0 0,0 0-1 0 0,0 0 0 0 0,0-1 0 0 0,4-4 0 0 0,13-34-1105 0 0,-18 35 1369 0 0,0 0 1 0 0,1 1-1 0 0,0-1 1 0 0,-1 1-1 0 0,2 0 1 0 0,-1 0-1 0 0,1 0 1 0 0,6-7-1 0 0,-10 12-137 0 0,1 0 0 0 0,-1 0-1 0 0,1 0 1 0 0,-1 0 0 0 0,1 0-1 0 0,-1 0 1 0 0,1 0 0 0 0,-1 0-1 0 0,1 0 1 0 0,-1 0 0 0 0,1 0-1 0 0,-1 0 1 0 0,1 1 0 0 0,-1-1-1 0 0,0 0 1 0 0,1 0-1 0 0,-1 0 1 0 0,1 1 0 0 0,-1-1-1 0 0,0 0 1 0 0,1 1 0 0 0,-1-1-1 0 0,0 0 1 0 0,1 1 0 0 0,-1-1-1 0 0,0 0 1 0 0,1 1 0 0 0,-1-1-1 0 0,0 1 1 0 0,0-1 0 0 0,1 0-1 0 0,-1 1 1 0 0,0-1 0 0 0,0 1-1 0 0,0-1 1 0 0,0 1-1 0 0,0-1 1 0 0,0 1 0 0 0,0 0-1 0 0,9 24 154 0 0,-8-21-95 0 0,0 1-89 0 0,1-1 1 0 0,-1 1-1 0 0,1 0 0 0 0,0-1 1 0 0,0 0-1 0 0,1 1 1 0 0,-1-1-1 0 0,1 0 0 0 0,0 0 1 0 0,0 0-1 0 0,0-1 0 0 0,1 1 1 0 0,-1-1-1 0 0,1 1 1 0 0,8 4-1 0 0,-8-6-198 0 0,1 0-1 0 0,0-1 1 0 0,-1 1 0 0 0,1-1 0 0 0,0 0 0 0 0,0-1-1 0 0,0 1 1 0 0,0-1 0 0 0,-1 0 0 0 0,1 0 0 0 0,0 0-1 0 0,0-1 1 0 0,0 0 0 0 0,0 0 0 0 0,-1 0 0 0 0,7-2-1 0 0,15-6-2283 0 0,2-1-4132 0 0</inkml:trace>
</inkml:ink>
</file>

<file path=ppt/ink/ink2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33.2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63 1 1376 0 0,'-4'3'1114'0'0,"0"0"-1"0"0,0 0 1 0 0,1 1 0 0 0,-1-1-1 0 0,1 1 1 0 0,0 0-1 0 0,0 0 1 0 0,-3 6 0 0 0,2-3-82 0 0,0 0 0 0 0,1 1 0 0 0,0 0 0 0 0,-4 15 1 0 0,6-17-817 0 0,-1-1 0 0 0,1 1 0 0 0,0 0 0 0 0,1 0 0 0 0,0-1 0 0 0,0 1 0 0 0,0 0 0 0 0,0 0 0 0 0,1-1 0 0 0,0 1 0 0 0,0 0 0 0 0,1-1 0 0 0,0 1 0 0 0,-1-1 0 0 0,2 1 0 0 0,4 9 0 0 0,39 36-92 0 0,-29-34-79 0 0,23 31 1 0 0,-36-43-45 0 0,-1 0 0 0 0,0 0 0 0 0,0 0 0 0 0,-1 0 0 0 0,1 0 0 0 0,-1 0 0 0 0,0 1 0 0 0,-1-1 0 0 0,1 1 0 0 0,-1-1 0 0 0,0 1 0 0 0,0 5 0 0 0,-1-7-1 0 0,-1 0-1 0 0,1-1 1 0 0,-1 0 0 0 0,1 1-1 0 0,-1-1 1 0 0,0 1-1 0 0,0-1 1 0 0,-1 0-1 0 0,1 1 1 0 0,-1-1 0 0 0,1 0-1 0 0,-1 0 1 0 0,0 0-1 0 0,0-1 1 0 0,-1 1-1 0 0,1 0 1 0 0,0-1-1 0 0,-1 1 1 0 0,0-1 0 0 0,1 0-1 0 0,-1 0 1 0 0,-5 3-1 0 0,0-1-189 0 0,1 0 1 0 0,-1-1-1 0 0,1 0 0 0 0,-1-1 1 0 0,0 1-1 0 0,0-2 0 0 0,0 1 0 0 0,-13 0 1 0 0,2 1 157 0 0,13-2-35 0 0</inkml:trace>
</inkml:ink>
</file>

<file path=ppt/ink/ink2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35.0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39 65 6913 0 0,'3'-13'7034'0'0,"-4"11"-6714"0"0,-10 1 3958 0 0,9 2-4178 0 0,0-1 1 0 0,1 1 0 0 0,-1 0-1 0 0,0 0 1 0 0,1 0-1 0 0,-1 0 1 0 0,1 0-1 0 0,-1 0 1 0 0,1 0 0 0 0,0 0-1 0 0,-1 1 1 0 0,1-1-1 0 0,0 0 1 0 0,0 1-1 0 0,0-1 1 0 0,0 1-1 0 0,-1 1 1 0 0,1 4-60 0 0,0 0 1 0 0,0 0-1 0 0,1 0 0 0 0,0 0 1 0 0,0 0-1 0 0,0 0 0 0 0,1 0 0 0 0,0 0 1 0 0,0 0-1 0 0,1-1 0 0 0,0 1 1 0 0,0 0-1 0 0,1-1 0 0 0,0 1 1 0 0,0-1-1 0 0,0 0 0 0 0,6 8 0 0 0,-2-3 5 0 0,1 0-1 0 0,0-1 0 0 0,0 0 1 0 0,1-1-1 0 0,1 0 0 0 0,-1 0 0 0 0,1-1 1 0 0,17 11-1 0 0,-24-17-47 0 0,0-1 0 0 0,0 1 0 0 0,0-1 0 0 0,0 0 0 0 0,0 1 0 0 0,0-1 0 0 0,0-1 0 0 0,0 1 0 0 0,0 0 0 0 0,0-1 0 0 0,0 1 0 0 0,0-1 0 0 0,1 0 0 0 0,-1 0 0 0 0,0-1 0 0 0,0 1 0 0 0,0 0 0 0 0,1-1 0 0 0,2-1 0 0 0,-2 0-127 0 0,0 0 1 0 0,0 0-1 0 0,0-1 0 0 0,0 1 1 0 0,-1-1-1 0 0,1 0 0 0 0,-1 0 1 0 0,0 0-1 0 0,0-1 1 0 0,0 1-1 0 0,0-1 0 0 0,2-4 1 0 0,5-11-824 0 0,0 0 1 0 0,-2-1 0 0 0,0 0-1 0 0,8-31 1 0 0,-16 48 855 0 0,6-17-502 0 0,-2 1 1 0 0,3-32-1 0 0,-5 11 4791 0 0,1 58-451 0 0,7 15-2834 0 0,1 2-682 0 0,1 34-42 0 0,6 26-36 0 0,-15-86-372 0 0,0-1 0 0 0,0 1 1 0 0,0-1-1 0 0,1 1 0 0 0,1-1 0 0 0,-1 0 0 0 0,1-1 0 0 0,7 9 0 0 0,-11-15 86 0 0,-1 0 0 0 0,1 1-1 0 0,0-1 1 0 0,0 0 0 0 0,0 0 0 0 0,0 0 0 0 0,0 0 0 0 0,0 0 0 0 0,0 0 0 0 0,0-1 0 0 0,0 1-1 0 0,1 0 1 0 0,-1-1 0 0 0,0 1 0 0 0,0 0 0 0 0,1-1 0 0 0,-1 1 0 0 0,0-1 0 0 0,1 0 0 0 0,-1 1 0 0 0,0-1-1 0 0,1 0 1 0 0,-1 0 0 0 0,0 0 0 0 0,1 0 0 0 0,-1 0 0 0 0,1 0 0 0 0,-1-1 0 0 0,0 1 0 0 0,1 0 0 0 0,-1-1-1 0 0,0 1 1 0 0,1-1 0 0 0,-1 1 0 0 0,2-2 0 0 0,8-8 91 0 0</inkml:trace>
</inkml:ink>
</file>

<file path=ppt/ink/ink2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35.26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6 116 7370 0 0,'0'0'54'0'0,"-1"-1"0"0"0,0 0 0 0 0,1 0 1 0 0,-1 1-1 0 0,1-1 0 0 0,0 0 0 0 0,-1 0 1 0 0,1 0-1 0 0,0 0 0 0 0,-1 1 0 0 0,1-1 1 0 0,0 0-1 0 0,0 0 0 0 0,0 0 1 0 0,0 0-1 0 0,0 0 0 0 0,0 0 0 0 0,0 0 1 0 0,0 0-1 0 0,0 1 0 0 0,1-3 0 0 0,-1 3 114 0 0,1 0-1 0 0,0 0 1 0 0,-1 0-1 0 0,1 0 1 0 0,0 0 0 0 0,0 0-1 0 0,-1 0 1 0 0,1 0-1 0 0,0 0 1 0 0,0 1-1 0 0,-1-1 1 0 0,1 0-1 0 0,0 0 1 0 0,-1 1-1 0 0,1-1 1 0 0,-1 0-1 0 0,1 1 1 0 0,0-1-1 0 0,0 1 1 0 0,35 28 4602 0 0,77 70 176 0 0,-113-99-4934 0 0,1 1 0 0 0,-1-1 0 0 0,0 0 0 0 0,0 0 0 0 0,1 0 0 0 0,-1 0 0 0 0,0 0 0 0 0,0 0 0 0 0,1 1 0 0 0,-1-1 1 0 0,0 0-1 0 0,0 0 0 0 0,1 0 0 0 0,-1 0 0 0 0,0 0 0 0 0,1 0 0 0 0,-1 0 0 0 0,0 0 0 0 0,0 0 0 0 0,1 0 0 0 0,-1 0 0 0 0,0 0 0 0 0,1 0 0 0 0,-1-1 0 0 0,0 1 0 0 0,0 0 0 0 0,1 0 0 0 0,-1 0 0 0 0,0 0 1 0 0,0 0-1 0 0,1-1 0 0 0,-1 1 0 0 0,0 0 0 0 0,0 0 0 0 0,0 0 0 0 0,1-1 0 0 0,7-13 352 0 0,3-25 31 0 0,-9 31-386 0 0,39-129-2423 0 0,-31 108-4965 0 0</inkml:trace>
</inkml:ink>
</file>

<file path=ppt/ink/ink2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35.5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1 347 4145 0 0,'6'10'424'0'0,"1"1"0"0"0,0-2 0 0 0,10 11 0 0 0,-15-17-83 0 0,1 0 1 0 0,0 0-1 0 0,-1-1 1 0 0,1 0-1 0 0,0 1 1 0 0,1-1-1 0 0,-1 0 0 0 0,0-1 1 0 0,1 1-1 0 0,-1-1 1 0 0,0 1-1 0 0,1-1 1 0 0,0 0-1 0 0,5 1 0 0 0,-7-3-232 0 0,0 1 0 0 0,0 0-1 0 0,0-1 1 0 0,0 0-1 0 0,0 1 1 0 0,0-1 0 0 0,0 0-1 0 0,0 0 1 0 0,-1 0-1 0 0,1 0 1 0 0,0-1 0 0 0,0 1-1 0 0,-1 0 1 0 0,1-1 0 0 0,-1 1-1 0 0,1-1 1 0 0,-1 1-1 0 0,0-1 1 0 0,0 0 0 0 0,0 0-1 0 0,0 1 1 0 0,0-1-1 0 0,0 0 1 0 0,1-3 0 0 0,18-51-68 0 0,-19 53-50 0 0,6-27 85 0 0,-2-1 0 0 0,4-52 0 0 0,-8 58 799 0 0,1 0 0 0 0,1 0-1 0 0,1 1 1 0 0,2-1 0 0 0,8-23 0 0 0,-5 31 0 0 0,-5 32-723 0 0,-4-13-253 0 0,1 0 1 0 0,-1 0 0 0 0,0 0-1 0 0,1 0 1 0 0,0 0-1 0 0,-1 0 1 0 0,1 0 0 0 0,0-1-1 0 0,0 1 1 0 0,0 0-1 0 0,0 0 1 0 0,0-1 0 0 0,3 3-1 0 0,13 9-6014 0 0</inkml:trace>
</inkml:ink>
</file>

<file path=ppt/ink/ink2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35.6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98 7362 0 0,'46'-20'656'0'0,"-43"17"-528"0"0,-1 2-128 0 0,-2-2 0 0 0,2 0-104 0 0,0-4 104 0 0,-1-3-136 0 0,1-1 16 0 0,-2-2 8 0 0,0 0 8 0 0,-3 0-16 0 0</inkml:trace>
</inkml:ink>
</file>

<file path=ppt/ink/ink2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36.0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46 182 5529 0 0,'0'0'27'0'0,"0"0"0"0"0,0 0 0 0 0,0 0 0 0 0,0 1 0 0 0,0-1 0 0 0,0 0 0 0 0,0 0 0 0 0,0 0 0 0 0,0 0 0 0 0,0 0 0 0 0,0 0 0 0 0,0 0 0 0 0,0 1 0 0 0,0-1 0 0 0,0 0 0 0 0,0 0 0 0 0,0 0 0 0 0,0 0 0 0 0,0 0 0 0 0,0 0 0 0 0,0 0 0 0 0,0 0 0 0 0,0 1 0 0 0,0-1 0 0 0,0 0 0 0 0,1 0 0 0 0,-1 0 0 0 0,0 0 0 0 0,0 0 0 0 0,0 0 0 0 0,0 0 0 0 0,0 0 0 0 0,0 0 0 0 0,0 0 0 0 0,0 0 0 0 0,1 0 0 0 0,-1 0 0 0 0,0 0 0 0 0,0 0 0 0 0,0 0 0 0 0,0 0 0 0 0,0 0 0 0 0,0 0 0 0 0,0 0 0 0 0,1 0 0 0 0,-1 0 0 0 0,0 0 0 0 0,0 0 0 0 0,0 0 0 0 0,0 0 0 0 0,0 0 0 0 0,0 0 0 0 0,0 0 0 0 0,1 0 0 0 0,-1 0 0 0 0,0 0 0 0 0,0 0 0 0 0,0 0 0 0 0,0 0 0 0 0,10-9 2399 0 0,7-15 895 0 0,-15 17-3138 0 0,-1 1 0 0 0,0-1 0 0 0,0 0 0 0 0,-1 1 0 0 0,0-1 0 0 0,0 0 0 0 0,-1 1 0 0 0,1-1 0 0 0,-1 1-1 0 0,-1-1 1 0 0,1 1 0 0 0,-1-1 0 0 0,-1 1 0 0 0,1 0 0 0 0,-1 0 0 0 0,0 0 0 0 0,0 0 0 0 0,-1 0 0 0 0,1 1 0 0 0,-1 0 0 0 0,-1-1 0 0 0,-6-5 0 0 0,11 11-147 0 0,-1-1 1 0 0,1 1 0 0 0,-1 0 0 0 0,1-1-1 0 0,-1 1 1 0 0,1 0 0 0 0,-1 0 0 0 0,1 0-1 0 0,-1 0 1 0 0,1-1 0 0 0,-1 1 0 0 0,0 0 0 0 0,1 0-1 0 0,-1 0 1 0 0,1 0 0 0 0,-1 0 0 0 0,0 0-1 0 0,1 1 1 0 0,-1-1 0 0 0,1 0 0 0 0,-1 0-1 0 0,1 0 1 0 0,-1 0 0 0 0,1 1 0 0 0,-1-1-1 0 0,1 0 1 0 0,-1 1 0 0 0,1-1 0 0 0,-1 0-1 0 0,1 1 1 0 0,-1-1 0 0 0,1 1 0 0 0,-1-1-1 0 0,1 0 1 0 0,0 1 0 0 0,-1-1 0 0 0,1 1-1 0 0,0-1 1 0 0,-1 1 0 0 0,1-1 0 0 0,0 1 0 0 0,0 0-1 0 0,0-1 1 0 0,-1 1 0 0 0,1-1 0 0 0,0 1-1 0 0,0-1 1 0 0,0 2 0 0 0,-8 35 367 0 0,7-29-221 0 0,0 0-86 0 0,-1 1 0 0 0,2-1 0 0 0,-1 0 0 0 0,1 1 0 0 0,0-1 0 0 0,1 0 1 0 0,0 1-1 0 0,1-1 0 0 0,-1 0 0 0 0,1 0 0 0 0,1 0 0 0 0,5 13 0 0 0,-6-18-80 0 0,0 0 1 0 0,0 0-1 0 0,0 0 1 0 0,0 0-1 0 0,1 0 1 0 0,-1-1-1 0 0,1 1 1 0 0,-1-1-1 0 0,1 1 1 0 0,0-1-1 0 0,0 0 1 0 0,0 0-1 0 0,0-1 1 0 0,1 1-1 0 0,-1 0 1 0 0,0-1-1 0 0,1 0 1 0 0,-1 0-1 0 0,1 0 1 0 0,-1 0-1 0 0,1-1 1 0 0,-1 1-1 0 0,1-1 1 0 0,0 0-1 0 0,-1 0 1 0 0,1 0-1 0 0,0-1 1 0 0,-1 1-1 0 0,1-1 1 0 0,-1 0-1 0 0,6-1 1 0 0,6-3-42 0 0,0-1 1 0 0,0 0-1 0 0,-1 0 0 0 0,0-2 1 0 0,0 1-1 0 0,18-15 1 0 0,-6 3-170 0 0</inkml:trace>
</inkml:ink>
</file>

<file path=ppt/ink/ink2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36.9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 11 5065 0 0,'-31'0'8343'0'0,"45"13"-3436"0"0,-2-2-4588 0 0,-1 0-1 0 0,-1 1 1 0 0,1 0 0 0 0,-2 1 0 0 0,0 0 0 0 0,11 20 0 0 0,39 91 1946 0 0,-50-103-2184 0 0,-8-17-81 0 0,2 1 0 0 0,-1 0 0 0 0,0 0 0 0 0,0 0 0 0 0,0 1 0 0 0,-1-1 0 0 0,1 0 0 0 0,-1 1 0 0 0,-1 0 0 0 0,1 10 0 0 0,-3-13 9 0 0,-2-10 1 0 0,0-9-104 0 0,6-19-820 0 0,1 0-1 0 0,2 0 1 0 0,1 1 0 0 0,2 0-1 0 0,16-44 1 0 0,-22 71 1119 0 0,0 1 0 0 0,1-1 0 0 0,0 1-1 0 0,1 0 1 0 0,-1-1 0 0 0,1 1 0 0 0,7-8 0 0 0,-10 12-80 0 0,0 1 0 0 0,0 1-1 0 0,0-1 1 0 0,1 0 0 0 0,-1 0 0 0 0,0 0-1 0 0,0 1 1 0 0,1-1 0 0 0,-1 0 0 0 0,0 1-1 0 0,0-1 1 0 0,1 1 0 0 0,-1-1-1 0 0,1 1 1 0 0,-1 0 0 0 0,0 0 0 0 0,3 0-1 0 0,-2 0-54 0 0,0 0 0 0 0,0 1 0 0 0,0 0 0 0 0,0-1 0 0 0,0 1 0 0 0,0 0 0 0 0,-1 0 0 0 0,1 0 0 0 0,0 0 0 0 0,0 0 0 0 0,-1 1 0 0 0,1-1 0 0 0,-1 0 0 0 0,1 1 0 0 0,-1-1 0 0 0,2 3 0 0 0,6 8-13 0 0,0 0 0 0 0,-1 1-1 0 0,0 0 1 0 0,-1 1 0 0 0,9 20 0 0 0,-4 1 64 0 0,10 41 0 0 0,-22-76-121 0 0,0 0-1 0 0,0-1 1 0 0,0 1-1 0 0,0 0 1 0 0,0 0-1 0 0,0 0 1 0 0,0 0 0 0 0,0 0-1 0 0,0 0 1 0 0,0-1-1 0 0,1 1 1 0 0,-1 0 0 0 0,0 0-1 0 0,0 0 1 0 0,0 0-1 0 0,0 0 1 0 0,0 0 0 0 0,0 0-1 0 0,0 0 1 0 0,0-1-1 0 0,0 1 1 0 0,1 0 0 0 0,-1 0-1 0 0,0 0 1 0 0,0 0-1 0 0,0 0 1 0 0,0 0 0 0 0,0 0-1 0 0,0 0 1 0 0,0 0-1 0 0,1 0 1 0 0,-1 0 0 0 0,0 0-1 0 0,0 0 1 0 0,0 0-1 0 0,0 0 1 0 0,0 0-1 0 0,1 0 1 0 0,-1 0 0 0 0,0 0-1 0 0,0 0 1 0 0,0 0-1 0 0,0 0 1 0 0,0 0 0 0 0,0 0-1 0 0,0 0 1 0 0,1 0-1 0 0,-1 0 1 0 0,0 0 0 0 0,0 0-1 0 0,0 1 1 0 0,0-1-1 0 0,0 0 1 0 0,0 0 0 0 0,0 0-1 0 0,0 0 1 0 0,1 0-1 0 0,6-23-52 0 0,5-31-42 0 0,-1-15 30 0 0,-9 62 65 0 0,0 0 1 0 0,0 0 0 0 0,0 0-1 0 0,1 1 1 0 0,0-1 0 0 0,1 1-1 0 0,5-10 1 0 0,-8 15 7 0 0,0 0 0 0 0,0 0 0 0 0,1 0 0 0 0,-1 0 0 0 0,0 0 0 0 0,0 0 1 0 0,0 0-1 0 0,1 1 0 0 0,-1-1 0 0 0,0 0 0 0 0,1 1 0 0 0,-1-1 0 0 0,1 1 0 0 0,-1-1 0 0 0,1 1 0 0 0,-1 0 1 0 0,1-1-1 0 0,-1 1 0 0 0,1 0 0 0 0,-1 0 0 0 0,1 0 0 0 0,-1 0 0 0 0,1 1 0 0 0,-1-1 0 0 0,1 0 1 0 0,-1 1-1 0 0,1-1 0 0 0,-1 1 0 0 0,1-1 0 0 0,-1 1 0 0 0,1-1 0 0 0,1 3 0 0 0,6 2 76 0 0,-1 1 0 0 0,0 0 0 0 0,0 0 0 0 0,7 8-1 0 0,-2-2-1 0 0,-8-7-94 0 0,1 0 0 0 0,-1 0-1 0 0,1-1 1 0 0,0 0 0 0 0,0 0 0 0 0,0-1-1 0 0,0 0 1 0 0,1 0 0 0 0,0 0 0 0 0,-1-1-1 0 0,1 1 1 0 0,0-2 0 0 0,0 1 0 0 0,0-1-1 0 0,0 0 1 0 0,10 0 0 0 0,-1-4-388 0 0</inkml:trace>
</inkml:ink>
</file>

<file path=ppt/ink/ink2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37.4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102 347 5985 0 0,'5'-6'404'0'0,"0"0"0"0"0,0 0-1 0 0,-1-1 1 0 0,0 0 0 0 0,0 0 0 0 0,-1 0-1 0 0,0-1 1 0 0,0 1 0 0 0,-1-1 0 0 0,0 1-1 0 0,0-1 1 0 0,1-10 0 0 0,-2 11-374 0 0,0 0 1 0 0,-1 0-1 0 0,0 0 1 0 0,0 0-1 0 0,0 0 0 0 0,-1 0 1 0 0,0 0-1 0 0,-1 0 1 0 0,1 0-1 0 0,-1 0 1 0 0,0 0-1 0 0,-1 1 1 0 0,0-1-1 0 0,-3-5 0 0 0,5 10 28 0 0,0 0 0 0 0,-1 0 0 0 0,1 0 0 0 0,0 0-1 0 0,-1 0 1 0 0,1 0 0 0 0,-1 1 0 0 0,0-1 0 0 0,1 1-1 0 0,-1-1 1 0 0,0 1 0 0 0,0 0 0 0 0,0-1 0 0 0,0 1-1 0 0,0 0 1 0 0,0 0 0 0 0,0 0 0 0 0,-1 1 0 0 0,1-1-1 0 0,0 1 1 0 0,0-1 0 0 0,-1 1 0 0 0,1 0 0 0 0,0-1-1 0 0,0 1 1 0 0,-1 0 0 0 0,1 1 0 0 0,0-1 0 0 0,-1 0-1 0 0,1 1 1 0 0,0-1 0 0 0,0 1 0 0 0,-1 0 0 0 0,1-1-1 0 0,0 1 1 0 0,0 0 0 0 0,0 1 0 0 0,0-1 0 0 0,-3 2-1 0 0,1 1 152 0 0,0-1 0 0 0,0 1 0 0 0,1-1-1 0 0,0 1 1 0 0,-1 0 0 0 0,1 1 0 0 0,0-1 0 0 0,1 0-1 0 0,-1 1 1 0 0,1 0 0 0 0,0-1 0 0 0,0 1 0 0 0,0 0-1 0 0,1 0 1 0 0,0 0 0 0 0,-2 10 0 0 0,3-11-168 0 0,0 0 0 0 0,0 0 1 0 0,0-1-1 0 0,1 1 1 0 0,-1 0-1 0 0,1-1 0 0 0,-1 1 1 0 0,1 0-1 0 0,1-1 0 0 0,-1 1 1 0 0,0-1-1 0 0,1 1 0 0 0,0-1 1 0 0,0 0-1 0 0,0 0 0 0 0,0 0 1 0 0,0 0-1 0 0,0 0 0 0 0,1 0 1 0 0,0-1-1 0 0,-1 1 1 0 0,1-1-1 0 0,0 1 0 0 0,0-1 1 0 0,0 0-1 0 0,1 0 0 0 0,-1-1 1 0 0,0 1-1 0 0,7 2 0 0 0,-5-3-24 0 0,-1 0 0 0 0,1 0-1 0 0,0-1 1 0 0,-1 1-1 0 0,1-1 1 0 0,0 0 0 0 0,-1 0-1 0 0,1 0 1 0 0,0-1-1 0 0,-1 0 1 0 0,1 0 0 0 0,0 0-1 0 0,-1 0 1 0 0,0-1-1 0 0,1 0 1 0 0,-1 0 0 0 0,0 0-1 0 0,0 0 1 0 0,0-1-1 0 0,0 1 1 0 0,0-1 0 0 0,-1 0-1 0 0,6-5 1 0 0,4-8 160 0 0,-1 0 0 0 0,16-28 0 0 0,2-2 979 0 0,-29 46-1107 0 0,-1-1 1 0 0,1 0 0 0 0,0 1-1 0 0,-1-1 1 0 0,1 1-1 0 0,0 0 1 0 0,-1-1 0 0 0,1 1-1 0 0,0 0 1 0 0,0-1 0 0 0,-1 1-1 0 0,1 0 1 0 0,0 0-1 0 0,0 0 1 0 0,0 0 0 0 0,0-1-1 0 0,-1 1 1 0 0,1 0-1 0 0,0 1 1 0 0,0-1 0 0 0,0 0-1 0 0,0 0 1 0 0,-1 0-1 0 0,1 0 1 0 0,0 1 0 0 0,0-1-1 0 0,-1 0 1 0 0,1 1-1 0 0,0-1 1 0 0,0 0 0 0 0,-1 1-1 0 0,1-1 1 0 0,0 1 0 0 0,-1-1-1 0 0,1 1 1 0 0,-1 0-1 0 0,1-1 1 0 0,0 2 0 0 0,31 31 37 0 0,-22-22 50 0 0,-3-3-129 0 0,5 4 14 0 0,1 0 0 0 0,17 12-1 0 0,-27-21-18 0 0,0-1-1 0 0,0 0 0 0 0,0 0 0 0 0,1 0 1 0 0,-1-1-1 0 0,0 1 0 0 0,1-1 1 0 0,0 1-1 0 0,-1-1 0 0 0,1-1 0 0 0,0 1 1 0 0,0 0-1 0 0,-1-1 0 0 0,1 0 0 0 0,0 0 1 0 0,5 0-1 0 0,-7-1-2 0 0,0 0 0 0 0,0 0 0 0 0,0 0 0 0 0,0 0 0 0 0,0 0 0 0 0,0 0 0 0 0,0-1 0 0 0,0 1 0 0 0,0-1 0 0 0,-1 1 0 0 0,1-1 0 0 0,-1 0 0 0 0,1 0 0 0 0,-1 1 0 0 0,0-1 0 0 0,1 0 0 0 0,-1 0 0 0 0,1-3 0 0 0,16-42 0 0 0,-14 35 0 0 0,8-27-9 0 0,12-35-30 0 0,-21 69 37 0 0,-1 0 0 0 0,0 0 0 0 0,1 0 0 0 0,0 1 0 0 0,0-1 0 0 0,0 1 0 0 0,1 0 0 0 0,0 0 0 0 0,-1 0 0 0 0,1 0 0 0 0,6-3 0 0 0,-9 6 3 0 0,0 1 1 0 0,0-1-1 0 0,0 1 1 0 0,1-1-1 0 0,-1 1 1 0 0,0-1-1 0 0,0 1 0 0 0,1 0 1 0 0,-1 0-1 0 0,0 0 1 0 0,0 0-1 0 0,1 0 1 0 0,-1 0-1 0 0,0 0 1 0 0,0 0-1 0 0,1 0 0 0 0,-1 1 1 0 0,0-1-1 0 0,0 0 1 0 0,1 1-1 0 0,-1-1 1 0 0,2 2-1 0 0,27 19 168 0 0,-26-18-154 0 0,-1 0 1 0 0,1 0-1 0 0,-1 0 1 0 0,1-1-1 0 0,0 0 1 0 0,0 0-1 0 0,0 0 1 0 0,7 2-1 0 0,-8-3-96 0 0,1-1 0 0 0,-1 1 0 0 0,1-1 1 0 0,0 0-1 0 0,-1-1 0 0 0,1 1 0 0 0,-1-1 0 0 0,1 1 0 0 0,-1-1 0 0 0,1 0 0 0 0,6-3 0 0 0,18-16-3343 0 0</inkml:trace>
</inkml:ink>
</file>

<file path=ppt/ink/ink2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37.6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 90 4145 0 0,'-7'-27'1702'0'0,"-5"-35"11318"0"0,28 115-8992 0 0,24 35-3775 0 0,-37-81-60 0 0,130 228 429 0 0,-68-139-7553 0 0,-51-77-387 0 0</inkml:trace>
</inkml:ink>
</file>

<file path=ppt/ink/ink2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37.8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1 217 9674 0 0,'14'-12'5896'0'0,"39"-20"-3830"0"0,-48 30-1738 0 0,105-68 527 0 0,-5-9-5448 0 0,-80 57 2962 0 0</inkml:trace>
</inkml:ink>
</file>

<file path=ppt/ink/ink2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38.0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51 0 6913 0 0,'0'5'609'0'0,"0"-1"-481"0"0,0 5 3064 0 0,-2-4-1399 0 0,1 4-1 0 0,-1 1-64 0 0,-1 0-7 0 0,1-3-9 0 0,-1-2 1 0 0,-2-4-1313 0 0,2-2-264 0 0,-1-4-48 0 0,-2-5-16 0 0,-1-4-72 0 0,-6-8 64 0 0</inkml:trace>
</inkml:ink>
</file>

<file path=ppt/ink/ink2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6:39.3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182 8 6769 0 0,'2'-7'10727'0'0,"-17"8"-8283"0"0,-21 13-1786 0 0,21-3-383 0 0,0 2 1 0 0,1 0 0 0 0,1 1-1 0 0,0 0 1 0 0,1 1-1 0 0,0 0 1 0 0,2 1 0 0 0,-13 22-1 0 0,22-37-271 0 0,1 1 0 0 0,-1-1 0 0 0,1 0 0 0 0,-1 0 0 0 0,1 0 0 0 0,-1 0 0 0 0,1 1 0 0 0,-1-1 0 0 0,1 0 0 0 0,0 0 0 0 0,0 1 0 0 0,0-1 0 0 0,0 0 0 0 0,0 0 0 0 0,0 1 0 0 0,0-1 0 0 0,0 0 0 0 0,0 1 0 0 0,1-1 0 0 0,-1 0 0 0 0,0 0 0 0 0,1 0 0 0 0,-1 1 0 0 0,1-1 0 0 0,0 0 0 0 0,-1 0 0 0 0,1 0 0 0 0,0 0 0 0 0,0 0 0 0 0,-1 0 0 0 0,1 0 0 0 0,0 0-1 0 0,0 0 1 0 0,0 0 0 0 0,0-1 0 0 0,0 1 0 0 0,0 0 0 0 0,0-1 0 0 0,1 1 0 0 0,-1-1 0 0 0,2 2 0 0 0,7 1-62 0 0,0 0 0 0 0,0-1 0 0 0,0 0 1 0 0,16 2-1 0 0,-2-1 26 0 0,7 3-6 0 0,49 18 0 0 0,-70-21 37 0 0,0 1 0 0 0,0 0 1 0 0,-1 1-1 0 0,1 0 1 0 0,-1 1-1 0 0,-1 0 0 0 0,1 0 1 0 0,13 14-1 0 0,-20-18-2 0 0,-1 0 0 0 0,1 0 0 0 0,0 0 0 0 0,-1 0 0 0 0,0 1 0 0 0,1-1 0 0 0,-1 0 1 0 0,0 1-1 0 0,0-1 0 0 0,0 1 0 0 0,-1 0 0 0 0,1-1 0 0 0,-1 1 0 0 0,1 0 0 0 0,-1-1 0 0 0,0 1 0 0 0,0 0 0 0 0,0-1 0 0 0,-1 4 0 0 0,0-1 24 0 0,0 0 1 0 0,-1 0-1 0 0,0 0 0 0 0,0 0 1 0 0,0-1-1 0 0,0 1 0 0 0,-1-1 1 0 0,0 0-1 0 0,-5 7 0 0 0,-1-1 12 0 0,0 0-1 0 0,-1-1 1 0 0,-1 0-1 0 0,1 0 1 0 0,-1-1-1 0 0,-23 12 1 0 0,16-11-139 0 0,0-2-167 0 0</inkml:trace>
</inkml:ink>
</file>

<file path=ppt/ink/ink2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3:44.3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156 58 6449 0 0,'0'-3'106'0'0,"0"0"1"0"0,0 0-1 0 0,-1-1 0 0 0,1 1 0 0 0,-1 0 0 0 0,0 0 0 0 0,0 0 0 0 0,0 0 0 0 0,0 0 0 0 0,-1 0 1 0 0,1 0-1 0 0,-1 0 0 0 0,0 0 0 0 0,-3-4 0 0 0,4 6-57 0 0,0 1 0 0 0,0-1 0 0 0,1 1 0 0 0,-1-1 0 0 0,0 0 0 0 0,0 1 0 0 0,0-1 0 0 0,0 1 0 0 0,1 0 0 0 0,-1-1 0 0 0,0 1 0 0 0,0 0 0 0 0,0-1 0 0 0,0 1 0 0 0,0 0 0 0 0,0 0 0 0 0,0 0 0 0 0,0 0 0 0 0,-2 0 0 0 0,1 0 38 0 0,1 1 0 0 0,-1 0-1 0 0,1-1 1 0 0,-1 1 0 0 0,1 0 0 0 0,-1 0 0 0 0,1 0 0 0 0,0 0-1 0 0,-1 0 1 0 0,1 0 0 0 0,0 0 0 0 0,0 0 0 0 0,0 0 0 0 0,-1 1-1 0 0,0 2 1 0 0,-3 4 103 0 0,0 0-1 0 0,1 1 1 0 0,0 0-1 0 0,0 0 1 0 0,1 0-1 0 0,0 0 1 0 0,-2 16-1 0 0,-7 73 1115 0 0,8-54-787 0 0,-42 797 4175 0 0,56 4-3783 0 0,-3-492-459 0 0,11 83 352 0 0,1 84 577 0 0,-19-448-1294 0 0,-3 0-1 0 0,-3 0 0 0 0,-16 74 1 0 0,21-142-365 0 0,1 0 0 0 0,-2 0 0 0 0,1 0 1 0 0,0 0-1 0 0,-1 0 0 0 0,0 0 0 0 0,0-1 1 0 0,-3 5-1 0 0</inkml:trace>
</inkml:ink>
</file>

<file path=ppt/ink/ink2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3:44.84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9218 0 0,'4'2'115'0'0,"-1"0"0"0"0,1-1 0 0 0,-1 1 0 0 0,1-1 0 0 0,-1 0 1 0 0,1 0-1 0 0,0 0 0 0 0,0 0 0 0 0,6-1 0 0 0,13 5 232 0 0,587 137 2416 0 0,-95-94-2609 0 0,4-38 224 0 0,172-55 1545 0 0,-605 36-1638 0 0,186-21 663 0 0,142-12 2 0 0,-1 29-543 0 0,-365 16-383 0 0,-1 2 0 0 0,82 19-1 0 0,87 40-1880 0 0,-183-54 1217 0 0,-10-1-1409 0 0,1-2-1 0 0,0 0 0 0 0,35 4 0 0 0,-42-11 1985 0 0</inkml:trace>
</inkml:ink>
</file>

<file path=ppt/ink/ink2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3:45.51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3612 0 14283 0 0,'-4'3'127'0'0,"1"-1"1"0"0,0 1-1 0 0,0 0 0 0 0,0 0 0 0 0,1 0 1 0 0,-1 0-1 0 0,1 0 0 0 0,0 1 1 0 0,-1-1-1 0 0,2 1 0 0 0,-1 0 0 0 0,0-1 1 0 0,1 1-1 0 0,-1 0 0 0 0,1 0 1 0 0,0 0-1 0 0,0 6 0 0 0,-20 161 1356 0 0,2 272 0 0 0,25-262-1496 0 0,8-1 1 0 0,53 255-1 0 0,120 345 138 0 0,-170-716-94 0 0,109 361 134 0 0,-13-49-40 0 0,-105-349-106 0 0,9 31 266 0 0,-3 0-1 0 0,10 96 0 0 0,-23-152-267 0 0,-1-1 0 0 0,0 1-1 0 0,0-1 1 0 0,1 1 0 0 0,-1 0-1 0 0,-1-1 1 0 0,1 1-1 0 0,0-1 1 0 0,0 1 0 0 0,0-1-1 0 0,-1 1 1 0 0,1-1 0 0 0,-1 1-1 0 0,1-1 1 0 0,-1 1-1 0 0,0-1 1 0 0,1 0 0 0 0,-1 1-1 0 0,0-1 1 0 0,0 0 0 0 0,0 0-1 0 0,0 0 1 0 0,0 1-1 0 0,0-1 1 0 0,0 0 0 0 0,-1 0-1 0 0,1 0 1 0 0,0-1 0 0 0,0 1-1 0 0,-1 0 1 0 0,1 0-1 0 0,-1-1 1 0 0,1 1 0 0 0,-1-1-1 0 0,1 1 1 0 0,-1-1-1 0 0,1 0 1 0 0,-1 1 0 0 0,1-1-1 0 0,-1 0 1 0 0,1 0 0 0 0,-1 0-1 0 0,1 0 1 0 0,-1-1-1 0 0,1 1 1 0 0,-3-1 0 0 0,-10-1 48 0 0,0-2 1 0 0,0 0-1 0 0,1 0 1 0 0,-17-9-1 0 0,13 6 3 0 0,-34-10-98 0 0,0 1 0 0 0,-1 3 1 0 0,-1 2-1 0 0,-89-6 0 0 0,50 13-294 0 0,-173 14-1 0 0,-271 62 236 0 0,291-35-161 0 0,-31 12 23 0 0,8 0 70 0 0,-804 169 461 0 0,961-190-179 0 0,-362 111 1383 0 0,437-125-1511 0 0,-1-1 0 0 0,-1-2-1 0 0,0-1 1 0 0,0-2 0 0 0,-44 3 0 0 0,81-11-54 0 0,0 0 0 0 0,1 1-1 0 0,-1-1 1 0 0,0 0 0 0 0,0 0 0 0 0,1 0 0 0 0,-1 0-1 0 0,0 0 1 0 0,0 0 0 0 0,0 0 0 0 0,1 0 0 0 0,-1-1-1 0 0,0 1 1 0 0,1 0 0 0 0,-1 0 0 0 0,0-1 0 0 0,0 1-1 0 0,1 0 1 0 0,-1-1 0 0 0,0 1 0 0 0,1-1 0 0 0,-1 1-1 0 0,1-1 1 0 0,-1 1 0 0 0,1-1 0 0 0,-1 1-1 0 0,1-1 1 0 0,-1 1 0 0 0,1-1 0 0 0,-1 0 0 0 0,1 1-1 0 0,-1-1 1 0 0,1 0 0 0 0,0 1 0 0 0,0-1 0 0 0,-1 0-1 0 0,1 0 1 0 0,0-1 0 0 0,-1-16-790 0 0</inkml:trace>
</inkml:ink>
</file>

<file path=ppt/ink/ink2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3:46.5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28 256 4145 0 0,'-5'-9'296'0'0,"1"0"0"0"0,0-1 1 0 0,1 1-1 0 0,0-1 0 0 0,1 0 0 0 0,-2-13 1 0 0,3 17 155 0 0,0 0 0 0 0,1-1 0 0 0,0 1 0 0 0,0 0 0 0 0,1 0 0 0 0,-1 0 0 0 0,1 0 0 0 0,1 0 0 0 0,-1 1 0 0 0,1-1 0 0 0,5-11-1 0 0,-7 17-370 0 0,0-1-1 0 0,0 1 0 0 0,0-1 0 0 0,1 1 1 0 0,-1 0-1 0 0,0-1 0 0 0,1 1 0 0 0,-1 0 0 0 0,0-1 1 0 0,1 1-1 0 0,-1 0 0 0 0,0-1 0 0 0,1 1 1 0 0,-1 0-1 0 0,1 0 0 0 0,-1-1 0 0 0,0 1 0 0 0,1 0 1 0 0,-1 0-1 0 0,1 0 0 0 0,-1 0 0 0 0,1 0 0 0 0,-1-1 1 0 0,1 1-1 0 0,-1 0 0 0 0,1 0 0 0 0,-1 0 1 0 0,1 0-1 0 0,-1 0 0 0 0,1 1 0 0 0,15 8 1384 0 0,8 21-255 0 0,-23-29-1154 0 0,13 22 168 0 0,0 0-1 0 0,-2 1 1 0 0,16 44-1 0 0,19 81 707 0 0,-36-109-865 0 0,30 106-192 0 0,-42-154-205 0 0,0 0 0 0 0,1 0 1 0 0,0 0-1 0 0,2-12 0 0 0,0-10-317 0 0,-1-39-71 0 0,14-94-1 0 0,-9 123 1091 0 0,2 0 0 0 0,2 1-1 0 0,26-66 1 0 0,-34 100-276 0 0,-1 1 0 0 0,1 0 0 0 0,0 0 0 0 0,1 0 1 0 0,-1 1-1 0 0,1-1 0 0 0,-1 0 0 0 0,1 1 0 0 0,0 0 0 0 0,0 0 0 0 0,1-1 0 0 0,-1 2 0 0 0,1-1 0 0 0,-1 0 0 0 0,6-2 0 0 0,-6 4-26 0 0,0 0 0 0 0,0 1 0 0 0,-1-1 0 0 0,1 1 0 0 0,0 0 0 0 0,0-1 0 0 0,0 1 0 0 0,-1 1 0 0 0,1-1-1 0 0,0 0 1 0 0,0 1 0 0 0,0-1 0 0 0,-1 1 0 0 0,1 0 0 0 0,0 0 0 0 0,-1 0 0 0 0,1 0 0 0 0,-1 0 0 0 0,1 1 0 0 0,-1-1 0 0 0,1 1-1 0 0,-1 0 1 0 0,0-1 0 0 0,4 5 0 0 0,6 7 154 0 0,0-1 0 0 0,0 1 1 0 0,-2 1-1 0 0,0 0 0 0 0,0 1 0 0 0,12 25 0 0 0,36 101 178 0 0,-49-117-401 0 0,71 236-257 0 0,-51-147-2369 0 0,-28-111 2567 0 0,8 33-6657 0 0</inkml:trace>
</inkml:ink>
</file>

<file path=ppt/ink/ink2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3:46.9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33 5065 0 0,'0'-1'154'0'0,"0"-1"-1"0"0,0 0 1 0 0,0 1-1 0 0,0-1 1 0 0,0 1-1 0 0,1-1 1 0 0,-1 1-1 0 0,0-1 1 0 0,1 1-1 0 0,-1-1 1 0 0,1 1-1 0 0,0 0 1 0 0,-1-1-1 0 0,1 1 1 0 0,0-1-1 0 0,0 1 1 0 0,0 0-1 0 0,0 0 1 0 0,0 0-1 0 0,1-2 1 0 0,-1 3 0 0 0,0-1 1 0 0,0 1-1 0 0,0 0 0 0 0,1 0 1 0 0,-1 0-1 0 0,0 0 0 0 0,0 0 1 0 0,0 0-1 0 0,0 0 0 0 0,0 0 1 0 0,0 0-1 0 0,0 0 0 0 0,0 1 1 0 0,0-1-1 0 0,0 0 0 0 0,0 1 1 0 0,0-1-1 0 0,0 0 0 0 0,0 1 1 0 0,0 0-1 0 0,0-1 0 0 0,0 1 1 0 0,-1 0-1 0 0,1-1 0 0 0,0 1 1 0 0,0 0-1 0 0,-1 0 0 0 0,1-1 1 0 0,0 1-1 0 0,0 2 0 0 0,8 9 558 0 0,0 0-1 0 0,0 0 0 0 0,-2 1 0 0 0,0 0 0 0 0,9 23 1 0 0,21 75 855 0 0,-31-92-1275 0 0,70 280 1073 0 0,17 56-1607 0 0,-81-315-202 0 0,2 9-1078 0 0,-1-20-5019 0 0</inkml:trace>
</inkml:ink>
</file>

<file path=ppt/ink/ink2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3:47.3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7 380 3225 0 0,'-3'-27'891'0'0,"1"1"1"0"0,1 0 0 0 0,1-1 0 0 0,2 1 0 0 0,0-1 0 0 0,9-34-1 0 0,-9 52-473 0 0,0-1 1 0 0,0 1-1 0 0,1 0 0 0 0,0 0 0 0 0,1 0 0 0 0,0 0 0 0 0,0 1 0 0 0,1-1 0 0 0,0 1 1 0 0,1 0-1 0 0,0 1 0 0 0,8-9 0 0 0,-9 12-216 0 0,-1 0 1 0 0,1 0-1 0 0,0 1 1 0 0,0-1-1 0 0,0 1 1 0 0,0 0-1 0 0,1 1 1 0 0,-1-1-1 0 0,1 1 1 0 0,-1 1-1 0 0,1-1 1 0 0,0 1-1 0 0,0 0 0 0 0,0 0 1 0 0,0 0-1 0 0,0 1 1 0 0,0 0-1 0 0,0 0 1 0 0,0 0-1 0 0,10 3 1 0 0,-10-2-174 0 0,-1 1 1 0 0,1 0-1 0 0,-1 0 1 0 0,0 0 0 0 0,1 0-1 0 0,-1 1 1 0 0,0 0-1 0 0,0 0 1 0 0,0 0-1 0 0,-1 1 1 0 0,1-1-1 0 0,6 9 1 0 0,-4-4-31 0 0,-1 0 0 0 0,0 1 1 0 0,0-1-1 0 0,-1 1 0 0 0,0 1 0 0 0,6 15 1 0 0,-4-2-109 0 0,0 0 1 0 0,-2 0 0 0 0,0 1 0 0 0,-2-1-1 0 0,1 37 1 0 0,-4-30-107 0 0,-2 0 1 0 0,0 0-1 0 0,-2-1 1 0 0,-1 1-1 0 0,-2-1 1 0 0,-1-1-1 0 0,-21 53 1 0 0,22-64 266 0 0,-2 0 1 0 0,1-1-1 0 0,-2 0 1 0 0,0-1-1 0 0,-1 0 1 0 0,-1-1-1 0 0,0 0 1 0 0,-1 0-1 0 0,0-1 1 0 0,-1-1-1 0 0,0-1 1 0 0,-1 0-1 0 0,-29 16 0 0 0,30-20 782 0 0,19-12 375 0 0,25-11-55 0 0,-6 7-1026 0 0,1 1-1 0 0,0 1 1 0 0,1 1-1 0 0,0 2 1 0 0,52-3-1 0 0,-40 7-138 0 0,1 2 1 0 0,-1 1-1 0 0,55 13 0 0 0,33 15-2655 0 0,-90-22 1731 0 0</inkml:trace>
</inkml:ink>
</file>

<file path=ppt/ink/ink2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3:47.5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 36 2729 0 0,'-7'-3'120'0'0,"3"0"24"0"0,1 2-144 0 0,2 0 0 0 0,1-1 0 0 0,0 1 0 0 0,1-1 64 0 0,-1 1-64 0 0,1-2 72 0 0,1-1-72 0 0,1-1 0 0 0,-3 0 0 0 0,-2 0 0 0 0</inkml:trace>
</inkml:ink>
</file>

<file path=ppt/ink/ink2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3:48.0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 0 1896 0 0,'-10'5'20711'0'0,"7"8"-20151"0"0,2 8-3914 0 0,1-20 3255 0 0,1 0-1 0 0,-1 0 1 0 0,0 0-1 0 0,1 0 1 0 0,-1-1 0 0 0,1 1-1 0 0,-1 0 1 0 0,1 0-1 0 0,0 0 1 0 0,-1-1-1 0 0,1 1 1 0 0,0 0 0 0 0,-1 0-1 0 0,1-1 1 0 0,0 1-1 0 0,0-1 1 0 0,0 1 0 0 0,-1-1-1 0 0,1 1 1 0 0,0-1-1 0 0,0 0 1 0 0,0 1 0 0 0,0-1-1 0 0,0 0 1 0 0,0 1-1 0 0,0-1 1 0 0,0 0 0 0 0,0 0-1 0 0,0 0 1 0 0,0 0-1 0 0,0 0 1 0 0,0 0-1 0 0,0 0 1 0 0,0-1 0 0 0,0 1-1 0 0,0 0 1 0 0,2-1-1 0 0,6 3 15 0 0</inkml:trace>
</inkml:ink>
</file>

<file path=ppt/ink/ink2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3:48.2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66 17 168 0 0,'-2'-2'449'0'0,"1"1"0"0"0,-1-1-1 0 0,0 1 1 0 0,1 0 0 0 0,-1 0 0 0 0,0-1 0 0 0,0 1-1 0 0,1 0 1 0 0,-1 1 0 0 0,0-1 0 0 0,0 0-1 0 0,0 0 1 0 0,0 1 0 0 0,0 0 0 0 0,0-1 0 0 0,0 1-1 0 0,-1 0 1 0 0,1 0 0 0 0,0 0 0 0 0,0 0 0 0 0,0 0-1 0 0,-21 14 9226 0 0,22 3-7385 0 0,6 26-3181 0 0,-3-24 1547 0 0,74 439-178 0 0,-11-99-330 0 0,-61-328-301 0 0,10 67-511 0 0,-1-33-3029 0 0,-9-46-2910 0 0</inkml:trace>
</inkml:ink>
</file>

<file path=ppt/ink/ink2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3:48.4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4 294 1840 0 0,'-2'-6'233'0'0,"2"0"0"0"0,-1 0 0 0 0,1 0 1 0 0,0 0-1 0 0,0-1 0 0 0,0 1 0 0 0,1 0 0 0 0,0 0 0 0 0,1 0 0 0 0,-1 0 0 0 0,1 1 0 0 0,0-1 0 0 0,0 0 0 0 0,5-8 0 0 0,2-4 918 0 0,0 1 0 0 0,2-1-1 0 0,0 2 1 0 0,0 0 0 0 0,2 0 0 0 0,18-18 0 0 0,-26 28-1014 0 0,1 1 0 0 0,-1 0 1 0 0,1 0-1 0 0,0 0 0 0 0,1 0 0 0 0,-1 1 0 0 0,1 1 0 0 0,0-1 1 0 0,0 1-1 0 0,0 0 0 0 0,0 0 0 0 0,1 1 0 0 0,-1 0 0 0 0,1 0 1 0 0,-1 1-1 0 0,1 0 0 0 0,0 0 0 0 0,-1 1 0 0 0,10 0 0 0 0</inkml:trace>
</inkml:ink>
</file>

<file path=ppt/ink/ink2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3:48.6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1 150 1376 0 0,'31'-18'4735'0'0,"23"-27"-962"0"0,-34 27-3398 0 0,0 1 0 0 0,44-27 0 0 0,-51 37-814 0 0</inkml:trace>
</inkml:ink>
</file>

<file path=ppt/ink/ink2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3:48.9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1 124 6913 0 0,'121'-38'8155'0'0,"9"-3"-5553"0"0,-129 41-2609 0 0,88-28 44 0 0,-29 12-3419 0 0</inkml:trace>
</inkml:ink>
</file>

<file path=ppt/ink/ink2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3:49.3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88 0 6913 0 0,'-9'12'548'0'0,"-1"0"-1"0"0,1 0 0 0 0,1 1 1 0 0,0 0-1 0 0,1 0 0 0 0,1 1 1 0 0,0 0-1 0 0,1 0 0 0 0,0 0 1 0 0,1 1-1 0 0,0 0 0 0 0,2-1 1 0 0,0 1-1 0 0,-1 19 0 0 0,3-30-425 0 0,0 1-1 0 0,1-1 0 0 0,-1 1 0 0 0,1-1 1 0 0,0 0-1 0 0,0 1 0 0 0,0-1 0 0 0,1 0 1 0 0,-1 0-1 0 0,1 0 0 0 0,0 0 0 0 0,1 0 1 0 0,-1 0-1 0 0,0 0 0 0 0,1-1 1 0 0,0 1-1 0 0,0-1 0 0 0,6 6 0 0 0,-1-4 23 0 0,0 0 0 0 0,1 0 0 0 0,-1-1-1 0 0,1 0 1 0 0,0-1 0 0 0,0 0 0 0 0,17 3-1 0 0,12 3 136 0 0,-8-3-159 0 0,57 20 0 0 0,-80-23-156 0 0,1 0 1 0 0,-1 1 0 0 0,0 0 0 0 0,0 0-1 0 0,0 1 1 0 0,0-1 0 0 0,-1 1 0 0 0,0 1-1 0 0,0-1 1 0 0,0 1 0 0 0,0 0 0 0 0,5 9-1 0 0,-9-11 21 0 0,0-1 0 0 0,0 1 1 0 0,-1-1-1 0 0,1 1 0 0 0,-1 0 0 0 0,0 0 0 0 0,0 0 0 0 0,0 0 0 0 0,-1-1 0 0 0,1 1 0 0 0,-1 0 0 0 0,0 0 0 0 0,0 0 0 0 0,-1 5 0 0 0,-1-1 12 0 0,1 0 0 0 0,-1-1 0 0 0,-1 1-1 0 0,0-1 1 0 0,0 1 0 0 0,-6 10-1 0 0,-3 1 83 0 0,0-1-1 0 0,-2 0 1 0 0,0-1-1 0 0,-18 17 1 0 0,11-12 274 0 0,-2-1 0 0 0,0-1 0 0 0,-1-1 0 0 0,-1-1 0 0 0,-34 18-1 0 0,59-35-443 0 0,-1-1-1 0 0,1 0 0 0 0,0 1 0 0 0,-1-1 1 0 0,1 0-1 0 0,-1 0 0 0 0,1 0 0 0 0,-1 1 1 0 0,1-1-1 0 0,-1 0 0 0 0,1 0 0 0 0,-1 0 1 0 0,0 0-1 0 0,1 0 0 0 0,-1 0 0 0 0,1 0 1 0 0,-1 0-1 0 0,1 0 0 0 0,-1 0 0 0 0,1 0 1 0 0,-1 0-1 0 0,1 0 0 0 0,-1-1 0 0 0,1 1 1 0 0,-1 0-1 0 0,1 0 0 0 0,-1-1 0 0 0,1 1 1 0 0,-1-1-1 0 0</inkml:trace>
</inkml:ink>
</file>

<file path=ppt/ink/ink2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3:49.8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21 257 6449 0 0,'-3'-4'248'0'0,"0"0"-1"0"0,1-1 0 0 0,0 1 0 0 0,0-1 0 0 0,0 0 0 0 0,0 0 1 0 0,1 0-1 0 0,0 0 0 0 0,0 0 0 0 0,0 0 0 0 0,1 0 1 0 0,-1 0-1 0 0,1 0 0 0 0,0 0 0 0 0,1 0 0 0 0,-1 0 0 0 0,1 0 1 0 0,0 0-1 0 0,1 0 0 0 0,2-9 0 0 0,0 4 177 0 0,0 0 1 0 0,0 0-1 0 0,1 1 0 0 0,0 0 1 0 0,0 0-1 0 0,1 0 0 0 0,0 0 1 0 0,1 1-1 0 0,9-10 0 0 0,-11 14-274 0 0,0-1 1 0 0,1 1-1 0 0,-1 0 0 0 0,1 0 0 0 0,0 1 0 0 0,0 0 0 0 0,0 0 0 0 0,0 0 0 0 0,0 1 0 0 0,1 0 0 0 0,-1 0 0 0 0,1 0 0 0 0,0 1 0 0 0,-1 0 0 0 0,10 0 0 0 0,-10 1-114 0 0,-1 1 0 0 0,0 0-1 0 0,0 0 1 0 0,0 0-1 0 0,0 0 1 0 0,0 1 0 0 0,-1 0-1 0 0,1 0 1 0 0,0 0 0 0 0,-1 1-1 0 0,1-1 1 0 0,-1 1-1 0 0,0 0 1 0 0,0 1 0 0 0,0-1-1 0 0,-1 1 1 0 0,1-1 0 0 0,-1 1-1 0 0,1 0 1 0 0,-1 1-1 0 0,2 3 1 0 0,3 6-49 0 0,-2 0 0 0 0,1 0 0 0 0,-2 0 0 0 0,0 0 1 0 0,0 1-1 0 0,-2 0 0 0 0,0 0 0 0 0,0 0 0 0 0,-1 0 0 0 0,-1 1 0 0 0,-2 24 0 0 0,-2 5-331 0 0,-2-1 0 0 0,-18 76 0 0 0,1-44-206 0 0,-31 72 0 0 0,1-6 1047 0 0,52-140-412 0 0,-1 0-1 0 0,0 0 1 0 0,0 0-1 0 0,1 0 0 0 0,-1 0 1 0 0,1 0-1 0 0,0 0 1 0 0,-1 0-1 0 0,1 0 1 0 0,0 0-1 0 0,0 1 0 0 0,0-1 1 0 0,1 0-1 0 0,-1 0 1 0 0,0 0-1 0 0,2 3 0 0 0,-1-4-22 0 0,0-1 0 0 0,0 1 0 0 0,0 0 0 0 0,1-1 0 0 0,-1 1-1 0 0,0 0 1 0 0,1-1 0 0 0,-1 0 0 0 0,0 1 0 0 0,1-1-1 0 0,-1 0 1 0 0,1 0 0 0 0,-1 1 0 0 0,0-1 0 0 0,1 0 0 0 0,-1 0-1 0 0,1-1 1 0 0,-1 1 0 0 0,0 0 0 0 0,1 0 0 0 0,-1-1 0 0 0,1 1-1 0 0,-1-1 1 0 0,2 0 0 0 0,25-8 220 0 0,0-2 0 0 0,-1 0 1 0 0,0-2-1 0 0,45-29 0 0 0,-50 27-320 0 0,2 1 0 0 0,0 1-1 0 0,0 2 1 0 0,1 0 0 0 0,1 1-1 0 0,29-6 1 0 0,-10 8-2051 0 0,-22 6-4885 0 0</inkml:trace>
</inkml:ink>
</file>

<file path=ppt/ink/ink2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3:50.2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310 174 1840 0 0,'-3'-14'207'0'0,"1"7"-69"0"0,0 1 1 0 0,0-1-1 0 0,1 0 1 0 0,0 0 0 0 0,0-1-1 0 0,1 1 1 0 0,0 0 0 0 0,0 0-1 0 0,2-7 1 0 0,4-69 16056 0 0,-100 505-12904 0 0,20-98-3232 0 0,1 77-45 0 0,57-274-16 0 0,2 152 1 0 0,12-176-384 0 0,-4-1-1 0 0,-19 103 1 0 0,23-191-884 0 0,2-3-363 0 0</inkml:trace>
</inkml:ink>
</file>

<file path=ppt/ink/ink2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3:50.5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0 163 3225 0 0,'24'4'2049'0'0,"-9"-5"-798"0"0,0 0-1 0 0,0-2 0 0 0,-1 1 1 0 0,1-2-1 0 0,0 0 0 0 0,19-8 0 0 0,85-45-423 0 0,-81 38-709 0 0,56-33-1722 0 0,-77 41-3209 0 0</inkml:trace>
</inkml:ink>
</file>

<file path=ppt/ink/ink2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3:50.8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41 0 2761 0 0,'-3'3'324'0'0,"-1"0"1"0"0,1 0 0 0 0,0 1 0 0 0,0-1 0 0 0,0 1-1 0 0,0-1 1 0 0,1 1 0 0 0,0 0 0 0 0,0 0 0 0 0,0 0 0 0 0,0 0-1 0 0,-2 7 1 0 0,4-8-111 0 0,0 0-1 0 0,-1 0 0 0 0,2 0 1 0 0,-1-1-1 0 0,0 1 0 0 0,0 0 1 0 0,1 0-1 0 0,0-1 0 0 0,-1 1 1 0 0,1 0-1 0 0,0-1 1 0 0,0 1-1 0 0,1-1 0 0 0,-1 1 1 0 0,0-1-1 0 0,1 0 0 0 0,0 1 1 0 0,-1-1-1 0 0,1 0 0 0 0,0 0 1 0 0,0 0-1 0 0,3 2 1 0 0,5 4 270 0 0,1 0 0 0 0,0-1 0 0 0,1 0 0 0 0,0-1 0 0 0,0 0 0 0 0,0-1 0 0 0,1-1 0 0 0,-1 0 0 0 0,24 5 0 0 0,-17-5 16 0 0,0 2 0 0 0,0 0 0 0 0,22 12 0 0 0,-38-17-459 0 0,0 1 0 0 0,0-1 0 0 0,0 1-1 0 0,0 0 1 0 0,-1 0 0 0 0,1 1 0 0 0,-1-1 0 0 0,1 1 0 0 0,-1-1 0 0 0,0 1 0 0 0,0-1 0 0 0,0 1 0 0 0,0 0 0 0 0,0 0 0 0 0,-1 0 0 0 0,1 0 0 0 0,-1 1 0 0 0,0-1 0 0 0,1 4 0 0 0,-1-2-7 0 0,-1 1 0 0 0,0 0 0 0 0,0-1 0 0 0,0 1 0 0 0,0 0 0 0 0,-1 0-1 0 0,0-1 1 0 0,0 1 0 0 0,-1 0 0 0 0,-2 7 0 0 0,-4 6 60 0 0,-2 0 1 0 0,1 0-1 0 0,-2-1 0 0 0,-1-1 0 0 0,-14 18 0 0 0,-9 9 62 0 0,-2-2 0 0 0,-72 65-1 0 0,70-79-1937 0 0,31-21 237 0 0</inkml:trace>
</inkml:ink>
</file>

<file path=ppt/ink/ink2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3:51.8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19 103 4609 0 0,'-1'-1'179'0'0,"0"0"-1"0"0,-1 1 1 0 0,1-1 0 0 0,0 0-1 0 0,0 0 1 0 0,0 1-1 0 0,0-1 1 0 0,0 0 0 0 0,0 0-1 0 0,0 0 1 0 0,1 0 0 0 0,-1-1-1 0 0,0 1 1 0 0,0 0-1 0 0,1 0 1 0 0,-1 0 0 0 0,1-1-1 0 0,-1 1 1 0 0,1 0 0 0 0,0 0-1 0 0,-1-1 1 0 0,1 1 0 0 0,0 0-1 0 0,0-1 1 0 0,0 1-1 0 0,0-1 1 0 0,0 1 0 0 0,0 0-1 0 0,0-1 1 0 0,0 1 0 0 0,1 0-1 0 0,-1 0 1 0 0,0-1-1 0 0,1 1 1 0 0,-1 0 0 0 0,2-2-1 0 0,0-1 115 0 0,-1 1 0 0 0,1 0-1 0 0,0 0 1 0 0,0 0 0 0 0,0 0-1 0 0,1 1 1 0 0,-1-1-1 0 0,1 0 1 0 0,-1 1 0 0 0,1 0-1 0 0,0 0 1 0 0,0-1 0 0 0,4-1-1 0 0,0 1-61 0 0,0 0 0 0 0,1 0 0 0 0,-1 1 0 0 0,1 0 0 0 0,-1 0 0 0 0,1 0 0 0 0,0 1 0 0 0,-1 1 0 0 0,1-1 0 0 0,0 1 0 0 0,0 0 0 0 0,0 1 0 0 0,-1 0 0 0 0,11 2 0 0 0,-14-1-203 0 0,0-1-1 0 0,1 1 1 0 0,-1 0 0 0 0,0 0-1 0 0,0 1 1 0 0,0-1 0 0 0,0 1 0 0 0,-1 0-1 0 0,1 0 1 0 0,-1 0 0 0 0,1 0-1 0 0,-1 1 1 0 0,0-1 0 0 0,-1 1-1 0 0,1 0 1 0 0,0 0 0 0 0,-1 0 0 0 0,0 0-1 0 0,0 0 1 0 0,0 0 0 0 0,-1 1-1 0 0,1-1 1 0 0,-1 1 0 0 0,0-1-1 0 0,0 7 1 0 0,0 3-59 0 0,-1 0 1 0 0,0 0-1 0 0,-1 0 0 0 0,-1 0 0 0 0,0 0 1 0 0,-1 0-1 0 0,-1 0 0 0 0,0 0 0 0 0,-10 22 0 0 0,-11 40-69 0 0,25-74 101 0 0,-1-1-1 0 0,1 1 1 0 0,-1 0 0 0 0,1 0-1 0 0,0 0 1 0 0,0 0-1 0 0,0-1 1 0 0,0 1 0 0 0,0 0-1 0 0,0 0 1 0 0,0 0 0 0 0,1 0-1 0 0,-1-1 1 0 0,1 1-1 0 0,-1 0 1 0 0,1 0 0 0 0,0-1-1 0 0,-1 1 1 0 0,1 0 0 0 0,0-1-1 0 0,0 1 1 0 0,0-1-1 0 0,1 1 1 0 0,-1-1 0 0 0,0 1-1 0 0,0-1 1 0 0,1 0 0 0 0,-1 0-1 0 0,1 0 1 0 0,-1 0 0 0 0,1 0-1 0 0,-1 0 1 0 0,4 1-1 0 0,4 2 6 0 0,1-2 0 0 0,-1 1 0 0 0,1-1-1 0 0,0-1 1 0 0,13 2 0 0 0,15 2 2 0 0,-30-4 37 0 0,0 2 1 0 0,0-1-1 0 0,0 1 0 0 0,-1 0 1 0 0,1 0-1 0 0,-1 1 1 0 0,0 0-1 0 0,0 1 0 0 0,0-1 1 0 0,-1 1-1 0 0,0 1 0 0 0,0-1 1 0 0,0 1-1 0 0,8 11 0 0 0,-10-11 3 0 0,0 0-1 0 0,-1 1 1 0 0,0-1-1 0 0,0 1 1 0 0,0 0-1 0 0,-1 0 1 0 0,0 0 0 0 0,0 0-1 0 0,-1 1 1 0 0,0-1-1 0 0,-1 0 1 0 0,1 1-1 0 0,-1-1 1 0 0,-1 0-1 0 0,1 1 1 0 0,-3 10-1 0 0,0-3 176 0 0,-1-1-1 0 0,-1 1 0 0 0,0-1 0 0 0,-1 1 0 0 0,-1-1 1 0 0,0-1-1 0 0,-1 0 0 0 0,0 0 0 0 0,-13 16 0 0 0,13-20-206 0 0,0 0 0 0 0,0 0-1 0 0,0-1 1 0 0,-1 0-1 0 0,-1 0 1 0 0,1-1-1 0 0,-1 0 1 0 0,-1-1 0 0 0,1 0-1 0 0,-1-1 1 0 0,0 0-1 0 0,-17 5 1 0 0,11-7-304 0 0</inkml:trace>
</inkml:ink>
</file>

<file path=ppt/ink/ink2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4:37.5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389 34 11979 0 0,'0'-1'212'0'0,"0"-1"1"0"0,-1 1-1 0 0,1-1 1 0 0,-1 1-1 0 0,1-1 1 0 0,-1 1-1 0 0,0 0 1 0 0,1-1-1 0 0,-1 1 1 0 0,0 0-1 0 0,0-1 1 0 0,0 1 0 0 0,0 0-1 0 0,0 0 1 0 0,0 0-1 0 0,0 0 1 0 0,-1 0-1 0 0,1 0 1 0 0,0 0-1 0 0,-1 0 1 0 0,1 1-1 0 0,0-1 1 0 0,-1 0-1 0 0,1 1 1 0 0,-1-1 0 0 0,1 1-1 0 0,-1 0 1 0 0,-1-1-1 0 0,-2 0 89 0 0,1 0 0 0 0,-1 0-1 0 0,1 1 1 0 0,0-1 0 0 0,-1 1-1 0 0,1 0 1 0 0,-1 0 0 0 0,-8 2-1 0 0,4 1-134 0 0,0 1 0 0 0,0 0 0 0 0,0 0 0 0 0,1 1 0 0 0,0 0 0 0 0,0 0 0 0 0,-12 11-1 0 0,-49 51 230 0 0,49-46-320 0 0,-7 7-1 0 0,-31 41 0 0 0,51-60-63 0 0,0 1 0 0 0,1 1 0 0 0,0-1 0 0 0,0 1 0 0 0,1 0 1 0 0,1 0-1 0 0,0 0 0 0 0,-4 20 0 0 0,7-26-15 0 0,1-1-1 0 0,0 0 1 0 0,0 0-1 0 0,0 1 1 0 0,1-1 0 0 0,-1 0-1 0 0,1 0 1 0 0,0 0 0 0 0,1 0-1 0 0,-1 1 1 0 0,1-2-1 0 0,-1 1 1 0 0,1 0 0 0 0,0 0-1 0 0,1 0 1 0 0,-1-1 0 0 0,0 1-1 0 0,1-1 1 0 0,0 0-1 0 0,0 0 1 0 0,0 0 0 0 0,4 3-1 0 0,9 6-41 0 0,0-1-1 0 0,0 0 1 0 0,29 13-1 0 0,-19-10-1 0 0,18 11-98 0 0,79 59 0 0 0,-110-73 125 0 0,1 0 0 0 0,-2 1-1 0 0,1 1 1 0 0,-2 0 0 0 0,1 1-1 0 0,-2 0 1 0 0,0 0-1 0 0,-1 1 1 0 0,10 21 0 0 0,-16-28 32 0 0,-1-1 0 0 0,0 1 0 0 0,-1-1 0 0 0,1 1 0 0 0,-1 0 0 0 0,-1 0 1 0 0,0 0-1 0 0,0-1 0 0 0,0 1 0 0 0,-1 0 0 0 0,0 0 0 0 0,-1-1 0 0 0,1 1 0 0 0,-1 0 0 0 0,-1-1 1 0 0,0 0-1 0 0,0 1 0 0 0,0-1 0 0 0,-1-1 0 0 0,-8 14 0 0 0,5-11-154 0 0,0 1 1 0 0,-1-1-1 0 0,0-1 0 0 0,-1 1 0 0 0,1-2 0 0 0,-2 1 1 0 0,1-1-1 0 0,-1 0 0 0 0,0-1 0 0 0,0 0 0 0 0,-1-1 1 0 0,1 0-1 0 0,-15 5 0 0 0,7-6-7149 0 0</inkml:trace>
</inkml:ink>
</file>

<file path=ppt/ink/ink2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4:38.1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1 310 5529 0 0,'14'0'598'0'0,"0"-2"0"0"0,0 1-1 0 0,0-2 1 0 0,0 0 0 0 0,0-1 0 0 0,0 0-1 0 0,-1-1 1 0 0,0-1 0 0 0,0 0 0 0 0,0-1-1 0 0,-1 0 1 0 0,0 0 0 0 0,15-14 0 0 0,-23 17-507 0 0,-1 1 0 0 0,0-1 1 0 0,0-1-1 0 0,0 1 0 0 0,-1 0 1 0 0,1-1-1 0 0,-1 1 0 0 0,0-1 1 0 0,-1 0-1 0 0,1 0 1 0 0,-1 0-1 0 0,0 0 0 0 0,0 0 1 0 0,0 0-1 0 0,-1 0 0 0 0,0 0 1 0 0,0 0-1 0 0,0 0 0 0 0,-1-7 1 0 0,0 6 40 0 0,0 0-1 0 0,0-1 1 0 0,0 1 0 0 0,-1 0 0 0 0,0 0-1 0 0,0 0 1 0 0,-1 0 0 0 0,0 1 0 0 0,0-1 0 0 0,0 1-1 0 0,0-1 1 0 0,-1 1 0 0 0,0 0 0 0 0,0 1-1 0 0,-6-7 1 0 0,9 10-123 0 0,0 0-1 0 0,0 0 1 0 0,0 1-1 0 0,0-1 0 0 0,0 0 1 0 0,-1 0-1 0 0,1 1 1 0 0,0-1-1 0 0,0 0 1 0 0,-1 1-1 0 0,1-1 1 0 0,0 1-1 0 0,-1 0 1 0 0,1-1-1 0 0,0 1 1 0 0,-1 0-1 0 0,1 0 1 0 0,0 0-1 0 0,-1 0 1 0 0,1 0-1 0 0,-1 0 0 0 0,1 0 1 0 0,0 1-1 0 0,-1-1 1 0 0,-1 1-1 0 0,1 0 17 0 0,0 1 0 0 0,1-1 0 0 0,-1 1 0 0 0,0-1 0 0 0,1 1 0 0 0,-1 0 0 0 0,1-1 0 0 0,0 1 1 0 0,-1 0-1 0 0,1 0 0 0 0,0 0 0 0 0,0 0 0 0 0,0 0 0 0 0,0 3 0 0 0,-3 5 77 0 0,1 2 0 0 0,1-1 0 0 0,0 0 1 0 0,-1 21-1 0 0,3-22-107 0 0,0-1 0 0 0,0 0 0 0 0,1 0 0 0 0,1 1 0 0 0,-1-1 0 0 0,2 0 0 0 0,-1 0 0 0 0,1-1-1 0 0,0 1 1 0 0,1 0 0 0 0,0-1 0 0 0,1 0 0 0 0,-1 0 0 0 0,12 13 0 0 0,-13-17 2 0 0,1 0 0 0 0,0 0 1 0 0,0 0-1 0 0,1-1 0 0 0,-1 0 0 0 0,1 0 0 0 0,-1 0 1 0 0,1 0-1 0 0,0-1 0 0 0,0 0 0 0 0,0 0 0 0 0,1 0 0 0 0,-1-1 1 0 0,0 1-1 0 0,1-1 0 0 0,-1-1 0 0 0,0 1 0 0 0,1-1 1 0 0,-1 0-1 0 0,1 0 0 0 0,-1 0 0 0 0,1-1 0 0 0,-1 0 0 0 0,1 0 1 0 0,-1 0-1 0 0,6-3 0 0 0,-3 1 45 0 0,0-1 0 0 0,0 0 0 0 0,0 0 0 0 0,-1-1 0 0 0,1 0 0 0 0,-1-1 0 0 0,-1 1 0 0 0,1-1 0 0 0,-1-1-1 0 0,0 1 1 0 0,0-1 0 0 0,7-11 0 0 0,7-13 431 0 0,28-57 0 0 0,-28 50-332 0 0,-14 26-54 0 0,-4 6 2 0 0,1 0 0 0 0,0 0 0 0 0,0 0 0 0 0,1 1 0 0 0,0 0-1 0 0,0-1 1 0 0,0 1 0 0 0,0 1 0 0 0,1-1 0 0 0,9-7 0 0 0,-13 12-65 0 0,-1 0 1 0 0,1 0 0 0 0,0-1-1 0 0,0 1 1 0 0,0 0 0 0 0,0 0 0 0 0,0 0-1 0 0,0 0 1 0 0,0 0 0 0 0,0 1-1 0 0,0-1 1 0 0,0 0 0 0 0,-1 0 0 0 0,1 1-1 0 0,0-1 1 0 0,0 0 0 0 0,0 1-1 0 0,0-1 1 0 0,-1 1 0 0 0,1-1 0 0 0,0 1-1 0 0,0-1 1 0 0,-1 1 0 0 0,1-1-1 0 0,0 1 1 0 0,-1 0 0 0 0,1 0 0 0 0,-1-1-1 0 0,1 1 1 0 0,-1 0 0 0 0,1 0 0 0 0,-1-1-1 0 0,1 1 1 0 0,-1 0 0 0 0,0 0-1 0 0,0 0 1 0 0,1 1 0 0 0,13 40 138 0 0,-12-36-121 0 0,13 54 13 0 0,-10-36-30 0 0,1-1-1 0 0,1 0 0 0 0,1 0 0 0 0,1 0 0 0 0,16 28 0 0 0,-25-50-26 0 0,1 0 0 0 0,0 0 1 0 0,-1 0-1 0 0,1 0 0 0 0,0 1 0 0 0,0-1 0 0 0,0 0 1 0 0,0-1-1 0 0,0 1 0 0 0,0 0 0 0 0,0 0 1 0 0,0 0-1 0 0,0-1 0 0 0,0 1 0 0 0,0 0 1 0 0,0-1-1 0 0,1 1 0 0 0,-1-1 0 0 0,0 1 0 0 0,0-1 1 0 0,1 0-1 0 0,-1 0 0 0 0,0 1 0 0 0,1-1 1 0 0,-1 0-1 0 0,0 0 0 0 0,1 0 0 0 0,-1 0 0 0 0,0-1 1 0 0,1 1-1 0 0,-1 0 0 0 0,0-1 0 0 0,0 1 1 0 0,1 0-1 0 0,-1-1 0 0 0,0 1 0 0 0,0-1 0 0 0,0 0 1 0 0,0 1-1 0 0,0-1 0 0 0,1 0 0 0 0,-1 0 1 0 0,-1 0-1 0 0,1 0 0 0 0,0 0 0 0 0,0 0 1 0 0,1-1-1 0 0,7-8-33 0 0,-1 0 1 0 0,-1-1-1 0 0,13-21 1 0 0,-14 22 15 0 0,7-14-74 0 0,-2 5-47 0 0,0 1 0 0 0,25-32 0 0 0,-33 47 162 0 0,-1-1 0 0 0,1 1 0 0 0,0 0 0 0 0,0 1 0 0 0,0-1 0 0 0,0 0 0 0 0,1 1 0 0 0,-1 0 0 0 0,1 0-1 0 0,-1 0 1 0 0,1 0 0 0 0,0 1 0 0 0,0-1 0 0 0,0 1 0 0 0,0 0 0 0 0,0 0 0 0 0,0 0 0 0 0,0 1 0 0 0,0-1 0 0 0,0 1 0 0 0,6 0 0 0 0,-8 1-8 0 0,0 0 1 0 0,0 0-1 0 0,0-1 0 0 0,0 2 1 0 0,0-1-1 0 0,0 0 1 0 0,0 0-1 0 0,0 0 1 0 0,-1 1-1 0 0,1-1 0 0 0,0 1 1 0 0,-1 0-1 0 0,1-1 1 0 0,-1 1-1 0 0,0 0 1 0 0,0 0-1 0 0,2 2 0 0 0,18 42 17 0 0,-14-30-33 0 0,-2-6-151 0 0,-1 0 1 0 0,2 0 0 0 0,0-1-1 0 0,0 0 1 0 0,0 0 0 0 0,15 15-1 0 0,-16-19-1126 0 0,0-2 0 0 0,0 1-1 0 0,0 0 1 0 0,11 5 0 0 0,7 1-5349 0 0</inkml:trace>
</inkml:ink>
</file>

<file path=ppt/ink/ink2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4:38.4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112 329 656 0 0,'11'-35'848'0'0,"7"-42"-1"0"0,-14 49 1553 0 0,0 0 1 0 0,-1 1-1 0 0,-2-1 0 0 0,-3-35 0 0 0,2 61-2205 0 0,0 0-1 0 0,0 0 0 0 0,0 0 0 0 0,0 1 0 0 0,0-1 0 0 0,-1 0 0 0 0,1 0 0 0 0,-1 0 1 0 0,1 0-1 0 0,-1 1 0 0 0,1-1 0 0 0,-1 0 0 0 0,0 0 0 0 0,0 1 0 0 0,0-1 1 0 0,0 1-1 0 0,0-1 0 0 0,-1 1 0 0 0,1-1 0 0 0,0 1 0 0 0,-1 0 0 0 0,1-1 0 0 0,-1 1 1 0 0,-2-1-1 0 0,3 2-81 0 0,-1 0-1 0 0,0 0 1 0 0,0 0 0 0 0,0 0 0 0 0,0 1 0 0 0,0-1 0 0 0,0 1 0 0 0,0-1-1 0 0,1 1 1 0 0,-1 0 0 0 0,0 0 0 0 0,0 0 0 0 0,1 0 0 0 0,-1 0-1 0 0,1 0 1 0 0,-1 0 0 0 0,1 0 0 0 0,-1 1 0 0 0,1-1 0 0 0,0 1-1 0 0,-1-1 1 0 0,1 1 0 0 0,-2 2 0 0 0,-7 10-29 0 0,0 0-1 0 0,0 1 1 0 0,1 1-1 0 0,1-1 1 0 0,1 1-1 0 0,0 0 1 0 0,1 1 0 0 0,0 0-1 0 0,2 0 1 0 0,0 0-1 0 0,-3 31 1 0 0,7-45-81 0 0,0 1-1 0 0,0-1 1 0 0,1 1 0 0 0,-1-1 0 0 0,1 1 0 0 0,0-1-1 0 0,0 0 1 0 0,0 1 0 0 0,1-1 0 0 0,-1 0 0 0 0,1 0-1 0 0,-1 0 1 0 0,1 0 0 0 0,0 0 0 0 0,0 0 0 0 0,1 0-1 0 0,-1 0 1 0 0,0-1 0 0 0,1 1 0 0 0,0-1 0 0 0,-1 0-1 0 0,1 0 1 0 0,0 0 0 0 0,0 0 0 0 0,0 0-1 0 0,0-1 1 0 0,1 0 0 0 0,6 3 0 0 0,8 0-8 0 0,0 0 0 0 0,0 0 0 0 0,1-2 0 0 0,27 0 0 0 0,14 3-68 0 0,-52-3 65 0 0,0-1 1 0 0,-1 1 0 0 0,1 1 0 0 0,0-1-1 0 0,-1 1 1 0 0,0 1 0 0 0,0-1 0 0 0,0 1-1 0 0,0 0 1 0 0,-1 1 0 0 0,1 0 0 0 0,9 10-1 0 0,-13-12 9 0 0,0 1-1 0 0,0-1 0 0 0,0 1 1 0 0,-1 0-1 0 0,0 0 0 0 0,0 0 0 0 0,0 1 1 0 0,0-1-1 0 0,-1 0 0 0 0,1 1 1 0 0,-1-1-1 0 0,0 1 0 0 0,-1-1 1 0 0,1 1-1 0 0,-1-1 0 0 0,0 1 1 0 0,0 0-1 0 0,0-1 0 0 0,0 1 1 0 0,-1-1-1 0 0,0 1 0 0 0,0-1 1 0 0,-2 5-1 0 0,-2 3-97 0 0,0 0 1 0 0,-1-1-1 0 0,0 0 1 0 0,0 0-1 0 0,-2-1 1 0 0,1 0-1 0 0,-1 0 1 0 0,-1 0-1 0 0,0-1 0 0 0,0-1 1 0 0,0 1-1 0 0,-1-2 1 0 0,-1 1-1 0 0,1-1 1 0 0,-1-1-1 0 0,0 0 1 0 0,-17 6-1 0 0,13-8-5059 0 0</inkml:trace>
</inkml:ink>
</file>

<file path=ppt/ink/ink2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4:38.7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67 3681 0 0,'9'-9'137'0'0,"20"-6"10959"0"0,-28 16-10861 0 0,-1-1-116 0 0,1 1 0 0 0,-1 0-1 0 0,1 0 1 0 0,-1-1 0 0 0,0 1 0 0 0,0 0 0 0 0,1 0-1 0 0,-1-1 1 0 0,0 1 0 0 0,0 0 0 0 0,0 0 0 0 0,0 0-1 0 0,0-1 1 0 0,0 1 0 0 0,0 0 0 0 0,0 0 0 0 0,0 0-1 0 0,0-1 1 0 0,-1 1 0 0 0,1 1 0 0 0,-15 64 1833 0 0,7-39-1757 0 0,2-1 0 0 0,1 1 1 0 0,1 0-1 0 0,0 45 0 0 0,4-66-198 0 0,1 0 0 0 0,-1 0-1 0 0,1 1 1 0 0,0-1 0 0 0,1 0 0 0 0,-1 0 0 0 0,1 0 0 0 0,1 0 0 0 0,-1 0 0 0 0,1-1 0 0 0,0 1 0 0 0,0-1-1 0 0,0 0 1 0 0,1 1 0 0 0,0-1 0 0 0,0-1 0 0 0,0 1 0 0 0,1-1 0 0 0,-1 0 0 0 0,1 0 0 0 0,0 0-1 0 0,0 0 1 0 0,1-1 0 0 0,-1 0 0 0 0,9 4 0 0 0,-5-4 32 0 0,0 0 1 0 0,1-1-1 0 0,-1 0 1 0 0,1-1-1 0 0,-1 0 1 0 0,1 0-1 0 0,-1-1 0 0 0,1 0 1 0 0,0 0-1 0 0,-1-1 1 0 0,1-1-1 0 0,-1 0 1 0 0,0 0-1 0 0,1-1 0 0 0,-1 0 1 0 0,0 0-1 0 0,13-8 1 0 0,-17 9 26 0 0,0-1 1 0 0,0 1 0 0 0,0-1 0 0 0,-1-1-1 0 0,1 1 1 0 0,-1-1 0 0 0,0 1 0 0 0,1-1-1 0 0,-2-1 1 0 0,1 1 0 0 0,-1 0 0 0 0,1-1-1 0 0,-1 0 1 0 0,0 0 0 0 0,-1 0-1 0 0,1 0 1 0 0,-1 0 0 0 0,0 0 0 0 0,0-1-1 0 0,-1 1 1 0 0,0-1 0 0 0,0 1 0 0 0,0-1-1 0 0,0 1 1 0 0,-1-1 0 0 0,0 0 0 0 0,0 1-1 0 0,-1-1 1 0 0,1 1 0 0 0,-3-10 0 0 0,-1 5-12 0 0,1 0 1 0 0,-1 0-1 0 0,0 1 1 0 0,-1-1 0 0 0,0 1-1 0 0,0 0 1 0 0,-1 0-1 0 0,-12-13 1 0 0,-3 1-169 0 0,-39-32 1 0 0,33 32-2450 0 0,-22-25 0 0 0,33 22-1767 0 0,12 13 3536 0 0</inkml:trace>
</inkml:ink>
</file>

<file path=ppt/ink/ink2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4:39.0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0 237 10594 0 0,'62'42'2103'0'0,"46"34"585"0"0,-92-63-2411 0 0,-1 1 0 0 0,-1 0 0 0 0,0 0 0 0 0,19 30 0 0 0,-23-31-135 0 0,-5-6 275 0 0,0 0-1 0 0,0 0 1 0 0,-1 0-1 0 0,0 1 0 0 0,5 13 1 0 0,-16-43 862 0 0,3 12-562 0 0,1-1 0 0 0,0 0-1 0 0,-2-12 1 0 0,2-3-966 0 0,1-1 0 0 0,2 0 0 0 0,1 1 1 0 0,1-1-1 0 0,1 1 0 0 0,1-1 0 0 0,1 1 0 0 0,2 0 0 0 0,1 1 0 0 0,0 0 1 0 0,2 0-1 0 0,1 1 0 0 0,1 0 0 0 0,17-25 0 0 0,-1 12-7012 0 0</inkml:trace>
</inkml:ink>
</file>

<file path=ppt/ink/ink2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4:39.4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281 0 14051 0 0,'-6'1'635'0'0,"-1"1"-1"0"0,1-1 1 0 0,0 1-1 0 0,0 0 1 0 0,1 0-1 0 0,-1 1 1 0 0,0 0-1 0 0,1 0 1 0 0,-7 5-1 0 0,-51 38 179 0 0,44-30-580 0 0,0 1 0 0 0,2 1 0 0 0,-26 32 1 0 0,36-41-204 0 0,1 1 1 0 0,0-1-1 0 0,0 1 1 0 0,1 1-1 0 0,0-1 0 0 0,0 1 1 0 0,1 0-1 0 0,1 0 1 0 0,0 0-1 0 0,-2 13 1 0 0,5-17-31 0 0,0 0 0 0 0,1 0 0 0 0,0-1 0 0 0,0 1 0 0 0,0 0 0 0 0,1-1 0 0 0,0 1 0 0 0,0 0 0 0 0,0-1 0 0 0,1 0 0 0 0,0 0 0 0 0,0 0 0 0 0,1 0 0 0 0,0 0 0 0 0,0-1 0 0 0,0 1 0 0 0,1-1 0 0 0,-1 0 0 0 0,1-1 0 0 0,8 7 0 0 0,11 7 0 0 0,0-1 0 0 0,1-1 0 0 0,35 17 0 0 0,-48-27 0 0 0,40 19 20 0 0,33 18-30 0 0,-76-37 125 0 0,0 0 0 0 0,0 0 0 0 0,0 0 0 0 0,-1 1 1 0 0,0 1-1 0 0,9 10 0 0 0,-16-17-122 0 0,0 1-1 0 0,0 0 1 0 0,0 0-1 0 0,0 0 1 0 0,0-1-1 0 0,0 1 1 0 0,0 0-1 0 0,-1 0 1 0 0,1 1-1 0 0,-1-1 1 0 0,1 0 0 0 0,-1 0-1 0 0,0 0 1 0 0,0 0-1 0 0,0 0 1 0 0,0 0-1 0 0,0 0 1 0 0,0 1-1 0 0,-1-1 1 0 0,1 0-1 0 0,-1 0 1 0 0,1 0 0 0 0,-1 0-1 0 0,0 0 1 0 0,0 0-1 0 0,0 0 1 0 0,0 0-1 0 0,0-1 1 0 0,0 1-1 0 0,-1 0 1 0 0,1-1-1 0 0,0 1 1 0 0,-1-1 0 0 0,1 1-1 0 0,-1-1 1 0 0,-2 2-1 0 0,-4 4 59 0 0,-1-1 0 0 0,1 0 0 0 0,-1 0 0 0 0,0-1-1 0 0,-1-1 1 0 0,-10 5 0 0 0,-6-1-372 0 0,1-2 0 0 0,-1 0 0 0 0,0-2-1 0 0,-42 2 1 0 0,21-4-7483 0 0</inkml:trace>
</inkml:ink>
</file>

<file path=ppt/ink/ink2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4:27.4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52 7 11522 0 0,'0'0'157'0'0,"-1"-1"-1"0"0,1 1 0 0 0,-1-1 0 0 0,1 1 0 0 0,0 0 0 0 0,-1-1 0 0 0,1 1 0 0 0,-1-1 0 0 0,1 1 0 0 0,-1 0 0 0 0,1-1 0 0 0,-1 1 0 0 0,1 0 0 0 0,-1 0 1 0 0,1 0-1 0 0,-1-1 0 0 0,0 1 0 0 0,1 0 0 0 0,-1 0 0 0 0,1 0 0 0 0,-1 0 0 0 0,0 0 0 0 0,1 0 0 0 0,-1 0 0 0 0,1 0 0 0 0,-1 0 0 0 0,0 0 0 0 0,1 0 0 0 0,-1 0 1 0 0,1 1-1 0 0,-1-1 0 0 0,0 1 0 0 0,-1 0 14 0 0,1 0 0 0 0,0 0 0 0 0,0 1 0 0 0,0-1 0 0 0,0 0 1 0 0,0 1-1 0 0,0-1 0 0 0,0 1 0 0 0,1-1 0 0 0,-1 1 0 0 0,0 3 0 0 0,-10 53 369 0 0,11-52-217 0 0,-7 63 18 0 0,4-1 1 0 0,5 77 0 0 0,25 139-172 0 0,-8-93 29 0 0,29 705 150 0 0,-26-379 265 0 0,-19-441-507 0 0,-1-19-447 0 0,15 98 0 0 0,-14-139-620 0 0</inkml:trace>
</inkml:ink>
</file>

<file path=ppt/ink/ink2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4:27.8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115 24 6913 0 0,'-4'-2'32'0'0,"-48"-16"1794"0"0,48 17-1399 0 0,1 0-1 0 0,-1 1 1 0 0,1-1 0 0 0,-1 1-1 0 0,1 0 1 0 0,-1 0 0 0 0,1 0-1 0 0,0 0 1 0 0,-1 1 0 0 0,1 0-1 0 0,-1-1 1 0 0,1 1 0 0 0,-6 3-1 0 0,9-4-374 0 0,0 0 0 0 0,0 0 0 0 0,-1 0-1 0 0,1 0 1 0 0,0 0 0 0 0,0 0-1 0 0,-1 0 1 0 0,1 0 0 0 0,0 1-1 0 0,0-1 1 0 0,0 0 0 0 0,-1 0 0 0 0,1 0-1 0 0,0 0 1 0 0,0 1 0 0 0,0-1-1 0 0,0 0 1 0 0,-1 0 0 0 0,1 0-1 0 0,0 1 1 0 0,0-1 0 0 0,0 0 0 0 0,0 0-1 0 0,0 1 1 0 0,0-1 0 0 0,0 0-1 0 0,0 0 1 0 0,0 0 0 0 0,0 1-1 0 0,0-1 1 0 0,0 0 0 0 0,0 0-1 0 0,0 1 1 0 0,0-1 0 0 0,0 0 0 0 0,0 0-1 0 0,0 1 1 0 0,9 7 865 0 0,14 2-290 0 0,18 1-141 0 0,1-3-1 0 0,67 6 1 0 0,-26-4-105 0 0,171 35 77 0 0,11 2-341 0 0,-109-25-604 0 0,0-7-1 0 0,183-6 1 0 0,-273-12-948 0 0,124-23 0 0 0,-157 18 633 0 0,0-1 0 0 0,0-2 0 0 0,-1-1 0 0 0,-1-1 0 0 0,45-26 0 0 0,-51 23-492 0 0,-1 1-2493 0 0</inkml:trace>
</inkml:ink>
</file>

<file path=ppt/ink/ink2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4:28.3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2063 0 3225 0 0,'-1'6'647'0'0,"0"-1"0"0"0,0 0 0 0 0,1 1 0 0 0,0-1 0 0 0,0 0 1 0 0,1 1-1 0 0,-1-1 0 0 0,1 0 0 0 0,0 1 0 0 0,3 5 0 0 0,-2-2 23 0 0,30 173 6044 0 0,-11 3-3967 0 0,15 97-912 0 0,-36-281-1835 0 0,167 779 552 0 0,37-189-302 0 0,-139-416-196 0 0,-59-160 12 0 0,-1 0 0 0 0,0 0 0 0 0,-1 0 0 0 0,-1 1 0 0 0,0-1 0 0 0,-1 1 0 0 0,-1 26 0 0 0,-1-41-54 0 0,0 0 1 0 0,-1 1-1 0 0,1-1 1 0 0,-1 0-1 0 0,1 0 1 0 0,-1 1-1 0 0,0-1 0 0 0,0 0 1 0 0,0 0-1 0 0,1 0 1 0 0,-1 0-1 0 0,0 0 1 0 0,0 0-1 0 0,0 0 0 0 0,0-1 1 0 0,0 1-1 0 0,-1 0 1 0 0,1 0-1 0 0,0-1 1 0 0,0 1-1 0 0,0-1 0 0 0,-1 1 1 0 0,1-1-1 0 0,0 0 1 0 0,-1 1-1 0 0,1-1 1 0 0,0 0-1 0 0,-1 0 0 0 0,1 0 1 0 0,0 0-1 0 0,-3 0 1 0 0,-51-4 198 0 0,43 2-232 0 0,-109-8-86 0 0,-1 6 0 0 0,1 4 0 0 0,-214 29 0 0 0,-35 24-779 0 0,-274 42 545 0 0,257-6 300 0 0,108-20-979 0 0,264-66 929 0 0,7 0-128 0 0,0-1 1 0 0,0 0-1 0 0,0-1 0 0 0,-1 0 1 0 0,1 0-1 0 0,0 0 1 0 0,-1-2-1 0 0,1 1 0 0 0,0-1 1 0 0,0 0-1 0 0,-11-3 1 0 0,1-5-629 0 0</inkml:trace>
</inkml:ink>
</file>

<file path=ppt/ink/ink2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4:28.8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157 1 8754 0 0,'-6'3'7220'0'0,"7"-3"-7094"0"0,-8 20 2256 0 0,-5 24-1318 0 0,-77 553 1103 0 0,79-500-2067 0 0,2-34-112 0 0,-14 166-146 0 0,19-169 75 0 0,8 108 0 0 0,-4-162-2 0 0,-1 1-167 0 0,1 0 0 0 0,-1-1 1 0 0,1 1-1 0 0,1 0 1 0 0,-1 0-1 0 0,1-1 0 0 0,1 1 1 0 0,-1-1-1 0 0,1 1 1 0 0,6 9-1 0 0</inkml:trace>
</inkml:ink>
</file>

<file path=ppt/ink/ink2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4:29.1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12 10594 0 0,'0'0'26'0'0,"0"0"0"0"0,0 0 0 0 0,0 0 0 0 0,-1-1 0 0 0,1 1 0 0 0,0 0 0 0 0,0 0 0 0 0,0 0 1 0 0,-1 0-1 0 0,1 0 0 0 0,0-1 0 0 0,0 1 0 0 0,0 0 0 0 0,0 0 0 0 0,-1 0 0 0 0,1-1 0 0 0,0 1 0 0 0,0 0 0 0 0,0 0 0 0 0,0-1 0 0 0,0 1 0 0 0,0 0 0 0 0,0 0 0 0 0,0-1 0 0 0,0 1 0 0 0,0 0 0 0 0,0 0 0 0 0,0-1 0 0 0,0 1 0 0 0,0 0 0 0 0,0 0 0 0 0,0-1 0 0 0,0 1 0 0 0,0 0 0 0 0,0 0 0 0 0,0 0 0 0 0,0-1 0 0 0,0 1 0 0 0,1 0 0 0 0,-1 0 0 0 0,0-1 0 0 0,0 1 0 0 0,13-3 1180 0 0,17 7 1400 0 0,-19 0-2192 0 0,-1 1 0 0 0,0 0-1 0 0,0 1 1 0 0,0 0 0 0 0,-1 0 0 0 0,0 1 0 0 0,0 0 0 0 0,-1 1 0 0 0,0-1 0 0 0,14 18 0 0 0,5 11 49 0 0,32 55 0 0 0,-41-61-194 0 0,20 32-89 0 0,-1 1-54 0 0,4-1 0 0 0,1-1 0 0 0,76 80 0 0 0,-86-110-250 0 0,-4-5 240 0 0,30 38 1 0 0,-52-56-313 0 0,0 0 0 0 0,0 0 0 0 0,-1 1 1 0 0,0 0-1 0 0,0 0 0 0 0,-1 0 1 0 0,0 1-1 0 0,-1-1 0 0 0,4 18 0 0 0,-6-24-134 0 0,-1 0 1 0 0,0 0-1 0 0,0 0 0 0 0,0 0 0 0 0,0 0 0 0 0,0 0 0 0 0,-1 0 0 0 0,1 0 0 0 0,-1 0 0 0 0,-1 4 1 0 0</inkml:trace>
</inkml:ink>
</file>

<file path=ppt/ink/ink2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4:29.3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15 290 3225 0 0,'-1'0'187'0'0,"0"1"1"0"0,0 0 0 0 0,0-1 0 0 0,0 1-1 0 0,0 0 1 0 0,0-1 0 0 0,0 1 0 0 0,0 0-1 0 0,0 0 1 0 0,0 0 0 0 0,0 0-1 0 0,1 0 1 0 0,-1 0 0 0 0,0 1 0 0 0,0-1-101 0 0,1-1 1 0 0,0 1 0 0 0,0-1 0 0 0,0 1 0 0 0,0-1 0 0 0,0 0 0 0 0,0 1 0 0 0,0-1 0 0 0,0 1 0 0 0,0-1-1 0 0,0 1 1 0 0,0-1 0 0 0,0 1 0 0 0,1-1 0 0 0,-1 0 0 0 0,0 1 0 0 0,0-1 0 0 0,0 1 0 0 0,0-1-1 0 0,1 0 1 0 0,-1 1 0 0 0,0-1 0 0 0,1 0 0 0 0,-1 1 0 0 0,0-1 0 0 0,0 0 0 0 0,1 1 0 0 0,-1-1-1 0 0,1 0 1 0 0,-1 0 0 0 0,0 1 0 0 0,1-1 0 0 0,-1 0 0 0 0,0 0 0 0 0,1 0 0 0 0,-1 0 0 0 0,1 0-1 0 0,-1 1 1 0 0,1-1 0 0 0,-1 0 0 0 0,0 0 0 0 0,1 0 0 0 0,-1 0 0 0 0,1 0 0 0 0,-1 0 0 0 0,1 0 0 0 0,6 0 348 0 0,0 0 0 0 0,-1 0 0 0 0,1 0 1 0 0,0-1-1 0 0,0 0 0 0 0,-1 0 0 0 0,1-1 1 0 0,-1 1-1 0 0,13-6 0 0 0,57-30 1711 0 0,-67 32-1834 0 0,149-86 715 0 0,38-20-4184 0 0,-124 72-213 0 0,-37 18 1642 0 0</inkml:trace>
</inkml:ink>
</file>

<file path=ppt/ink/ink2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4:29.5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65 1 4609 0 0,'-4'1'589'0'0,"0"1"0"0"0,1 0 1 0 0,0 0-1 0 0,-1 0 0 0 0,1 0 0 0 0,0 1 1 0 0,0-1-1 0 0,0 1 0 0 0,0 0 0 0 0,1 0 1 0 0,-1 0-1 0 0,1 0 0 0 0,-1 0 0 0 0,-1 4 0 0 0,1-1 11 0 0,0 0-1 0 0,1 1 1 0 0,0-1-1 0 0,0 0 1 0 0,0 1-1 0 0,1 0 1 0 0,-1 10-1 0 0,2 4 63 0 0,0 0 0 0 0,2 0 0 0 0,0 1 0 0 0,6 25 0 0 0,98 366 682 0 0,-103-404-1501 0 0,35 94-171 0 0,-33-91-783 0 0,1-1 0 0 0,0 0 0 0 0,13 17 0 0 0</inkml:trace>
</inkml:ink>
</file>

<file path=ppt/ink/ink2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4:29.8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2 261 10594 0 0,'0'-4'138'0'0,"-1"-1"-1"0"0,1 1 0 0 0,-1 0 1 0 0,1-1-1 0 0,1 1 0 0 0,-1 0 1 0 0,1-1-1 0 0,-1 1 0 0 0,1 0 1 0 0,0 0-1 0 0,1-1 1 0 0,-1 1-1 0 0,1 0 0 0 0,2-4 1 0 0,2-3 365 0 0,1 1 0 0 0,1-1 0 0 0,13-14 0 0 0,-6 10 299 0 0,1 0 0 0 0,0 0 0 0 0,1 2 0 0 0,0 0 0 0 0,25-13 0 0 0,-32 20-761 0 0,-1 1-1 0 0,1 0 0 0 0,1 1 1 0 0,-1 0-1 0 0,1 0 0 0 0,-1 1 1 0 0,1 1-1 0 0,0 0 0 0 0,0 0 0 0 0,0 1 1 0 0,22 1-1 0 0,-30 0-130 0 0,0 0 0 0 0,0 1 0 0 0,0-1 0 0 0,-1 1 0 0 0,1 0 0 0 0,0 0 0 0 0,0 0 0 0 0,-1 0 0 0 0,1 1 0 0 0,-1-1 0 0 0,1 1 0 0 0,-1-1 0 0 0,0 1 0 0 0,1 0 0 0 0,2 3 0 0 0,4 9-1229 0 0</inkml:trace>
</inkml:ink>
</file>

<file path=ppt/ink/ink2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4:29.9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2 372 5985 0 0,'0'1'18'0'0,"-1"-1"-1"0"0,1 0 1 0 0,0 0-1 0 0,0 0 1 0 0,0 0-1 0 0,0 0 1 0 0,0 1-1 0 0,0-1 1 0 0,0 0-1 0 0,0 0 1 0 0,0 0-1 0 0,0 0 1 0 0,0 1-1 0 0,0-1 1 0 0,0 0-1 0 0,0 0 1 0 0,0 0-1 0 0,0 0 1 0 0,0 1-1 0 0,0-1 1 0 0,0 0-1 0 0,0 0 0 0 0,0 0 1 0 0,0 0-1 0 0,0 0 1 0 0,0 1-1 0 0,1-1 1 0 0,-1 0-1 0 0,0 0 1 0 0,0 0-1 0 0,0 0 1 0 0,0 0-1 0 0,0 0 1 0 0,0 1-1 0 0,0-1 1 0 0,1 0-1 0 0,-1 0 1 0 0,0 0-1 0 0,0 0 1 0 0,0 0-1 0 0,0 0 1 0 0,0 0-1 0 0,1 0 1 0 0,-1 0-1 0 0,0 0 1 0 0,0 0-1 0 0,0 0 1 0 0,0 0-1 0 0,1 0 1 0 0,-1 0-1 0 0,0 0 1 0 0,0 0-1 0 0,0 0 1 0 0,0 0-1 0 0,1 0 1 0 0,-1 0-1 0 0,0 0 1 0 0,0 0-1 0 0,0 0 0 0 0,0 0 1 0 0,1 0-1 0 0,-1 0 1 0 0,17-10 824 0 0,20-23 577 0 0,-34 31-1213 0 0,140-142 3662 0 0,-11 11-7225 0 0,-121 123 3001 0 0,0 0 0 0 0,1 1 1 0 0,21-13-1 0 0,-24 18 356 0 0</inkml:trace>
</inkml:ink>
</file>

<file path=ppt/ink/ink2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4:30.5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0 11522 0 0,'-4'3'5389'0'0,"4"8"-3585"0"0,3 10-720 0 0,25 80 1293 0 0,33 145-1644 0 0,-50-191-469 0 0,19 56 1 0 0,-22-89-891 0 0,18 36-1 0 0,-19-45-972 0 0,1-1-1 0 0,0 0 1 0 0,18 20-1 0 0,-10-14-5193 0 0</inkml:trace>
</inkml:ink>
</file>

<file path=ppt/ink/ink2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4:30.7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25 147 8754 0 0,'-2'-2'287'0'0,"0"0"0"0"0,0 0-1 0 0,0-1 1 0 0,0 1 0 0 0,0 0 0 0 0,0-1 0 0 0,1 1 0 0 0,-1-1 0 0 0,1 0-1 0 0,0 1 1 0 0,0-1 0 0 0,0 0 0 0 0,0 0 0 0 0,0 0 0 0 0,1 0 0 0 0,-1 0-1 0 0,1 0 1 0 0,-1 0 0 0 0,1 0 0 0 0,1-6 0 0 0,0 7 138 0 0,-1-1 1 0 0,1 0-1 0 0,0 0 1 0 0,1 0-1 0 0,-1 0 1 0 0,0 1-1 0 0,1-1 1 0 0,0 1-1 0 0,-1-1 1 0 0,5-3-1 0 0,17-14-161 0 0,-17 16-218 0 0,0 0 0 0 0,0 0 0 0 0,1 1 0 0 0,-1 0 0 0 0,1 0 1 0 0,-1 1-1 0 0,1 0 0 0 0,0 0 0 0 0,0 0 0 0 0,0 1 0 0 0,0 0 1 0 0,0 0-1 0 0,0 1 0 0 0,0 0 0 0 0,13 2 0 0 0,-13-1-295 0 0,0 1 1 0 0,0 0-1 0 0,-1 0 0 0 0,1 1 0 0 0,-1 0 1 0 0,1 0-1 0 0,-1 1 0 0 0,0 0 0 0 0,0 0 1 0 0,6 6-1 0 0,7 6-6185 0 0</inkml:trace>
</inkml:ink>
</file>

<file path=ppt/ink/ink2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4:30.9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1 271 1840 0 0,'35'-34'7901'0'0,"15"-11"-3992"0"0,122-104-1812 0 0,-163 142-2546 0 0,1-1 0 0 0,-1 2 0 0 0,1-1 0 0 0,17-7 0 0 0</inkml:trace>
</inkml:ink>
</file>

<file path=ppt/ink/ink2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4:31.1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15 210 3225 0 0,'-3'9'589'0'0,"0"0"0"0"0,1 0 1 0 0,0 1-1 0 0,0-1 1 0 0,0 14-1 0 0,2-20-328 0 0,0-1-1 0 0,0 1 1 0 0,0-1 0 0 0,0 1 0 0 0,0 0-1 0 0,0-1 1 0 0,1 1 0 0 0,-1-1-1 0 0,1 1 1 0 0,0-1 0 0 0,0 1-1 0 0,0-1 1 0 0,0 0 0 0 0,0 1-1 0 0,0-1 1 0 0,1 0 0 0 0,-1 0-1 0 0,1 0 1 0 0,-1 0 0 0 0,1 0-1 0 0,0 0 1 0 0,0 0 0 0 0,0 0 0 0 0,0-1-1 0 0,2 2 1 0 0,-1-2-29 0 0,0 0 0 0 0,1 0 0 0 0,-1-1 0 0 0,0 0 0 0 0,1 1 0 0 0,-1-1 0 0 0,0 0 1 0 0,1 0-1 0 0,-1-1 0 0 0,0 1 0 0 0,0-1 0 0 0,1 1 0 0 0,-1-1 0 0 0,0 0 0 0 0,0 0 0 0 0,0-1 0 0 0,0 1 0 0 0,3-2 0 0 0,9-6 472 0 0,0 0-1 0 0,16-13 1 0 0,-18 13-188 0 0,32-24-204 0 0,-1-1 57 0 0,1 3 0 0 0,2 1 1 0 0,1 3-1 0 0,59-25 0 0 0,-60 33-2280 0 0,0 3 1 0 0,1 1 0 0 0,57-9-1 0 0,-85 22-4594 0 0</inkml:trace>
</inkml:ink>
</file>

<file path=ppt/ink/ink2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4:33.2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460 39 10082 0 0,'-4'-1'114'0'0,"-1"0"0"0"0,0 0 0 0 0,0 0-1 0 0,0 1 1 0 0,1-1 0 0 0,-1 1 0 0 0,0 1 0 0 0,0-1-1 0 0,-9 2 1 0 0,-46 15 225 0 0,49-14 34 0 0,-10 4 66 0 0,1 0 1 0 0,0 2-1 0 0,1 0 1 0 0,0 1-1 0 0,0 1 0 0 0,1 0 1 0 0,-23 20-1 0 0,29-20-261 0 0,-1 1 0 0 0,2 1 0 0 0,0 0-1 0 0,0 0 1 0 0,1 1 0 0 0,1 0 0 0 0,0 1-1 0 0,1 0 1 0 0,-12 29 0 0 0,11-14-143 0 0,0 1 0 0 0,2-1-1 0 0,1 1 1 0 0,1 1 0 0 0,2-1 0 0 0,1 59-1 0 0,3-65-19 0 0,1 0-1 0 0,2-1 0 0 0,0 1 1 0 0,2-1-1 0 0,0 0 0 0 0,2-1 1 0 0,0 1-1 0 0,2-1 0 0 0,15 26 1 0 0,-18-38 9 0 0,0 0 0 0 0,1 0 1 0 0,0 0-1 0 0,1-1 1 0 0,1-1-1 0 0,-1 1 0 0 0,1-2 1 0 0,1 1-1 0 0,0-1 0 0 0,0-1 1 0 0,0 0-1 0 0,1-1 0 0 0,0 0 1 0 0,1-1-1 0 0,13 5 1 0 0,-9-6 18 0 0,0 0 1 0 0,1-1-1 0 0,-1-1 1 0 0,1 0 0 0 0,-1-1-1 0 0,1-1 1 0 0,-1-1 0 0 0,1-1-1 0 0,-1 0 1 0 0,1-1 0 0 0,18-6-1 0 0,-15 2 100 0 0,0 0 0 0 0,0-1 0 0 0,-1-1 0 0 0,0 0-1 0 0,0-2 1 0 0,-1-1 0 0 0,-1 0 0 0 0,0-1 0 0 0,0-1 0 0 0,-2-1-1 0 0,1 0 1 0 0,-2-1 0 0 0,0-1 0 0 0,-1 0 0 0 0,-1-1 0 0 0,-1 0-1 0 0,0-1 1 0 0,-2-1 0 0 0,0 0 0 0 0,-1 0 0 0 0,-1-1-1 0 0,-1 0 1 0 0,0 0 0 0 0,-2-1 0 0 0,-1 0 0 0 0,0 0 0 0 0,-2 0-1 0 0,0 0 1 0 0,-2 0 0 0 0,-4-41 0 0 0,0 29-41 0 0,-3 0 0 0 0,-1 0-1 0 0,-1 1 1 0 0,-17-40 0 0 0,18 54-56 0 0,0 1 0 0 0,-2 0 0 0 0,0 0 0 0 0,-1 1 1 0 0,-1 0-1 0 0,0 1 0 0 0,-1 0 0 0 0,-24-21 0 0 0,30 31-82 0 0,-1 0 1 0 0,0 0-1 0 0,-1 1 0 0 0,1 0 0 0 0,-1 1 0 0 0,0-1 1 0 0,0 2-1 0 0,-1-1 0 0 0,1 1 0 0 0,-1 1 0 0 0,1 0 1 0 0,-1 0-1 0 0,0 1 0 0 0,0 0 0 0 0,1 1 1 0 0,-1 0-1 0 0,-18 2 0 0 0,16 0-113 0 0,0 1 1 0 0,1 0-1 0 0,-1 1 1 0 0,1 0-1 0 0,0 1 1 0 0,0 0-1 0 0,0 0 0 0 0,0 2 1 0 0,1-1-1 0 0,0 1 1 0 0,1 0-1 0 0,-1 1 1 0 0,2 0-1 0 0,-10 11 1 0 0,-18 26-5028 0 0,1 5-1643 0 0</inkml:trace>
</inkml:ink>
</file>

<file path=ppt/ink/ink2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4:33.8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441 132 5529 0 0,'-4'-3'189'0'0,"1"0"0"0"0,-1 0 0 0 0,1 0 0 0 0,-1 1 0 0 0,0 0 1 0 0,0 0-1 0 0,0 0 0 0 0,0 0 0 0 0,-1 0 0 0 0,1 1 0 0 0,0 0 0 0 0,-1 0 0 0 0,-5-1 0 0 0,2 1 175 0 0,-1 1 0 0 0,0 0 0 0 0,1 0 0 0 0,-1 1 0 0 0,0 0 0 0 0,-12 4-1 0 0,6-1 132 0 0,0 1-1 0 0,0 0 0 0 0,1 1 0 0 0,0 1 0 0 0,1 0 0 0 0,-1 1 0 0 0,-18 15 0 0 0,16-9-170 0 0,1 1-1 0 0,0 1 0 0 0,1 0 0 0 0,1 1 0 0 0,0 0 1 0 0,1 1-1 0 0,1 1 0 0 0,1 0 0 0 0,1 0 0 0 0,0 1 1 0 0,2 0-1 0 0,0 0 0 0 0,1 1 0 0 0,1 0 0 0 0,1 0 1 0 0,-2 33-1 0 0,5-33-309 0 0,0-1-1 0 0,2 0 1 0 0,0 1 0 0 0,2-1 0 0 0,0 0-1 0 0,1 0 1 0 0,1 0 0 0 0,1-1 0 0 0,0 1 0 0 0,2-1-1 0 0,0-1 1 0 0,1 1 0 0 0,1-2 0 0 0,0 1 0 0 0,2-1-1 0 0,0-1 1 0 0,21 23 0 0 0,-17-25-8 0 0,-1 0 1 0 0,2-1-1 0 0,0-1 0 0 0,0 0 1 0 0,1-2-1 0 0,1 0 0 0 0,0-1 1 0 0,0 0-1 0 0,0-2 0 0 0,1 0 1 0 0,0-2-1 0 0,1 0 0 0 0,-1-1 1 0 0,1-1-1 0 0,0-1 0 0 0,34-1 1 0 0,-39-1 59 0 0,1-2 0 0 0,-1 0 0 0 0,0-1 0 0 0,0 0 0 0 0,0-1 1 0 0,-1-1-1 0 0,0 0 0 0 0,1-2 0 0 0,-2 1 0 0 0,1-2 0 0 0,-1 0 1 0 0,0-1-1 0 0,-1 0 0 0 0,0-1 0 0 0,0 0 0 0 0,-1-1 0 0 0,-1 0 0 0 0,0-1 1 0 0,0-1-1 0 0,-1 0 0 0 0,15-26 0 0 0,-15 19 54 0 0,-1-1 1 0 0,-1 1-1 0 0,0-2 1 0 0,-2 1-1 0 0,-1-1 1 0 0,0 0-1 0 0,-2 0 0 0 0,0 0 1 0 0,-2-1-1 0 0,0 1 1 0 0,-2-1-1 0 0,0 1 0 0 0,-7-32 1 0 0,-4-4 24 0 0,-2 0 0 0 0,-3 1 0 0 0,-44-100 0 0 0,55 143-143 0 0,0 0 1 0 0,-2 1 0 0 0,1-1-1 0 0,-2 1 1 0 0,1 1-1 0 0,-2 0 1 0 0,-21-22-1 0 0,26 30-32 0 0,0 0 0 0 0,0 0-1 0 0,-1 0 1 0 0,1 1-1 0 0,-1 0 1 0 0,0 0-1 0 0,0 0 1 0 0,0 1-1 0 0,-1 0 1 0 0,1 0 0 0 0,0 0-1 0 0,-1 1 1 0 0,1 0-1 0 0,-1 0 1 0 0,1 1-1 0 0,-1 0 1 0 0,0 0-1 0 0,1 0 1 0 0,-1 1-1 0 0,-12 3 1 0 0,7-1-241 0 0,0 2 0 0 0,0 0 0 0 0,0 0 0 0 0,0 1 0 0 0,1 0 0 0 0,0 1 0 0 0,0 0 0 0 0,1 1 1 0 0,0 0-1 0 0,0 1 0 0 0,-9 11 0 0 0,-15 18-7120 0 0</inkml:trace>
</inkml:ink>
</file>

<file path=ppt/ink/ink2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4:34.2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238 0 10138 0 0,'-19'15'606'0'0,"1"0"1"0"0,0 1-1 0 0,1 1 0 0 0,1 1 1 0 0,1 0-1 0 0,0 1 0 0 0,2 0 0 0 0,-23 43 1 0 0,23-35-230 0 0,2 0 1 0 0,1 1-1 0 0,1 0 1 0 0,2 0 0 0 0,0 1-1 0 0,-4 54 1 0 0,9-47-233 0 0,2-1 0 0 0,1 1-1 0 0,2 0 1 0 0,1 0 0 0 0,2-1 0 0 0,1 0 0 0 0,2 0-1 0 0,2-1 1 0 0,1 0 0 0 0,1 0 0 0 0,2-2 0 0 0,31 52-1 0 0,-37-71-96 0 0,0 0-1 0 0,0 0 1 0 0,1-1-1 0 0,1-1 0 0 0,0 0 1 0 0,1 0-1 0 0,0-1 0 0 0,0 0 1 0 0,1-1-1 0 0,0-1 1 0 0,1 0-1 0 0,0-1 0 0 0,0 0 1 0 0,1-1-1 0 0,-1 0 1 0 0,1-2-1 0 0,1 0 0 0 0,-1 0 1 0 0,1-1-1 0 0,-1-1 1 0 0,1-1-1 0 0,0 0 0 0 0,27-3 1 0 0,-26 1 69 0 0,-1-1 1 0 0,1-1-1 0 0,-1-1 0 0 0,0 0 0 0 0,0-1 1 0 0,0 0-1 0 0,-1-2 0 0 0,1 0 1 0 0,26-16-1 0 0,-26 10-4 0 0,1 1 0 0 0,-2-2-1 0 0,0 0 1 0 0,0 0 0 0 0,-1-2 0 0 0,-1 0-1 0 0,18-29 1 0 0,-17 24-22 0 0,-1-2 0 0 0,-1 1 0 0 0,-1-2-1 0 0,-1 1 1 0 0,-1-2 0 0 0,-1 1 0 0 0,-2-1 0 0 0,7-41 0 0 0,-12 51-76 0 0,0 1 1 0 0,-1-1 0 0 0,0 1 0 0 0,-1-1-1 0 0,-1 1 1 0 0,-1-1 0 0 0,0 1 0 0 0,0 0-1 0 0,-1 0 1 0 0,-1 0 0 0 0,-1 0 0 0 0,0 1 0 0 0,0 0-1 0 0,-1 0 1 0 0,-1 1 0 0 0,-15-19 0 0 0,15 22-49 0 0,1 1 0 0 0,-2 0 1 0 0,1 0-1 0 0,-1 1 1 0 0,0 0-1 0 0,-1 0 1 0 0,1 1-1 0 0,-1 0 1 0 0,0 1-1 0 0,-1 0 1 0 0,0 1-1 0 0,1 0 1 0 0,-1 1-1 0 0,0 0 1 0 0,-1 1-1 0 0,-14-2 1 0 0,8 3-122 0 0,0 1 0 0 0,-1 0 1 0 0,1 1-1 0 0,0 1 1 0 0,0 1-1 0 0,0 1 1 0 0,0 1-1 0 0,0 0 1 0 0,-24 11-1 0 0,-8 7-539 0 0</inkml:trace>
</inkml:ink>
</file>

<file path=ppt/ink/ink2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4:34.7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98 216 6449 0 0,'-7'4'655'0'0,"1"0"0"0"0,-1 1 0 0 0,1 0 0 0 0,0 0-1 0 0,1 0 1 0 0,-1 1 0 0 0,1 0 0 0 0,1 0 0 0 0,-1 0-1 0 0,1 0 1 0 0,-5 10 0 0 0,4-6-193 0 0,0 1-1 0 0,2-1 0 0 0,-1 1 1 0 0,1 0-1 0 0,1 0 1 0 0,0 0-1 0 0,-1 16 1 0 0,2-13-315 0 0,1 1 0 0 0,1-1 0 0 0,0 0 0 0 0,1 1 0 0 0,0-1 0 0 0,1 0 0 0 0,1 0 0 0 0,0-1 0 0 0,1 1 0 0 0,1-1 0 0 0,0 0 0 0 0,13 20 0 0 0,-12-22-27 0 0,1-1 0 0 0,1 0 1 0 0,0-1-1 0 0,0 0 1 0 0,1 0-1 0 0,0-1 0 0 0,0 0 1 0 0,1-1-1 0 0,0 0 1 0 0,1-1-1 0 0,-1 0 0 0 0,1-1 1 0 0,19 6-1 0 0,-19-7-85 0 0,0-1 0 0 0,0-1 0 0 0,1 0 0 0 0,-1-1-1 0 0,1 0 1 0 0,-1-1 0 0 0,1 0 0 0 0,-1-1 0 0 0,0-1 0 0 0,1 1-1 0 0,-1-2 1 0 0,0 0 0 0 0,0-1 0 0 0,0 0 0 0 0,0 0 0 0 0,-1-1 0 0 0,0-1-1 0 0,0 0 1 0 0,0-1 0 0 0,-1 0 0 0 0,0 0 0 0 0,10-10 0 0 0,-10 7 6 0 0,-1 0 0 0 0,0-1 0 0 0,-1 0 0 0 0,0-1 0 0 0,-1 0 0 0 0,-1 0 0 0 0,1 0 0 0 0,-2-1 0 0 0,0 0 0 0 0,0 0 0 0 0,-1 0 0 0 0,-1-1 0 0 0,0 0 0 0 0,-1 1 0 0 0,0-1-1 0 0,-1 0 1 0 0,-1 0 0 0 0,0 0 0 0 0,-4-20 0 0 0,2 14-11 0 0,-2 0-1 0 0,0 0 1 0 0,-2 0-1 0 0,0 0 1 0 0,-1 1-1 0 0,-1 0 1 0 0,0 0-1 0 0,-2 1 1 0 0,0 0-1 0 0,-1 1 1 0 0,-1 0-1 0 0,-22-24 1 0 0,20 27-182 0 0,-1 1 1 0 0,0 1 0 0 0,-1 0 0 0 0,-31-18 0 0 0,7 9-520 0 0</inkml:trace>
</inkml:ink>
</file>

<file path=ppt/ink/ink2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4:35.3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274 1 11058 0 0,'-11'11'636'0'0,"0"1"1"0"0,1 0-1 0 0,0 1 0 0 0,1 0 0 0 0,-11 20 0 0 0,2-3-233 0 0,-14 20 393 0 0,2 2 1 0 0,2 1-1 0 0,-38 101 1 0 0,59-131-643 0 0,1 1 0 0 0,1 0 0 0 0,0 0 0 0 0,2 1 0 0 0,0 26 0 0 0,3-35-114 0 0,1 0 1 0 0,1 0-1 0 0,0 0 1 0 0,1 0-1 0 0,1 0 1 0 0,0-1-1 0 0,1 0 1 0 0,12 26-1 0 0,-10-30-5 0 0,0 1-1 0 0,1-1 1 0 0,0-1-1 0 0,1 0 1 0 0,0 0-1 0 0,0-1 1 0 0,1 0-1 0 0,0 0 0 0 0,1-1 1 0 0,0 0-1 0 0,0-1 1 0 0,1-1-1 0 0,-1 0 1 0 0,2 0-1 0 0,-1-1 1 0 0,0 0-1 0 0,1-1 1 0 0,14 2-1 0 0,-14-3 47 0 0,1 0 0 0 0,0-1 1 0 0,0-1-1 0 0,0 0 0 0 0,1-1 0 0 0,-1-1 0 0 0,0 0 0 0 0,0 0 0 0 0,0-2 0 0 0,0 0 0 0 0,-1 0 0 0 0,1-1 1 0 0,-1-1-1 0 0,0 0 0 0 0,0-1 0 0 0,23-14 0 0 0,-21 8-8 0 0,1 0 0 0 0,-1-1 0 0 0,-1-1 1 0 0,0 0-1 0 0,-2-1 0 0 0,1-1 0 0 0,-2 0 0 0 0,0 0 0 0 0,0-1 0 0 0,-2-1 0 0 0,0 0 1 0 0,-1 0-1 0 0,-1 0 0 0 0,-1-1 0 0 0,-1 0 0 0 0,5-25 0 0 0,-8 27-58 0 0,0 1 0 0 0,-1-1 0 0 0,-1 1 0 0 0,-1-1 0 0 0,0 1 0 0 0,-1 0 0 0 0,0-1 0 0 0,-2 1 0 0 0,0 0 0 0 0,-1 0 0 0 0,0 1 0 0 0,-1 0 0 0 0,-1 0 0 0 0,0 0 0 0 0,-1 0 0 0 0,-1 1 0 0 0,0 1 0 0 0,-1 0 0 0 0,-21-22 0 0 0,22 26-44 0 0,0 1 0 0 0,0 1 0 0 0,0 0 0 0 0,-1 0 1 0 0,0 0-1 0 0,-20-8 0 0 0,24 12-54 0 0,-1 1 0 0 0,1 0 0 0 0,-1 0 0 0 0,0 0 0 0 0,0 1 0 0 0,0 0 0 0 0,0 1 0 0 0,0-1-1 0 0,0 1 1 0 0,0 1 0 0 0,0-1 0 0 0,-13 4 0 0 0,-24 12-807 0 0</inkml:trace>
</inkml:ink>
</file>

<file path=ppt/ink/ink2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4:35.7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488 109 5529 0 0,'-6'-10'140'0'0,"0"0"0"0"0,-1 0-1 0 0,0 0 1 0 0,0 1 0 0 0,-11-10 0 0 0,13 15 78 0 0,0 0-1 0 0,-1 0 1 0 0,1 0 0 0 0,-1 1 0 0 0,0 0-1 0 0,0 0 1 0 0,-1 0 0 0 0,1 1 0 0 0,-1 0-1 0 0,-11-2 1 0 0,6 2 5 0 0,0 0-1 0 0,0 1 1 0 0,0 1-1 0 0,0 0 0 0 0,0 1 1 0 0,0 0-1 0 0,0 1 1 0 0,0 0-1 0 0,1 1 1 0 0,-1 0-1 0 0,1 0 1 0 0,-1 2-1 0 0,1-1 1 0 0,0 1-1 0 0,1 1 1 0 0,-1 0-1 0 0,1 1 0 0 0,1 0 1 0 0,-1 0-1 0 0,1 1 1 0 0,0 0-1 0 0,-12 16 1 0 0,10-11-79 0 0,1 0 0 0 0,0 2-1 0 0,1-1 1 0 0,0 1 0 0 0,2 0 0 0 0,0 1 0 0 0,0 0 0 0 0,1 0 0 0 0,2 0 0 0 0,-1 1 0 0 0,2-1 0 0 0,0 1-1 0 0,1 0 1 0 0,0 0 0 0 0,3 29 0 0 0,0-33-65 0 0,0 1 0 0 0,1-1 0 0 0,1 0 1 0 0,0 0-1 0 0,1 0 0 0 0,1 0 0 0 0,0-1 0 0 0,0 1 0 0 0,1-1 0 0 0,1 0 0 0 0,0-1 0 0 0,1 0 0 0 0,0 0 0 0 0,10 10 1 0 0,-10-13 81 0 0,1 0 0 0 0,0 0 0 0 0,0-1 0 0 0,1-1 0 0 0,0 0 1 0 0,0 0-1 0 0,0-1 0 0 0,1 0 0 0 0,0-1 0 0 0,0 0 0 0 0,0 0 0 0 0,0-1 1 0 0,1-1-1 0 0,-1 0 0 0 0,1-1 0 0 0,18 1 0 0 0,-22-2-53 0 0,0-1 1 0 0,0 1-1 0 0,-1-1 0 0 0,1-1 0 0 0,0 1 0 0 0,-1-1 0 0 0,0-1 0 0 0,1 1 0 0 0,-1-1 1 0 0,0 0-1 0 0,0-1 0 0 0,0 0 0 0 0,-1 0 0 0 0,1 0 0 0 0,-1-1 0 0 0,0 0 0 0 0,9-10 1 0 0,-8 6-50 0 0,0-1 1 0 0,0 1-1 0 0,-1-1 1 0 0,-1 0 0 0 0,1 0-1 0 0,-2-1 1 0 0,1 0 0 0 0,-2 0-1 0 0,1 0 1 0 0,-2 0 0 0 0,3-16-1 0 0,-3 10-42 0 0,-1 0 1 0 0,-1 0-1 0 0,-1 1 0 0 0,0-1 0 0 0,-1 0 0 0 0,-1 1 1 0 0,-1-1-1 0 0,0 1 0 0 0,-7-17 0 0 0,4 14-246 0 0,-2-1 0 0 0,0 2 0 0 0,0-1 0 0 0,-2 2 0 0 0,0-1 0 0 0,-27-30 0 0 0,12 24-1801 0 0,-4 8-5020 0 0</inkml:trace>
</inkml:ink>
</file>

<file path=ppt/ink/ink2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4:36.1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210 0 12899 0 0,'-4'1'155'0'0,"0"0"0"0"0,1-1 1 0 0,-1 1-1 0 0,1 0 0 0 0,-1 1 0 0 0,1-1 1 0 0,0 0-1 0 0,-1 1 0 0 0,1 0 1 0 0,0 0-1 0 0,0 0 0 0 0,0 0 0 0 0,0 1 1 0 0,1-1-1 0 0,-1 1 0 0 0,1-1 0 0 0,-3 5 1 0 0,-7 7 153 0 0,1 1 0 0 0,-9 18 0 0 0,13-21-22 0 0,-8 13-209 0 0,0 2 1 0 0,2 0-1 0 0,2 1 1 0 0,0 0-1 0 0,2 1 1 0 0,1 0-1 0 0,-7 45 1 0 0,13-58-50 0 0,1-1 0 0 0,1 1 0 0 0,0-1 0 0 0,1 1 0 0 0,1-1 0 0 0,0 1 0 0 0,5 16 0 0 0,-3-22-21 0 0,-1 0-1 0 0,1 0 1 0 0,1 0 0 0 0,0 0-1 0 0,0-1 1 0 0,1 0 0 0 0,0 0-1 0 0,0 0 1 0 0,1-1 0 0 0,0 0-1 0 0,10 8 1 0 0,-9-9 51 0 0,0-1 0 0 0,0 0 0 0 0,1-1 1 0 0,-1 0-1 0 0,1 0 0 0 0,0-1 0 0 0,0 0 0 0 0,1-1 0 0 0,-1 0 1 0 0,1 0-1 0 0,-1-1 0 0 0,1 0 0 0 0,0-1 0 0 0,0 0 1 0 0,0-1-1 0 0,0 0 0 0 0,0 0 0 0 0,0-1 0 0 0,0 0 0 0 0,0-1 1 0 0,-1 0-1 0 0,1-1 0 0 0,15-5 0 0 0,-9 1 69 0 0,0 0 0 0 0,-1-1-1 0 0,0-1 1 0 0,0 0 0 0 0,-1-1-1 0 0,-1-1 1 0 0,1 0 0 0 0,-2 0 0 0 0,0-2-1 0 0,0 1 1 0 0,-1-2 0 0 0,18-27-1 0 0,-20 26 35 0 0,-1-1-1 0 0,-1 0 0 0 0,-1 0 0 0 0,0-1 0 0 0,-1 0 0 0 0,-1 0 0 0 0,0 0 0 0 0,-1-1 0 0 0,1-29 0 0 0,-4 38-129 0 0,-1 0 1 0 0,1 1-1 0 0,-2-1 0 0 0,1 0 0 0 0,-1 0 0 0 0,0 1 0 0 0,-1-1 0 0 0,0 1 1 0 0,-6-11-1 0 0,6 13-20 0 0,0 1 1 0 0,-1 0 0 0 0,1 0 0 0 0,-1 1 0 0 0,0-1 0 0 0,-1 1-1 0 0,1-1 1 0 0,-1 1 0 0 0,0 1 0 0 0,0-1 0 0 0,0 1-1 0 0,-1 0 1 0 0,1 0 0 0 0,-10-4 0 0 0,8 5-93 0 0,-1 0 0 0 0,1 0 0 0 0,0 1 0 0 0,-1 0 0 0 0,1 0 0 0 0,-1 1 0 0 0,1 0 0 0 0,0 0 0 0 0,-1 0 0 0 0,-11 3 0 0 0,-17 5-820 0 0</inkml:trace>
</inkml:ink>
</file>

<file path=ppt/ink/ink2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4:36.6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109 0 4145 0 0,'-11'13'767'0'0,"1"1"-1"0"0,0 0 1 0 0,0 0 0 0 0,2 1-1 0 0,0 0 1 0 0,0 0 0 0 0,1 1 0 0 0,1-1-1 0 0,1 2 1 0 0,-4 16 0 0 0,3-2-388 0 0,1 1 1 0 0,2-1-1 0 0,1 1 1 0 0,1 0-1 0 0,2-1 1 0 0,5 36-1 0 0,0-25 13 0 0,2 0 0 0 0,2-1 1 0 0,1 0-1 0 0,19 42 0 0 0,-25-72-315 0 0,0-1 1 0 0,0 1-1 0 0,0-1 1 0 0,2 0-1 0 0,-1 0 0 0 0,1-1 1 0 0,1 0-1 0 0,-1 0 1 0 0,1-1-1 0 0,10 8 1 0 0,-12-12-27 0 0,-1 0-1 0 0,1-1 1 0 0,0 0 0 0 0,0 0 0 0 0,0 0-1 0 0,0-1 1 0 0,1 1 0 0 0,-1-2 0 0 0,1 1-1 0 0,-1-1 1 0 0,1 0 0 0 0,0 0 0 0 0,-1-1-1 0 0,1 1 1 0 0,0-2 0 0 0,0 1 0 0 0,-1-1-1 0 0,12-2 1 0 0,-5-1 110 0 0,1-1 0 0 0,0 0 0 0 0,-1-1 0 0 0,0 0 0 0 0,0-1 0 0 0,-1-1 0 0 0,0 0 0 0 0,0-1 0 0 0,-1 0 0 0 0,0 0 0 0 0,16-20 0 0 0,-11 12 55 0 0,-2-1 1 0 0,0-1-1 0 0,-2 0 1 0 0,0 0-1 0 0,-1-2 1 0 0,15-36-1 0 0,-22 45-139 0 0,-1-1 0 0 0,0 0 0 0 0,-1 0 0 0 0,0 0 0 0 0,-1 0 0 0 0,-1 0 0 0 0,0 0 0 0 0,-1-1 0 0 0,0 1 0 0 0,-1 0 0 0 0,0 0 0 0 0,-1 1 0 0 0,-1-1 0 0 0,0 0 0 0 0,-1 1 0 0 0,-11-22 0 0 0,11 23-57 0 0,-2 0 1 0 0,1 1 0 0 0,-1 0 0 0 0,-1 0 0 0 0,0 0 0 0 0,0 1 0 0 0,-1 0 0 0 0,0 1 0 0 0,-1 0 0 0 0,0 0 0 0 0,0 1 0 0 0,0 0 0 0 0,-1 1 0 0 0,0 0-1 0 0,0 1 1 0 0,-1 0 0 0 0,0 1 0 0 0,-12-4 0 0 0,15 7-186 0 0,-1 0 0 0 0,0 0 0 0 0,1 0 0 0 0,-1 1 0 0 0,0 1 0 0 0,1 0 0 0 0,-1 0-1 0 0,0 1 1 0 0,1 0 0 0 0,0 1 0 0 0,-1-1 0 0 0,1 2 0 0 0,-15 7 0 0 0,-10 10-7702 0 0</inkml:trace>
</inkml:ink>
</file>

<file path=ppt/ink/ink2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4:42.9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0 292 5529 0 0,'100'-15'2009'0'0,"662"-129"-664"0"0,10 57-194 0 0,-140 76 826 0 0,-100 5-1036 0 0,-206-15-1775 0 0,-326 21 832 0 0,102-8-4312 0 0</inkml:trace>
</inkml:ink>
</file>

<file path=ppt/ink/ink2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4:43.7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3371 1 11058 0 0,'-4'1'174'0'0,"1"1"-1"0"0,-1 0 1 0 0,0 0-1 0 0,1 1 1 0 0,-1-1-1 0 0,1 1 0 0 0,0-1 1 0 0,0 1-1 0 0,0 0 1 0 0,0 0-1 0 0,-2 5 1 0 0,-28 43 833 0 0,23-34-1039 0 0,-1 4 212 0 0,0 1-1 0 0,2 0 1 0 0,0 1 0 0 0,2 0-1 0 0,0 0 1 0 0,2 1 0 0 0,0 0-1 0 0,-2 35 1 0 0,4 21 531 0 0,8 97 0 0 0,-2-128-613 0 0,7 93 791 0 0,47 226 1 0 0,73 129 691 0 0,-45-204-863 0 0,59 375-1 0 0,-55 130-689 0 0,-34-244 100 0 0,34-4 84 0 0,12-118-129 0 0,56 287 84 0 0,-19 131-91 0 0,-127-758-239 0 0,-4 1 0 0 0,-4-1 1 0 0,-17 177-1 0 0,-28 17 112 0 0,42-283 65 0 0,0 1-1 0 0,-1-1 0 0 0,0 0 0 0 0,1 0 0 0 0,-1 1 1 0 0,-1-1-1 0 0,1 0 0 0 0,0 0 0 0 0,-1 0 0 0 0,0 0 1 0 0,1 0-1 0 0,-1 0 0 0 0,0-1 0 0 0,0 1 0 0 0,-1-1 1 0 0,1 1-1 0 0,-1-1 0 0 0,-3 3 0 0 0,-2 0-82 0 0,-1-1 0 0 0,1 0 0 0 0,-1 0 0 0 0,0-1 0 0 0,-12 2 1 0 0,14-2 32 0 0,-413 146 448 0 0,283-93-306 0 0,-2-6 1 0 0,-3-6 0 0 0,-1-6 0 0 0,-2-7-1 0 0,-247 22 1 0 0,257-44-110 0 0,-474 46-26 0 0,444-32 84 0 0,-306 42 273 0 0,342-54-276 0 0,-2-7 0 0 0,1-4 1 0 0,-132-19-1 0 0,113 6-1286 0 0,-160 6-1 0 0,245 9 283 0 0,0-1-172 0 0</inkml:trace>
</inkml:ink>
</file>

<file path=ppt/ink/ink2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4:44.3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448 519 5985 0 0,'-69'-154'829'0'0,"17"32"-976"0"0,35 89 89 0 0,-40-77 229 0 0,50 100 163 0 0,0 0-1 0 0,0 0 1 0 0,-1 0-1 0 0,0 1 1 0 0,0 1 0 0 0,-1-1-1 0 0,-17-12 1 0 0,23 20-92 0 0,1-1 1 0 0,0 1 0 0 0,-1-1-1 0 0,1 1 1 0 0,-1 0 0 0 0,0 0-1 0 0,0 0 1 0 0,1 0 0 0 0,-1 1-1 0 0,0-1 1 0 0,0 1 0 0 0,0 0-1 0 0,1-1 1 0 0,-1 1 0 0 0,0 1-1 0 0,0-1 1 0 0,0 0 0 0 0,-5 2-1 0 0,4-1-36 0 0,0 1 0 0 0,1 0 0 0 0,-1 0 0 0 0,0 0-1 0 0,1 0 1 0 0,-1 1 0 0 0,1-1 0 0 0,0 1 0 0 0,0 0 0 0 0,0 0-1 0 0,-4 6 1 0 0,-1 2 8 0 0,1 0 0 0 0,0 1-1 0 0,1 0 1 0 0,0 0 0 0 0,1 0-1 0 0,0 1 1 0 0,-3 14 0 0 0,2 6-69 0 0,0 0 0 0 0,2 0 0 0 0,2 0 0 0 0,1 36 0 0 0,17 135-43 0 0,-8-123-84 0 0,132 2079 171 0 0,-61-1128-248 0 0,-17-322 120 0 0,-40 0 111 0 0,-21-645 16 0 0,0-40 22 0 0,0 1 1 0 0,-2 0 0 0 0,-1-1 0 0 0,0 1 0 0 0,-2-1 0 0 0,-10 33 0 0 0,13-56-404 0 0,0 0 0 0 0,0 0 0 0 0,0 0-1 0 0,0 0 1 0 0,0-1 0 0 0,0 1 0 0 0,-1 0 0 0 0,1 0 0 0 0,-1-1-1 0 0,0 1 1 0 0,1-1 0 0 0,-1 1 0 0 0,-4 1 0 0 0</inkml:trace>
</inkml:ink>
</file>

<file path=ppt/ink/ink2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4:45.3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3324 1 7834 0 0,'7'5'2723'0'0,"0"9"-1734"0"0,-4 3-473 0 0,-1 1 0 0 0,0 0 0 0 0,-1 0 0 0 0,-1 0 0 0 0,-1 0 0 0 0,-5 30 0 0 0,-31 109 247 0 0,27-124-579 0 0,-12 47 81 0 0,-1 1 592 0 0,-23 150 0 0 0,46-163-880 0 0,1-55 16 0 0,-1 0 0 0 0,0 0 0 0 0,0 1 1 0 0,-1-1-1 0 0,-5 21 0 0 0,5-32 18 0 0,1-1 1 0 0,-1 1-1 0 0,0 0 0 0 0,0 0 1 0 0,0 0-1 0 0,0 0 1 0 0,0-1-1 0 0,0 1 0 0 0,0-1 1 0 0,0 1-1 0 0,-1-1 0 0 0,1 1 1 0 0,-1-1-1 0 0,1 1 1 0 0,-1-1-1 0 0,1 0 0 0 0,-1 0 1 0 0,0 0-1 0 0,0 0 0 0 0,1 0 1 0 0,-1 0-1 0 0,0-1 1 0 0,0 1-1 0 0,0-1 0 0 0,0 1 1 0 0,0-1-1 0 0,0 0 1 0 0,0 0-1 0 0,0 1 0 0 0,-4-2 1 0 0,-5 0 112 0 0,-1-1 0 0 0,1 0 0 0 0,0-1 0 0 0,-18-6 0 0 0,-11-2 110 0 0,-4 6 74 0 0,0 1 1 0 0,-66 5 0 0 0,69 1-240 0 0,0-2-1 0 0,1-2 1 0 0,-56-9 0 0 0,-143-27-71 0 0,-50-12 122 0 0,245 41-101 0 0,-1 2 0 0 0,1 1 0 0 0,-53 2 0 0 0,-135 11-19 0 0,-54-1-2 0 0,-639-12 679 0 0,860 13-763 0 0,0 4 1 0 0,0 2 0 0 0,2 3 0 0 0,-79 31 0 0 0,135-44-1094 0 0,1 1-293 0 0</inkml:trace>
</inkml:ink>
</file>

<file path=ppt/ink/ink2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4:46.4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3069 559 10594 0 0,'4'-20'403'0'0,"-1"1"0"0"0,0-1 0 0 0,-2 0 0 0 0,0 0 0 0 0,-2 0 0 0 0,-3-27 0 0 0,-5-8 24 0 0,-16-54-1 0 0,20 93-366 0 0,0 1 0 0 0,-1 0 0 0 0,-1 0 0 0 0,0 0 0 0 0,-1 1 0 0 0,0 0 0 0 0,-1 1 0 0 0,-1 0 0 0 0,0 0 0 0 0,-12-11 0 0 0,16 18 99 0 0,0 0 0 0 0,0 1 0 0 0,0 0 1 0 0,-1 0-1 0 0,0 0 0 0 0,0 1 1 0 0,0 0-1 0 0,0 1 0 0 0,0-1 0 0 0,-1 1 1 0 0,0 1-1 0 0,0-1 0 0 0,1 1 1 0 0,-1 1-1 0 0,-1 0 0 0 0,1 0 0 0 0,0 0 1 0 0,0 1-1 0 0,0 0 0 0 0,0 0 1 0 0,-16 4-1 0 0,16-1-8 0 0,-1 1 0 0 0,0-1 0 0 0,1 2 0 0 0,0-1 0 0 0,0 1 0 0 0,-8 6 0 0 0,7-4-64 0 0,-1-1 0 0 0,0 0 0 0 0,-19 9 1 0 0,-4-6-76 0 0,-1-1 0 0 0,0-2 1 0 0,0-1-1 0 0,-44 1 1 0 0,-15 1 115 0 0,-187 11 1067 0 0,-39 5-877 0 0,230-11-205 0 0,0-4 0 0 0,0-4 1 0 0,-1-4-1 0 0,1-4 0 0 0,-120-20 1 0 0,-3-5-167 0 0,174 26 60 0 0,0 2 0 0 0,0 1 1 0 0,-61 10-1 0 0,30 1 16 0 0,5 2 38 0 0,-1-4-1 0 0,0-2 1 0 0,-97-3-1 0 0,141-5-128 0 0,-7-1 131 0 0,1 0 1 0 0,-29-7-1 0 0,49 7-126 0 0,0 1 1 0 0,0-1-1 0 0,0-1 1 0 0,0 0-1 0 0,1 0 0 0 0,-1 0 1 0 0,1 0-1 0 0,0-1 0 0 0,0 0 1 0 0,0 0-1 0 0,0-1 1 0 0,1 0-1 0 0,-5-5 0 0 0,9 9-16 0 0,1 1 0 0 0,-1-1 0 0 0,0 1-1 0 0,1-1 1 0 0,-1 0 0 0 0,1 1 0 0 0,0-1 0 0 0,-1 1-1 0 0,1-1 1 0 0,-1 0 0 0 0,1 0 0 0 0,0 1-1 0 0,0-1 1 0 0,-1 0 0 0 0,1 1 0 0 0,0-1 0 0 0,0 0-1 0 0,0 0 1 0 0,0 1 0 0 0,0-1 0 0 0,0 0-1 0 0,0 0 1 0 0,0 1 0 0 0,0-1 0 0 0,0 0 0 0 0,0 0-1 0 0,1 1 1 0 0,-1-1 0 0 0,0 0 0 0 0,0 1-1 0 0,1-1 1 0 0,-1 0 0 0 0,0 1 0 0 0,1-1 0 0 0,-1 0-1 0 0,1 1 1 0 0,-1-1 0 0 0,1 1 0 0 0,-1-1 0 0 0,2 0-1 0 0,0-1-242 0 0,1 1 0 0 0,-1 0 0 0 0,1-1 1 0 0,-1 1-1 0 0,1 1 0 0 0,0-1 0 0 0,-1 0 0 0 0,1 1 0 0 0,0-1 0 0 0,3 1 0 0 0,16-1-225 0 0</inkml:trace>
</inkml:ink>
</file>

<file path=ppt/ink/ink2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4:47.5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3084 2332 8754 0 0,'-1'0'118'0'0,"1"0"1"0"0,0 1-1 0 0,-1-1 1 0 0,1 1-1 0 0,-1-1 1 0 0,1 0-1 0 0,0 1 1 0 0,-1-1-1 0 0,1 0 1 0 0,-1 0-1 0 0,1 1 0 0 0,-1-1 1 0 0,1 0-1 0 0,-1 0 1 0 0,1 0-1 0 0,-1 0 1 0 0,1 0-1 0 0,-1 1 1 0 0,1-1-1 0 0,-1 0 1 0 0,1 0-1 0 0,-1 0 1 0 0,1 0-1 0 0,-1 0 1 0 0,1-1-1 0 0,-1 1 1 0 0,1 0-1 0 0,-1 0 0 0 0,1 0 1 0 0,-1 0-1 0 0,1-1 1 0 0,-1 1-1 0 0,0 0 1 0 0,-12-18 1667 0 0,0-26-603 0 0,13 43-1133 0 0,-8-44 321 0 0,3-1 0 0 0,2 1-1 0 0,2-1 1 0 0,4-51 0 0 0,0-42-290 0 0,-17-183-72 0 0,-2-72 54 0 0,16 369-18 0 0,-12-263-114 0 0,7 239 630 0 0,-2 0 1 0 0,-2 1 0 0 0,-28-87 0 0 0,36 130-505 0 0,-1 0-1 0 0,0 0 1 0 0,0 0 0 0 0,0 1-1 0 0,0-1 1 0 0,-1 1 0 0 0,0-1-1 0 0,0 1 1 0 0,0 0-1 0 0,0 0 1 0 0,-1 0 0 0 0,1 0-1 0 0,-1 0 1 0 0,0 1 0 0 0,0 0-1 0 0,-1 0 1 0 0,1 0 0 0 0,-1 0-1 0 0,1 1 1 0 0,-1 0 0 0 0,0 0-1 0 0,0 0 1 0 0,0 0 0 0 0,-5 0-1 0 0,-24-10-147 0 0,1 0 0 0 0,-54-30-1 0 0,52 24 67 0 0,0 2 0 0 0,-39-13 0 0 0,-686-143 1276 0 0,551 145-1166 0 0,-35-6-50 0 0,171 21 16 0 0,-1 3 1 0 0,-134 2-1 0 0,46 4-5 0 0,106-2-22 0 0,-90-21 1 0 0,94 15-7 0 0,0 2 1 0 0,-63-3-1 0 0,68 13 103 0 0,0 2 1 0 0,1 2-1 0 0,-1 3 0 0 0,1 1 1 0 0,-71 24-1 0 0,114-32-130 0 0,1 0 0 0 0,0 0 0 0 0,-1 0 0 0 0,1 0 0 0 0,0 1 0 0 0,-1-1 0 0 0,1 1 0 0 0,0-1 0 0 0,-3 4 0 0 0,-7 12-2967 0 0</inkml:trace>
</inkml:ink>
</file>

<file path=ppt/ink/ink2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5:00.4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4390 1 7834 0 0,'-14'5'5535'0'0,"-19"-1"-3506"0"0,7-2-831 0 0,-282 53 3717 0 0,156-34-4640 0 0,-163 1 0 0 0,-576-30-277 0 0,506 0 68 0 0,-569-58 475 0 0,862 57-485 0 0,-283-4 7 0 0,213 11-51 0 0,-115 2 55 0 0,211 3-51 0 0,0 3 0 0 0,-74 18 0 0 0,6 11-1322 0 0</inkml:trace>
</inkml:ink>
</file>

<file path=ppt/ink/ink2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5:00.9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281 50 5065 0 0,'40'-17'2775'0'0,"-31"14"-2157"0"0,1-1-1 0 0,-1 0 1 0 0,1-1 0 0 0,-1 0 0 0 0,9-6-1 0 0,-68 36 3888 0 0,31-9-3987 0 0,2 2 0 0 0,0 0 0 0 0,1 1 0 0 0,1 0-1 0 0,-21 35 1 0 0,-52 116 680 0 0,70-132-979 0 0,-15 26 345 0 0,14-31-214 0 0,2 2 0 0 0,-20 61 0 0 0,36-94-342 0 0,0 1 0 0 0,1-1 0 0 0,-1 1 0 0 0,1-1 0 0 0,0 1 0 0 0,0-1 0 0 0,0 0 0 0 0,0 1 0 0 0,0-1 0 0 0,1 1 0 0 0,-1-1 0 0 0,1 1 0 0 0,-1-1 0 0 0,1 0 0 0 0,0 0 0 0 0,0 1 0 0 0,0-1 0 0 0,0 0 0 0 0,1 0 0 0 0,-1 0 0 0 0,0 0 0 0 0,1 0 0 0 0,0 0 0 0 0,-1 0 0 0 0,1-1 0 0 0,0 1 0 0 0,0 0 0 0 0,0-1 0 0 0,0 0 0 0 0,0 1 0 0 0,0-1 0 0 0,0 0 0 0 0,0 0 0 0 0,1 0 0 0 0,-1 0 0 0 0,3 0 0 0 0,11 4 44 0 0,-1-1-1 0 0,0-1 1 0 0,1 0 0 0 0,21 0-1 0 0,-32-2-29 0 0,324 2 493 0 0,-216-5-441 0 0,30-1-60 0 0,112-1-282 0 0,-192 7-35 0 0</inkml:trace>
</inkml:ink>
</file>

<file path=ppt/ink/ink2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5:01.7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353 51 3681 0 0,'-7'-1'440'0'0,"0"-1"-1"0"0,0 0 1 0 0,0-1 0 0 0,0 0 0 0 0,0 0 0 0 0,0 0 0 0 0,1-1-1 0 0,-9-6 1 0 0,-18-9 4465 0 0,74 46 655 0 0,24 32-3679 0 0,-40-34-1702 0 0,38 28 0 0 0,-23-25 113 0 0,1-1 0 0 0,1-3-1 0 0,1-1 1 0 0,57 22 0 0 0,-96-44-268 0 0,-1 1 0 0 0,1-1 1 0 0,-1 1-1 0 0,1 0 0 0 0,-1 0 0 0 0,0 0 1 0 0,0 1-1 0 0,0-1 0 0 0,0 1 0 0 0,0-1 1 0 0,-1 1-1 0 0,1 0 0 0 0,2 3 0 0 0,-5-4 0 0 0,1-1-1 0 0,0 0 1 0 0,-1 1-1 0 0,1-1 1 0 0,-1 0 0 0 0,0 1-1 0 0,1-1 1 0 0,-1 1-1 0 0,0-1 1 0 0,0 1-1 0 0,0-1 1 0 0,0 1-1 0 0,0-1 1 0 0,0 1-1 0 0,0-1 1 0 0,0 1 0 0 0,-1-1-1 0 0,1 0 1 0 0,0 1-1 0 0,-1-1 1 0 0,1 1-1 0 0,-1-1 1 0 0,0 0-1 0 0,1 0 1 0 0,-1 1-1 0 0,0-1 1 0 0,0 0 0 0 0,0 0-1 0 0,0 0 1 0 0,0 0-1 0 0,0 0 1 0 0,0 0-1 0 0,0 0 1 0 0,-1 0-1 0 0,-1 1 1 0 0,-24 16 191 0 0,-35 16 1 0 0,-5 4-42 0 0,12 1-13 0 0,3 2-1 0 0,1 2 1 0 0,2 2-1 0 0,3 2 1 0 0,-59 76-1 0 0,79-92-217 0 0,-3-1 0 0 0,0-1 0 0 0,-2-1 0 0 0,-1-2 0 0 0,-36 23 0 0 0,61-45-430 0 0,1 0-124 0 0</inkml:trace>
</inkml:ink>
</file>

<file path=ppt/ink/ink2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5:03.0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239 5104 3681 0 0,'-20'36'1338'0'0,"-2"-1"0"0"0,-1-1-1 0 0,-2-2 1 0 0,-46 47 0 0 0,70-77-1199 0 0,-1 0 0 0 0,1 0 0 0 0,-1 0 0 0 0,0-1-1 0 0,0 1 1 0 0,0-1 0 0 0,0 0 0 0 0,0 1 0 0 0,0-1-1 0 0,0 0 1 0 0,0 0 0 0 0,-1 0 0 0 0,1 0 0 0 0,0-1 0 0 0,-1 1-1 0 0,-2 0 1 0 0,4-2-65 0 0,-1 1 1 0 0,1-1-1 0 0,0 1 0 0 0,-1-1 0 0 0,1 0 0 0 0,0 0 0 0 0,0 1 0 0 0,0-1 1 0 0,-1 0-1 0 0,1 0 0 0 0,0 0 0 0 0,0 0 0 0 0,0 0 0 0 0,1 0 1 0 0,-1-1-1 0 0,0 1 0 0 0,0 0 0 0 0,0 0 0 0 0,1-1 0 0 0,-1 1 1 0 0,1-1-1 0 0,-1 1 0 0 0,1 0 0 0 0,0-1 0 0 0,-1 1 0 0 0,1-3 0 0 0,-6-23 155 0 0,2 0 1 0 0,0 0-1 0 0,2 0 0 0 0,1 0 0 0 0,1 0 0 0 0,5-30 0 0 0,32-165 9 0 0,-34 206-186 0 0,102-435 365 0 0,-7 36-158 0 0,95-402 585 0 0,59 15 22 0 0,-160 554-605 0 0,125-326 114 0 0,29 17-288 0 0,49-69-34 0 0,-264 554-280 0 0,4 2-1 0 0,3 1 0 0 0,52-70 0 0 0,-80 126-549 0 0</inkml:trace>
</inkml:ink>
</file>

<file path=ppt/ink/ink2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5:03.4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1 3681 0 0,'0'0'15'0'0,"0"0"-1"0"0,0 0 1 0 0,0 0 0 0 0,0 0 0 0 0,0 0-1 0 0,-1 0 1 0 0,1 0 0 0 0,0 0-1 0 0,0 0 1 0 0,0 0 0 0 0,0 0 0 0 0,0 0-1 0 0,-1 0 1 0 0,1 0 0 0 0,0 0 0 0 0,0 0-1 0 0,0 0 1 0 0,0 1 0 0 0,0-1 0 0 0,0 0-1 0 0,-1 0 1 0 0,1 0 0 0 0,0 0 0 0 0,0 0-1 0 0,0 0 1 0 0,0 0 0 0 0,0 1 0 0 0,0-1-1 0 0,0 0 1 0 0,0 0 0 0 0,0 0 0 0 0,0 0-1 0 0,0 0 1 0 0,0 1 0 0 0,0-1 0 0 0,-1 0-1 0 0,1 0 1 0 0,0 0 0 0 0,0 0 0 0 0,0 0-1 0 0,0 1 1 0 0,0-1 0 0 0,0 0 0 0 0,1 0-1 0 0,-1 0 1 0 0,0 0 0 0 0,0 0-1 0 0,0 1 1 0 0,0-1 0 0 0,0 0 0 0 0,0 0-1 0 0,7 13 1080 0 0,21 20 1290 0 0,-19-23-1579 0 0,130 151 4862 0 0,128 159-2254 0 0,-217-254-3185 0 0,-8-9-261 0 0,3-2 0 0 0,99 96 1 0 0,-142-148-71 0 0,1-1-178 0 0,-1 0-1 0 0,0 0 0 0 0,1 0 1 0 0,-1 0-1 0 0,1 0 0 0 0,0 0 1 0 0,0-1-1 0 0,0 1 0 0 0,-1-1 1 0 0,7 2-1 0 0</inkml:trace>
</inkml:ink>
</file>

<file path=ppt/ink/ink2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5:03.7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3 195 10594 0 0,'-1'-1'-18'0'0,"1"1"0"0"0,0-1-1 0 0,0 0 1 0 0,-1 0 0 0 0,1 1-1 0 0,0-1 1 0 0,0 0 0 0 0,0 0 0 0 0,0 0-1 0 0,0 1 1 0 0,0-1 0 0 0,0 0-1 0 0,0 0 1 0 0,0 0 0 0 0,0 0-1 0 0,0 1 1 0 0,1-1 0 0 0,-1 0 0 0 0,0 0-1 0 0,1 1 1 0 0,-1-1 0 0 0,0 0-1 0 0,1 0 1 0 0,-1 1 0 0 0,1-1-1 0 0,0 0 1 0 0,15-21-569 0 0,-14 20 839 0 0,9-10 179 0 0,1 1 1 0 0,0 0-1 0 0,1 0 0 0 0,0 1 1 0 0,1 1-1 0 0,0 1 1 0 0,1 0-1 0 0,-1 0 0 0 0,31-9 1 0 0,-12 6 415 0 0,0 1 0 0 0,1 2 0 0 0,59-6 1 0 0,-77 13-725 0 0,0 0 0 0 0,0 1 0 0 0,0 1 0 0 0,0 1 0 0 0,-1 0 0 0 0,1 1 0 0 0,0 0 1 0 0,-1 2-1 0 0,0-1 0 0 0,0 2 0 0 0,0 0 0 0 0,-1 1 0 0 0,0 1 0 0 0,0 0 0 0 0,0 0 0 0 0,-1 2 0 0 0,-1-1 1 0 0,0 2-1 0 0,0 0 0 0 0,-1 0 0 0 0,0 1 0 0 0,-1 0 0 0 0,0 1 0 0 0,-1 0 0 0 0,12 23 0 0 0,-12-17-153 0 0,0 1 0 0 0,-2 0-1 0 0,0 0 1 0 0,-1 0 0 0 0,0 1-1 0 0,-2 0 1 0 0,-1 0-1 0 0,-1 0 1 0 0,0 0 0 0 0,-2 0-1 0 0,0 1 1 0 0,-7 41 0 0 0,-7 6-267 0 0,-2 0 0 0 0,-42 105 0 0 0,-1 8-297 0 0,50-137-2057 0 0,8-30 1284 0 0</inkml:trace>
</inkml:ink>
</file>

<file path=ppt/ink/ink2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5:03.9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10594 0 0,'6'2'359'0'0,"0"0"-1"0"0,0 1 0 0 0,0-1 1 0 0,0 1-1 0 0,-1 0 0 0 0,0 1 0 0 0,1-1 1 0 0,-1 1-1 0 0,0 0 0 0 0,-1 0 1 0 0,6 6-1 0 0,0-1 499 0 0,25 23 1171 0 0,-2 0 0 0 0,54 72 1 0 0,-28-26-2120 0 0,11 16-5779 0 0</inkml:trace>
</inkml:ink>
</file>

<file path=ppt/ink/ink2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5:04.1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 2 13363 0 0,'-3'-2'1184'0'0,"1"2"-944"0"0,4 0 384 0 0,-4 0-304 0 0,1 2 0 0 0,-2-1-320 0 0,2 1-160 0 0,-1 2 24 0 0,14 19-5121 0 0,-8-16 3409 0 0</inkml:trace>
</inkml:ink>
</file>

<file path=ppt/ink/ink2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5:04.4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317 3 6913 0 0,'0'0'8'0'0,"0"0"-1"0"0,0 0 1 0 0,0-1-1 0 0,0 1 1 0 0,-1 0-1 0 0,1 0 1 0 0,0 0-1 0 0,0 0 1 0 0,0-1-1 0 0,0 1 1 0 0,-1 0-1 0 0,1 0 1 0 0,0 0-1 0 0,0 0 1 0 0,0 0-1 0 0,-1 0 1 0 0,1 0-1 0 0,0-1 1 0 0,0 1-1 0 0,0 0 1 0 0,-1 0-1 0 0,1 0 1 0 0,0 0-1 0 0,0 0 1 0 0,0 0-1 0 0,-1 0 1 0 0,1 0-1 0 0,0 0 1 0 0,0 0-1 0 0,-1 0 1 0 0,1 0-1 0 0,0 1 1 0 0,0-1-1 0 0,0 0 1 0 0,-1 0-1 0 0,1 0 1 0 0,0 0-1 0 0,0 0 1 0 0,0 0-1 0 0,-1 0 1 0 0,1 0-1 0 0,0 1 1 0 0,-19 8 534 0 0,-16 13 1530 0 0,6 1-482 0 0,1 1-1 0 0,-31 34 1 0 0,39-35-1282 0 0,1 0 0 0 0,1 1 1 0 0,1 1-1 0 0,1 1 0 0 0,-24 51 1 0 0,39-73-378 0 0,-1 0 0 0 0,1 1 0 0 0,0-1-1 0 0,0 0 1 0 0,0 0 0 0 0,-1 9 0 0 0,2-12 43 0 0,0-1-1 0 0,0 0 1 0 0,0 1-1 0 0,1-1 1 0 0,-1 1-1 0 0,0-1 1 0 0,0 1 0 0 0,0-1-1 0 0,0 0 1 0 0,0 1-1 0 0,0-1 1 0 0,1 1-1 0 0,-1-1 1 0 0,0 0-1 0 0,0 1 1 0 0,0-1-1 0 0,1 0 1 0 0,-1 1 0 0 0,0-1-1 0 0,1 0 1 0 0,-1 1-1 0 0,0-1 1 0 0,1 0-1 0 0,-1 0 1 0 0,0 1-1 0 0,1-1 1 0 0,0 0 0 0 0,0 0-30 0 0,0 0 1 0 0,0 0 0 0 0,1 0 0 0 0,-1 0 0 0 0,0 0 0 0 0,0 0-1 0 0,0-1 1 0 0,0 1 0 0 0,1 0 0 0 0,-1-1 0 0 0,0 1-1 0 0,0-1 1 0 0,0 0 0 0 0,0 1 0 0 0,1-2 0 0 0,17-11-295 0 0,-1-2-1 0 0,0 0 1 0 0,-1-1 0 0 0,28-35 0 0 0,6-4 582 0 0,-32 34-27 0 0,29-26 474 0 0,-45 44-598 0 0,1 0 0 0 0,0 0 0 0 0,0 0 0 0 0,0 1 0 0 0,0-1 1 0 0,0 1-1 0 0,0 0 0 0 0,1 0 0 0 0,-1 1 0 0 0,9-3 0 0 0,-10 5-10 0 0,0-1-1 0 0,0 0 0 0 0,0 1 1 0 0,-1-1-1 0 0,1 1 0 0 0,0 0 1 0 0,0 0-1 0 0,-1 0 1 0 0,1 0-1 0 0,0 0 0 0 0,-1 1 1 0 0,1-1-1 0 0,-1 1 0 0 0,0 0 1 0 0,1 0-1 0 0,-1-1 1 0 0,0 2-1 0 0,0-1 0 0 0,0 0 1 0 0,-1 0-1 0 0,1 0 0 0 0,0 1 1 0 0,-1-1-1 0 0,1 1 1 0 0,0 3-1 0 0,5 8 271 0 0,0 0 0 0 0,-2 0 0 0 0,6 20 0 0 0,-4-9-192 0 0,-1 0-1 0 0,-1 1 1 0 0,-1 0 0 0 0,0 43-1 0 0,-3-61-306 0 0,-1 0-1 0 0,-1 0 0 0 0,0 0 0 0 0,0 0 0 0 0,0 0 0 0 0,-1-1 0 0 0,0 1 0 0 0,-1 0 0 0 0,1-1 0 0 0,-2 1 0 0 0,1-1 0 0 0,-1 0 0 0 0,0 0 0 0 0,0 0 0 0 0,-1-1 0 0 0,0 0 0 0 0,0 1 0 0 0,-1-2 0 0 0,-7 8 0 0 0</inkml:trace>
</inkml:ink>
</file>

<file path=ppt/ink/ink2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5:04.7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7370 0 0,'0'3'337'0'0,"0"0"0"0"0,1 0 1 0 0,-1 0-1 0 0,0 0 0 0 0,1 0 1 0 0,0 0-1 0 0,-1 0 0 0 0,1-1 1 0 0,0 1-1 0 0,0 0 0 0 0,1 0 1 0 0,1 3-1 0 0,0 0 92 0 0,21 43 1887 0 0,2-1 0 0 0,54 74 0 0 0,-24-40-804 0 0,-33-47-2969 0 0</inkml:trace>
</inkml:ink>
</file>

<file path=ppt/ink/ink2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5:04.9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13827 0 0,'15'5'3852'0'0,"50"11"-9598"0"0,-38-14 5656 0 0,-16-3 90 0 0</inkml:trace>
</inkml:ink>
</file>

<file path=ppt/ink/ink2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5:05.1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9674 0 0,'1'2'118'0'0,"0"1"0"0"0,0-1 0 0 0,0 1 0 0 0,0-1 0 0 0,0 1 0 0 0,1-1 0 0 0,-1 0 1 0 0,0 0-1 0 0,1 0 0 0 0,0 0 0 0 0,0 0 0 0 0,2 2 0 0 0,3 5 536 0 0,48 69 2169 0 0,117 152 4360 0 0,-148-201-7089 0 0,83 89 758 0 0,-92-104-1338 0 0,1 0 0 0 0,1-1 0 0 0,0 0 0 0 0,0-2 0 0 0,30 15 0 0 0,-25-17-457 0 0</inkml:trace>
</inkml:ink>
</file>

<file path=ppt/ink/ink2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5:05.6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58 569 5065 0 0,'-10'7'430'0'0,"6"-4"-122"0"0,1 0 1 0 0,0-1-1 0 0,-1 0 0 0 0,0 1 1 0 0,0-1-1 0 0,1-1 1 0 0,-1 1-1 0 0,0 0 1 0 0,-8 1-1 0 0,12-3-253 0 0,0-1 0 0 0,0 1 0 0 0,-1 0 0 0 0,1-1 1 0 0,0 1-1 0 0,0 0 0 0 0,0-1 0 0 0,-1 1 0 0 0,1-1 0 0 0,0 1 0 0 0,0 0 0 0 0,0-1 0 0 0,0 1 0 0 0,0-1 0 0 0,0 1 0 0 0,0-1 1 0 0,0 1-1 0 0,0 0 0 0 0,0-1 0 0 0,0 1 0 0 0,0-1 0 0 0,0 1 0 0 0,0 0 0 0 0,0-1 0 0 0,0 1 0 0 0,0-1 0 0 0,1 1 0 0 0,-1 0 0 0 0,0-1 1 0 0,0 1-1 0 0,0-1 0 0 0,1 1 0 0 0,-1 0 0 0 0,1-1 0 0 0,9-18 459 0 0,-9 17-381 0 0,29-41-885 0 0,1 0-1 0 0,52-52 1 0 0,15-20-1376 0 0,-59 62 1354 0 0,13-16-184 0 0,74-77-1 0 0,-192 207 7120 0 0,27-25-3444 0 0,-55 63 0 0 0,84-86-2609 0 0,0 0 0 0 0,1 0 0 0 0,1 1 0 0 0,0 0 0 0 0,0 1 0 0 0,2 0 0 0 0,0 0 0 0 0,0 0 0 0 0,-5 27 0 0 0,11-40-110 0 0,-1 1-1 0 0,1-1 1 0 0,-1 1-1 0 0,1-1 1 0 0,0 1-1 0 0,0 0 1 0 0,0-1 0 0 0,0 1-1 0 0,1-1 1 0 0,-1 1-1 0 0,0-1 1 0 0,1 1 0 0 0,0-1-1 0 0,0 0 1 0 0,0 1-1 0 0,0-1 1 0 0,0 0 0 0 0,0 0-1 0 0,0 1 1 0 0,1-1-1 0 0,-1 0 1 0 0,1 0 0 0 0,0 0-1 0 0,0-1 1 0 0,2 3-1 0 0,-1-2-26 0 0,-1-1-1 0 0,1 0 0 0 0,0 0 0 0 0,-1 0 0 0 0,1-1 0 0 0,0 1 0 0 0,0-1 0 0 0,0 1 1 0 0,-1-1-1 0 0,1 0 0 0 0,0 0 0 0 0,0 0 0 0 0,0 0 0 0 0,0-1 0 0 0,0 1 1 0 0,-1-1-1 0 0,1 0 0 0 0,0 1 0 0 0,0-1 0 0 0,-1-1 0 0 0,1 1 0 0 0,2-2 0 0 0,5-2-194 0 0,0-1-1 0 0,0-1 0 0 0,0 1 1 0 0,-1-2-1 0 0,0 1 0 0 0,14-17 1 0 0,-3-1-516 0 0,20-31 0 0 0,-7 9 448 0 0,-32 45 342 0 0,0 0 1 0 0,0 0-1 0 0,0 1 1 0 0,1-1-1 0 0,-1 1 1 0 0,0-1 0 0 0,1 1-1 0 0,-1 0 1 0 0,1 0-1 0 0,0 0 1 0 0,-1-1-1 0 0,1 1 1 0 0,0 1 0 0 0,0-1-1 0 0,0 0 1 0 0,0 0-1 0 0,2 0 1 0 0,-3 1 50 0 0,1 0 1 0 0,-1 0 0 0 0,0 1-1 0 0,1-1 1 0 0,-1 0 0 0 0,0 1 0 0 0,0-1-1 0 0,1 0 1 0 0,-1 1 0 0 0,0 0-1 0 0,0-1 1 0 0,0 1 0 0 0,0 0-1 0 0,1-1 1 0 0,-1 1 0 0 0,0 0-1 0 0,0 0 1 0 0,0 0 0 0 0,1 2-1 0 0,4 6 557 0 0,0 0 0 0 0,-1 0-1 0 0,0 1 1 0 0,0 0 0 0 0,4 12-1 0 0,0 1-357 0 0,-6-16-209 0 0,1 0 0 0 0,0 0-1 0 0,0-1 1 0 0,0 1-1 0 0,1-1 1 0 0,0 0 0 0 0,0-1-1 0 0,1 1 1 0 0,-1-1 0 0 0,1 0-1 0 0,0 0 1 0 0,8 4 0 0 0,-10-7-237 0 0,-1-1 0 0 0,1 1-1 0 0,0-1 1 0 0,-1 0 0 0 0,1 0 0 0 0,0 0 0 0 0,0 0 0 0 0,0-1 0 0 0,0 1 0 0 0,7-1 0 0 0,-7-1-427 0 0,1 0-1 0 0,-1 1 1 0 0,1-2 0 0 0,-1 1 0 0 0,1 0 0 0 0,-1-1 0 0 0,0 0-1 0 0,1 0 1 0 0,-1 0 0 0 0,6-5 0 0 0,8-8-5092 0 0</inkml:trace>
</inkml:ink>
</file>

<file path=ppt/ink/ink2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5:05.9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110 68 11522 0 0,'-16'-14'350'0'0,"10"7"310"0"0,-1 1 0 0 0,0 0 0 0 0,0 0 0 0 0,-1 1-1 0 0,0 0 1 0 0,0 1 0 0 0,0-1 0 0 0,-12-4-1 0 0,19 9-585 0 0,1 0-1 0 0,0 0 0 0 0,-1 0 0 0 0,1 0 0 0 0,-1 0 0 0 0,1 0 0 0 0,-1 0 0 0 0,1 0 0 0 0,0 0 0 0 0,-1 0 0 0 0,1 0 0 0 0,-1 0 0 0 0,1 0 0 0 0,0 0 0 0 0,-1 0 0 0 0,1 0 0 0 0,-1 0 0 0 0,1 1 0 0 0,0-1 0 0 0,-1 0 0 0 0,1 0 0 0 0,-1 1 0 0 0,1-1 0 0 0,0 0 0 0 0,-1 0 0 0 0,1 1 1 0 0,0-1-1 0 0,0 0 0 0 0,-1 1 0 0 0,1-1 0 0 0,0 0 0 0 0,0 1 0 0 0,-1-1 0 0 0,1 0 0 0 0,0 1 0 0 0,-2 21 896 0 0,12 22-530 0 0,-10-42-348 0 0,132 350 1136 0 0,-108-293-1084 0 0,-1-3 54 0 0,2-2 1 0 0,44 70-1 0 0,-55-103-470 0 0,2-1 0 0 0,0 0 0 0 0,20 19 0 0 0,-23-27-742 0 0,0-1 0 0 0,1 0 1 0 0,1 0-1 0 0,0-2 1 0 0,20 11-1 0 0,11 1-6168 0 0</inkml:trace>
</inkml:ink>
</file>

<file path=ppt/ink/ink2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5:06.37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15203 0 0,'68'26'3444'0'0,"-47"-16"-3080"0"0,1 0 0 0 0,-2 2 1 0 0,0 1-1 0 0,0 0 0 0 0,22 20 0 0 0,-37-28-524 0 0,-1 0 0 0 0,0 0 0 0 0,0 0 0 0 0,0 1 0 0 0,0-1 0 0 0,-1 1 0 0 0,0 0 0 0 0,0 0 0 0 0,-1 0 0 0 0,1 1 0 0 0,-1-1 0 0 0,-1 1 0 0 0,3 10 0 0 0,-3-9-808 0 0,-1 1 0 0 0,1 0 1 0 0,-2-1-1 0 0,1 1 0 0 0,-4 16 0 0 0,-1-7-1399 0 0</inkml:trace>
</inkml:ink>
</file>

<file path=ppt/ink/ink2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5:06.5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10594 0 0,'12'3'6977'0'0,"12"3"-4758"0"0,46 11-7249 0 0,-57-15 3433 0 0</inkml:trace>
</inkml:ink>
</file>

<file path=ppt/ink/ink2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5:06.9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1 136 10594 0 0,'6'3'318'0'0,"-1"0"0"0"0,1 1 1 0 0,-1 0-1 0 0,0 0 0 0 0,0 0 0 0 0,0 1 0 0 0,0 0 0 0 0,-1 0 0 0 0,6 9 0 0 0,28 55 2225 0 0,-9-13-1584 0 0,-33-80-3511 0 0,-9-20 1863 0 0,2 14 425 0 0,2 5 179 0 0,-9-38 0 0 0,17 57 178 0 0,0 0 1 0 0,0-1 0 0 0,0 1-1 0 0,1 0 1 0 0,0 0 0 0 0,0-1-1 0 0,0 1 1 0 0,1 0 0 0 0,0-1-1 0 0,0 1 1 0 0,4-9 0 0 0,-4 12-25 0 0,0 0 0 0 0,1 1 1 0 0,-1 0-1 0 0,0-1 0 0 0,1 1 1 0 0,0 0-1 0 0,0 0 0 0 0,0 0 1 0 0,0 0-1 0 0,0 0 0 0 0,0 0 1 0 0,0 0-1 0 0,0 1 0 0 0,1-1 0 0 0,-1 1 1 0 0,1-1-1 0 0,-1 1 0 0 0,1 0 1 0 0,-1 0-1 0 0,1 0 0 0 0,0 1 1 0 0,-1-1-1 0 0,1 1 0 0 0,0-1 1 0 0,0 1-1 0 0,-1 0 0 0 0,1 0 1 0 0,0 0-1 0 0,0 0 0 0 0,0 1 0 0 0,-1-1 1 0 0,1 1-1 0 0,0 0 0 0 0,-1-1 1 0 0,5 3-1 0 0,7 2 393 0 0,0 1 0 0 0,0 0 1 0 0,0 1-1 0 0,24 17 0 0 0,19 10-5826 0 0,-36-25-714 0 0</inkml:trace>
</inkml:ink>
</file>

<file path=ppt/ink/ink2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5:07.1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 9218 0 0,'1'-1'5349'0'0,"18"13"-2861"0"0,27 21-540 0 0,-15-3-926 0 0,0 1 0 0 0,43 56 0 0 0,40 77-518 0 0,-41-57-1992 0 0,-53-78-6058 0 0</inkml:trace>
</inkml:ink>
</file>

<file path=ppt/ink/ink2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5:07.3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9 375 13363 0 0,'0'0'28'0'0,"0"0"1"0"0,-1 0 0 0 0,1 0-1 0 0,0 0 1 0 0,0 0-1 0 0,-1 0 1 0 0,1 0-1 0 0,0 0 1 0 0,-1 0-1 0 0,1 0 1 0 0,0 0 0 0 0,-1 0-1 0 0,1 0 1 0 0,0 0-1 0 0,0 0 1 0 0,-1-1-1 0 0,1 1 1 0 0,0 0-1 0 0,0 0 1 0 0,-1 0 0 0 0,1 0-1 0 0,0-1 1 0 0,0 1-1 0 0,-1 0 1 0 0,1 0-1 0 0,0 0 1 0 0,0-1 0 0 0,0 1-1 0 0,0 0 1 0 0,-1-1-1 0 0,1 1 1 0 0,0 0-1 0 0,0 0 1 0 0,0-1-1 0 0,0 1 1 0 0,0 0 0 0 0,0-1-1 0 0,0 1 1 0 0,0 0-1 0 0,0 0 1 0 0,0-1-1 0 0,0 1 1 0 0,0 0-1 0 0,0-1 1 0 0,0 1 0 0 0,0 0-1 0 0,0-1 1 0 0,0 1-1 0 0,0 0 1 0 0,0 0-1 0 0,0-1 1 0 0,0 1 0 0 0,1 0-1 0 0,-1 0 1 0 0,0-1-1 0 0,0 1 1 0 0,0 0-1 0 0,0 0 1 0 0,1-1-1 0 0,-1 1 1 0 0,0 0 0 0 0,1 0-1 0 0,16-23 352 0 0,-11 17-103 0 0,55-72 716 0 0,83-99-2408 0 0,-129 162-159 0 0,1 1 1 0 0,20-14 0 0 0,-25 19 1324 0 0,5-3 111 0 0</inkml:trace>
</inkml:ink>
</file>

<file path=ppt/ink/ink2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5:07.6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1 616 3209 0 0,'5'-2'56'0'0,"1"0"0"0"0,-1 0 0 0 0,0-1 0 0 0,1 0 0 0 0,-1 0 0 0 0,-1 0 0 0 0,1-1 0 0 0,0 1 0 0 0,-1-1 0 0 0,0 0 1 0 0,0-1-1 0 0,0 1 0 0 0,0 0 0 0 0,-1-1 0 0 0,0 0 0 0 0,0 0 0 0 0,4-10 0 0 0,4-7 640 0 0,-1-1 0 0 0,12-41 1 0 0,-16 37-369 0 0,0 1 0 0 0,-1-1 0 0 0,-2 0 0 0 0,-1-1 0 0 0,-1 1-1 0 0,-1 0 1 0 0,-1-1 0 0 0,-2 1 0 0 0,0 0 0 0 0,-2 0 0 0 0,-2 0 0 0 0,-10-30 0 0 0,16 53-272 0 0,-1 1 0 0 0,1-1 0 0 0,-1 1 0 0 0,0 0-1 0 0,0 0 1 0 0,0 0 0 0 0,-1 0 0 0 0,1 0 0 0 0,-1 0 0 0 0,1 0-1 0 0,-1 1 1 0 0,0 0 0 0 0,-5-4 0 0 0,7 5-17 0 0,0 1 0 0 0,0-1 0 0 0,0 1 0 0 0,0 0 0 0 0,0-1 0 0 0,0 1 0 0 0,0 0 1 0 0,0 0-1 0 0,0 0 0 0 0,0 0 0 0 0,0-1 0 0 0,0 2 0 0 0,0-1 0 0 0,0 0 0 0 0,-1 0 0 0 0,1 0 0 0 0,0 0 0 0 0,0 1 0 0 0,-1 0 0 0 0,0 0 37 0 0,0 0-1 0 0,1 0 1 0 0,0 0-1 0 0,-1 0 1 0 0,1 1-1 0 0,0-1 1 0 0,-1 0-1 0 0,1 1 1 0 0,0-1-1 0 0,0 1 1 0 0,0 0 0 0 0,1-1-1 0 0,-1 1 1 0 0,0 0-1 0 0,0 2 1 0 0,-1 0 37 0 0,1 0 0 0 0,0 0 0 0 0,0 1 0 0 0,0-1 0 0 0,1 0 0 0 0,-1 1 1 0 0,1-1-1 0 0,0 0 0 0 0,1 1 0 0 0,-1-1 0 0 0,1 0 0 0 0,-1 1 0 0 0,1-1 1 0 0,1 0-1 0 0,1 6 0 0 0,0-3-17 0 0,1 0 1 0 0,0 0-1 0 0,1 0 1 0 0,-1 0-1 0 0,1-1 1 0 0,0 0-1 0 0,11 10 1 0 0,2-1 227 0 0,0-1 0 0 0,1-1 0 0 0,0 0 0 0 0,40 18 0 0 0,-45-25-103 0 0,0 0 1 0 0,0-1-1 0 0,1 0 1 0 0,-1-2-1 0 0,1 0 1 0 0,0 0-1 0 0,0-1 1 0 0,27 0 0 0 0,-35-3-424 0 0,0 1 1 0 0,0-1-1 0 0,0 0 1 0 0,0 0-1 0 0,0-1 1 0 0,0 0-1 0 0,0 0 0 0 0,-1-1 1 0 0,1 1-1 0 0,-1-1 1 0 0,1-1-1 0 0,-1 0 1 0 0,0 1-1 0 0,0-2 1 0 0,-1 1-1 0 0,0-1 1 0 0,1 0-1 0 0,-1 0 1 0 0,-1 0-1 0 0,7-9 1 0 0,1-6-5455 0 0</inkml:trace>
</inkml:ink>
</file>

<file path=ppt/ink/ink2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5:08.4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12 215 9218 0 0,'-11'4'6128'0'0,"10"-3"-5982"0"0,11 10 3877 0 0,-4-6-4802 0 0,88 105 3534 0 0,23 22-2297 0 0,-117-132-458 0 0,4 4 0 0 0,0 0 0 0 0,0 0 0 0 0,1 0 0 0 0,-1-1 0 0 0,1 0 0 0 0,-1 0 0 0 0,1 0 0 0 0,7 2 0 0 0,-40-43 368 0 0,8 12-272 0 0,1-2 0 0 0,1-1 0 0 0,-16-36 0 0 0,26 47-100 0 0,2 0 0 0 0,0 0 0 0 0,1 0-1 0 0,0 0 1 0 0,2-1 0 0 0,0 0 0 0 0,0-24 0 0 0,4 13-1285 0 0,7-56 0 0 0,-2 49-5974 0 0</inkml:trace>
</inkml:ink>
</file>

<file path=ppt/ink/ink2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5:08.7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170 8 6913 0 0,'-2'-2'174'0'0,"0"1"0"0"0,-1 0-1 0 0,1 0 1 0 0,-1 1-1 0 0,1-1 1 0 0,-1 0-1 0 0,1 1 1 0 0,-1 0-1 0 0,1-1 1 0 0,-1 1-1 0 0,1 0 1 0 0,-1 0-1 0 0,1 1 1 0 0,-1-1 0 0 0,1 0-1 0 0,-1 1 1 0 0,1 0-1 0 0,-1-1 1 0 0,1 1-1 0 0,0 0 1 0 0,-1 0-1 0 0,1 1 1 0 0,-3 1-1 0 0,-3 1 315 0 0,0 1 0 0 0,1-1-1 0 0,0 2 1 0 0,0-1 0 0 0,-12 12-1 0 0,13-10-277 0 0,1 0-1 0 0,0 1 1 0 0,0-1-1 0 0,0 1 1 0 0,1 0-1 0 0,0 0 1 0 0,0 0-1 0 0,1 1 1 0 0,1-1-1 0 0,-1 1 0 0 0,1 0 1 0 0,0 0-1 0 0,1-1 1 0 0,0 1-1 0 0,1 0 1 0 0,0 0-1 0 0,0 0 1 0 0,1 0-1 0 0,0 0 1 0 0,0 0-1 0 0,1 0 1 0 0,4 11-1 0 0,2 2 32 0 0,1 1 0 0 0,1-1-1 0 0,0-1 1 0 0,2 0 0 0 0,1 0 0 0 0,0-1 0 0 0,18 20-1 0 0,146 159 621 0 0,-96-117-7099 0 0,-57-59-371 0 0</inkml:trace>
</inkml:ink>
</file>

<file path=ppt/ink/ink2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5:09.1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4 705 6449 0 0,'-2'-7'68'0'0,"1"1"-1"0"0,1-1 1 0 0,-1 0-1 0 0,1 1 1 0 0,0-1-1 0 0,1 0 1 0 0,-1 1-1 0 0,1-1 1 0 0,1 1-1 0 0,-1-1 1 0 0,1 1-1 0 0,0-1 1 0 0,1 1-1 0 0,3-7 1 0 0,8-13 34 0 0,30-46 1 0 0,-30 51-138 0 0,23-29-27 0 0,1 2 0 0 0,3 2-1 0 0,57-50 1 0 0,61-70-39 0 0,-153 160-42 0 0,-1 0 1 0 0,0-1-1 0 0,-1 0 1 0 0,0 1 0 0 0,0-2-1 0 0,0 1 1 0 0,-1 0-1 0 0,2-13 1404 0 0,-5 20-1223 0 0,0 0 0 0 0,0 0 0 0 0,0 0 0 0 0,0 0 0 0 0,0 0 0 0 0,0 0 0 0 0,0 0-1 0 0,-1 0 1 0 0,1 0 0 0 0,0 0 0 0 0,0 0 0 0 0,0 0 0 0 0,0 0 0 0 0,0 0 0 0 0,0 0 0 0 0,0 0 0 0 0,0 0 0 0 0,0 0 0 0 0,-1 0 151 0 0,1 0-151 0 0,-11 5 1445 0 0,-8 10 815 0 0,7-3-1694 0 0,1 0 0 0 0,1 1 0 0 0,0 0 0 0 0,1 1-1 0 0,1 0 1 0 0,0 1 0 0 0,0 0 0 0 0,2 0 0 0 0,0 0 0 0 0,0 1 0 0 0,-4 23 0 0 0,4-10-171 0 0,2 1 0 0 0,1-1 0 0 0,1 1 1 0 0,1 0-1 0 0,5 45 0 0 0,-3-71-432 0 0,-1 0 1 0 0,1 0-1 0 0,0 0 0 0 0,0-1 0 0 0,0 1 1 0 0,0 0-1 0 0,1-1 0 0 0,3 7 1 0 0,-5-9-13 0 0,1-1 1 0 0,-1 1 0 0 0,0-1-1 0 0,1 1 1 0 0,-1-1 0 0 0,1 0-1 0 0,-1 1 1 0 0,1-1 0 0 0,-1 1-1 0 0,1-1 1 0 0,-1 0-1 0 0,1 0 1 0 0,0 1 0 0 0,-1-1-1 0 0,1 0 1 0 0,-1 0 0 0 0,1 1-1 0 0,0-1 1 0 0,-1 0 0 0 0,1 0-1 0 0,-1 0 1 0 0,2 0 0 0 0,0-1-18 0 0,-1 1 1 0 0,0 0-1 0 0,0-1 0 0 0,1 0 1 0 0,-1 1-1 0 0,0-1 0 0 0,0 0 1 0 0,0 0-1 0 0,0 1 1 0 0,1-1-1 0 0,-1 0 0 0 0,-1 0 1 0 0,1 0-1 0 0,0 0 1 0 0,1-2-1 0 0,7-10-152 0 0,0 0 0 0 0,-2 0 0 0 0,1-1 0 0 0,-2 0 0 0 0,0-1 0 0 0,0 1-1 0 0,3-17 1 0 0,0-7-176 0 0,7-64-1 0 0,-13 56 134 0 0,5-33-202 0 0,-7 73 482 0 0,0-1 0 0 0,1 1 0 0 0,0 0 0 0 0,0 0 0 0 0,0 0 0 0 0,1 0 0 0 0,0 0 1 0 0,0 1-1 0 0,6-9 0 0 0,-8 13-18 0 0,-1 1 1 0 0,1-1 0 0 0,-1 0 0 0 0,1 1-1 0 0,-1-1 1 0 0,1 1 0 0 0,0-1-1 0 0,-1 1 1 0 0,1-1 0 0 0,0 1-1 0 0,-1 0 1 0 0,1-1 0 0 0,0 1 0 0 0,0 0-1 0 0,-1-1 1 0 0,1 1 0 0 0,0 0-1 0 0,0 0 1 0 0,-1 0 0 0 0,1 0-1 0 0,0 0 1 0 0,0 0 0 0 0,0 0 0 0 0,-1 0-1 0 0,1 0 1 0 0,1 0 0 0 0,0 1 29 0 0,-1 0 0 0 0,1-1 0 0 0,0 1 0 0 0,-1 0 0 0 0,1 0 0 0 0,-1 0 0 0 0,1 0 0 0 0,-1 1 1 0 0,0-1-1 0 0,3 3 0 0 0,22 38 719 0 0,-15-19-532 0 0,28 40 0 0 0,-11-31-6405 0 0,-10-16-759 0 0</inkml:trace>
</inkml:ink>
</file>

<file path=ppt/ink/ink2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5:09.4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203 50 3225 0 0,'0'-3'352'0'0,"-1"1"0"0"0,0-1-1 0 0,0 0 1 0 0,-1 1 0 0 0,1-1 0 0 0,-1 1 0 0 0,1-1 0 0 0,-1 1 0 0 0,0 0 0 0 0,0 0 0 0 0,1 0 0 0 0,-2 0 0 0 0,1 0-1 0 0,0 0 1 0 0,0 0 0 0 0,-1 1 0 0 0,1-1 0 0 0,0 1 0 0 0,-1 0 0 0 0,0 0 0 0 0,1 0 0 0 0,-1 0 0 0 0,0 0 0 0 0,1 0-1 0 0,-6 0 1 0 0,5 1-49 0 0,0-1 0 0 0,-1 1 1 0 0,1 0-1 0 0,-1 0 0 0 0,1 0 0 0 0,-1 1 0 0 0,1-1 0 0 0,-1 1 0 0 0,1 0 0 0 0,0 0 0 0 0,-1 0 0 0 0,1 0 0 0 0,0 1 0 0 0,0-1 0 0 0,0 1 0 0 0,0 0 0 0 0,0 0 0 0 0,0 0 1 0 0,1 0-1 0 0,-5 4 0 0 0,-2 6-45 0 0,0 0 0 0 0,1 0 0 0 0,1 1 0 0 0,0 0 0 0 0,1 0 0 0 0,0 0 0 0 0,1 1 0 0 0,0 0 0 0 0,1 0 0 0 0,1 0 0 0 0,0 1 0 0 0,1-1 0 0 0,0 24 0 0 0,2-29-237 0 0,1 0 1 0 0,-1 1-1 0 0,2-1 0 0 0,-1 0 1 0 0,1 0-1 0 0,1 0 0 0 0,0 0 1 0 0,0 0-1 0 0,8 15 0 0 0,-7-18-21 0 0,0 0 1 0 0,0-1-1 0 0,0 1 0 0 0,1-1 0 0 0,0 0 0 0 0,0 0 0 0 0,0 0 0 0 0,0-1 0 0 0,1 0 1 0 0,0 0-1 0 0,0 0 0 0 0,0-1 0 0 0,0 0 0 0 0,9 3 0 0 0,-9-4-100 0 0,1-1 0 0 0,0 1 0 0 0,0-1 0 0 0,0-1 0 0 0,0 1 1 0 0,-1-1-1 0 0,1-1 0 0 0,0 1 0 0 0,0-1 0 0 0,0 0 0 0 0,0-1 0 0 0,-1 1 0 0 0,1-1 0 0 0,-1-1 0 0 0,13-5 0 0 0,5-5 81 0 0</inkml:trace>
</inkml:ink>
</file>

<file path=ppt/ink/ink2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5:09.7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1 463 2304 0 0,'0'1'134'0'0,"0"0"0"0"0,1 1-1 0 0,-1-1 1 0 0,0 0 0 0 0,1 0-1 0 0,-1 0 1 0 0,1 1 0 0 0,0-1-1 0 0,-1 0 1 0 0,1 0 0 0 0,0 0-1 0 0,0 0 1 0 0,0 0 0 0 0,-1 0-1 0 0,1 0 1 0 0,0-1 0 0 0,0 1-1 0 0,1 0 1 0 0,-1 0 0 0 0,0-1-1 0 0,0 1 1 0 0,0 0 0 0 0,0-1-1 0 0,1 1 1 0 0,-1-1 0 0 0,0 0-1 0 0,0 1 1 0 0,1-1 0 0 0,-1 0-1 0 0,0 0 1 0 0,0 0 0 0 0,1 0-1 0 0,-1 0 1 0 0,0 0 0 0 0,1 0-1 0 0,-1 0 1 0 0,0-1 0 0 0,0 1-1 0 0,1 0 1 0 0,-1-1 0 0 0,0 1-1 0 0,3-2 1 0 0,0 0 311 0 0,1 0 0 0 0,0 0 0 0 0,0-1-1 0 0,-1 1 1 0 0,0-1 0 0 0,1 0 0 0 0,-1 0 0 0 0,0-1 0 0 0,0 1 0 0 0,3-5-1 0 0,0-2-171 0 0,-1-1 0 0 0,0 0-1 0 0,-1 0 1 0 0,0-1 0 0 0,0 0-1 0 0,-1 1 1 0 0,-1-1 0 0 0,0-1-1 0 0,-1 1 1 0 0,2-21-1 0 0,-2-13 990 0 0,-5-68-1 0 0,2 112-1260 0 0,1-8-1 0 0,-6-55 0 0 0,5 60 0 0 0,0-1 0 0 0,-1 1 0 0 0,1-1 0 0 0,-1 1 0 0 0,0 0 0 0 0,0-1 0 0 0,0 1 0 0 0,-7-9 0 0 0,9 13 3 0 0,-1 1-1 0 0,1 0 1 0 0,0-1 0 0 0,0 1-1 0 0,-1-1 1 0 0,1 1-1 0 0,0 0 1 0 0,-1-1 0 0 0,1 1-1 0 0,0 0 1 0 0,-1-1 0 0 0,1 1-1 0 0,-1 0 1 0 0,1 0 0 0 0,-1-1-1 0 0,1 1 1 0 0,-1 0 0 0 0,1 0-1 0 0,-1 0 1 0 0,1 0-1 0 0,0 0 1 0 0,-1 0 0 0 0,1-1-1 0 0,-1 1 1 0 0,1 0 0 0 0,-1 0-1 0 0,1 1 1 0 0,-1-1 0 0 0,1 0-1 0 0,-1 0 1 0 0,1 0 0 0 0,-1 0-1 0 0,1 0 1 0 0,-1 1-1 0 0,-12 15 218 0 0,1 26 252 0 0,11-34-344 0 0,-1 1 0 0 0,2 0-1 0 0,-1-1 1 0 0,1 1 0 0 0,1 0-1 0 0,0-1 1 0 0,0 1 0 0 0,0-1 0 0 0,1 1-1 0 0,1-1 1 0 0,-1 1 0 0 0,1-1 0 0 0,1 0-1 0 0,-1-1 1 0 0,2 1 0 0 0,-1 0-1 0 0,9 10 1 0 0,-5-9-33 0 0,0 0 0 0 0,0-1 0 0 0,1 0 0 0 0,0 0 0 0 0,1-1 0 0 0,0 0-1 0 0,0-1 1 0 0,0 0 0 0 0,1-1 0 0 0,0 0 0 0 0,0-1 0 0 0,16 5 0 0 0,-8-4-52 0 0,0-1 0 0 0,0-1 0 0 0,1-1 0 0 0,-1 0 0 0 0,1-1 0 0 0,-1-2-1 0 0,0 0 1 0 0,1-1 0 0 0,20-4 0 0 0,20-10-116 0 0</inkml:trace>
</inkml:ink>
</file>

<file path=ppt/ink/ink2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5:16.5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3202 335 8754 0 0,'-9'-4'5417'0'0,"-7"-10"-3110"0"0,6 5-1013 0 0,-10-4-923 0 0,0 1-1 0 0,-1 1 1 0 0,-1 1 0 0 0,0 1 0 0 0,0 0-1 0 0,-25-5 1 0 0,-142-21-644 0 0,106 22 382 0 0,-94-16 125 0 0,-112-20 906 0 0,-127-10-306 0 0,262 40-680 0 0,-12 3-98 0 0,1 7 0 0 0,-1 8 0 0 0,-289 35 0 0 0,301-18 44 0 0,-229-4 0 0 0,349-13-759 0 0,-1-2 1 0 0,0-1-1 0 0,-47-13 1 0 0,74 14-1096 0 0,7 0 677 0 0</inkml:trace>
</inkml:ink>
</file>

<file path=ppt/ink/ink2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5:17.5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59 4 1376 0 0,'7'0'1236'0'0,"-1"0"0"0"0,1-1 0 0 0,-1 1 0 0 0,1-1 0 0 0,-1-1 0 0 0,22 3 5399 0 0,-28 0-6435 0 0,0-1-1 0 0,0 1 1 0 0,0-1 0 0 0,1 1 0 0 0,-1-1 0 0 0,0 1 0 0 0,0-1 0 0 0,0 1 0 0 0,0-1 0 0 0,0 1 0 0 0,0 0 0 0 0,0 0 0 0 0,3 33 1386 0 0,-2-10-930 0 0,2-13-604 0 0,1-2-1 0 0,0 1 0 0 0,0 0 1 0 0,1-1-1 0 0,0 0 0 0 0,0 0 0 0 0,1 0 1 0 0,0-1-1 0 0,1 0 0 0 0,0 0 1 0 0,0 0-1 0 0,1-1 0 0 0,16 12 1 0 0,9 3-50 0 0,1 0 1 0 0,49 21 0 0 0,-20-10 231 0 0,-23-11-80 0 0,-2 2 1 0 0,64 50 0 0 0,-101-73-152 0 0,-1-1 1 0 0,1 1-1 0 0,-1-1 1 0 0,1 0-1 0 0,0 1 1 0 0,-1-1-1 0 0,1 1 1 0 0,-1-1-1 0 0,1 1 1 0 0,-1-1 0 0 0,1 1-1 0 0,-1 0 1 0 0,0-1-1 0 0,1 1 1 0 0,-1-1-1 0 0,0 1 1 0 0,1 0-1 0 0,-1-1 1 0 0,0 1-1 0 0,0 0 1 0 0,0 0-1 0 0,1-1 1 0 0,-1 1-1 0 0,0 0 1 0 0,0 0 0 0 0,0-1-1 0 0,0 1 1 0 0,0 0-1 0 0,-1-1 1 0 0,1 1-1 0 0,0 0 1 0 0,0 0-1 0 0,0-1 1 0 0,-1 1-1 0 0,1 0 1 0 0,0-1-1 0 0,0 1 1 0 0,-1-1 0 0 0,1 1-1 0 0,-1 0 1 0 0,1-1-1 0 0,-1 1 1 0 0,1-1-1 0 0,-1 1 1 0 0,1-1-1 0 0,-1 1 1 0 0,1-1-1 0 0,-1 1 1 0 0,1-1-1 0 0,-1 0 1 0 0,0 1-1 0 0,1-1 1 0 0,-1 0 0 0 0,-1 1-1 0 0,-4 1 144 0 0,1 1 1 0 0,-1-1-1 0 0,0-1 0 0 0,-11 3 1 0 0,6-1-126 0 0,0 1 0 0 0,0 0 0 0 0,1 0 0 0 0,-1 1 0 0 0,1 1 1 0 0,1 0-1 0 0,-1 0 0 0 0,1 1 0 0 0,-9 8 0 0 0,-19 12 45 0 0,-75 45 87 0 0,-58 39-50 0 0,37-13-1164 0 0,120-87 147 0 0</inkml:trace>
</inkml:ink>
</file>

<file path=ppt/ink/ink2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5:18.0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685 46 8290 0 0,'16'-16'2221'0'0,"-14"14"-1803"0"0,0 1 1 0 0,0-1 0 0 0,0 0 0 0 0,0 0 0 0 0,0 0 0 0 0,0 0-1 0 0,-1 0 1 0 0,1 0 0 0 0,-1-1 0 0 0,1 1 0 0 0,-1 0 0 0 0,2-4-1 0 0,-22 18 1748 0 0,-78 54-678 0 0,-297 220 626 0 0,199-122-1547 0 0,193-164-562 0 0,1 1 0 0 0,0 0 0 0 0,-1 0 0 0 0,1 0 0 0 0,0 0 1 0 0,0 0-1 0 0,0 0 0 0 0,0 0 0 0 0,0 0 0 0 0,0 1 0 0 0,0-1 0 0 0,0 0 0 0 0,0 0 0 0 0,1 1 0 0 0,-1-1 0 0 0,1 1 0 0 0,-1-1 0 0 0,1 1 1 0 0,-1-1-1 0 0,1 1 0 0 0,0-1 0 0 0,-1 1 0 0 0,1-1 0 0 0,0 1 0 0 0,0-1 0 0 0,1 3 0 0 0,0-1-9 0 0,1-1-1 0 0,0 1 1 0 0,-1-1 0 0 0,1 1-1 0 0,1-1 1 0 0,-1 0-1 0 0,0 0 1 0 0,0 0 0 0 0,1 0-1 0 0,-1 0 1 0 0,1 0 0 0 0,3 1-1 0 0,14 8 8 0 0,0-2 0 0 0,0 0-1 0 0,1-1 1 0 0,0-1 0 0 0,0-1 0 0 0,0 0-1 0 0,42 3 1 0 0,157 1 42 0 0,-209-10-45 0 0,180-1-719 0 0,-161 2 118 0 0</inkml:trace>
</inkml:ink>
</file>

<file path=ppt/ink/ink2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5:19.6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26 132 5529 0 0,'0'-13'410'0'0,"1"-4"910"0"0,-1-1 0 0 0,-1 1 1 0 0,-1-1-1 0 0,-6-25 0 0 0,8 43-1259 0 0,1 0 1 0 0,-1 0-1 0 0,0-1 1 0 0,0 1-1 0 0,0 0 0 0 0,0 0 1 0 0,0 0-1 0 0,0 0 1 0 0,0-1-1 0 0,0 1 1 0 0,0 0-1 0 0,0 0 0 0 0,0 0 1 0 0,0 0-1 0 0,0-1 1 0 0,0 1-1 0 0,0 0 0 0 0,-2-2 799 0 0,2 2-798 0 0,0 0-1 0 0,0 0 0 0 0,0 0 1 0 0,-1 0-1 0 0,1 0 1 0 0,0-1-1 0 0,0 1 0 0 0,0 0 1 0 0,0 0-1 0 0,-1 0 1 0 0,1 0-1 0 0,0 0 0 0 0,0 0 1 0 0,0 0-1 0 0,0 0 1 0 0,-1 0-1 0 0,1 0 0 0 0,0 0 1 0 0,0 0-1 0 0,0 0 1 0 0,0 0-1 0 0,-1 0 1 0 0,1 1-1 0 0,0-1 0 0 0,0 0 1 0 0,-5 14 1640 0 0,0 21-601 0 0,13 852 781 0 0,4-520-1472 0 0,67 659-3165 0 0,-58-813 2149 0 0,-20-209-1082 0 0</inkml:trace>
</inkml:ink>
</file>

<file path=ppt/ink/ink2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5:20.0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212 180 5985 0 0,'-184'-113'7808'0'0,"159"97"-6111"0"0,25 16-1679 0 0,0-1-1 0 0,0 1 1 0 0,0 0 0 0 0,0 0-1 0 0,0 0 1 0 0,0 0 0 0 0,-1 0 0 0 0,1 0-1 0 0,0 0 1 0 0,0 0 0 0 0,0 0-1 0 0,0 0 1 0 0,0 0 0 0 0,0-1-1 0 0,0 1 1 0 0,0 0 0 0 0,-1 0 0 0 0,1 0-1 0 0,0 0 1 0 0,0 0 0 0 0,0 0-1 0 0,0 0 1 0 0,0-1 0 0 0,0 1-1 0 0,0 0 1 0 0,0 0 0 0 0,0 0 0 0 0,0 0-1 0 0,0 0 1 0 0,0-1 0 0 0,0 1-1 0 0,0 0 1 0 0,0 0 0 0 0,0 0-1 0 0,0 0 1 0 0,0 0 0 0 0,0-1 0 0 0,0 1-1 0 0,0 0 1 0 0,0 0 0 0 0,0 0-1 0 0,0 0 1 0 0,0 0 0 0 0,1 0-1 0 0,-1-1 1 0 0,0 1 0 0 0,0 0 0 0 0,0 0-1 0 0,9-4 320 0 0,14-1-157 0 0,-22 5-138 0 0,155-19 224 0 0,1 7 0 0 0,0 7 0 0 0,177 18 0 0 0,201 13-278 0 0,31 0-81 0 0,-244-14 62 0 0,-159 1 174 0 0,-94-6-454 0 0,0-2-1 0 0,125-9 1 0 0,-156 0-3805 0 0,-1-1-1435 0 0</inkml:trace>
</inkml:ink>
</file>

<file path=ppt/ink/ink2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5:20.64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2312 0 6913 0 0,'-61'27'4245'0'0,"57"-23"-3817"0"0,-1 0 0 0 0,1 1-1 0 0,0-1 1 0 0,0 1 0 0 0,1-1 0 0 0,0 1-1 0 0,0 0 1 0 0,0 1 0 0 0,0-1-1 0 0,1 0 1 0 0,-1 1 0 0 0,2-1-1 0 0,-1 1 1 0 0,-1 9 0 0 0,-2 10 399 0 0,-1 52-1 0 0,5-62-550 0 0,-1 80 112 0 0,4 0-1 0 0,28 175 1 0 0,65 183-202 0 0,16 105-106 0 0,-12 20 1965 0 0,-97-571-2044 0 0,-1 0 1 0 0,0 0 0 0 0,0 0-1 0 0,-1 0 1 0 0,0 0-1 0 0,0 0 1 0 0,-1 0-1 0 0,-1 9 1 0 0,1-14 7 0 0,0 1 1 0 0,0-1-1 0 0,0 1 1 0 0,0-1 0 0 0,0 0-1 0 0,-1 0 1 0 0,1 0-1 0 0,-1 1 1 0 0,0-1-1 0 0,1-1 1 0 0,-1 1-1 0 0,0 0 1 0 0,0 0-1 0 0,0-1 1 0 0,0 1-1 0 0,-1-1 1 0 0,1 1-1 0 0,0-1 1 0 0,-1 0-1 0 0,1 0 1 0 0,0 0-1 0 0,-1 0 1 0 0,1-1-1 0 0,-1 1 1 0 0,-3 0-1 0 0,-26 2 121 0 0,0 0 0 0 0,0-2 0 0 0,-42-4-1 0 0,-6 0-197 0 0,14 3 52 0 0,-58-1-55 0 0,0 5 1 0 0,-138 22-1 0 0,-25 34-369 0 0,-54 9-292 0 0,-151-4 1528 0 0,378-52-488 0 0,-67 6 180 0 0,151-18-734 0 0,0-1 0 0 0,0-1 0 0 0,1-2 0 0 0,-32-7 1 0 0,23-3-2083 0 0,21 2-5033 0 0</inkml:trace>
</inkml:ink>
</file>

<file path=ppt/ink/ink2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5:21.27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9 14283 0 0,'0'0'53'0'0,"0"0"1"0"0,0 0-1 0 0,-1 0 1 0 0,1 0-1 0 0,0 0 0 0 0,0 0 1 0 0,0 0-1 0 0,0 0 1 0 0,-1 0-1 0 0,1 0 0 0 0,0 0 1 0 0,0-1-1 0 0,0 1 1 0 0,0 0-1 0 0,-1 0 0 0 0,1 0 1 0 0,0 0-1 0 0,0 0 1 0 0,0 0-1 0 0,0-1 0 0 0,0 1 1 0 0,-1 0-1 0 0,1 0 1 0 0,0 0-1 0 0,0 0 0 0 0,0 0 1 0 0,0-1-1 0 0,0 1 1 0 0,0 0-1 0 0,0 0 0 0 0,0 0 1 0 0,0-1-1 0 0,0 1 1 0 0,0 0-1 0 0,0 0 0 0 0,0 0 1 0 0,0-1-1 0 0,0 1 1 0 0,0 0-1 0 0,0 0 0 0 0,0 0 1 0 0,0 0-1 0 0,0-1 1 0 0,0 1-1 0 0,0 0 0 0 0,0 0 1 0 0,0 0-1 0 0,0-1 1 0 0,0 1-1 0 0,0 0 0 0 0,0 0 1 0 0,1 0-1 0 0,-1-1 1 0 0,1 1 11 0 0,-1 0 0 0 0,1 0 0 0 0,-1 0 1 0 0,1 0-1 0 0,-1 0 0 0 0,1 0 1 0 0,0 0-1 0 0,-1 0 0 0 0,1 0 0 0 0,-1 0 1 0 0,1 0-1 0 0,-1 1 0 0 0,1-1 1 0 0,0 0-1 0 0,-1 0 0 0 0,1 0 0 0 0,-1 1 1 0 0,1-1-1 0 0,-1 0 0 0 0,1 1 0 0 0,-1-1 1 0 0,1 0-1 0 0,0 2 0 0 0,15 15 343 0 0,-1 1 0 0 0,-1 0 0 0 0,0 1 0 0 0,-1 1 0 0 0,-1 0 0 0 0,15 35-1 0 0,-11-22-192 0 0,47 105-670 0 0,57 181-1 0 0,-111-293-129 0 0,-4-9-4416 0 0</inkml:trace>
</inkml:ink>
</file>

<file path=ppt/ink/ink2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5:21.5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17 246 456 0 0,'-6'-33'1764'0'0,"1"1"-1"0"0,1-1 1 0 0,2 1-1 0 0,4-54 1 0 0,-2 85-1593 0 0,0 0 1 0 0,0-1-1 0 0,0 1 0 0 0,0 0 0 0 0,1 0 1 0 0,-1 0-1 0 0,0-1 0 0 0,1 1 0 0 0,-1 0 1 0 0,1 0-1 0 0,-1 0 0 0 0,1 0 0 0 0,-1 0 1 0 0,1 0-1 0 0,0 0 0 0 0,0 0 0 0 0,0 0 1 0 0,-1 0-1 0 0,1 0 0 0 0,0 0 0 0 0,0 1 1 0 0,0-1-1 0 0,0 0 0 0 0,0 1 1 0 0,0-1-1 0 0,2 0 0 0 0,0 0 51 0 0,0 1 1 0 0,-1-1-1 0 0,1 1 0 0 0,0 0 0 0 0,0 0 1 0 0,0 0-1 0 0,0 0 0 0 0,0 0 0 0 0,0 1 1 0 0,5 1-1 0 0,7 2 271 0 0,-1 1 1 0 0,1 1-1 0 0,16 9 1 0 0,-31-15-471 0 0,25 14 455 0 0,-1 1 0 0 0,-1 1 0 0 0,0 2 0 0 0,38 36 0 0 0,-21-12-13 0 0,48 65-1 0 0,-73-86-399 0 0,-1 0-1 0 0,-1 0 1 0 0,-1 1-1 0 0,-1 1 1 0 0,-1 0 0 0 0,-1 1-1 0 0,-1 0 1 0 0,7 36-1 0 0,-12-48-39 0 0,-1 0 0 0 0,-1 0 1 0 0,0 0-1 0 0,-1 1 0 0 0,0-1 0 0 0,-1 0 0 0 0,0 0 0 0 0,-1 0 1 0 0,0 0-1 0 0,-1 0 0 0 0,-1 0 0 0 0,1 0 0 0 0,-2-1 1 0 0,0 0-1 0 0,0 0 0 0 0,-1 0 0 0 0,0 0 0 0 0,-1-1 0 0 0,-12 14 1 0 0,14-19-2 0 0,0 0 1 0 0,0-1 0 0 0,-1 1 0 0 0,0-1-1 0 0,0 0 1 0 0,0 0 0 0 0,-7 3 0 0 0,10-6-314 0 0,-1 1 0 0 0,1-1 0 0 0,0 0 0 0 0,-1 0 0 0 0,1 0 0 0 0,-1-1 0 0 0,1 1 0 0 0,-1-1 0 0 0,1 1 0 0 0,-1-1 0 0 0,0 0 0 0 0,1-1 0 0 0,-1 1 0 0 0,1-1 0 0 0,-1 1 0 0 0,-3-2 0 0 0</inkml:trace>
</inkml:ink>
</file>

<file path=ppt/ink/ink2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5:21.8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1 426 2304 0 0,'4'-8'413'0'0,"1"1"0"0"0,0-1 0 0 0,0 1 0 0 0,1 0 0 0 0,-1 0-1 0 0,2 0 1 0 0,-1 1 0 0 0,11-8 0 0 0,-13 12-7 0 0,0-1 1 0 0,0 1-1 0 0,1 0 0 0 0,-1 0 1 0 0,1 0-1 0 0,-1 1 1 0 0,1 0-1 0 0,0 0 0 0 0,-1 0 1 0 0,1 0-1 0 0,0 1 1 0 0,0 0-1 0 0,0 0 0 0 0,0 0 1 0 0,-1 0-1 0 0,1 1 0 0 0,7 2 1 0 0,-2-1 17 0 0,-1 1 0 0 0,1 1 1 0 0,-1-1-1 0 0,0 2 0 0 0,0-1 0 0 0,-1 1 0 0 0,1 0 1 0 0,-1 1-1 0 0,-1 0 0 0 0,1 1 0 0 0,10 11 1 0 0,4 6 219 0 0,-2 2 0 0 0,20 33 0 0 0,-6-9-54 0 0,-50-86 763 0 0,-12-45-1 0 0,26 74-1328 0 0,-8-23-239 0 0,1-1-1 0 0,2 0 1 0 0,1 0-1 0 0,1 0 1 0 0,2-1-1 0 0,2 1 1 0 0,0-1 0 0 0,2 0-1 0 0,2 0 1 0 0,11-59-1 0 0,-1 51-495 0 0</inkml:trace>
</inkml:ink>
</file>

<file path=ppt/ink/ink2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5:22.1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 0 10594 0 0,'-1'2'154'0'0,"-1"0"0"0"0,1-1 0 0 0,-1 1 0 0 0,1 0 0 0 0,0-1 0 0 0,0 1 0 0 0,0 0 0 0 0,0 0 0 0 0,0 0 0 0 0,0 0 0 0 0,1 0 0 0 0,-1 0 0 0 0,1 0 0 0 0,-1 0 0 0 0,1 1 0 0 0,0 1 0 0 0,-2 42 1388 0 0,2-32-938 0 0,0 13 767 0 0,0-1 0 0 0,6 37 0 0 0,-4-53-1255 0 0,0-1 0 0 0,0 0 0 0 0,0 0 0 0 0,1 0 1 0 0,0-1-1 0 0,1 1 0 0 0,0-1 0 0 0,1 0 0 0 0,-1 0 0 0 0,9 11 0 0 0,-5-13-21 0 0,-8-6-145 0 0,0 1-1 0 0,0-1 0 0 0,0 0 1 0 0,0 0-1 0 0,0 0 1 0 0,0 0-1 0 0,1 0 1 0 0,-1 0-1 0 0,0 0 1 0 0,0 0-1 0 0,0 0 1 0 0,0 1-1 0 0,0-1 1 0 0,1 0-1 0 0,-1 0 1 0 0,0 0-1 0 0,0 0 1 0 0,0 0-1 0 0,0 0 1 0 0,1 0-1 0 0,-1 0 1 0 0,0 0-1 0 0,0 0 1 0 0,0 0-1 0 0,0 0 1 0 0,1 0-1 0 0,-1 0 1 0 0,0-1-1 0 0,0 1 1 0 0,0 0-1 0 0,0 0 1 0 0,0 0-1 0 0,1 0 1 0 0,-1 0-1 0 0,0 0 1 0 0,0 0-1 0 0,0 0 1 0 0,0 0-1 0 0,0-1 1 0 0,0 1-1 0 0,1 0 1 0 0,-1 0-1 0 0,0 0 1 0 0,0 0-1 0 0,0 0 1 0 0,0-1-1 0 0,0 1 1 0 0,0 0-1 0 0,0 0 1 0 0,0 0-1 0 0,0 0 1 0 0,0 0-1 0 0,0-1 1 0 0</inkml:trace>
</inkml:ink>
</file>

<file path=ppt/ink/ink2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5:22.2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88 456 0 0,'-4'-21'-565'0'0,"5"-14"7428"0"0,-1 33-6501 0 0,1 0 0 0 0,-1 1 0 0 0,1-1 0 0 0,-1 1 0 0 0,1-1 0 0 0,0 0 0 0 0,0 1 0 0 0,-1-1 0 0 0,1 1 0 0 0,0-1 0 0 0,1 1 0 0 0,-1 0 0 0 0,0 0 1 0 0,0-1-1 0 0,1 1 0 0 0,0-1 0 0 0,0 1-503 0 0,-1 0 0 0 0,1 1 1 0 0,-1-1-1 0 0,1 1 1 0 0,-1-1-1 0 0,1 1 1 0 0,0-1-1 0 0,-1 1 0 0 0,1 0 1 0 0,-1 0-1 0 0,1 0 1 0 0,2 0-1 0 0,6 1-562 0 0</inkml:trace>
</inkml:ink>
</file>

<file path=ppt/ink/ink2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5:22.54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0 222 5985 0 0,'14'7'891'0'0,"0"0"1"0"0,-1 0-1 0 0,0 1 0 0 0,0 1 0 0 0,-1 0 0 0 0,0 1 0 0 0,-1 0 0 0 0,20 23 1 0 0,-12-14 826 0 0,31 26 0 0 0,-49-45-1592 0 0,-1 1 0 0 0,1 0 0 0 0,0-1 0 0 0,0 1 0 0 0,-1 0-1 0 0,1-1 1 0 0,0 1 0 0 0,0-1 0 0 0,0 0 0 0 0,0 1-1 0 0,-1-1 1 0 0,1 0 0 0 0,0 1 0 0 0,0-1 0 0 0,0 0 0 0 0,0 0-1 0 0,0 0 1 0 0,0 0 0 0 0,0 0 0 0 0,0 0 0 0 0,0 0 0 0 0,0 0-1 0 0,1 0 1 0 0,-1-1-38 0 0,0 0 0 0 0,-1 1 0 0 0,1-1-1 0 0,-1 0 1 0 0,1 0 0 0 0,-1 1 0 0 0,1-1 0 0 0,-1 0-1 0 0,1 0 1 0 0,-1 0 0 0 0,0 0 0 0 0,1 0 0 0 0,-1 0-1 0 0,0 1 1 0 0,0-1 0 0 0,1 0 0 0 0,-1 0 0 0 0,0 0-1 0 0,0-1 1 0 0,-1-10 181 0 0,1 1 0 0 0,-1 0 0 0 0,-3-13 0 0 0,2 15-259 0 0,-3-23 70 0 0,1 1 0 0 0,2-1 0 0 0,2-40 0 0 0,2 53-781 0 0,0 0 0 0 0,2 0 0 0 0,11-35 0 0 0,-5 24-6828 0 0</inkml:trace>
</inkml:ink>
</file>

<file path=ppt/ink/ink2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5:23.0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47 874 3225 0 0,'1'1'200'0'0,"1"0"1"0"0,0 0 0 0 0,-1 0-1 0 0,1 0 1 0 0,-1 0 0 0 0,1 0-1 0 0,0-1 1 0 0,0 1 0 0 0,0-1-1 0 0,-1 1 1 0 0,1-1 0 0 0,0 0-1 0 0,0 0 1 0 0,0 0 0 0 0,0 0-1 0 0,-1 0 1 0 0,1 0 0 0 0,0 0-1 0 0,0 0 1 0 0,0-1-1 0 0,0 1 1 0 0,-1-1 0 0 0,1 1-1 0 0,0-1 1 0 0,0 0 0 0 0,-1 0-1 0 0,2-1 1 0 0,2 0 388 0 0,0-1 0 0 0,0 0-1 0 0,-1 0 1 0 0,1 0 0 0 0,-1-1-1 0 0,0 0 1 0 0,0 1 0 0 0,3-6 0 0 0,-1 0-407 0 0,-1 0 0 0 0,0-1 0 0 0,0 1 0 0 0,-2-1 0 0 0,1 0 0 0 0,-1 0 0 0 0,0-1 0 0 0,-1 1 0 0 0,0 0 0 0 0,-1-1 0 0 0,0 1 0 0 0,-1-1 0 0 0,0 0 0 0 0,-3-18 0 0 0,1 9-408 0 0,-2 1 1 0 0,0 0-1 0 0,-1 0 0 0 0,-1 0 0 0 0,-1 0 0 0 0,0 1 1 0 0,-12-19-1 0 0,16 31 93 0 0,-1 1 0 0 0,1-1 1 0 0,-1 1-1 0 0,0 0 0 0 0,-1 0 0 0 0,1 1 0 0 0,-1 0 1 0 0,0-1-1 0 0,0 1 0 0 0,-7-3 0 0 0,11 6 115 0 0,-1 0 0 0 0,1 1 0 0 0,-1-1 0 0 0,0 0 0 0 0,1 1 0 0 0,-1-1 0 0 0,0 1 0 0 0,1 0 0 0 0,-1-1 0 0 0,0 1 0 0 0,1 0 0 0 0,-1 0 0 0 0,0 0 0 0 0,1 0 0 0 0,-1 1 0 0 0,0-1 0 0 0,1 0 0 0 0,-1 1-1 0 0,0-1 1 0 0,1 1 0 0 0,-1 0 0 0 0,1-1 0 0 0,-1 1 0 0 0,1 0 0 0 0,-1 0 0 0 0,1 0 0 0 0,-1 0 0 0 0,1 0 0 0 0,0 0 0 0 0,0 0 0 0 0,0 1 0 0 0,-1-1 0 0 0,1 0 0 0 0,0 1 0 0 0,0-1 0 0 0,1 0 0 0 0,-1 1 0 0 0,0 0 0 0 0,0-1 0 0 0,1 1-1 0 0,-1-1 1 0 0,0 4 0 0 0,-1 3 16 0 0,0-1-1 0 0,0 1 0 0 0,1 0 0 0 0,-1 0 0 0 0,2 0 0 0 0,-1 0 1 0 0,1 1-1 0 0,1-1 0 0 0,-1 0 0 0 0,1 0 0 0 0,1 0 0 0 0,0 0 1 0 0,0 0-1 0 0,0-1 0 0 0,4 9 0 0 0,-2-6 0 0 0,1 1 1 0 0,0-1-1 0 0,1 0 0 0 0,0-1 1 0 0,0 1-1 0 0,1-1 0 0 0,0 0 1 0 0,1-1-1 0 0,0 0 0 0 0,10 9 1 0 0,-12-13 121 0 0,-1 0 0 0 0,2 0 0 0 0,-1 0 0 0 0,0-1 0 0 0,0 0 0 0 0,1 0 0 0 0,0-1 0 0 0,0 0 0 0 0,-1 0 0 0 0,1 0 0 0 0,0-1 0 0 0,1 0 0 0 0,-1-1 0 0 0,0 1 0 0 0,0-1 0 0 0,0-1 0 0 0,0 1 0 0 0,0-1 0 0 0,0-1 0 0 0,8-1 0 0 0,-6 0 51 0 0,-1-1 0 0 0,1 0-1 0 0,-1 0 1 0 0,1 0 0 0 0,-1-1-1 0 0,0-1 1 0 0,-1 1 0 0 0,1-1 0 0 0,-1 0-1 0 0,-1-1 1 0 0,1 0 0 0 0,-1 0-1 0 0,0 0 1 0 0,8-15 0 0 0,-5 8-123 0 0,-2 0 0 0 0,0-1 0 0 0,0 0 1 0 0,-2 0-1 0 0,5-19 0 0 0,-7 25 148 0 0,-2 0-1 0 0,1 0 0 0 0,-1 0 1 0 0,-1 0-1 0 0,1 0 1 0 0,-2 0-1 0 0,1-1 0 0 0,-1 1 1 0 0,-1 0-1 0 0,-3-14 1 0 0,4 22-178 0 0,1 0 0 0 0,0 1 0 0 0,0-1 0 0 0,-1 1 1 0 0,1-1-1 0 0,0 1 0 0 0,0-1 0 0 0,0 0 1 0 0,0 1-1 0 0,0-1 0 0 0,-1 1 0 0 0,1-1 0 0 0,0 0 1 0 0,0 1-1 0 0,1-1 0 0 0,-1 0 0 0 0,0 1 0 0 0,0-1 1 0 0,0 1-1 0 0,0-1 0 0 0,0 0 0 0 0,1 1 0 0 0,-1-1 1 0 0,0 1-1 0 0,1-1 0 0 0,-1 1 0 0 0,0-1 0 0 0,1 1 1 0 0,-1-1-1 0 0,1 1 0 0 0,-1-1 0 0 0,0 1 1 0 0,1 0-1 0 0,0-1 0 0 0,1 0 61 0 0,0 1-1 0 0,-1-1 1 0 0,1 1 0 0 0,0 0-1 0 0,0 0 1 0 0,0 0 0 0 0,-1 0 0 0 0,1 0-1 0 0,0 0 1 0 0,0 0 0 0 0,3 1-1 0 0,4 2 231 0 0,1 0 1 0 0,-1 0-1 0 0,15 8 0 0 0,-6-1-297 0 0,-1 2 0 0 0,21 18 0 0 0,13 8 49 0 0,-54-42 108 0 0,0-1-1 0 0,0 0 0 0 0,0 0 1 0 0,1 0-1 0 0,0 0 1 0 0,0-1-1 0 0,-2-10 0 0 0,-11-54 161 0 0,12 36-604 0 0,2 0 0 0 0,2 0 0 0 0,1 1-1 0 0,1-1 1 0 0,2 0 0 0 0,2 1 0 0 0,1 0 0 0 0,17-48-1 0 0,-5 33-7743 0 0</inkml:trace>
</inkml:ink>
</file>

<file path=ppt/ink/ink2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5:24.0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2590 13 9674 0 0,'-5'-4'2198'0'0,"4"3"-1758"0"0,0 0-1 0 0,0 1 1 0 0,0-1-1 0 0,0 1 1 0 0,0-1-1 0 0,-1 1 1 0 0,1 0 0 0 0,0-1-1 0 0,0 1 1 0 0,0 0-1 0 0,-2 0 1 0 0,-35-3 1895 0 0,-37 6-1451 0 0,-518 107 261 0 0,-184 68-699 0 0,612-134-460 0 0,82-20 277 0 0,-1-4 0 0 0,-164 19 1 0 0,227-38-170 0 0,-219 3 635 0 0,213-6-723 0 0,0 0 0 0 0,0-2 1 0 0,0-1-1 0 0,1-2 0 0 0,-1 0 0 0 0,-41-19 1 0 0,51 16-879 0 0</inkml:trace>
</inkml:ink>
</file>

<file path=ppt/ink/ink2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5:24.5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127 73 6913 0 0,'-10'-9'1164'0'0,"1"0"-1"0"0,-1 1 0 0 0,0 0 0 0 0,-1 1 0 0 0,1 0 1 0 0,-2 1-1 0 0,1 0 0 0 0,-1 0 0 0 0,-19-1 3104 0 0,47 23-3538 0 0,21 16-720 0 0,-25-23 1 0 0,67 52 158 0 0,108 108 0 0 0,-58-54-125 0 0,-90-83 0 0 0,63 65-1 0 0,-96-91-29 0 0,-1 0 0 0 0,0 0 0 0 0,0 1 0 0 0,-1 0 0 0 0,0-1 0 0 0,5 13 1 0 0,-8-15 3 0 0,0 0 1 0 0,0 0 0 0 0,0 0 0 0 0,0 1 0 0 0,-1-1-1 0 0,0 0 1 0 0,0 0 0 0 0,0 0 0 0 0,0 0 0 0 0,-1 0-1 0 0,1 0 1 0 0,-1 1 0 0 0,0-1 0 0 0,-2 4 0 0 0,-1 3 1 0 0,-1-1 0 0 0,0 0 0 0 0,0-1-1 0 0,-1 1 1 0 0,-1-1 0 0 0,1 0 0 0 0,-1-1 0 0 0,-1 0 0 0 0,1 0 0 0 0,-2 0 0 0 0,-14 10 0 0 0,-5 1-22 0 0,0-1-1 0 0,-48 21 1 0 0,69-36-116 0 0,0 0 0 0 0,0-1 0 0 0,0 0 1 0 0,0 0-1 0 0,0 0 0 0 0,-1-1 0 0 0,-9 1 0 0 0,2-2-522 0 0</inkml:trace>
</inkml:ink>
</file>

<file path=ppt/ink/ink2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5:25.16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269 33 3225 0 0,'0'0'287'0'0,"1"-1"0"0"0,0 0 1 0 0,-1 0-1 0 0,1 0 0 0 0,-1 0 0 0 0,1 0 1 0 0,-1 0-1 0 0,1 0 0 0 0,-1 0 1 0 0,0-1-1 0 0,1 1 0 0 0,-1 0 1 0 0,0 0-1 0 0,0 0 0 0 0,0 0 1 0 0,0 0-1 0 0,0 0 0 0 0,0-1 0 0 0,0 1 1 0 0,0 0-1 0 0,-1 0 0 0 0,1 0 1 0 0,0 0-1 0 0,-1 0 0 0 0,1 0 1 0 0,-1 0-1 0 0,0-2 0 0 0,0 3-61 0 0,0-1-1 0 0,-1 1 0 0 0,1 0 1 0 0,0 0-1 0 0,-1 0 1 0 0,1 0-1 0 0,0 0 1 0 0,-1 0-1 0 0,1 0 0 0 0,0 0 1 0 0,-1 0-1 0 0,1 0 1 0 0,0 1-1 0 0,-1-1 1 0 0,1 0-1 0 0,0 1 1 0 0,0-1-1 0 0,0 1 0 0 0,-1 0 1 0 0,1-1-1 0 0,0 1 1 0 0,0 0-1 0 0,-1 1 1 0 0,-15 10 133 0 0,2 0 1 0 0,0 1-1 0 0,0 1 1 0 0,2 0-1 0 0,-1 1 1 0 0,2 0-1 0 0,-15 23 1 0 0,1 5 88 0 0,-35 77 0 0 0,56-111-380 0 0,2 1-1 0 0,-1-1 0 0 0,1 1 0 0 0,0-1 0 0 0,1 1 1 0 0,0 0-1 0 0,1 0 0 0 0,0 0 0 0 0,0 0 1 0 0,2 17-1 0 0,0-22-65 0 0,0 0 0 0 0,0 0 0 0 0,0-1 0 0 0,1 1 0 0 0,0-1 0 0 0,0 1 1 0 0,0-1-1 0 0,0 0 0 0 0,1 0 0 0 0,0 0 0 0 0,0 0 0 0 0,0 0 0 0 0,0-1 0 0 0,0 1 0 0 0,1-1 1 0 0,-1 0-1 0 0,1 0 0 0 0,0 0 0 0 0,0 0 0 0 0,0-1 0 0 0,0 0 0 0 0,1 0 0 0 0,-1 0 0 0 0,7 2 1 0 0,17 6-13 0 0,6 2 53 0 0,44 22 0 0 0,-67-28-36 0 0,-1 0-1 0 0,0 1 0 0 0,0 0 1 0 0,0 0-1 0 0,-1 1 1 0 0,0 0-1 0 0,15 20 1 0 0,-9-11-49 0 0,0 0 1 0 0,1 0-1 0 0,1-2 1 0 0,1 0 0 0 0,24 16-1 0 0,18 4-2479 0 0,-36-24-4231 0 0</inkml:trace>
</inkml:ink>
</file>

<file path=ppt/ink/ink2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5:25.8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1 9674 0 0,'-4'23'3327'0'0,"4"-19"-2976"0"0,-2 61 685 0 0,4 0-1 0 0,11 84 0 0 0,-4-60-723 0 0,118 1166-248 0 0,-118-1185-317 0 0,26 254-703 0 0,-30-244 885 0 0,-4 1 0 0 0,-11 84-1 0 0,-11-2 271 0 0,0-11-719 0 0,12-50-3649 0 0,7-64-527 0 0</inkml:trace>
</inkml:ink>
</file>

<file path=ppt/ink/ink2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5:26.1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1247 0 5065 0 0,'-25'33'3421'0'0,"-1"0"0"0"0,-52 47 0 0 0,41-48-1526 0 0,-81 56 1 0 0,67-57-1343 0 0,-2-3 0 0 0,0-1 0 0 0,-2-3-1 0 0,-87 26 1 0 0,32-19 114 0 0,-152 22 0 0 0,191-39-659 0 0,55-9-102 0 0,-1-1 0 0 0,1 0 0 0 0,-1-2 0 0 0,1 0 0 0 0,-1-1 0 0 0,0 0 0 0 0,-22-3 0 0 0,29-2-1752 0 0</inkml:trace>
</inkml:ink>
</file>

<file path=ppt/ink/ink2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5:26.5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112 90 9218 0 0,'-37'-41'1335'0'0,"31"33"-374"0"0,1 1 1 0 0,-1 0-1 0 0,-1 1 0 0 0,-13-12 0 0 0,20 18-892 0 0,-1 0-1 0 0,1-1 0 0 0,-1 1 0 0 0,1 0 1 0 0,-1 0-1 0 0,1 0 0 0 0,-1-1 0 0 0,1 1 1 0 0,-1 0-1 0 0,1 0 0 0 0,-1 0 0 0 0,1 0 1 0 0,-1 0-1 0 0,1 0 0 0 0,-1 0 0 0 0,1 0 1 0 0,-1 0-1 0 0,1 0 0 0 0,-1 0 0 0 0,1 0 1 0 0,-1 1-1 0 0,1-1 0 0 0,-1 0 0 0 0,1 0 1 0 0,-1 0-1 0 0,1 1 0 0 0,0-1 0 0 0,-1 0 1 0 0,1 1-1 0 0,-1-1 0 0 0,1 0 0 0 0,0 1 1 0 0,-1-1-1 0 0,1 0 0 0 0,0 1 0 0 0,-1-1 1 0 0,1 1-1 0 0,0-1 0 0 0,0 1 0 0 0,-1-1 1 0 0,1 1-1 0 0,0-1 0 0 0,0 0 0 0 0,0 1 1 0 0,0-1-1 0 0,-1 2 0 0 0,-5 26 962 0 0,6-28-1025 0 0,-3 42 383 0 0,1 0-1 0 0,2 0 1 0 0,6 47 0 0 0,25 128-561 0 0,-26-191 199 0 0,165 781-163 0 0,10 58-1901 0 0,-161-724 1731 0 0,-7 2 0 0 0,-6 0 0 0 0,-13 153 1 0 0,4-142-1739 0 0,4-133-3576 0 0</inkml:trace>
</inkml:ink>
</file>

<file path=ppt/ink/ink2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5:26.8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61 145 3681 0 0,'-43'-12'952'0'0,"25"10"2737"0"0,168-38-1923 0 0,0-1-333 0 0,-10 20 51 0 0,0 5-1 0 0,145 3 0 0 0,-32 18-829 0 0,-206-2-875 0 0</inkml:trace>
</inkml:ink>
</file>

<file path=ppt/ink/ink2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5:27.2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1 9674 0 0,'-1'1'81'0'0,"0"0"0"0"0,0 0 0 0 0,0 0 0 0 0,0 0 0 0 0,0 0 0 0 0,0 1 0 0 0,0-1 0 0 0,0 0 0 0 0,1 0 0 0 0,-1 1 0 0 0,0-1 0 0 0,1 1 0 0 0,-1-1 0 0 0,1 0 0 0 0,0 1 0 0 0,-1 2 0 0 0,9 23 732 0 0,-6-24-714 0 0,25 54 796 0 0,3-2 1 0 0,48 68-1 0 0,-34-56-229 0 0,30 55-36 0 0,74 107 262 0 0,-126-200-970 0 0,1-2 1 0 0,1 0-1 0 0,1-1 1 0 0,2-2-1 0 0,44 33 1 0 0,-43-39-148 0 0</inkml:trace>
</inkml:ink>
</file>

<file path=ppt/ink/ink2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5:27.5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35 164 10594 0 0,'-3'-1'130'0'0,"1"-1"1"0"0,-1 0-1 0 0,1 0 0 0 0,-1 0 0 0 0,1 0 0 0 0,0-1 0 0 0,0 1 0 0 0,0-1 0 0 0,0 1 1 0 0,1-1-1 0 0,-1 0 0 0 0,1 1 0 0 0,-1-1 0 0 0,1 0 0 0 0,0 0 0 0 0,0 0 0 0 0,0 0 1 0 0,1 0-1 0 0,-1 0 0 0 0,1 0 0 0 0,-1-7 0 0 0,2 2 362 0 0,-1-1 1 0 0,1 1-1 0 0,1 0 0 0 0,-1-1 1 0 0,1 1-1 0 0,1 0 0 0 0,3-9 1 0 0,-5 15-442 0 0,-1 1-1 0 0,1-1 1 0 0,-1 1 0 0 0,1 0 0 0 0,0-1 0 0 0,-1 1 0 0 0,1 0 0 0 0,0-1-1 0 0,0 1 1 0 0,0 0 0 0 0,0 0 0 0 0,0 0 0 0 0,0 0 0 0 0,0 0-1 0 0,1 0 1 0 0,-1 0 0 0 0,0 1 0 0 0,1-1 0 0 0,-1 0 0 0 0,0 1 0 0 0,1-1-1 0 0,-1 1 1 0 0,1-1 0 0 0,-1 1 0 0 0,0 0 0 0 0,1-1 0 0 0,-1 1 0 0 0,1 0-1 0 0,-1 0 1 0 0,1 0 0 0 0,-1 0 0 0 0,1 0 0 0 0,-1 1 0 0 0,1-1-1 0 0,-1 0 1 0 0,1 1 0 0 0,-1-1 0 0 0,1 1 0 0 0,-1-1 0 0 0,0 1 0 0 0,1 0-1 0 0,-1-1 1 0 0,0 1 0 0 0,2 1 0 0 0,4 3-20 0 0,1 0 0 0 0,-1 1 0 0 0,-1 0 0 0 0,1 0-1 0 0,-1 0 1 0 0,6 8 0 0 0,16 24-89 0 0,-3 1-1 0 0,-1 1 1 0 0,-2 1 0 0 0,-2 1-1 0 0,-1 1 1 0 0,-3 0-1 0 0,-1 1 1 0 0,-3 1 0 0 0,11 67-1 0 0,-22-80 59 0 0,-2-27 13 0 0,1 1 0 0 0,0-1 0 0 0,0 1 0 0 0,1-1-1 0 0,0 1 1 0 0,-1-1 0 0 0,2 0 0 0 0,-1 1 0 0 0,3 5 0 0 0,-4-11-6 0 0,1 1-1 0 0,0 0 0 0 0,0 0 0 0 0,-1-1 0 0 0,1 1 0 0 0,0-1 0 0 0,0 1 0 0 0,0 0 0 0 0,-1-1 0 0 0,1 0 0 0 0,0 1 0 0 0,0-1 0 0 0,0 1 0 0 0,0-1 0 0 0,0 0 0 0 0,0 0 0 0 0,0 0 0 0 0,0 0 0 0 0,0 1 0 0 0,0-1 0 0 0,0 0 0 0 0,0-1 0 0 0,0 1 0 0 0,0 0 0 0 0,0 0 0 0 0,0 0 0 0 0,0 0 0 0 0,0-1 0 0 0,0 1 0 0 0,0-1 0 0 0,0 1 0 0 0,0-1 0 0 0,-1 1 0 0 0,1-1 0 0 0,0 1 0 0 0,0-1 0 0 0,0 1 0 0 0,0-2 0 0 0,31-27-40 0 0,3-13-1149 0 0,-3-2 0 0 0,46-82 0 0 0,-55 86-271 0 0</inkml:trace>
</inkml:ink>
</file>

<file path=ppt/ink/ink2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5:27.8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63 63 6913 0 0,'0'-2'-23'0'0,"-4"-41"1099"0"0,4 43-989 0 0,0-1-1 0 0,0 0 1 0 0,0 1-1 0 0,0-1 1 0 0,0 0 0 0 0,-1 1-1 0 0,1-1 1 0 0,0 0 0 0 0,0 1-1 0 0,-1-1 1 0 0,1 0-1 0 0,0 1 1 0 0,-1-1 0 0 0,1 1-1 0 0,-1-1 1 0 0,1 1-1 0 0,-1-1 1 0 0,1 1 0 0 0,-1-1-1 0 0,1 1 1 0 0,-1 0-1 0 0,1-1 1 0 0,-1 1 0 0 0,0 0-1 0 0,1-1 1 0 0,-1 1 0 0 0,1 0-1 0 0,-1 0 1 0 0,0 0-1 0 0,1-1 1 0 0,-1 1 0 0 0,0 0-1 0 0,1 0 1 0 0,-1 0-1 0 0,0 0 1 0 0,1 0 0 0 0,-1 0-1 0 0,0 0 1 0 0,1 0-1 0 0,-1 1 1 0 0,0-1 0 0 0,1 0-1 0 0,-1 0 1 0 0,0 0 0 0 0,1 1-1 0 0,-1-1 1 0 0,0 0-1 0 0,1 1 1 0 0,-1-1 0 0 0,1 1-1 0 0,-1-1 1 0 0,1 1-1 0 0,-1-1 1 0 0,1 1 0 0 0,-1-1-1 0 0,1 1 1 0 0,-1 0-1 0 0,-2 2 293 0 0,0 1-1 0 0,1-1 0 0 0,-1 1 0 0 0,1 0 0 0 0,0-1 0 0 0,0 1 1 0 0,0 0-1 0 0,0 1 0 0 0,1-1 0 0 0,0 0 0 0 0,-1 0 0 0 0,2 1 0 0 0,-1-1 1 0 0,0 6-1 0 0,0 2 9 0 0,0 0 0 0 0,1 1 0 0 0,3 23 0 0 0,-1-26-334 0 0,1 0 1 0 0,0 0 0 0 0,1 0-1 0 0,0-1 1 0 0,1 0 0 0 0,0 1-1 0 0,0-2 1 0 0,1 1 0 0 0,0 0 0 0 0,1-1-1 0 0,0-1 1 0 0,0 1 0 0 0,11 8-1 0 0,-11-9-22 0 0,1-1 0 0 0,0 0 1 0 0,0 0-1 0 0,0-1 0 0 0,1 0 0 0 0,0 0 0 0 0,0-1 0 0 0,0 0 0 0 0,1-1 0 0 0,-1 0 0 0 0,1 0 0 0 0,0-1 0 0 0,18 2 1 0 0,-25-4-14 0 0,1 0 1 0 0,-1 0-1 0 0,1 0 0 0 0,-1-1 1 0 0,1 1-1 0 0,-1-1 1 0 0,1 0-1 0 0,-1 0 1 0 0,0 0-1 0 0,0-1 1 0 0,1 1-1 0 0,-1-1 1 0 0,0 0-1 0 0,0 1 1 0 0,-1-1-1 0 0,1-1 0 0 0,0 1 1 0 0,-1 0-1 0 0,1-1 1 0 0,-1 1-1 0 0,1-1 1 0 0,-1 0-1 0 0,0 0 1 0 0,-1 0-1 0 0,1 0 1 0 0,0 0-1 0 0,-1 0 1 0 0,1 0-1 0 0,-1 0 0 0 0,0-1 1 0 0,0 1-1 0 0,-1-1 1 0 0,2-3-1 0 0,-1-2 12 0 0,-1 1-1 0 0,1-1 0 0 0,-1 1 0 0 0,-1 0 1 0 0,0-1-1 0 0,0 1 0 0 0,0-1 0 0 0,-1 1 1 0 0,0 0-1 0 0,-1 0 0 0 0,0 0 1 0 0,-7-13-1 0 0,2 7 28 0 0,0 1 0 0 0,-2 0 0 0 0,1 1 0 0 0,-1 0 1 0 0,-1 0-1 0 0,-23-19 0 0 0,27 26-208 0 0,0 0-1 0 0,0 0 1 0 0,0 1 0 0 0,-1-1 0 0 0,1 2-1 0 0,-1-1 1 0 0,0 1 0 0 0,0 1 0 0 0,0-1 0 0 0,-1 1-1 0 0,1 1 1 0 0,0-1 0 0 0,-1 2 0 0 0,-12-1-1 0 0</inkml:trace>
</inkml:ink>
</file>

<file path=ppt/ink/ink2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5:28.1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44 14 11979 0 0,'-2'-2'304'0'0,"1"1"0"0"0,-1 0 0 0 0,0-1 0 0 0,1 1 0 0 0,-1 0 0 0 0,0 0 0 0 0,0 0 0 0 0,0 1 0 0 0,0-1 0 0 0,0 0 1 0 0,0 1-1 0 0,-4-1 0 0 0,5 1-171 0 0,0 1 1 0 0,0-1-1 0 0,0 1 1 0 0,1 0-1 0 0,-1 0 1 0 0,0 0 0 0 0,0-1-1 0 0,0 1 1 0 0,1 0-1 0 0,-1 0 1 0 0,0 0-1 0 0,1 0 1 0 0,-1 0-1 0 0,1 1 1 0 0,-1-1 0 0 0,1 0-1 0 0,-1 0 1 0 0,1 0-1 0 0,0 0 1 0 0,0 0-1 0 0,0 1 1 0 0,0-1-1 0 0,-1 0 1 0 0,1 0 0 0 0,1 2-1 0 0,-3 17 31 0 0,1-1 0 0 0,1 1 0 0 0,1 0 0 0 0,0-1 0 0 0,6 22 0 0 0,27 96 404 0 0,-26-114-572 0 0,0 0 0 0 0,2 0 0 0 0,1-1 0 0 0,0-1 0 0 0,2 0 0 0 0,0 0 0 0 0,1-1 0 0 0,28 29 0 0 0,-30-36 2 0 0,1-1-1 0 0,0-1 0 0 0,1 0 0 0 0,0-1 1 0 0,1 0-1 0 0,0-1 0 0 0,0-1 0 0 0,1 0 1 0 0,0-2-1 0 0,0 1 0 0 0,1-2 0 0 0,32 7 0 0 0,-43-11 3 0 0,0 0-1 0 0,1-1 1 0 0,-1 0-1 0 0,1 0 0 0 0,-1 0 1 0 0,1 0-1 0 0,-1-1 0 0 0,1 0 1 0 0,-1-1-1 0 0,0 0 1 0 0,0 1-1 0 0,0-2 0 0 0,0 1 1 0 0,0-1-1 0 0,0 0 0 0 0,0 0 1 0 0,-1-1-1 0 0,0 1 1 0 0,0-1-1 0 0,0-1 0 0 0,0 1 1 0 0,0-1-1 0 0,5-6 0 0 0,-4 2 30 0 0,0 1-1 0 0,-1-1 0 0 0,0 0 0 0 0,-1-1 0 0 0,0 1 1 0 0,0-1-1 0 0,-1 1 0 0 0,-1-1 0 0 0,1 0 0 0 0,-1 0 1 0 0,-1 0-1 0 0,0-1 0 0 0,0 1 0 0 0,-2-13 1 0 0,0 9-139 0 0,0 0 1 0 0,-1 0-1 0 0,-1 0 1 0 0,0 0 0 0 0,-1 0-1 0 0,0 1 1 0 0,-1-1 0 0 0,-1 1-1 0 0,0 0 1 0 0,-1 1 0 0 0,-15-22-1 0 0</inkml:trace>
</inkml:ink>
</file>

<file path=ppt/ink/ink2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5:28.4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51 76 8754 0 0,'-5'6'464'0'0,"0"0"-1"0"0,1 0 1 0 0,0 1-1 0 0,0-1 1 0 0,1 1 0 0 0,0 0-1 0 0,0 0 1 0 0,1 0 0 0 0,-1 0-1 0 0,1 0 1 0 0,-1 11 0 0 0,-1 11-9 0 0,-1 44 1 0 0,4-58-406 0 0,2 0 1 0 0,-1-1 0 0 0,2 1 0 0 0,0 0 0 0 0,0-1 0 0 0,2 1 0 0 0,-1-1-1 0 0,2 0 1 0 0,12 27 0 0 0,-14-35-34 0 0,1 0 0 0 0,0 0 0 0 0,0 0-1 0 0,0-1 1 0 0,1 0 0 0 0,0 1 0 0 0,0-2 0 0 0,0 1 0 0 0,1-1-1 0 0,-1 1 1 0 0,1-2 0 0 0,0 1 0 0 0,0-1 0 0 0,1 1-1 0 0,-1-2 1 0 0,1 1 0 0 0,-1-1 0 0 0,1 0 0 0 0,0 0 0 0 0,0-1-1 0 0,0 0 1 0 0,-1 0 0 0 0,10 0 0 0 0,-11-1 80 0 0,1 0 0 0 0,-1-1 0 0 0,0 1 0 0 0,1-1 0 0 0,-1 0 0 0 0,1 0 0 0 0,-1-1 0 0 0,0 0 0 0 0,0 0 0 0 0,0 0 0 0 0,0 0-1 0 0,0-1 1 0 0,-1 0 0 0 0,1 0 0 0 0,5-5 0 0 0,-3 2 38 0 0,-1 0-1 0 0,-1-1 1 0 0,1 0-1 0 0,-1 0 1 0 0,0 0-1 0 0,-1 0 1 0 0,1-1 0 0 0,-1 0-1 0 0,2-8 1 0 0,0-1 81 0 0,-1 1 0 0 0,-1-1 0 0 0,0 1 0 0 0,-1-1 0 0 0,-1 0 1 0 0,-1-1-1 0 0,-1 1 0 0 0,0 0 0 0 0,-4-26 0 0 0,2 31-137 0 0,-1 0 1 0 0,0 0-1 0 0,-1 1 0 0 0,0-1 1 0 0,-1 1-1 0 0,0 0 0 0 0,-1 0 1 0 0,-1 1-1 0 0,1 0 0 0 0,-1 0 0 0 0,-14-15 1 0 0,14 18-99 0 0,-1 0-1 0 0,1 1 1 0 0,-1 0 0 0 0,0 0 0 0 0,0 0 0 0 0,-1 1 0 0 0,1 1-1 0 0,-1-1 1 0 0,0 1 0 0 0,-1 1 0 0 0,1 0 0 0 0,0 0 0 0 0,-1 1 0 0 0,-16-2-1 0 0,-47 1-3030 0 0,54 1-3808 0 0</inkml:trace>
</inkml:ink>
</file>

<file path=ppt/ink/ink2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5:28.7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1 10594 0 0,'-5'0'5397'0'0,"5"0"-5312"0"0,1 10 1850 0 0,4 12-542 0 0,21 36-973 0 0,1-1 0 0 0,3-2 0 0 0,2-1 1 0 0,3-1-1 0 0,2-2 0 0 0,2-2 0 0 0,57 55 0 0 0,-78-86-1316 0 0,31 22 0 0 0,-41-34 268 0 0,0-1-1 0 0,1 0 0 0 0,-1-1 0 0 0,1 1 1 0 0,0-1-1 0 0,0-1 0 0 0,11 3 0 0 0,-1-3-6224 0 0</inkml:trace>
</inkml:ink>
</file>

<file path=ppt/ink/ink2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5:29.0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1 373 6913 0 0,'4'-9'277'0'0,"2"-1"-1"0"0,-1 1 0 0 0,2-1 1 0 0,-1 2-1 0 0,1-1 0 0 0,0 1 0 0 0,15-14 1 0 0,3-3 362 0 0,52-73 1516 0 0,15-16-1798 0 0,-87 108-172 0 0,1 0 0 0 0,0 1 0 0 0,0 0 1 0 0,0 0-1 0 0,1 1 0 0 0,-1 0 0 0 0,13-6 1 0 0,-17 9 28 0 0,1 0 0 0 0,0 0 0 0 0,-1 0 0 0 0,1 1 0 0 0,0-1 0 0 0,0 1 0 0 0,-1-1 0 0 0,1 1 0 0 0,0 0 0 0 0,0 0 0 0 0,0 1 0 0 0,-1-1 0 0 0,1 0 0 0 0,0 1 0 0 0,0 0 0 0 0,-1-1 0 0 0,1 1 0 0 0,0 0 0 0 0,-1 0 0 0 0,1 1 0 0 0,-1-1 0 0 0,0 1 0 0 0,1-1 0 0 0,2 4 0 0 0,11 9 373 0 0,-1 1 0 0 0,-1 0 1 0 0,-1 1-1 0 0,21 32 0 0 0,34 76 5 0 0,-18-30-502 0 0,-31-68-378 0 0,-18-26 248 0 0,-1 0 0 0 0,0 0 0 0 0,1 0 0 0 0,-1 1 0 0 0,0-1 0 0 0,1 0 0 0 0,-1 0 0 0 0,0 0 0 0 0,1 0 0 0 0,-1 1-1 0 0,1-1 1 0 0,-1 0 0 0 0,0 0 0 0 0,1 0 0 0 0,-1 0 0 0 0,1 0 0 0 0,-1 0 0 0 0,0 0 0 0 0,1 0 0 0 0,-1 0 0 0 0,1-1 0 0 0,-1 1 0 0 0,0 0 0 0 0,1 0 0 0 0,-1 0-1 0 0,1-1 1 0 0,9-15-1720 0 0,-4-2 673 0 0</inkml:trace>
</inkml:ink>
</file>

<file path=ppt/ink/ink2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5:29.1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88 1 6913 0 0,'-8'1'609'0'0,"0"1"-481"0"0,5-1-128 0 0,2 1 0 0 0,0-1 616 0 0,-4 1 104 0 0,-2 0 16 0 0,-4 4 8 0 0,-4 1-296 0 0,2 0-64 0 0,5 1-16 0 0,2-3 1 0 0,5 1-1082 0 0,3-2-215 0 0,4 1-48 0 0,1-1-8 0 0,2-1 744 0 0</inkml:trace>
</inkml:ink>
</file>

<file path=ppt/ink/ink2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5:29.4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91 22 3225 0 0,'-4'-18'493'0'0,"4"18"-401"0"0,0 0 1 0 0,-1-1-1 0 0,1 1 1 0 0,0 0-1 0 0,-1 0 1 0 0,1-1-1 0 0,0 1 1 0 0,-1 0-1 0 0,1 0 0 0 0,0 0 1 0 0,-1 0-1 0 0,1-1 1 0 0,0 1-1 0 0,-1 0 1 0 0,1 0-1 0 0,0 0 1 0 0,-1 0-1 0 0,1 0 1 0 0,-1 0-1 0 0,1 0 1 0 0,0 0-1 0 0,-1 0 1 0 0,1 0-1 0 0,0 0 1 0 0,-1 0-1 0 0,1 0 1 0 0,-1 1-1 0 0,-2 0 271 0 0,1 0-1 0 0,0 1 0 0 0,-1 0 1 0 0,1-1-1 0 0,0 1 0 0 0,0 0 1 0 0,0 0-1 0 0,0 0 0 0 0,0 0 1 0 0,-2 3-1 0 0,-2 6-160 0 0,0-1 1 0 0,0 1 0 0 0,1-1-1 0 0,0 2 1 0 0,1-1-1 0 0,0 0 1 0 0,1 1-1 0 0,-3 23 1 0 0,3-15 61 0 0,2 0-1 0 0,0 0 1 0 0,1 0 0 0 0,4 33 0 0 0,-2-47-262 0 0,-1 0-1 0 0,1 1 1 0 0,0-1 0 0 0,0 0 0 0 0,0 0-1 0 0,1 0 1 0 0,0 0 0 0 0,1 0-1 0 0,-1-1 1 0 0,1 1 0 0 0,0-1 0 0 0,0 0-1 0 0,1 0 1 0 0,-1-1 0 0 0,11 9 0 0 0,-11-11 0 0 0,-1 1 0 0 0,1-1 0 0 0,0 0 0 0 0,0 0 0 0 0,0 0 0 0 0,0-1 1 0 0,0 0-1 0 0,0 1 0 0 0,1-1 0 0 0,-1-1 0 0 0,0 1 0 0 0,1-1 0 0 0,-1 1 1 0 0,0-1-1 0 0,1 0 0 0 0,-1-1 0 0 0,0 1 0 0 0,1-1 0 0 0,-1 0 0 0 0,0 0 1 0 0,0 0-1 0 0,0-1 0 0 0,1 1 0 0 0,6-5 0 0 0,33-26-754 0 0,-18 9-3794 0 0</inkml:trace>
</inkml:ink>
</file>

<file path=ppt/ink/ink2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5:29.6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209 60 8754 0 0,'0'-4'-180'0'0,"0"0"474"0"0,0-1 1 0 0,-1 0-1 0 0,0 0 0 0 0,1 1 1 0 0,-2-1-1 0 0,1 0 0 0 0,0 1 0 0 0,-3-5 1 0 0,4 8-136 0 0,-1 1 1 0 0,1-1-1 0 0,-1 0 1 0 0,0 0-1 0 0,1 1 1 0 0,-1-1-1 0 0,0 1 0 0 0,1-1 1 0 0,-1 1-1 0 0,0-1 1 0 0,0 1-1 0 0,1-1 1 0 0,-1 1-1 0 0,0 0 1 0 0,0-1-1 0 0,0 1 1 0 0,0 0-1 0 0,1 0 1 0 0,-2-1-1 0 0,-1 1 80 0 0,1 0 0 0 0,0 0 0 0 0,0 1 1 0 0,-1-1-1 0 0,1 1 0 0 0,0-1 0 0 0,0 1 0 0 0,-1-1 0 0 0,1 1 0 0 0,-3 2 0 0 0,-1 0-16 0 0,1 0-1 0 0,0 1 0 0 0,0 0 0 0 0,0 0 0 0 0,1 0 1 0 0,-1 1-1 0 0,1-1 0 0 0,0 1 0 0 0,0 0 1 0 0,-3 6-1 0 0,-32 60 33 0 0,30-52-71 0 0,4-8-175 0 0,-5 7-11 0 0,1 1 1 0 0,1 0-1 0 0,-9 33 1 0 0,16-48-1 0 0,0 1 1 0 0,0-1-1 0 0,0 0 1 0 0,1 1-1 0 0,0-1 0 0 0,-1 1 1 0 0,2-1-1 0 0,-1 1 1 0 0,0-1-1 0 0,1 1 0 0 0,0-1 1 0 0,0 0-1 0 0,0 1 1 0 0,1-1-1 0 0,-1 0 0 0 0,1 0 1 0 0,0 0-1 0 0,0 0 1 0 0,1 0-1 0 0,-1 0 0 0 0,1-1 1 0 0,5 7-1 0 0,4 0-1 0 0,1 0-1 0 0,-1-1 1 0 0,2-1-1 0 0,-1 0 1 0 0,1-1-1 0 0,17 7 1 0 0,94 28-33 0 0,-82-28 32 0 0,-10-5 28 0 0,31 11 82 0 0,-59-18-98 0 0,0 0 1 0 0,0 1 0 0 0,0-1-1 0 0,0 1 1 0 0,-1 0 0 0 0,1 0-1 0 0,-1 1 1 0 0,0-1 0 0 0,5 6-1 0 0,-8-8-4 0 0,0 1 0 0 0,0 0 0 0 0,0-1-1 0 0,0 1 1 0 0,0-1 0 0 0,-1 1 0 0 0,1 0-1 0 0,0 0 1 0 0,-1-1 0 0 0,1 1 0 0 0,-1 0-1 0 0,0 0 1 0 0,0 0 0 0 0,0 0 0 0 0,0 0 0 0 0,0-1-1 0 0,0 1 1 0 0,0 0 0 0 0,0 0 0 0 0,-2 3-1 0 0,-15 33-15 0 0,15-35 8 0 0,-12 22-83 0 0</inkml:trace>
</inkml:ink>
</file>

<file path=ppt/ink/ink2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0:33.0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3206 180 11979 0 0,'-8'-4'59'0'0,"1"-1"0"0"0,-1 1 1 0 0,-1 0-1 0 0,1 1 0 0 0,0 0 1 0 0,-1 0-1 0 0,0 1 0 0 0,0 0 1 0 0,1 1-1 0 0,-1 0 0 0 0,-11 0 1 0 0,-8-3-190 0 0,-54-5-576 0 0,0 4 0 0 0,0 3 0 0 0,-1 4 0 0 0,-148 22 0 0 0,167-12 801 0 0,-1 4-1 0 0,2 2 1 0 0,0 2-1 0 0,1 4 1 0 0,2 2-1 0 0,-92 54 1 0 0,-364 271-2295 0 0,375-238 918 0 0,-184 191 0 0 0,213-184 1254 0 0,5 5-1 0 0,6 5 0 0 0,6 4 1 0 0,-83 155-1 0 0,-55 176 849 0 0,200-383-724 0 0,3 1 1 0 0,4 1-1 0 0,-30 167 1 0 0,43-138-303 0 0,5-1 0 0 0,5 1 1 0 0,13 116-1 0 0,9-47-906 0 0,47 200 1 0 0,-36-254 750 0 0,5-2-1 0 0,6-1 1 0 0,90 191-1 0 0,-89-234 413 0 0,4-1-1 0 0,2-3 1 0 0,5-2-1 0 0,2-2 1 0 0,129 130-1 0 0,-81-109 362 0 0,205 148 0 0 0,-221-186-56 0 0,3-3 0 0 0,2-5 0 0 0,107 42 1 0 0,-104-55 24 0 0,2-4 0 0 0,1-4 0 0 0,146 22 0 0 0,-168-40-94 0 0,1-4 0 0 0,-1-3 1 0 0,1-3-1 0 0,0-4 1 0 0,94-17-1 0 0,-44-5 479 0 0,-2-6 0 0 0,197-76 1 0 0,221-146 1391 0 0,135-142-1024 0 0,-350 166-2007 0 0,-260 174 118 0 0,-3-2 0 0 0,91-106 0 0 0,-116 113 550 0 0,-2-1 0 0 0,-3-2 0 0 0,-2-1 0 0 0,-2-2 0 0 0,35-93 0 0 0,-37 67 880 0 0,-3-1 0 0 0,-5 0 0 0 0,18-136-1 0 0,-26 85 1340 0 0,-7-222 1 0 0,-48-124 743 0 0,15 297-1841 0 0,-7 1 0 0 0,-60-181 0 0 0,61 263-785 0 0,-5 2 1 0 0,-3 2 0 0 0,-5 2 0 0 0,-4 1 0 0 0,-66-91 0 0 0,25 63-66 0 0,-6 5-1 0 0,-5 4 1 0 0,-193-165 0 0 0,92 114 39 0 0,-290-178 1 0 0,402 286-88 0 0,-3 3 0 0 0,-120-48 0 0 0,163 82-408 0 0,0 1-1 0 0,-1 3 1 0 0,-1 2 0 0 0,0 2 0 0 0,0 3 0 0 0,-72-3-1 0 0,-4 14-6624 0 0</inkml:trace>
</inkml:ink>
</file>

<file path=ppt/ink/ink2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2:05.28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381 16 10594 0 0,'3'-15'891'0'0,"-3"32"737"0"0,-22 172 1408 0 0,-59 239 0 0 0,-86 184-1382 0 0,114-460-1305 0 0,-6 22-1457 0 0,58-168-755 0 0</inkml:trace>
</inkml:ink>
</file>

<file path=ppt/ink/ink2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2:05.53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0 135 7370 0 0,'1'-6'132'0'0,"0"-1"1"0"0,1 1-1 0 0,-1-1 0 0 0,1 1 1 0 0,0 0-1 0 0,1 0 1 0 0,0 0-1 0 0,0 0 1 0 0,0 0-1 0 0,1 1 1 0 0,-1-1-1 0 0,1 1 1 0 0,1 0-1 0 0,-1 0 1 0 0,1 0-1 0 0,-1 1 1 0 0,12-8-1 0 0,-12 9 129 0 0,0 0 1 0 0,0 0-1 0 0,1 1 0 0 0,-1-1 0 0 0,1 1 1 0 0,0 0-1 0 0,-1 0 0 0 0,1 1 1 0 0,0-1-1 0 0,0 1 0 0 0,0 1 0 0 0,1-1 1 0 0,8 0-1 0 0,-10 2-35 0 0,0 0-1 0 0,0 0 1 0 0,0 0 0 0 0,0 0 0 0 0,0 1 0 0 0,0-1-1 0 0,-1 1 1 0 0,1 0 0 0 0,0 0 0 0 0,-1 1-1 0 0,1-1 1 0 0,-1 1 0 0 0,0 0 0 0 0,0 0-1 0 0,0 0 1 0 0,0 0 0 0 0,4 6 0 0 0,8 14 411 0 0,0 0 0 0 0,-1 1 1 0 0,-1 1-1 0 0,14 38 1 0 0,29 112 417 0 0,-44-136-879 0 0,5 18-80 0 0,146 424-249 0 0,-150-448-2297 0 0</inkml:trace>
</inkml:ink>
</file>

<file path=ppt/ink/ink2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2:05.73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96 13827 0 0,'0'0'35'0'0,"-1"0"-1"0"0,1 0 1 0 0,0 0-1 0 0,0-1 1 0 0,0 1-1 0 0,0 0 1 0 0,0 0-1 0 0,0 0 1 0 0,0 0-1 0 0,0 0 1 0 0,-1 0 0 0 0,1-1-1 0 0,0 1 1 0 0,0 0-1 0 0,0 0 1 0 0,0 0-1 0 0,0 0 1 0 0,0 0-1 0 0,0-1 1 0 0,0 1 0 0 0,0 0-1 0 0,0 0 1 0 0,0 0-1 0 0,0 0 1 0 0,0 0-1 0 0,0-1 1 0 0,0 1-1 0 0,0 0 1 0 0,0 0 0 0 0,0 0-1 0 0,0 0 1 0 0,0 0-1 0 0,0-1 1 0 0,1 1-1 0 0,-1 0 1 0 0,0 0-1 0 0,0 0 1 0 0,0 0 0 0 0,0 0-1 0 0,0 0 1 0 0,0-1-1 0 0,0 1 1 0 0,0 0-1 0 0,1 0 1 0 0,-1 0-1 0 0,0 0 1 0 0,0 0 0 0 0,12-9 812 0 0,19-9-191 0 0,-27 16-464 0 0,13-8 104 0 0,1 2 1 0 0,1 0-1 0 0,-1 0 1 0 0,1 2-1 0 0,0 1 0 0 0,1 0 1 0 0,0 1-1 0 0,-1 1 1 0 0,37-1-1 0 0,-39 5-605 0 0,-1 0 1 0 0,0 1-1 0 0,1 1 0 0 0,19 6 0 0 0,-4 1-6369 0 0</inkml:trace>
</inkml:ink>
</file>

<file path=ppt/ink/ink2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2:06.12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0 118 6913 0 0,'0'0'82'0'0,"1"0"0"0"0,-1-1 0 0 0,0 1-1 0 0,1-1 1 0 0,-1 1 0 0 0,0 0-1 0 0,1-1 1 0 0,-1 1 0 0 0,1 0-1 0 0,-1 0 1 0 0,1-1 0 0 0,-1 1-1 0 0,1 0 1 0 0,-1 0 0 0 0,1-1-1 0 0,-1 1 1 0 0,1 0 0 0 0,-1 0 0 0 0,1 0-1 0 0,-1 0 1 0 0,1 0 0 0 0,-1 0-1 0 0,1 0 1 0 0,-1 0 0 0 0,1 0-1 0 0,-1 0 1 0 0,1 0 0 0 0,-1 0-1 0 0,1 1 1 0 0,-1-1 0 0 0,1 0 0 0 0,-1 0-1 0 0,1 0 1 0 0,-1 1 0 0 0,1-1-1 0 0,-1 0 1 0 0,0 1 0 0 0,1-1-1 0 0,23 11 2687 0 0,-17-5-2123 0 0,0 1 0 0 0,0-1 1 0 0,-1 1-1 0 0,0 0 0 0 0,0 0 0 0 0,0 1 1 0 0,5 11-1 0 0,31 64 939 0 0,-23-41-1321 0 0,-14-33-157 0 0,4 7-4 0 0,-5-17-90 0 0,0-12 6 0 0,2-20 26 0 0,1 0 0 0 0,2 0 1 0 0,15-35-1 0 0,-18 55-28 0 0,0-1 0 0 0,1 0 0 0 0,1 1 1 0 0,0 1-1 0 0,1-1 0 0 0,0 1 0 0 0,1 1 0 0 0,0 0 0 0 0,17-15 0 0 0,-24 24 27 0 0,0-1 0 0 0,-1 1 0 0 0,2 0-1 0 0,-1 0 1 0 0,0 0 0 0 0,0 0-1 0 0,1 1 1 0 0,-1-1 0 0 0,1 1 0 0 0,-1 0-1 0 0,1 0 1 0 0,-1 0 0 0 0,1 1 0 0 0,0-1-1 0 0,0 1 1 0 0,-1 0 0 0 0,1 0 0 0 0,0 0-1 0 0,-1 0 1 0 0,1 1 0 0 0,0-1-1 0 0,0 1 1 0 0,6 3 0 0 0,-3-1 52 0 0,-1 1-1 0 0,1 0 1 0 0,-1 1 0 0 0,0-1-1 0 0,0 1 1 0 0,0 1 0 0 0,-1-1-1 0 0,0 1 1 0 0,0 0 0 0 0,7 11-1 0 0,20 34 16 0 0,45 96-1 0 0,-11-16-4455 0 0,-53-111-2404 0 0</inkml:trace>
</inkml:ink>
</file>

<file path=ppt/ink/ink2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2:06.82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214 10 10594 0 0,'0'-1'63'0'0,"0"0"0"0"0,-1 1 0 0 0,1-1 0 0 0,0 1-1 0 0,-1-1 1 0 0,1 0 0 0 0,-1 1 0 0 0,1-1 0 0 0,-1 1-1 0 0,1 0 1 0 0,-1-1 0 0 0,0 1 0 0 0,1-1 0 0 0,-1 1-1 0 0,0 0 1 0 0,1-1 0 0 0,-1 1 0 0 0,0 0 0 0 0,1 0-1 0 0,-1-1 1 0 0,0 1 0 0 0,1 0 0 0 0,-1 0 0 0 0,0 0 0 0 0,0 0-1 0 0,1 0 1 0 0,-1 0 0 0 0,0 0 0 0 0,-1 0 0 0 0,-17 15 1133 0 0,19-14-1183 0 0,-21 23 505 0 0,1 0 0 0 0,1 1-1 0 0,2 1 1 0 0,0 1 0 0 0,2 0 0 0 0,1 1-1 0 0,1 1 1 0 0,-12 40 0 0 0,21-55-478 0 0,1 0 0 0 0,0 0 0 0 0,1 1 1 0 0,0-1-1 0 0,1 30 0 0 0,1-39-39 0 0,0 0 1 0 0,1 0-1 0 0,0 0 1 0 0,-1-1-1 0 0,1 1 1 0 0,1 0-1 0 0,-1 0 1 0 0,1 0-1 0 0,0-1 1 0 0,0 1-1 0 0,0-1 1 0 0,1 0-1 0 0,0 1 0 0 0,-1-1 1 0 0,1 0-1 0 0,1-1 1 0 0,-1 1-1 0 0,1 0 1 0 0,-1-1-1 0 0,1 0 1 0 0,4 3-1 0 0,-4-4 53 0 0,0 0-1 0 0,0-1 0 0 0,0 1 0 0 0,0-1 0 0 0,0 0 0 0 0,0 0 1 0 0,0-1-1 0 0,0 1 0 0 0,0-1 0 0 0,0 0 0 0 0,1 0 1 0 0,-1 0-1 0 0,0 0 0 0 0,0-1 0 0 0,0 0 0 0 0,0 0 1 0 0,0 0-1 0 0,0 0 0 0 0,0-1 0 0 0,0 1 0 0 0,0-1 1 0 0,-1 0-1 0 0,1 0 0 0 0,-1-1 0 0 0,1 1 0 0 0,-1-1 1 0 0,6-5-1 0 0,0-1 28 0 0,0 0 0 0 0,0 0 0 0 0,-1-1 0 0 0,0-1 0 0 0,-1 1 0 0 0,0-1 0 0 0,9-21 0 0 0,14-40 213 0 0,40-85-129 0 0,-67 149 226 0 0,-2 22 206 0 0,0-6-594 0 0,31 137 475 0 0,-26-124-684 0 0,1-1 0 0 0,1 0-1 0 0,1-1 1 0 0,1 1 0 0 0,16 23 0 0 0,-12-23-2484 0 0,2 0-1 0 0,22 22 1 0 0,-1-9-2135 0 0</inkml:trace>
</inkml:ink>
</file>

<file path=ppt/ink/ink2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2:07.1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76 12899 0 0,'0'-6'587'0'0,"2"-1"0"0"0,-1 1 0 0 0,1-1 0 0 0,0 1 1 0 0,0-1-1 0 0,0 1 0 0 0,1 0 0 0 0,0 0 0 0 0,0 0 0 0 0,6-6 0 0 0,-9 12-500 0 0,1 0-1 0 0,0 0 0 0 0,-1 0 1 0 0,1 0-1 0 0,-1 0 0 0 0,1 1 1 0 0,0-1-1 0 0,-1 0 0 0 0,1 0 1 0 0,-1 1-1 0 0,1-1 0 0 0,0 0 1 0 0,-1 1-1 0 0,1-1 0 0 0,-1 1 1 0 0,1-1-1 0 0,-1 1 0 0 0,0-1 1 0 0,1 1-1 0 0,-1-1 0 0 0,1 1 1 0 0,-1-1-1 0 0,0 1 0 0 0,0-1 1 0 0,1 1-1 0 0,-1 0 0 0 0,0-1 1 0 0,0 1-1 0 0,0 0 0 0 0,1-1 1 0 0,-1 1-1 0 0,0-1 0 0 0,0 2 1 0 0,9 25 51 0 0,-9-27-134 0 0,17 81 324 0 0,13 138 0 0 0,3 16-174 0 0,53 105-2153 0 0,-70-292-5628 0 0</inkml:trace>
</inkml:ink>
</file>

<file path=ppt/ink/ink2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2:07.48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36 108 10594 0 0,'-17'28'2186'0'0,"13"-18"-1799"0"0,1 0 0 0 0,0 1 0 0 0,0-1 0 0 0,1 1 0 0 0,0 0 0 0 0,1 0 0 0 0,0-1 0 0 0,1 1 0 0 0,0 0-1 0 0,1 0 1 0 0,0 0 0 0 0,1 0 0 0 0,3 13 0 0 0,-1-15-280 0 0,-1 0-1 0 0,1 0 1 0 0,0-1-1 0 0,1 0 0 0 0,0 1 1 0 0,0-2-1 0 0,1 1 1 0 0,0 0-1 0 0,0-1 1 0 0,1-1-1 0 0,0 1 1 0 0,0-1-1 0 0,1 0 0 0 0,-1 0 1 0 0,15 7-1 0 0,-14-9-11 0 0,0 1 0 0 0,1-1-1 0 0,0 0 1 0 0,-1-1 0 0 0,1 0-1 0 0,1-1 1 0 0,-1 0 0 0 0,0 0-1 0 0,18 1 1 0 0,-22-3-60 0 0,0-1 0 0 0,0 1 0 0 0,0-1 0 0 0,0 0-1 0 0,-1 0 1 0 0,1 0 0 0 0,0-1 0 0 0,-1 0 0 0 0,1 0 0 0 0,-1 0 0 0 0,1 0-1 0 0,-1 0 1 0 0,0-1 0 0 0,0 0 0 0 0,0 0 0 0 0,-1 0 0 0 0,1-1 0 0 0,-1 1 0 0 0,0-1-1 0 0,6-8 1 0 0,-3 2 20 0 0,0-1 0 0 0,-1 1 0 0 0,0-2 0 0 0,-1 1 0 0 0,0 0 0 0 0,-1-1 0 0 0,0 0 1 0 0,-1 0-1 0 0,0 0 0 0 0,-1 0 0 0 0,-1 0 0 0 0,0 0 0 0 0,-1-16 0 0 0,-1 13-52 0 0,0-1 1 0 0,0 1-1 0 0,-2 0 1 0 0,0 0-1 0 0,0 1 1 0 0,-2-1 0 0 0,0 1-1 0 0,0 0 1 0 0,-1 0-1 0 0,-10-13 1 0 0,14 22-109 0 0,-1 1 0 0 0,1 0 0 0 0,-1 0 0 0 0,0 0 1 0 0,0 0-1 0 0,0 1 0 0 0,-1 0 0 0 0,1 0 0 0 0,-1 0 0 0 0,0 0 1 0 0,0 1-1 0 0,0-1 0 0 0,-10-2 0 0 0,11 4-244 0 0,0 0-1 0 0,-1 1 0 0 0,1-1 1 0 0,-1 1-1 0 0,1 0 1 0 0,0 0-1 0 0,-1 0 1 0 0,1 1-1 0 0,-1 0 0 0 0,1 0 1 0 0,-5 1-1 0 0,-10 6-5854 0 0</inkml:trace>
</inkml:ink>
</file>

<file path=ppt/ink/ink2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2:07.9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67 1 3225 0 0,'-9'2'11683'0'0,"-2"15"-10931"0"0,11-17-705 0 0,-7 14 195 0 0,0 1 0 0 0,1-1 0 0 0,0 1 0 0 0,1 0 0 0 0,1 0-1 0 0,1 1 1 0 0,0-1 0 0 0,-1 20 0 0 0,3-34-287 0 0,1 1-1 0 0,0-1 1 0 0,0 1 0 0 0,0-1-1 0 0,0 1 1 0 0,0-1 0 0 0,0 0-1 0 0,0 1 1 0 0,0-1 0 0 0,1 1 0 0 0,-1-1-1 0 0,0 0 1 0 0,1 1 0 0 0,0-1-1 0 0,-1 0 1 0 0,1 0 0 0 0,-1 1-1 0 0,1-1 1 0 0,0 0 0 0 0,0 0-1 0 0,0 0 1 0 0,0 0 0 0 0,0 0 0 0 0,0 0-1 0 0,0 0 1 0 0,0 0 0 0 0,0 0-1 0 0,0 0 1 0 0,1-1 0 0 0,-1 1-1 0 0,0 0 1 0 0,0-1 0 0 0,1 1 0 0 0,-1-1-1 0 0,1 0 1 0 0,-1 1 0 0 0,0-1-1 0 0,1 0 1 0 0,-1 0 0 0 0,2 0-1 0 0,0 0-88 0 0,1-1-1 0 0,-1 1 0 0 0,0-1 1 0 0,1 0-1 0 0,-1-1 0 0 0,0 1 0 0 0,0 0 1 0 0,0-1-1 0 0,0 0 0 0 0,0 1 1 0 0,0-1-1 0 0,0 0 0 0 0,-1-1 0 0 0,1 1 1 0 0,3-4-1 0 0,24-34-1443 0 0,-24 31 1940 0 0,-1 0-1 0 0,2 1 1 0 0,-1-1-1 0 0,1 1 1 0 0,0 1-1 0 0,1 0 1 0 0,0 0-1 0 0,0 0 1 0 0,0 1 0 0 0,15-8-1 0 0,-21 13-251 0 0,1 1 0 0 0,-1-1 0 0 0,0 1 0 0 0,1 0-1 0 0,-1 0 1 0 0,1 0 0 0 0,-1 0 0 0 0,0 0 0 0 0,1 0 0 0 0,-1 1 0 0 0,0-1 0 0 0,1 1-1 0 0,-1 0 1 0 0,0 0 0 0 0,1 0 0 0 0,-1 0 0 0 0,0 0 0 0 0,0 0 0 0 0,0 0 0 0 0,0 1-1 0 0,0-1 1 0 0,0 1 0 0 0,-1-1 0 0 0,1 1 0 0 0,0 0 0 0 0,-1 0 0 0 0,2 2 0 0 0,4 4 124 0 0,-1 1 1 0 0,1 1 0 0 0,-2-1 0 0 0,8 17-1 0 0,-4-5-94 0 0,-2 0-1 0 0,0 1 1 0 0,-2 0-1 0 0,0 0 0 0 0,-2 0 1 0 0,0 0-1 0 0,-1 1 1 0 0,-2-1-1 0 0,0 1 1 0 0,-1-1-1 0 0,-2 1 0 0 0,0-1 1 0 0,-1 0-1 0 0,-8 23 1 0 0,-3 1-94 0 0,-2-1 1 0 0,-2 0 0 0 0,-2-1-1 0 0,-1-2 1 0 0,-43 60 0 0 0,47-75-230 0 0</inkml:trace>
</inkml:ink>
</file>

<file path=ppt/ink/ink2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2:08.4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 25349 0 0,'3'-2'-3427'0'0,"-1"8"1736"0"0,1 22 1745 0 0,1 36 1440 0 0,-10 190-977 0 0,4 153-146 0 0,6-335-556 0 0,3 0 0 0 0,3 0 0 0 0,31 110 0 0 0,-11-96-4733 0 0,-25-70-1449 0 0</inkml:trace>
</inkml:ink>
</file>

<file path=ppt/ink/ink2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2:08.5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1 281 7370 0 0,'2'-7'152'0'0,"1"0"0"0"0,0 1 1 0 0,0-1-1 0 0,1 0 0 0 0,0 1 1 0 0,0 0-1 0 0,0 0 0 0 0,1 0 1 0 0,0 1-1 0 0,11-11 1 0 0,4 0 820 0 0,40-25 1 0 0,-30 21-609 0 0,13-8 292 0 0,46-23 0 0 0,-73 43-847 0 0,1 1 1 0 0,0 0-1 0 0,0 1 0 0 0,1 1 0 0 0,-1 0 1 0 0,26-2-1 0 0,-39 7 175 0 0,0-1 1 0 0,0 1-1 0 0,0 0 1 0 0,0 1 0 0 0,0-1-1 0 0,0 1 1 0 0,0-1-1 0 0,0 1 1 0 0,0 0-1 0 0,0 1 1 0 0,6 2-1 0 0,9 9 15 0 0</inkml:trace>
</inkml:ink>
</file>

<file path=ppt/ink/ink2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2:08.73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1 229 6913 0 0,'8'-9'305'0'0,"2"0"63"0"0,3 2-296 0 0,-1-1-72 0 0,-4 2 0 0 0,1 0 0 0 0,3-1 0 0 0,8-6 0 0 0,13-6 0 0 0,11-6 0 0 0,8-3 0 0 0,2 1 0 0 0,2 4 88 0 0,-4 2-88 0 0,-3 0 0 0 0</inkml:trace>
</inkml:ink>
</file>

<file path=ppt/ink/ink2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2:09.05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1 148 9794 0 0,'1'5'896'0'0,"11"6"201"0"0,23 13 1064 0 0,-23-16-1425 0 0,4 4-85 0 0,0 1-1 0 0,-1 1 0 0 0,0 0 0 0 0,-1 1 1 0 0,-1 1-1 0 0,0 0 0 0 0,-1 0 0 0 0,19 36 1 0 0,-14-15-211 0 0,-1 1 0 0 0,-2 0 1 0 0,14 60-1 0 0,-37-131 240 0 0,6 4-761 0 0,2 0 0 0 0,1-1 0 0 0,2 1 0 0 0,0 0 0 0 0,2 0 0 0 0,1 0 0 0 0,2 0 0 0 0,1 1 0 0 0,0 0 0 0 0,3 0 0 0 0,0 1-1 0 0,1 1 1 0 0,18-28 0 0 0,-16 34-1088 0 0,1 1-1 0 0,1 1 1 0 0,25-24-1 0 0,-18 23-5185 0 0</inkml:trace>
</inkml:ink>
</file>

<file path=ppt/ink/ink2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2:09.37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137 40 2304 0 0,'-16'-3'1276'0'0,"9"1"-159"0"0,-1 1 1 0 0,1 0-1 0 0,-1 0 0 0 0,1 1 0 0 0,-1 0 1 0 0,-8 1-1 0 0,13-1-855 0 0,1 1 1 0 0,-1 0-1 0 0,1 0 1 0 0,-1 0-1 0 0,1 0 1 0 0,0 0-1 0 0,0 0 1 0 0,-1 1-1 0 0,1-1 1 0 0,0 1-1 0 0,0-1 1 0 0,0 1-1 0 0,1 0 1 0 0,-1 0-1 0 0,0 0 1 0 0,1 0-1 0 0,-1 0 1 0 0,1 0-1 0 0,0 0 1 0 0,-1 1-1 0 0,1-1 1 0 0,-1 4-1 0 0,-1 4-34 0 0,0 1-1 0 0,0-1 0 0 0,1 1 0 0 0,1-1 1 0 0,0 1-1 0 0,0-1 0 0 0,1 1 1 0 0,0 0-1 0 0,1-1 0 0 0,0 1 0 0 0,6 20 1 0 0,-6-25-69 0 0,1 0 1 0 0,1 0 0 0 0,-1 0-1 0 0,1 0 1 0 0,0 0 0 0 0,0-1-1 0 0,1 1 1 0 0,-1-1 0 0 0,7 7-1 0 0,-7-9-115 0 0,0 0 1 0 0,1 0-1 0 0,-1-1 0 0 0,0 0 0 0 0,1 1 0 0 0,-1-1 0 0 0,1 0 1 0 0,0-1-1 0 0,0 1 0 0 0,0-1 0 0 0,0 0 0 0 0,0 1 0 0 0,0-2 1 0 0,0 1-1 0 0,7 0 0 0 0,-7-1-40 0 0,-1 0 0 0 0,1 0-1 0 0,0-1 1 0 0,0 0 0 0 0,0 1 0 0 0,-1-1 0 0 0,1 0 0 0 0,0-1 0 0 0,-1 1-1 0 0,1-1 1 0 0,-1 0 0 0 0,1 0 0 0 0,-1 0 0 0 0,0 0 0 0 0,0 0 0 0 0,0-1-1 0 0,0 1 1 0 0,0-1 0 0 0,-1 0 0 0 0,1 0 0 0 0,-1 0 0 0 0,0 0 0 0 0,1 0-1 0 0,-1-1 1 0 0,-1 1 0 0 0,1-1 0 0 0,1-3 0 0 0,0-2 6 0 0,0 0-1 0 0,0 1 1 0 0,-1-2 0 0 0,0 1 0 0 0,0 0 0 0 0,-1 0 0 0 0,0 0-1 0 0,-1-1 1 0 0,0 1 0 0 0,-2-11 0 0 0,0 6-5 0 0,-1 0 0 0 0,-1 1-1 0 0,-8-23 1 0 0,10 31-109 0 0,-1 0 0 0 0,1 0 1 0 0,-1 0-1 0 0,0 0 0 0 0,0 0 0 0 0,0 1 0 0 0,-1-1 0 0 0,1 1 0 0 0,-1 0 1 0 0,0 0-1 0 0,-1 0 0 0 0,-4-3 0 0 0,0 4-795 0 0,-2 4-192 0 0</inkml:trace>
</inkml:ink>
</file>

<file path=ppt/ink/ink2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2:09.70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32 4609 0 0,'4'1'106'0'0,"-1"1"1"0"0,1-1-1 0 0,0 1 1 0 0,-1-1-1 0 0,1 1 1 0 0,-1 0-1 0 0,1 0 0 0 0,-1 1 1 0 0,0-1-1 0 0,0 1 1 0 0,0-1-1 0 0,0 1 1 0 0,-1 0-1 0 0,1 0 0 0 0,-1 0 1 0 0,0 1-1 0 0,1-1 1 0 0,-1 1-1 0 0,-1-1 1 0 0,1 1-1 0 0,1 4 0 0 0,5 13 1039 0 0,-1 1 0 0 0,8 33 1 0 0,-10-32-34 0 0,0 4-377 0 0,8 22 640 0 0,-10-52-1145 0 0,0-1 1 0 0,-1 0-1 0 0,0 1 0 0 0,0-1 0 0 0,0 0 1 0 0,-1-1-1 0 0,3-7 0 0 0,9-34 429 0 0,20-56 93 0 0,-29 91-562 0 0,1 0 1 0 0,0 0 0 0 0,1 0 0 0 0,0 1-1 0 0,1 0 1 0 0,11-13 0 0 0,-17 21-132 0 0,0 1 1 0 0,0 0-1 0 0,0 0 1 0 0,0 0-1 0 0,0 0 1 0 0,0 0-1 0 0,0 0 1 0 0,0 1-1 0 0,1-1 0 0 0,-1 0 1 0 0,0 0-1 0 0,0 1 1 0 0,1-1-1 0 0,-1 1 1 0 0,0-1-1 0 0,1 1 1 0 0,-1 0-1 0 0,1-1 1 0 0,-1 1-1 0 0,0 0 0 0 0,1 0 1 0 0,1 0-1 0 0,-2 0-12 0 0,1 1-1 0 0,-1 0 0 0 0,0-1 0 0 0,1 1 0 0 0,-1 0 0 0 0,0 0 1 0 0,0 0-1 0 0,0 0 0 0 0,0 0 0 0 0,0 0 0 0 0,0 0 1 0 0,0 0-1 0 0,0 0 0 0 0,0 1 0 0 0,-1-1 0 0 0,1 0 1 0 0,1 3-1 0 0,2 8 97 0 0,0-1-1 0 0,-1 1 1 0 0,0 1 0 0 0,1 11 0 0 0,-2-15-79 0 0,1 12-11 0 0,2 1 1 0 0,1 0 0 0 0,0-1 0 0 0,18 39 0 0 0,-17-47-710 0 0,1 0 0 0 0,0 0 0 0 0,1-1 0 0 0,19 21 1 0 0,-6-11-5978 0 0</inkml:trace>
</inkml:ink>
</file>

<file path=ppt/ink/ink2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2:09.94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0 118 10594 0 0,'3'-25'365'0'0,"-3"18"-286"0"0,0 0 0 0 0,0 1 0 0 0,1-1-1 0 0,1 0 1 0 0,-1 1 0 0 0,1-1-1 0 0,0 1 1 0 0,0-1 0 0 0,4-5 0 0 0,-5 10-14 0 0,0 1 0 0 0,0-1 0 0 0,0 1 0 0 0,1-1 0 0 0,-1 1 0 0 0,0 0 0 0 0,1-1 1 0 0,-1 1-1 0 0,1 0 0 0 0,0 0 0 0 0,-1 0 0 0 0,1 0 0 0 0,0 1 0 0 0,-1-1 1 0 0,1 0-1 0 0,0 1 0 0 0,0-1 0 0 0,0 1 0 0 0,2-1 0 0 0,-2 1 107 0 0,0 1 0 0 0,-1-1-1 0 0,1 1 1 0 0,0-1 0 0 0,-1 1 0 0 0,1-1-1 0 0,0 1 1 0 0,-1 0 0 0 0,1 0-1 0 0,-1 0 1 0 0,1 0 0 0 0,-1 0 0 0 0,0 0-1 0 0,1 0 1 0 0,-1 0 0 0 0,2 3 0 0 0,3 4 367 0 0,-1 0 1 0 0,-1 0 0 0 0,1 0 0 0 0,-1 0 0 0 0,0 1 0 0 0,3 12 0 0 0,47 190 1086 0 0,14 41-67 0 0,37-3-3232 0 0,-41-105 520 0 0,-50-110 194 0 0</inkml:trace>
</inkml:ink>
</file>

<file path=ppt/ink/ink2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2:10.11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77 232 15667 0 0,'-16'-2'671'0'0,"11"2"-422"0"0,1 0-1 0 0,-1 0 1 0 0,1-1 0 0 0,-1 0 0 0 0,1 1 0 0 0,-1-2 0 0 0,1 1 0 0 0,0 0 0 0 0,-1-1-1 0 0,1 0 1 0 0,-6-4 0 0 0,9 6-217 0 0,1-1 0 0 0,0 1 0 0 0,0-1 0 0 0,0 1 0 0 0,0-1 0 0 0,0 1 0 0 0,0-1 0 0 0,0 1 0 0 0,0-1-1 0 0,0 1 1 0 0,0-1 0 0 0,0 1 0 0 0,0-1 0 0 0,0 1 0 0 0,1-1 0 0 0,-1 1 0 0 0,0-1 0 0 0,0 1 0 0 0,1-1 0 0 0,-1 1 0 0 0,0-1 0 0 0,0 1 0 0 0,1-1-1 0 0,-1 1 1 0 0,0 0 0 0 0,1-1 0 0 0,-1 1 0 0 0,1 0 0 0 0,-1-1 0 0 0,0 1 0 0 0,1 0 0 0 0,-1 0 0 0 0,1-1 0 0 0,-1 1 0 0 0,1 0 0 0 0,20-12 25 0 0,-18 10 23 0 0,229-96-1518 0 0,-84 39 685 0 0,-85 32 753 0 0</inkml:trace>
</inkml:ink>
</file>

<file path=ppt/ink/ink2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2:10.62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291 49 4609 0 0,'2'-4'1046'0'0,"-1"0"0"0"0,0 0 1 0 0,0 0-1 0 0,0 0 0 0 0,0 0 0 0 0,-1 0 1 0 0,-6-16 5162 0 0,5 20-6010 0 0,-1 0-60 0 0,0 0 0 0 0,1 0 0 0 0,-1 0 0 0 0,0 0 0 0 0,1 0-1 0 0,-1 0 1 0 0,0 1 0 0 0,1-1 0 0 0,-1 1 0 0 0,0-1 0 0 0,1 1 0 0 0,-2 0 0 0 0,-8 5 116 0 0,1-1 0 0 0,0 2 0 0 0,0-1 1 0 0,1 1-1 0 0,0 1 0 0 0,0 0 0 0 0,-12 14 0 0 0,-50 69 86 0 0,68-87-307 0 0,-15 19-2 0 0,2 2 0 0 0,0 0 1 0 0,2 0-1 0 0,-12 31 0 0 0,23-48-31 0 0,0 1 1 0 0,1-1-1 0 0,0 1 1 0 0,0-1 0 0 0,1 1-1 0 0,0-1 1 0 0,1 1-1 0 0,0 10 1 0 0,1-14-5 0 0,-1 0 1 0 0,1 0-1 0 0,1 0 0 0 0,-1 0 1 0 0,1 0-1 0 0,0 0 0 0 0,0 0 1 0 0,0-1-1 0 0,1 1 0 0 0,-1-1 1 0 0,1 0-1 0 0,0 1 1 0 0,1-1-1 0 0,6 6 0 0 0,-5-6-127 0 0,1 0 0 0 0,0 0-1 0 0,-1-1 1 0 0,1 0 0 0 0,1 0-1 0 0,-1-1 1 0 0,0 0 0 0 0,0 0 0 0 0,1 0-1 0 0,-1-1 1 0 0,1 0 0 0 0,0 0-1 0 0,-1-1 1 0 0,1 1 0 0 0,0-1-1 0 0,-1-1 1 0 0,1 0 0 0 0,0 1 0 0 0,-1-2-1 0 0,1 1 1 0 0,-1-1 0 0 0,0 0-1 0 0,1-1 1 0 0,-1 1 0 0 0,0-1 0 0 0,0 0-1 0 0,-1-1 1 0 0,1 1 0 0 0,7-8-1 0 0,-37 37 1063 0 0,0 1-1 0 0,2 1 0 0 0,-23 36 0 0 0,35-48-863 0 0,0 1-1 0 0,2 0 0 0 0,0 1 1 0 0,0 0-1 0 0,2 0 0 0 0,0 0 1 0 0,-5 35-1 0 0,10-38-68 0 0,1 1 0 0 0,0-1 1 0 0,1 1-1 0 0,1-1 0 0 0,1 0 1 0 0,0 0-1 0 0,1 0 0 0 0,0 0 0 0 0,2 0 1 0 0,-1-1-1 0 0,2 0 0 0 0,12 21 0 0 0,-11-23-587 0 0,0 1-1 0 0,1-1 0 0 0,1-1 0 0 0,14 14 0 0 0,-3-7-6707 0 0</inkml:trace>
</inkml:ink>
</file>

<file path=ppt/ink/ink2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2:10.97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9674 0 0,'3'1'276'0'0,"-1"0"0"0"0,0 0 0 0 0,0 0 0 0 0,0 0 0 0 0,0 0 0 0 0,0 1 0 0 0,0-1 0 0 0,-1 1 0 0 0,1-1 0 0 0,0 1 0 0 0,-1 0 0 0 0,1-1 0 0 0,-1 1 0 0 0,2 2 1 0 0,20 31 3633 0 0,-12-11-3139 0 0,0 1 0 0 0,-2 0 0 0 0,-1 0 0 0 0,-1 1-1 0 0,5 30 1 0 0,2 10-722 0 0,-14-64-55 0 0,1-1 0 0 0,-1 0 0 0 0,0 0 0 0 0,1 1-1 0 0,-1-1 1 0 0,0 0 0 0 0,1 0 0 0 0,-1 0-1 0 0,1 0 1 0 0,0 0 0 0 0,-1 1 0 0 0,1-1 0 0 0,0 0-1 0 0,0 0 1 0 0,0 0 0 0 0,0-1 0 0 0,2 3-1 0 0,-3-3-5 0 0,1 0 0 0 0,0-1 0 0 0,-1 1 0 0 0,1 0-1 0 0,0 0 1 0 0,-1 0 0 0 0,1-1 0 0 0,0 1 0 0 0,-1 0-1 0 0,1-1 1 0 0,0 1 0 0 0,-1-1 0 0 0,1 1 0 0 0,-1-1-1 0 0,1 1 1 0 0,-1-1 0 0 0,1 1 0 0 0,-1-1-1 0 0,1 1 1 0 0,-1-1 0 0 0,0 0 0 0 0,1 1 0 0 0,-1-1-1 0 0,0 1 1 0 0,0-1 0 0 0,1 0 0 0 0,-1 1 0 0 0,0-1-1 0 0,0 0 1 0 0,0 0 0 0 0,0-1 0 0 0,17-45-594 0 0,25-50 1 0 0,-35 82 550 0 0,1 1 0 0 0,1 0-1 0 0,0 1 1 0 0,0 0 0 0 0,1 1 0 0 0,1 0 0 0 0,20-19-1 0 0,-28 29 50 0 0,1-1 0 0 0,-1 0 0 0 0,0 1-1 0 0,1 0 1 0 0,0 0 0 0 0,-1 0 0 0 0,1 0-1 0 0,0 1 1 0 0,0-1 0 0 0,0 1 0 0 0,0 0-1 0 0,0 0 1 0 0,0 1 0 0 0,0-1 0 0 0,1 1 0 0 0,4 0-1 0 0,-6 0 56 0 0,0 1 0 0 0,0 0 1 0 0,1 0-1 0 0,-1 1 0 0 0,0-1 0 0 0,-1 1 0 0 0,1-1 0 0 0,0 1 0 0 0,0 0 0 0 0,-1 0 0 0 0,1 0 0 0 0,-1 0 0 0 0,0 1 0 0 0,1-1 0 0 0,-1 1 0 0 0,0-1 1 0 0,0 1-1 0 0,-1 0 0 0 0,1-1 0 0 0,-1 1 0 0 0,2 4 0 0 0,2 1 147 0 0,10 25 46 0 0,2-1-1 0 0,1-1 0 0 0,38 48 0 0 0,-42-60-1889 0 0,2 1-5800 0 0</inkml:trace>
</inkml:ink>
</file>

<file path=ppt/ink/ink2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2:11.51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191 715 4609 0 0,'-23'9'8821'0'0,"-2"6"-3457"0"0,12-5-4200 0 0,0 0 1 0 0,-16 18 0 0 0,20-18-1157 0 0,-1 0 0 0 0,2 1-1 0 0,-1 0 1 0 0,2 1-1 0 0,-1 0 1 0 0,2 0 0 0 0,0 1-1 0 0,-9 25 1 0 0,11-24-8 0 0,2-1 1 0 0,0 1-1 0 0,1 0 0 0 0,0-1 1 0 0,1 1-1 0 0,1 0 1 0 0,0 0-1 0 0,0-1 0 0 0,2 1 1 0 0,4 15-1 0 0,-6-22-19 0 0,2-1-1 0 0,-1 1 1 0 0,0-1 0 0 0,1 1-1 0 0,1-1 1 0 0,-1 0 0 0 0,1 0-1 0 0,0 0 1 0 0,0-1 0 0 0,0 0 0 0 0,1 1-1 0 0,0-1 1 0 0,0-1 0 0 0,0 1-1 0 0,1-1 1 0 0,-1 0 0 0 0,1 0-1 0 0,0-1 1 0 0,0 1 0 0 0,1-1-1 0 0,-1-1 1 0 0,8 3 0 0 0,-11-4-35 0 0,1 0 0 0 0,0-1 1 0 0,-1 1-1 0 0,1-1 0 0 0,0 0 1 0 0,-1 0-1 0 0,1 0 0 0 0,0 0 1 0 0,0-1-1 0 0,-1 0 0 0 0,1 1 1 0 0,-1-1-1 0 0,1-1 0 0 0,0 1 1 0 0,-1 0-1 0 0,6-4 0 0 0,-4 1-43 0 0,1 0 0 0 0,-1 0-1 0 0,0 0 1 0 0,0-1 0 0 0,-1 0 0 0 0,1 0-1 0 0,-1 0 1 0 0,6-10 0 0 0,1-4-165 0 0,-1-1 0 0 0,-1-1 0 0 0,-1 1 1 0 0,9-35-1 0 0,-1-19 29 0 0,-3-1-1 0 0,4-128 1 0 0,5-29 1373 0 0,24-172 4309 0 0,-47 404-5417 0 0,1-1-1 0 0,0 1 0 0 0,0 0 1 0 0,0-1-1 0 0,0 1 0 0 0,0-1 1 0 0,0 1-1 0 0,0-1 0 0 0,0 1 1 0 0,0-1-1 0 0,0 1 1 0 0,0-1-1 0 0,0 1 0 0 0,0 0 1 0 0,0-1-1 0 0,0 1 0 0 0,0-1 1 0 0,0 1-1 0 0,0-1 0 0 0,1 1 1 0 0,-1 0-1 0 0,0-1 0 0 0,0 1 1 0 0,1-1-1 0 0,-1 1 0 0 0,0 0 1 0 0,0-1-1 0 0,1 1 1 0 0,-1 0-1 0 0,0-1 0 0 0,1 1 1 0 0,-1 0-1 0 0,1 0 0 0 0,-1-1 1 0 0,1 1-1 0 0,8 16 282 0 0,7 33-348 0 0,-15-49 45 0 0,60 272 96 0 0,-6-24-84 0 0,-9-91-61 0 0,11 42-971 0 0,-46-152-890 0 0,-2 0-1 0 0,4 61 1 0 0,-12-85 1400 0 0</inkml:trace>
</inkml:ink>
</file>

<file path=ppt/ink/ink2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2:11.71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 1 19356 0 0,'-3'13'856'0'0,"3"-5"177"0"0,1 2-825 0 0,1-1-208 0 0,1-3 0 0 0,1-1 0 0 0,0 1-609 0 0,2 0-159 0 0,3 1-32 0 0</inkml:trace>
</inkml:ink>
</file>

<file path=ppt/ink/ink2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2:36.6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431 168 2761 0 0,'-2'-42'318'0'0,"2"28"569"0"0,0 1 0 0 0,-1-1 0 0 0,0 1 0 0 0,-1 0 1 0 0,-7-25-1 0 0,9 37-749 0 0,-1 0 0 0 0,1 0 0 0 0,0 0 1 0 0,-1 0-1 0 0,1 0 0 0 0,-1 0 0 0 0,1 0 1 0 0,-1 0-1 0 0,1 0 0 0 0,-1 0 0 0 0,0 0 0 0 0,1 0 1 0 0,-1 1-1 0 0,0-1 0 0 0,0 0 0 0 0,0 0 1 0 0,0 1-1 0 0,1-1 0 0 0,-1 0 0 0 0,0 1 1 0 0,0-1-1 0 0,0 1 0 0 0,0 0 0 0 0,-1-1 0 0 0,0 0 1 0 0,0 2 11 0 0,1-1 1 0 0,-1 0 0 0 0,1 1-1 0 0,-1-1 1 0 0,1 1 0 0 0,-1-1-1 0 0,1 1 1 0 0,0 0 0 0 0,-1 0-1 0 0,1-1 1 0 0,0 1 0 0 0,0 0-1 0 0,-1 0 1 0 0,1 0 0 0 0,0 0-1 0 0,-1 2 1 0 0,-5 5 382 0 0,1 1 1 0 0,0 0-1 0 0,-10 19 0 0 0,-13 36 552 0 0,-33 101 0 0 0,-6 73-171 0 0,48-164-630 0 0,-23 101 254 0 0,7 3 1 0 0,8 1 0 0 0,-9 293 0 0 0,37-440-479 0 0,1-16-58 0 0,-1-1 0 0 0,-1 1 1 0 0,0 0-1 0 0,-8 29 1 0 0,6-57-1890 0 0,2-13 200 0 0,3 1-68 0 0</inkml:trace>
</inkml:ink>
</file>

<file path=ppt/ink/ink2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2:36.94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 69 5033 0 0,'-2'-14'204'0'0,"1"-19"859"0"0,0 32-864 0 0,1 0-1 0 0,0 0 0 0 0,0 0 1 0 0,1 0-1 0 0,-1 0 0 0 0,0 0 1 0 0,0 0-1 0 0,0 1 1 0 0,1-1-1 0 0,-1 0 0 0 0,0 0 1 0 0,1 0-1 0 0,-1 0 1 0 0,1 0-1 0 0,-1 0 0 0 0,1 1 1 0 0,-1-1-1 0 0,1 0 0 0 0,0 0 1 0 0,-1 1-1 0 0,1-1 1 0 0,0 0-1 0 0,0 1 0 0 0,1-2 1 0 0,-1 2 5 0 0,1 0 1 0 0,-1 1 0 0 0,0-1 0 0 0,0 0-1 0 0,0 0 1 0 0,1 1 0 0 0,-1-1 0 0 0,0 1-1 0 0,0-1 1 0 0,0 1 0 0 0,0-1 0 0 0,0 1-1 0 0,0 0 1 0 0,0 0 0 0 0,0-1-1 0 0,0 1 1 0 0,0 0 0 0 0,0 0 0 0 0,1 2-1 0 0,16 19 1463 0 0,1 8-812 0 0,0 1 0 0 0,-2 1 0 0 0,-2 1 0 0 0,17 47 0 0 0,33 144 311 0 0,-49-163-946 0 0,33 115 76 0 0,54 227-256 0 0,-98-377-61 0 0,-2 0 0 0 0,2 35 0 0 0,-5-53-60 0 0,0-1 1 0 0,0 1 0 0 0,-1 0-1 0 0,0-1 1 0 0,0 1 0 0 0,-1-1-1 0 0,0 1 1 0 0,0-1-1 0 0,-1 0 1 0 0,0 0 0 0 0,0 0-1 0 0,-7 11 1 0 0,-7-5-1440 0 0,7-10 158 0 0</inkml:trace>
</inkml:ink>
</file>

<file path=ppt/ink/ink2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2:37.1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45 246 5065 0 0,'-7'0'-83'0'0,"-26"-3"1107"0"0,33 3-991 0 0,0-1 0 0 0,-1 1 0 0 0,1 0 0 0 0,0 0 0 0 0,0 0 0 0 0,-1 0 0 0 0,1 0 0 0 0,0-1 0 0 0,0 1 0 0 0,0 0 0 0 0,-1 0 0 0 0,1 0 0 0 0,0-1 0 0 0,0 1 1 0 0,0 0-1 0 0,0 0 0 0 0,-1-1 0 0 0,1 1 0 0 0,0 0 0 0 0,0 0 0 0 0,0-1 0 0 0,0 1 0 0 0,0 0 0 0 0,0-1 0 0 0,0 1 0 0 0,0 0 0 0 0,0 0 0 0 0,0-1 0 0 0,0 1 0 0 0,0 0 0 0 0,0-1 0 0 0,0 1 0 0 0,0-1 0 0 0,13-15 1248 0 0,12-4-450 0 0,0 1 0 0 0,1 1 1 0 0,1 1-1 0 0,1 2 0 0 0,44-18 0 0 0,-1 6-474 0 0,86-21 0 0 0,-110 37-680 0 0,2 1-134 0 0</inkml:trace>
</inkml:ink>
</file>

<file path=ppt/ink/ink2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2:37.5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 85 4433 0 0,'-1'-1'79'0'0,"0"0"0"0"0,0 0 1 0 0,0 0-1 0 0,0 0 0 0 0,0 0 0 0 0,0 0 1 0 0,1 0-1 0 0,-1-1 0 0 0,1 1 0 0 0,-1 0 1 0 0,1 0-1 0 0,-1-1 0 0 0,1 1 0 0 0,-1 0 0 0 0,1 0 1 0 0,0-1-1 0 0,0 1 0 0 0,0 0 0 0 0,0-1 1 0 0,0 1-1 0 0,0 0 0 0 0,0-1 0 0 0,0 1 1 0 0,0 0-1 0 0,1-1 0 0 0,-1 1 0 0 0,1-2 1 0 0,0 2 182 0 0,1 0 1 0 0,-1-1 0 0 0,1 1 0 0 0,-1 0-1 0 0,1 0 1 0 0,0 0 0 0 0,-1 0 0 0 0,1 0-1 0 0,0 1 1 0 0,0-1 0 0 0,-1 0 0 0 0,1 1-1 0 0,0-1 1 0 0,0 1 0 0 0,0 0 0 0 0,0 0-1 0 0,0 0 1 0 0,0 0 0 0 0,3 0 0 0 0,2 0 127 0 0,0 0 1 0 0,0 1-1 0 0,0 0 1 0 0,0 0-1 0 0,0 1 1 0 0,0 0-1 0 0,0 0 1 0 0,0 1-1 0 0,0-1 1 0 0,-1 1-1 0 0,0 1 1 0 0,1-1 0 0 0,-1 1-1 0 0,6 6 1 0 0,-3-2-237 0 0,0 1 1 0 0,-1 0-1 0 0,0 0 1 0 0,-1 1 0 0 0,0-1-1 0 0,0 2 1 0 0,8 18-1 0 0,51 126 736 0 0,20 38-255 0 0,-86-192-606 0 0,0-1 1 0 0,0 0-1 0 0,0 0 1 0 0,0 0-1 0 0,0 1 1 0 0,0-1-1 0 0,0 0 1 0 0,0 0-1 0 0,0 1 1 0 0,0-1 0 0 0,0 0-1 0 0,1 0 1 0 0,-1 0-1 0 0,0 1 1 0 0,0-1-1 0 0,0 0 1 0 0,0 0-1 0 0,0 0 1 0 0,0 1-1 0 0,0-1 1 0 0,1 0-1 0 0,-1 0 1 0 0,0 0-1 0 0,0 0 1 0 0,0 1-1 0 0,1-1 1 0 0,-1 0-1 0 0,0 0 1 0 0,0 0 0 0 0,0 0-1 0 0,1 0 1 0 0,-1 0-1 0 0,0 0 1 0 0,0 0-1 0 0,0 0 1 0 0,1 0-1 0 0,-1 0 1 0 0,0 0-1 0 0,0 0 1 0 0,0 0-1 0 0,1 0 1 0 0,-1 0-1 0 0,0 0 1 0 0,0 0-1 0 0,1 0 1 0 0,-1 0-1 0 0,0 0 1 0 0,0 0 0 0 0,0 0-1 0 0,1 0 1 0 0,-1 0-1 0 0,3-16 611 0 0,-5-32-363 0 0,2 43-162 0 0,-1-4-50 0 0,-3-166 453 0 0,4 151-507 0 0,2 0 0 0 0,1 0 0 0 0,1 0 0 0 0,1 0 0 0 0,9-27 0 0 0,-11 43-72 0 0,1 0 0 0 0,0 1 0 0 0,0-1 0 0 0,0 1 0 0 0,1 0 1 0 0,0 0-1 0 0,1 0 0 0 0,-1 1 0 0 0,1-1 0 0 0,8-5 0 0 0,5-2-462 0 0</inkml:trace>
</inkml:ink>
</file>

<file path=ppt/ink/ink2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2:38.59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400 739 5985 0 0,'-4'-10'584'0'0,"-1"0"-1"0"0,-1 1 0 0 0,1-1 1 0 0,-2 1-1 0 0,1 0 1 0 0,-1 1-1 0 0,0-1 0 0 0,-1 1 1 0 0,-16-13-1 0 0,20 19-393 0 0,0-1 0 0 0,1 1-1 0 0,-1 0 1 0 0,0 0 0 0 0,0 0-1 0 0,-1 1 1 0 0,1-1 0 0 0,0 1 0 0 0,0 0-1 0 0,-1 0 1 0 0,1 1 0 0 0,-1-1 0 0 0,1 1-1 0 0,0 0 1 0 0,-1 0 0 0 0,1 1 0 0 0,-1-1-1 0 0,1 1 1 0 0,0 0 0 0 0,-1 0 0 0 0,1 0-1 0 0,0 1 1 0 0,0 0 0 0 0,0-1-1 0 0,0 1 1 0 0,0 1 0 0 0,-4 2 0 0 0,-6 5 92 0 0,0 1 1 0 0,1 0 0 0 0,0 1 0 0 0,1 0 0 0 0,-19 26 0 0 0,11-10 66 0 0,-32 59 0 0 0,47-79-338 0 0,1 1 0 0 0,0-1 0 0 0,1 1 0 0 0,-1 0 0 0 0,2 1 0 0 0,-1-1 0 0 0,2 0 0 0 0,-1 1 0 0 0,1-1 0 0 0,0 1 0 0 0,1-1 0 0 0,0 1 0 0 0,1-1 0 0 0,0 1 0 0 0,0-1 0 0 0,1 1 0 0 0,0-1 0 0 0,1 0 0 0 0,0 0 0 0 0,0 0 0 0 0,1 0 0 0 0,0 0 0 0 0,1-1 0 0 0,0 0 0 0 0,0 0 0 0 0,1 0 0 0 0,0 0 0 0 0,0-1 0 0 0,0 0 0 0 0,1-1 0 0 0,1 1 0 0 0,-1-1 0 0 0,1-1 0 0 0,13 9 0 0 0,-17-12-43 0 0,0 1 0 0 0,1-1 0 0 0,0 1 0 0 0,-1-1 0 0 0,1 0 0 0 0,0-1 0 0 0,0 1 1 0 0,0-1-1 0 0,0 0 0 0 0,0-1 0 0 0,1 1 0 0 0,-1-1 0 0 0,0 0 0 0 0,0 0 0 0 0,0 0 0 0 0,0-1 0 0 0,6-1 0 0 0,-5 0-64 0 0,1 0 0 0 0,-1-1 1 0 0,0 0-1 0 0,0 0 0 0 0,0-1 1 0 0,0 1-1 0 0,-1-1 0 0 0,1 0 0 0 0,-1-1 1 0 0,0 0-1 0 0,7-7 0 0 0,-1-3-27 0 0,0 0 1 0 0,-1 0-1 0 0,0-1 0 0 0,-2 0 1 0 0,0-1-1 0 0,0 0 0 0 0,-2 0 0 0 0,8-31 1 0 0,-7 11 214 0 0,-1 0 0 0 0,0-69 1 0 0,-12-79 509 0 0,2 101-329 0 0,1 17-53 0 0,-3-52 300 0 0,15-184 0 0 0,-13 395 2062 0 0,20 148-2250 0 0,-7-174-317 0 0,4-1-1 0 0,2-1 1 0 0,3 0-1 0 0,3-2 1 0 0,3 0-1 0 0,2-1 1 0 0,3-2-1 0 0,53 83 1 0 0,-78-137-15 0 0,29 41 0 0 0,-31-44 0 0 0,1 1 0 0 0,-1-1 0 0 0,0 0 0 0 0,1 0 0 0 0,-1 0 0 0 0,1 0 0 0 0,0 0 0 0 0,-1 0 0 0 0,1-1 0 0 0,0 1 0 0 0,0-1 0 0 0,0 0 0 0 0,0 0 0 0 0,5 1 0 0 0,-6-2 0 0 0,1-1 0 0 0,-1 1 0 0 0,0-1 0 0 0,0 1 0 0 0,0-1 0 0 0,0 0 0 0 0,0 0 0 0 0,0 0 0 0 0,0 0 0 0 0,0 0 0 0 0,-1 0 0 0 0,1-1 0 0 0,0 1 0 0 0,-1 0 0 0 0,1-1 0 0 0,-1 0 0 0 0,1 1 0 0 0,-1-1 0 0 0,1 0 0 0 0,0-2 0 0 0,24-40 0 0 0,-26 43 0 0 0,20-46 13 0 0,-2-2-1 0 0,-3 0 1 0 0,-1-1 0 0 0,12-92 0 0 0,-25 139-13 0 0,-1 0 0 0 0,0 0 0 0 0,1 0 0 0 0,0 0 0 0 0,0 0 0 0 0,0 0 0 0 0,0 0 0 0 0,0 1 0 0 0,0-1 0 0 0,1 0 0 0 0,-1 1 0 0 0,1-1 0 0 0,2-1 0 0 0,-4 3 0 0 0,1 1 0 0 0,-1 0 0 0 0,0 0 0 0 0,1-1 0 0 0,-1 1 0 0 0,1 0 0 0 0,-1 0 0 0 0,1 0 0 0 0,-1 0 0 0 0,0 0 0 0 0,1 0 0 0 0,-1 0 0 0 0,1 0 0 0 0,-1 0 0 0 0,1 0 0 0 0,-1 0 0 0 0,1 0 0 0 0,-1 0 0 0 0,1 0 0 0 0,-1 0 0 0 0,0 0 0 0 0,1 0 0 0 0,-1 1 0 0 0,1-1 0 0 0,-1 0 0 0 0,1 0 0 0 0,-1 1 0 0 0,1-1 0 0 0,15 22 0 0 0,7 22 149 0 0,53 74 1 0 0,-67-105-147 0 0,1-1 1 0 0,1-1-1 0 0,0 1 0 0 0,0-2 1 0 0,1 0-1 0 0,0 0 0 0 0,1-1 1 0 0,0 0-1 0 0,0-1 1 0 0,17 7-1 0 0,-28-14-3 0 0,1 0 1 0 0,0 0 0 0 0,0 0-1 0 0,0-1 1 0 0,0 1-1 0 0,0 0 1 0 0,0-1 0 0 0,0 0-1 0 0,0 0 1 0 0,0 0-1 0 0,0 0 1 0 0,0 0-1 0 0,-1-1 1 0 0,1 1 0 0 0,0-1-1 0 0,0 0 1 0 0,5-2-1 0 0,-4 1 3 0 0,0-1 0 0 0,0 1 0 0 0,-1-1 0 0 0,1 0 0 0 0,-1 0 0 0 0,0 0 0 0 0,0 0-1 0 0,0-1 1 0 0,0 1 0 0 0,4-8 0 0 0,2-6 13 0 0,0-2 0 0 0,-1 1-1 0 0,-1-1 1 0 0,5-25 0 0 0,-9 33-9 0 0,8-27 19 0 0,-4 9-17 0 0,2 0 1 0 0,0 1-1 0 0,27-53 1 0 0,-35 80-10 0 0,-1 0 0 0 0,0 0 0 0 0,1 0 0 0 0,-1 0 0 0 0,1 1 0 0 0,0-1 0 0 0,-1 0 0 0 0,1 0 0 0 0,0 1 0 0 0,-1-1 0 0 0,1 0 0 0 0,0 1 0 0 0,-1-1 0 0 0,1 1 0 0 0,0-1 0 0 0,0 1 0 0 0,0-1 0 0 0,1 1 0 0 0,-1 0 0 0 0,-1 0 0 0 0,1 0 0 0 0,0 0 0 0 0,-1 0 0 0 0,1 0 0 0 0,-1 0 0 0 0,1 1 0 0 0,-1-1 0 0 0,1 0 0 0 0,-1 0 0 0 0,1 1 0 0 0,-1-1 0 0 0,1 0 0 0 0,-1 1 0 0 0,1-1 0 0 0,-1 1 0 0 0,1-1 0 0 0,-1 1 0 0 0,0-1 0 0 0,1 0 0 0 0,-1 1 0 0 0,1 0 0 0 0,16 43 0 0 0,-11-24 0 0 0,4 0-556 0 0,1-1-1 0 0,1 0 1 0 0,0-1 0 0 0,1 0-1 0 0,30 30 1 0 0,-22-26-6644 0 0</inkml:trace>
</inkml:ink>
</file>

<file path=ppt/ink/ink2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2:38.9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7834 0 0,'19'18'5468'0'0,"-13"-5"-4316"0"0,0 1-1 0 0,-1-1 1 0 0,-1 1 0 0 0,0 1 0 0 0,3 21 0 0 0,4 80-348 0 0,-6-57-1026 0 0,-1-17-2170 0 0,-4-25-4304 0 0</inkml:trace>
</inkml:ink>
</file>

<file path=ppt/ink/ink2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2:39.1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 70 9674 0 0,'-1'-2'122'0'0,"0"1"0"0"0,0 0-1 0 0,0 0 1 0 0,0-1 0 0 0,0 1 0 0 0,0-1 0 0 0,1 1-1 0 0,-1-1 1 0 0,1 1 0 0 0,-1-1 0 0 0,1 1 0 0 0,0-1-1 0 0,-1 1 1 0 0,1-1 0 0 0,0 1 0 0 0,0-1-1 0 0,0 0 1 0 0,0 1 0 0 0,0-1 0 0 0,1 1 0 0 0,-1-1-1 0 0,0 0 1 0 0,1 1 0 0 0,-1-1 0 0 0,1 1 0 0 0,1-3-1 0 0,-1 2-79 0 0,1 0-1 0 0,0 0 0 0 0,0 0 0 0 0,0 0 1 0 0,0 0-1 0 0,0 0 0 0 0,0 0 1 0 0,0 1-1 0 0,1-1 0 0 0,-1 1 0 0 0,1 0 1 0 0,-1 0-1 0 0,1 0 0 0 0,-1 0 1 0 0,5-1-1 0 0,-6 2-83 0 0,1 0 0 0 0,-1 0-1 0 0,0 0 1 0 0,1 0 0 0 0,-1 0 0 0 0,0 0 0 0 0,1 0 0 0 0,-1 0 0 0 0,0 1 0 0 0,1-1-1 0 0,-1 1 1 0 0,0-1 0 0 0,0 1 0 0 0,0-1 0 0 0,1 1 0 0 0,-1 0 0 0 0,0-1-1 0 0,0 1 1 0 0,0 0 0 0 0,0 0 0 0 0,0 0 0 0 0,0 0 0 0 0,0 0 0 0 0,0 0-1 0 0,-1 0 1 0 0,1 0 0 0 0,1 2 0 0 0,1 1 26 0 0,7 6 16 0 0</inkml:trace>
</inkml:ink>
</file>

<file path=ppt/ink/ink2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2:39.45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63 920 0 0,'5'-1'400'0'0,"0"0"0"0"0,0 1 0 0 0,0 0 0 0 0,0 0 0 0 0,1 0 0 0 0,-1 1 0 0 0,0 0 0 0 0,0 0 0 0 0,0 0-1 0 0,-1 0 1 0 0,1 1 0 0 0,0 0 0 0 0,0 0 0 0 0,-1 0 0 0 0,1 0 0 0 0,-1 1 0 0 0,0 0 0 0 0,0 0 0 0 0,7 6 0 0 0,-5-3 112 0 0,-1-1 0 0 0,0 1 0 0 0,-1-1 0 0 0,1 1 0 0 0,-1 1 0 0 0,0-1 0 0 0,-1 1 0 0 0,1-1 0 0 0,-1 1 0 0 0,-1 0 0 0 0,1 0 0 0 0,2 15 0 0 0,-2 42 815 0 0,-4-54-1176 0 0,1 0 1 0 0,0 0-1 0 0,1 0 0 0 0,0 0 0 0 0,0-1 1 0 0,1 1-1 0 0,0 0 0 0 0,1 0 0 0 0,4 9 1 0 0,-7-18-151 0 0,1 0 0 0 0,-1 0 0 0 0,1 0 1 0 0,-1 0-1 0 0,1 0 0 0 0,-1 0 0 0 0,1 0 1 0 0,0 0-1 0 0,-1 0 0 0 0,1 0 0 0 0,0 0 1 0 0,0 0-1 0 0,0-1 0 0 0,0 1 0 0 0,0 0 1 0 0,-1-1-1 0 0,1 1 0 0 0,0-1 0 0 0,0 1 1 0 0,1-1-1 0 0,-1 1 0 0 0,0-1 0 0 0,0 0 1 0 0,0 0-1 0 0,0 1 0 0 0,2-1 1 0 0,-1-1-4 0 0,-1 1 0 0 0,1-1 0 0 0,0 0 0 0 0,-1 1 0 0 0,1-1 0 0 0,-1 0 1 0 0,0 0-1 0 0,1 0 0 0 0,-1 0 0 0 0,0 0 0 0 0,1-1 0 0 0,-1 1 0 0 0,0 0 1 0 0,0-1-1 0 0,1-1 0 0 0,4-7-19 0 0,0 0 0 0 0,-1 0 0 0 0,7-21 0 0 0,49-124 376 0 0,-53 138-271 0 0,1 1-1 0 0,0 0 1 0 0,1 0 0 0 0,1 1 0 0 0,1 0-1 0 0,25-25 1 0 0,-36 39-71 0 0,0 0 0 0 0,0 0 0 0 0,0 0-1 0 0,0 0 1 0 0,0 0 0 0 0,0 1 0 0 0,1-1 0 0 0,-1 0 0 0 0,0 0-1 0 0,0 1 1 0 0,1-1 0 0 0,-1 1 0 0 0,0-1 0 0 0,1 1-1 0 0,-1 0 1 0 0,0-1 0 0 0,1 1 0 0 0,-1 0 0 0 0,1 0 0 0 0,-1 0-1 0 0,0 0 1 0 0,1 0 0 0 0,-1 0 0 0 0,1 0 0 0 0,-1 1-1 0 0,0-1 1 0 0,1 0 0 0 0,-1 1 0 0 0,0-1 0 0 0,1 1 0 0 0,-1-1-1 0 0,0 1 1 0 0,1 0 0 0 0,-1 0 0 0 0,0 0 0 0 0,0-1 0 0 0,0 1-1 0 0,0 0 1 0 0,0 0 0 0 0,0 0 0 0 0,0 1 0 0 0,0-1-1 0 0,-1 0 1 0 0,1 0 0 0 0,0 0 0 0 0,-1 1 0 0 0,2 1 0 0 0,3 8 195 0 0,0 1 0 0 0,-1 0 0 0 0,0-1 0 0 0,3 17 1 0 0,-5-19-97 0 0,10 38-323 0 0,33 86 1 0 0,-33-107-722 0 0</inkml:trace>
</inkml:ink>
</file>

<file path=ppt/ink/ink2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2:39.7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56 94 4145 0 0,'-1'-1'94'0'0,"1"1"1"0"0,-1-1-1 0 0,1 1 1 0 0,-1 0 0 0 0,0-1-1 0 0,1 1 1 0 0,-1 0-1 0 0,0-1 1 0 0,1 1-1 0 0,-1 0 1 0 0,0 0-1 0 0,1-1 1 0 0,-1 1-1 0 0,0 0 1 0 0,0 0-1 0 0,1 0 1 0 0,-1 0-1 0 0,0 0 1 0 0,0 0-1 0 0,1 0 1 0 0,-1 0-1 0 0,0 1 1 0 0,1-1 0 0 0,-1 0-1 0 0,0 0 1 0 0,0 0-1 0 0,1 1 1 0 0,-1-1-1 0 0,0 0 1 0 0,1 1-1 0 0,-1-1 1 0 0,0 1-1 0 0,-1 2 119 0 0,0-1-1 0 0,0 0 0 0 0,0 0 1 0 0,1 1-1 0 0,-1-1 0 0 0,1 1 1 0 0,0-1-1 0 0,-1 1 0 0 0,0 3 1 0 0,-2 6 404 0 0,1 1 0 0 0,0 0 1 0 0,-1 14-1 0 0,3-9-272 0 0,1 0 1 0 0,0 0-1 0 0,2 0 0 0 0,0 0 1 0 0,1 0-1 0 0,0-1 0 0 0,2 1 0 0 0,9 25 1 0 0,-9-30-44 0 0,0-1 0 0 0,1 0 1 0 0,0 0-1 0 0,1-1 1 0 0,0 0-1 0 0,1 0 1 0 0,0-1-1 0 0,1 1 0 0 0,0-2 1 0 0,1 1-1 0 0,0-2 1 0 0,13 11-1 0 0,-20-17-183 0 0,1 0-1 0 0,-1 0 1 0 0,1 0 0 0 0,-1 0-1 0 0,1 0 1 0 0,0-1 0 0 0,-1 0-1 0 0,1 1 1 0 0,0-1 0 0 0,0-1-1 0 0,0 1 1 0 0,0-1-1 0 0,0 1 1 0 0,0-1 0 0 0,0 0-1 0 0,0-1 1 0 0,0 1 0 0 0,0-1-1 0 0,0 1 1 0 0,7-4 0 0 0,-7 2-48 0 0,-1 0 1 0 0,1 0 0 0 0,-1-1-1 0 0,0 0 1 0 0,0 1 0 0 0,0-1-1 0 0,0 0 1 0 0,0-1 0 0 0,-1 1-1 0 0,1 0 1 0 0,-1-1 0 0 0,0 0-1 0 0,0 1 1 0 0,0-1 0 0 0,-1 0-1 0 0,1 0 1 0 0,-1 0 0 0 0,0 0-1 0 0,1-7 1 0 0,1-13 20 0 0,-1 1 0 0 0,-1-1-1 0 0,-1 0 1 0 0,-1 1 0 0 0,-1-1 0 0 0,-2 1 0 0 0,0 0 0 0 0,-1 0-1 0 0,-1 0 1 0 0,-2 1 0 0 0,0-1 0 0 0,-1 2 0 0 0,-23-40-1 0 0,27 52-126 0 0,-1 1-1 0 0,0 1 1 0 0,0-1-1 0 0,0 1 1 0 0,-1 0-1 0 0,-1 0 0 0 0,1 1 1 0 0,-1 0-1 0 0,0 0 1 0 0,0 1-1 0 0,-11-6 1 0 0,13 8-882 0 0,0 1 1 0 0,0 0 0 0 0,-1 0 0 0 0,1 1 0 0 0,-1 0 0 0 0,-9-1-1 0 0,-23 3-6507 0 0</inkml:trace>
</inkml:ink>
</file>

<file path=ppt/ink/ink2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2:40.49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69 155 6449 0 0,'-6'-31'1446'0'0,"-9"-36"1859"0"0,14 62-2911 0 0,-1 1-1 0 0,1 0 1 0 0,-1 0-1 0 0,0 0 0 0 0,-1 0 1 0 0,1 0-1 0 0,-1 0 0 0 0,1 0 1 0 0,-1 1-1 0 0,0 0 0 0 0,0-1 1 0 0,-5-3-1 0 0,8 7-302 0 0,0 0-1 0 0,-1 0 0 0 0,1-1 1 0 0,0 1-1 0 0,0 0 0 0 0,-1 0 1 0 0,1 0-1 0 0,0-1 1 0 0,0 1-1 0 0,-1 0 0 0 0,1 0 1 0 0,0 0-1 0 0,-1 0 0 0 0,1 0 1 0 0,0-1-1 0 0,-1 1 0 0 0,1 0 1 0 0,0 0-1 0 0,0 0 1 0 0,-1 0-1 0 0,1 0 0 0 0,0 0 1 0 0,-1 0-1 0 0,1 0 0 0 0,0 0 1 0 0,-1 0-1 0 0,1 0 1 0 0,0 0-1 0 0,-1 1 0 0 0,1-1 1 0 0,0 0-1 0 0,-1 0 0 0 0,1 0 1 0 0,0 0-1 0 0,-1 1 1 0 0,0 12 1333 0 0,9 23-924 0 0,-7-33-355 0 0,28 114 372 0 0,16 134 0 0 0,-5 124-476 0 0,-16-134-28 0 0,6 408 278 0 0,-26-412-1 0 0,-3-216-270 0 0,4 73 241 0 0,-4-84-239 0 0,1 0 0 0 0,0 0 0 0 0,1 0 0 0 0,-1 0 0 0 0,2 0 0 0 0,8 16 0 0 0,-5-19-81 0 0</inkml:trace>
</inkml:ink>
</file>

<file path=ppt/ink/ink2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2:40.84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59 185 5529 0 0,'-16'3'137'0'0,"-9"3"2272"0"0,24-6-2025 0 0,0 0 1 0 0,0 1-1 0 0,-1-1 0 0 0,1 1 0 0 0,0-1 0 0 0,0 1 0 0 0,0 0 0 0 0,0 0 0 0 0,0-1 0 0 0,0 1 0 0 0,0 0 0 0 0,0 0 0 0 0,0 0 0 0 0,0 0 0 0 0,0 2 0 0 0,34 14 4811 0 0,-21-8-4880 0 0,0 1 1 0 0,0 0 0 0 0,0 1-1 0 0,-2 0 1 0 0,1 1 0 0 0,-1 0-1 0 0,-1 1 1 0 0,9 15-1 0 0,8 9-97 0 0,-12-18-147 0 0,40 48 40 0 0,-51-63-105 0 0,1 0 0 0 0,1 0 0 0 0,-1 0 1 0 0,1 0-1 0 0,-1-1 0 0 0,1 0 0 0 0,0 0 0 0 0,0 0 0 0 0,0-1 1 0 0,1 0-1 0 0,9 3 0 0 0,-13-4 3 0 0,0-1 0 0 0,0 0 0 0 0,0-1 0 0 0,0 1 0 0 0,0 0 0 0 0,0 0-1 0 0,0-1 1 0 0,0 1 0 0 0,0-1 0 0 0,0 0 0 0 0,-1 0 0 0 0,1 1 0 0 0,0-1 0 0 0,0 0 0 0 0,-1 0 0 0 0,1-1 0 0 0,0 1 0 0 0,-1 0 0 0 0,1-1 0 0 0,-1 1 0 0 0,0-1 0 0 0,1 1 0 0 0,-1-1 0 0 0,0 1 0 0 0,0-1-1 0 0,0 0 1 0 0,0 0 0 0 0,0 1 0 0 0,1-4 0 0 0,3-7 59 0 0,-1 0 0 0 0,0-1 0 0 0,3-17-1 0 0,-5 23-41 0 0,19-108-786 0 0,6-134 0 0 0,-24 215-7059 0 0</inkml:trace>
</inkml:ink>
</file>

<file path=ppt/ink/ink2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2:41.52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282 63 5065 0 0,'0'0'50'0'0,"0"0"0"0"0,0 0 0 0 0,0 0-1 0 0,-1 0 1 0 0,1 0 0 0 0,0 0 0 0 0,0 0 0 0 0,0 0-1 0 0,0 0 1 0 0,0 0 0 0 0,-1 0 0 0 0,1 0 0 0 0,0 0 0 0 0,0 0-1 0 0,0 0 1 0 0,0 0 0 0 0,0 0 0 0 0,-1 0 0 0 0,1 0 0 0 0,0 0-1 0 0,0 0 1 0 0,0 0 0 0 0,-1-1 299 0 0,1 1-299 0 0,0 0-1 0 0,0 0 1 0 0,0 0 0 0 0,0-1 0 0 0,0 1 0 0 0,-1 0 0 0 0,1 0-1 0 0,0 0 1 0 0,0 0 0 0 0,0 0 0 0 0,0-1 0 0 0,0 1-1 0 0,0 0 1 0 0,0 0 0 0 0,0 0 0 0 0,0 0 0 0 0,0 0 0 0 0,0-1-1 0 0,0 1 1 0 0,0 0 0 0 0,0 0 0 0 0,0 0 0 0 0,0 0 0 0 0,0-1-1 0 0,0 1 1 0 0,1 0 0 0 0,-1 0 0 0 0,0 0 0 0 0,-13 2 1283 0 0,3 4-760 0 0,1-1 1 0 0,0 1-1 0 0,0 1 0 0 0,0-1 0 0 0,1 2 1 0 0,-11 11-1 0 0,-40 53 1195 0 0,56-69-1693 0 0,-24 33 635 0 0,-31 52 0 0 0,51-77-667 0 0,1 1 1 0 0,1 0-1 0 0,-1 0 1 0 0,2 0-1 0 0,0 1 1 0 0,1-1-1 0 0,0 1 1 0 0,0 0-1 0 0,0 20 1 0 0,3-33-45 0 0,0 0 0 0 0,0 0 0 0 0,0 0 0 0 0,0 1 0 0 0,0-1 0 0 0,0 0 0 0 0,0 0 0 0 0,0 0-1 0 0,-1 0 1 0 0,1 1 0 0 0,0-1 0 0 0,1 0 0 0 0,-1 0 0 0 0,0 0 0 0 0,0 1 0 0 0,0-1 0 0 0,0 0 0 0 0,0 0 0 0 0,0 0 0 0 0,0 1 0 0 0,0-1 0 0 0,0 0 0 0 0,0 0 0 0 0,0 0 0 0 0,0 0-1 0 0,1 0 1 0 0,-1 1 0 0 0,0-1 0 0 0,0 0 0 0 0,0 0 0 0 0,0 0 0 0 0,0 0 0 0 0,1 0 0 0 0,-1 0 0 0 0,0 1 0 0 0,0-1 0 0 0,0 0 0 0 0,0 0 0 0 0,1 0 0 0 0,-1 0 0 0 0,0 0 0 0 0,0 0-1 0 0,0 0 1 0 0,1 0 0 0 0,-1 0 0 0 0,0 0 0 0 0,0 0 0 0 0,0 0 0 0 0,1 0 0 0 0,-1 0 0 0 0,0 0 0 0 0,0 0 0 0 0,0 0 0 0 0,1 0 0 0 0,12-11 108 0 0,10-18 247 0 0,70-126 614 0 0,39-57 218 0 0,-127 204-1004 0 0,0 1 1 0 0,1 0 0 0 0,1 0 0 0 0,-1 1-1 0 0,8-6 1 0 0,-13 11-135 0 0,0 0 0 0 0,1 0 0 0 0,-1 0 0 0 0,0 0 0 0 0,0 0 0 0 0,1 1 0 0 0,-1-1 0 0 0,1 0 0 0 0,-1 1 0 0 0,0-1 0 0 0,1 1 0 0 0,-1 0 0 0 0,1-1 0 0 0,-1 1 0 0 0,1 0 0 0 0,-1 0 0 0 0,1 0 0 0 0,-1 0 0 0 0,1 0 0 0 0,0 0 0 0 0,-1 0 0 0 0,1 1 0 0 0,-1-1 0 0 0,0 1 0 0 0,1-1 0 0 0,-1 1 0 0 0,1-1 0 0 0,-1 1 0 0 0,0 0 0 0 0,1 0 0 0 0,-1-1 0 0 0,0 1 0 0 0,0 0 0 0 0,0 0 0 0 0,0 0 0 0 0,1 1 0 0 0,0 1 0 0 0,16 23 83 0 0,-1 0 1 0 0,18 38-1 0 0,-21-36-31 0 0,1-1 1 0 0,27 37-1 0 0,-26-44-386 0 0,2-1-1 0 0,-1-1 1 0 0,2-1 0 0 0,1 0-1 0 0,0-1 1 0 0,23 13 0 0 0,0-5-7328 0 0</inkml:trace>
</inkml:ink>
</file>

<file path=ppt/ink/ink2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2:41.99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90 15 8754 0 0,'-2'-2'285'0'0,"0"1"1"0"0,0-1-1 0 0,1 1 0 0 0,-1 0 1 0 0,0 0-1 0 0,0 0 0 0 0,0 0 1 0 0,-1 0-1 0 0,1 0 0 0 0,0 1 1 0 0,0-1-1 0 0,0 1 0 0 0,-1-1 1 0 0,1 1-1 0 0,0 0 0 0 0,-4 0 1 0 0,4 1-68 0 0,1-1 0 0 0,-1 1 0 0 0,1 0 0 0 0,-1 0 0 0 0,1 0 0 0 0,-1 0 1 0 0,1 0-1 0 0,-1 1 0 0 0,1-1 0 0 0,0 0 0 0 0,0 0 0 0 0,0 1 1 0 0,0-1-1 0 0,0 1 0 0 0,0-1 0 0 0,0 1 0 0 0,0 0 0 0 0,0-1 0 0 0,1 1 1 0 0,-1 0-1 0 0,0 2 0 0 0,-5 18 370 0 0,0 0 0 0 0,2 1 0 0 0,0-1 0 0 0,-1 42 0 0 0,9 93 381 0 0,-4-156-955 0 0,15 145 272 0 0,57 246 0 0 0,-30-195-268 0 0,-40-184-24 0 0,2 0-4 0 0,-2 1 0 0 0,0-1 0 0 0,0 0 0 0 0,-2 1-1 0 0,0 24 1 0 0,-1-35-4 0 0,0-11-2018 0 0</inkml:trace>
</inkml:ink>
</file>

<file path=ppt/ink/ink2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2:42.2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1 255 4177 0 0,'0'-2'131'0'0,"0"1"-1"0"0,0-1 1 0 0,-1 0-1 0 0,1 0 1 0 0,0 0 0 0 0,0 1-1 0 0,1-1 1 0 0,-1 0-1 0 0,0 0 1 0 0,1 1 0 0 0,-1-1-1 0 0,1 0 1 0 0,-1 1 0 0 0,1-1-1 0 0,0 0 1 0 0,0 1-1 0 0,0-1 1 0 0,0 1 0 0 0,0-1-1 0 0,0 1 1 0 0,0-1-1 0 0,0 1 1 0 0,2-2 0 0 0,34-29 3594 0 0,-6 15-2349 0 0,1 1 1 0 0,0 1-1 0 0,1 2 0 0 0,55-15 0 0 0,-14 5 101 0 0,-47 14-1000 0 0,120-37 1134 0 0,-127 42-1985 0 0,-1 0 0 0 0,1 1 0 0 0,0 1 1 0 0,-1 1-1 0 0,33 2 0 0 0,-33 3-1764 0 0,-1 3-4186 0 0</inkml:trace>
</inkml:ink>
</file>

<file path=ppt/ink/ink2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2:42.53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16 163 6449 0 0,'-1'0'189'0'0,"0"-1"-1"0"0,0 0 1 0 0,0 1-1 0 0,0-1 0 0 0,0 0 1 0 0,0 1-1 0 0,1-1 1 0 0,-1 0-1 0 0,0 0 0 0 0,0 0 1 0 0,1 0-1 0 0,-1 0 1 0 0,0 0-1 0 0,1 0 0 0 0,-1 0 1 0 0,1 0-1 0 0,-1 0 1 0 0,1 0-1 0 0,0 0 1 0 0,-1 0-1 0 0,1-1 0 0 0,0 1 1 0 0,0 0-1 0 0,0-2 1 0 0,0 1 71 0 0,1 0 0 0 0,-1 1 0 0 0,1-1 1 0 0,0 0-1 0 0,0 1 0 0 0,-1-1 0 0 0,1 1 1 0 0,0-1-1 0 0,1 1 0 0 0,-1 0 0 0 0,0-1 0 0 0,0 1 1 0 0,0 0-1 0 0,3-2 0 0 0,3-2 487 0 0,1 0-1 0 0,0 0 1 0 0,0 0-1 0 0,16-5 1 0 0,23-8 462 0 0,107-37-1439 0 0,-121 45-6838 0 0</inkml:trace>
</inkml:ink>
</file>

<file path=ppt/ink/ink2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2:43.15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55 239 4145 0 0,'-4'-2'391'0'0,"0"-1"0"0"0,1 1 0 0 0,-1 0 0 0 0,1-1 0 0 0,0 0 0 0 0,-1 0 0 0 0,1 0 0 0 0,1 0 0 0 0,-1-1 0 0 0,0 1 0 0 0,1-1 0 0 0,-1 1 0 0 0,1-1 0 0 0,0 0 0 0 0,1 0 0 0 0,-1 0 0 0 0,1 0 0 0 0,-1 0 1 0 0,1 0-1 0 0,0-1 0 0 0,1 1 0 0 0,-1 0 0 0 0,1 0 0 0 0,0-1 0 0 0,0 1 0 0 0,0 0 0 0 0,0-1 0 0 0,1 1 0 0 0,0 0 0 0 0,0 0 0 0 0,0-1 0 0 0,3-6 0 0 0,3 2-222 0 0,0 0 0 0 0,0 1 0 0 0,0 1-1 0 0,1-1 1 0 0,0 1 0 0 0,0 0 0 0 0,1 1 0 0 0,0 0 0 0 0,0 0-1 0 0,1 1 1 0 0,-1 0 0 0 0,1 1 0 0 0,11-3 0 0 0,-12 3-29 0 0,1 1 0 0 0,0 0 1 0 0,0 1-1 0 0,0 1 0 0 0,0-1 0 0 0,0 1 1 0 0,0 1-1 0 0,0 0 0 0 0,0 1 0 0 0,1-1 1 0 0,-1 2-1 0 0,0 0 0 0 0,0 0 0 0 0,9 4 1 0 0,-14-4-139 0 0,0 0 1 0 0,-1 1 0 0 0,1-1-1 0 0,-1 1 1 0 0,0 1 0 0 0,0-1 0 0 0,0 0-1 0 0,0 1 1 0 0,0 0 0 0 0,-1 0-1 0 0,0 0 1 0 0,0 0 0 0 0,0 1 0 0 0,0-1-1 0 0,-1 1 1 0 0,1-1 0 0 0,-1 1-1 0 0,0 0 1 0 0,-1 0 0 0 0,1 0 0 0 0,-1 0-1 0 0,0 0 1 0 0,0 1 0 0 0,-1-1-1 0 0,1 0 1 0 0,-1 0 0 0 0,-1 8 0 0 0,-1 11 17 0 0,-1-1 0 0 0,-1 1 0 0 0,-1-1 0 0 0,-12 37 0 0 0,-16 29-13 0 0,-68 129 0 0 0,3-9 17 0 0,94-200 37 0 0,1 0 0 0 0,0 0 0 0 0,0 1 0 0 0,1-1 0 0 0,1 1 0 0 0,-1-1 0 0 0,2 1 0 0 0,-1 0 0 0 0,1 0 0 0 0,2 12 0 0 0,-2-19-40 0 0,1 0 0 0 0,0 1 0 0 0,0-1 0 0 0,0 0 0 0 0,0 0 0 0 0,0 0 0 0 0,1 0 1 0 0,-1-1-1 0 0,1 1 0 0 0,0 0 0 0 0,0-1 0 0 0,0 1 0 0 0,0-1 0 0 0,0 1 0 0 0,0-1 1 0 0,1 0-1 0 0,-1 0 0 0 0,1 0 0 0 0,0 0 0 0 0,-1-1 0 0 0,1 1 0 0 0,0-1 0 0 0,0 0 1 0 0,0 1-1 0 0,0-1 0 0 0,0-1 0 0 0,0 1 0 0 0,1 0 0 0 0,-1-1 0 0 0,0 1 0 0 0,0-1 1 0 0,1 0-1 0 0,-1 0 0 0 0,5-1 0 0 0,26-3 80 0 0,0-1 0 0 0,0-2 0 0 0,-1-2 0 0 0,0 0 1 0 0,60-28-1 0 0,-49 19-1188 0 0,0 2 0 0 0,61-13 0 0 0,-75 24-6333 0 0</inkml:trace>
</inkml:ink>
</file>

<file path=ppt/ink/ink2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12:43.88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499 90 10594 0 0,'-7'-5'1301'0'0,"0"-1"0"0"0,0-1-1 0 0,0 1 1 0 0,-6-10 0 0 0,8 10-674 0 0,0 0 0 0 0,0 1 1 0 0,-1-1-1 0 0,1 1 0 0 0,-12-7 1 0 0,15 10-539 0 0,-1 1 0 0 0,0 0 0 0 0,0 0 0 0 0,0 0 0 0 0,0 0 1 0 0,0 0-1 0 0,0 1 0 0 0,0-1 0 0 0,0 1 0 0 0,0 0 0 0 0,0 0 0 0 0,0 0 1 0 0,0 0-1 0 0,0 1 0 0 0,0-1 0 0 0,0 1 0 0 0,0 0 0 0 0,-4 1 1 0 0,-13 6-46 0 0,0 0 1 0 0,1 2 0 0 0,0 0 0 0 0,0 1 0 0 0,2 1-1 0 0,-27 22 1 0 0,21-13 11 0 0,1 0 0 0 0,1 1 0 0 0,1 1 0 0 0,-17 27 0 0 0,27-35-53 0 0,2 1 1 0 0,0 0 0 0 0,1 0-1 0 0,1 1 1 0 0,0 0-1 0 0,1 0 1 0 0,1 0-1 0 0,-3 23 1 0 0,1 20 12 0 0,1 62 0 0 0,4-98-16 0 0,1-1 0 0 0,1 0-1 0 0,2 0 1 0 0,0 0 0 0 0,10 36 0 0 0,-10-50 1 0 0,0-1-1 0 0,1 1 1 0 0,0-1 0 0 0,0 0 0 0 0,1 0 0 0 0,0-1-1 0 0,0 1 1 0 0,1-1 0 0 0,0 0 0 0 0,0-1 0 0 0,0 1-1 0 0,1-1 1 0 0,0 0 0 0 0,1-1 0 0 0,-1 0 0 0 0,1 0 0 0 0,9 4-1 0 0,-4-4 65 0 0,0 0 0 0 0,0 0 0 0 0,0-1 0 0 0,1-1 0 0 0,-1-1 0 0 0,1 0 0 0 0,0 0 0 0 0,0-1 0 0 0,-1-1 0 0 0,1-1 0 0 0,0 1 0 0 0,0-2 0 0 0,21-5 0 0 0,-4-1 103 0 0,-1-2-1 0 0,-1-1 1 0 0,0-1-1 0 0,52-30 0 0 0,-49 16 223 0 0,-22 17-2361 0 0</inkml:trace>
</inkml:ink>
</file>

<file path=ppt/ink/ink2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2:25.4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1387 94 4145 0 0,'-7'-9'-5'0'0,"1"1"1"0"0,-1 0-1 0 0,0 1 1 0 0,-1 0-1 0 0,0 0 0 0 0,0 0 1 0 0,0 1-1 0 0,-1 0 1 0 0,-15-7-1 0 0,16 10 31 0 0,1 0-1 0 0,-1 1 1 0 0,1 0-1 0 0,-1 0 1 0 0,0 1-1 0 0,0 0 1 0 0,1 0 0 0 0,-1 1-1 0 0,0 0 1 0 0,0 0-1 0 0,0 1 1 0 0,0 0-1 0 0,-11 3 1 0 0,-155 51 954 0 0,-10 3 769 0 0,145-49-1420 0 0,-1 1 0 0 0,1 3 0 0 0,1 1 0 0 0,0 1 0 0 0,1 3 0 0 0,1 1 0 0 0,1 1 0 0 0,-59 45 1 0 0,57-34-402 0 0,1 2 1 0 0,2 1-1 0 0,1 2 1 0 0,2 1 0 0 0,1 2-1 0 0,3 1 1 0 0,0 1 0 0 0,3 1-1 0 0,2 1 1 0 0,1 1 0 0 0,3 1-1 0 0,1 0 1 0 0,-20 95 0 0 0,27-83 155 0 0,2 1 1 0 0,3 0 0 0 0,2-1-1 0 0,3 1 1 0 0,2 0 0 0 0,3 0-1 0 0,25 111 1 0 0,-13-94-24 0 0,3 0-1 0 0,47 109 1 0 0,-52-150-51 0 0,2-1 1 0 0,1 0-1 0 0,2-1 0 0 0,1-1 0 0 0,1-2 1 0 0,2 0-1 0 0,36 35 0 0 0,-14-25 97 0 0,0-1-1 0 0,3-3 0 0 0,1-2 1 0 0,1-2-1 0 0,2-2 1 0 0,1-3-1 0 0,1-2 0 0 0,73 22 1 0 0,-45-19-37 0 0,2-3 1 0 0,119 18-1 0 0,-175-38-55 0 0,0-2-1 0 0,-1-1 1 0 0,1-1 0 0 0,0-1-1 0 0,-1-2 1 0 0,1-1-1 0 0,-1-1 1 0 0,0-1 0 0 0,0-2-1 0 0,-1 0 1 0 0,36-17-1 0 0,-15 0 68 0 0,0-1 0 0 0,-2-3 0 0 0,57-45 1 0 0,-75 50-18 0 0,-1-1 0 0 0,-1-1 1 0 0,-1-1-1 0 0,-1-1 0 0 0,37-57 1 0 0,-10-3 86 0 0,-3-1 1 0 0,-5-2 0 0 0,-3-2 0 0 0,37-133 0 0 0,-62 171-186 0 0,-3-1 1 0 0,-2 0 0 0 0,-2 0-1 0 0,-3-1 1 0 0,-3 0-1 0 0,-2 0 1 0 0,-2 0 0 0 0,-3 1-1 0 0,-15-72 1 0 0,5 80 114 0 0,-1 1 1 0 0,-3 0 0 0 0,-2 1-1 0 0,-30-47 1 0 0,-9-24-96 0 0,42 79-12 0 0,-2 0 0 0 0,-2 2 0 0 0,-1 0 0 0 0,-1 2 0 0 0,-2 0 0 0 0,-46-44 1 0 0,58 64 112 0 0,-1 1 1 0 0,-1 1 0 0 0,0 0 0 0 0,-1 1 0 0 0,0 1 0 0 0,0 1 0 0 0,-1 0-1 0 0,0 1 1 0 0,-1 1 0 0 0,0 1 0 0 0,0 0 0 0 0,0 2 0 0 0,-1 0 0 0 0,1 1-1 0 0,-1 1 1 0 0,-22 1 0 0 0,-16 5 137 0 0,-89 18 1 0 0,-2 0-89 0 0,126-20-466 0 0,-48 6-251 0 0,24 0-3434 0 0,18 0-292 0 0</inkml:trace>
</inkml:ink>
</file>

<file path=ppt/ink/ink2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2:48.2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 2130 6417 0 0,'-1'0'31'0'0,"1"1"0"0"0,0-1 0 0 0,-1 1 0 0 0,1-1 0 0 0,0 0 0 0 0,-1 1 0 0 0,1-1 0 0 0,-1 0-1 0 0,1 1 1 0 0,-1-1 0 0 0,1 0 0 0 0,-1 1 0 0 0,1-1 0 0 0,-1 0 0 0 0,1 0 0 0 0,-1 0 0 0 0,1 0 0 0 0,-1 1-1 0 0,1-1 1 0 0,-1 0 0 0 0,0 0 0 0 0,1 0 0 0 0,-1 0 0 0 0,1 0 0 0 0,-1 0 0 0 0,1 0 0 0 0,-1 0 0 0 0,0-1-1 0 0,0 1 1 0 0,-8-15 1202 0 0,3-26 456 0 0,10-21-107 0 0,2-1 0 0 0,26-107-1 0 0,-15 91-965 0 0,47-199 717 0 0,128-346-1 0 0,-150 511-1328 0 0,99-191-1 0 0,-110 250-47 0 0,2 1 0 0 0,2 2 1 0 0,2 1-1 0 0,3 2 0 0 0,57-54 0 0 0,-80 87-1210 0 0,-2 3-4758 0 0</inkml:trace>
</inkml:ink>
</file>

<file path=ppt/ink/ink2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2:48.6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5 10138 0 0,'-6'-4'1221'0'0,"18"17"-848"0"0,17 35 643 0 0,-2 1 0 0 0,34 83 0 0 0,-22-44-119 0 0,96 181 609 0 0,-99-206-1377 0 0,2-2 1 0 0,55 65 0 0 0,-86-118-232 0 0,35 39 18 0 0,-38-44-338 0 0,0 0 0 0 0,0 0 0 0 0,0 0-1 0 0,0-1 1 0 0,0 1 0 0 0,5 1 0 0 0</inkml:trace>
</inkml:ink>
</file>

<file path=ppt/ink/ink2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2:49.0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57 7834 0 0,'0'0'9'0'0,"-1"0"0"0"0,1 0 0 0 0,0 0 0 0 0,0 1 0 0 0,0-1 1 0 0,0 0-1 0 0,-1 0 0 0 0,1 0 0 0 0,0 0 0 0 0,0 0 0 0 0,0 0 1 0 0,-1 0-1 0 0,1 0 0 0 0,0 0 0 0 0,0 0 0 0 0,0 0 0 0 0,-1 0 1 0 0,1 0-1 0 0,0 0 0 0 0,0 0 0 0 0,0 0 0 0 0,-1 0 0 0 0,1 0 0 0 0,0 0 1 0 0,0 0-1 0 0,0-1 0 0 0,0 1 0 0 0,-1 0 0 0 0,1 0 0 0 0,0 0 1 0 0,0 0-1 0 0,0 0 0 0 0,0 0 0 0 0,-1-1 0 0 0,1 1 0 0 0,0 0 1 0 0,0 0-1 0 0,0 0 0 0 0,0 0 0 0 0,0-1 0 0 0,0 1 0 0 0,0 0 1 0 0,0 0-1 0 0,0 0 0 0 0,0 0 0 0 0,-1-1 0 0 0,1 1 0 0 0,0 0 0 0 0,0 0 1 0 0,0 0-1 0 0,0-1 0 0 0,0 1 0 0 0,0 0 0 0 0,0 0 0 0 0,0 0 1 0 0,1-1-1 0 0,-1 1 0 0 0,0 0 0 0 0,13-12-49 0 0,25-9 792 0 0,-26 16-535 0 0,1 2 1 0 0,-1 0-1 0 0,1 0 0 0 0,0 1 0 0 0,0 1 1 0 0,0 0-1 0 0,0 0 0 0 0,0 2 1 0 0,0-1-1 0 0,0 2 0 0 0,0 0 0 0 0,0 0 1 0 0,0 1-1 0 0,-1 1 0 0 0,1 0 1 0 0,-1 1-1 0 0,0 0 0 0 0,0 1 0 0 0,-1 0 1 0 0,0 1-1 0 0,0 0 0 0 0,0 1 1 0 0,-1 0-1 0 0,17 17 0 0 0,-16-12-103 0 0,0-1 0 0 0,0 1 0 0 0,-1 1 0 0 0,0 0 0 0 0,-2 0 0 0 0,0 1 0 0 0,0 0 0 0 0,-1 1 0 0 0,-1-1 0 0 0,-1 1 0 0 0,0 0 0 0 0,-1 1 0 0 0,0-1 0 0 0,-2 1 0 0 0,0 0 0 0 0,-1 0 0 0 0,0-1 0 0 0,-4 34 0 0 0,-1-24-97 0 0,-1 0 0 0 0,-14 43 0 0 0,-4-22-5492 0 0</inkml:trace>
</inkml:ink>
</file>

<file path=ppt/ink/ink2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2:49.4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0 440 7834 0 0,'1'-1'79'0'0,"0"0"-1"0"0,0 0 1 0 0,0 0 0 0 0,0 1 0 0 0,0-1 0 0 0,0 0 0 0 0,0 0 0 0 0,0 0-1 0 0,0 1 1 0 0,0-1 0 0 0,0 0 0 0 0,0 1 0 0 0,1-1 0 0 0,-1 1 0 0 0,0 0-1 0 0,0-1 1 0 0,1 1 0 0 0,-1 0 0 0 0,0 0 0 0 0,1 0 0 0 0,-1 0 0 0 0,0 0-1 0 0,1 0 1 0 0,-1 0 0 0 0,0 0 0 0 0,2 1 0 0 0,0 0 140 0 0,1 0 0 0 0,-1 1 0 0 0,0 0-1 0 0,0 0 1 0 0,0 0 0 0 0,0 0 0 0 0,0 0 0 0 0,0 0 0 0 0,4 5 0 0 0,4 6 1203 0 0,1 1 0 0 0,17 30 0 0 0,19 47 615 0 0,-34-61-1983 0 0,1-2-1 0 0,23 35 1 0 0,-20-45-2100 0 0</inkml:trace>
  <inkml:trace contextRef="#ctx0" brushRef="#br0" timeOffset="1">34 6 8754 0 0,'-5'-3'384'0'0,"2"2"88"0"0,1 0-376 0 0,0 1-96 0 0,2 1 0 0 0,0 2 216 0 0,-1 1 24 0 0,1 5 8 0 0,1 4 0 0 0,2 4-24 0 0,1 4 0 0 0,1 0 0 0 0,2 3 0 0 0,3 4-1200 0 0,2 0-240 0 0,2 5-56 0 0,2 0-9 0 0</inkml:trace>
</inkml:ink>
</file>

<file path=ppt/ink/ink2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2:49.8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197 84 6913 0 0,'0'-5'7'0'0,"1"-1"-1"0"0,-1 1 1 0 0,0 0-1 0 0,0 0 0 0 0,-1 0 1 0 0,0-1-1 0 0,0 1 0 0 0,0 0 1 0 0,0 0-1 0 0,-4-8 1 0 0,4 12-3 0 0,0-1 1 0 0,1 1 0 0 0,-1 0 0 0 0,0 0 0 0 0,0 0-1 0 0,0 0 1 0 0,1 0 0 0 0,-1 0 0 0 0,0 0 0 0 0,-1 0-1 0 0,1 0 1 0 0,0 0 0 0 0,0 1 0 0 0,0-1 0 0 0,0 0-1 0 0,-1 1 1 0 0,1-1 0 0 0,-2 0 0 0 0,1 1 162 0 0,0 0-1 0 0,0 0 1 0 0,0 0 0 0 0,0 0-1 0 0,0 0 1 0 0,0 1 0 0 0,0-1-1 0 0,1 1 1 0 0,-1-1 0 0 0,0 1 0 0 0,0 0-1 0 0,0-1 1 0 0,0 1 0 0 0,1 0-1 0 0,-1 0 1 0 0,-2 3 0 0 0,-6 4 209 0 0,1 0 1 0 0,0 1-1 0 0,0 0 1 0 0,1 1-1 0 0,0 0 1 0 0,1 0-1 0 0,0 0 1 0 0,1 1-1 0 0,0 0 1 0 0,-5 14-1 0 0,1-2-37 0 0,2 0 1 0 0,1 1-1 0 0,1 0 1 0 0,-5 30-1 0 0,11-51-289 0 0,-1 0-1 0 0,1-1 0 0 0,0 1 0 0 0,0 0 0 0 0,0-1 0 0 0,0 1 1 0 0,1 0-1 0 0,-1-1 0 0 0,1 1 0 0 0,-1 0 0 0 0,1-1 1 0 0,0 1-1 0 0,0-1 0 0 0,0 1 0 0 0,2 2 0 0 0,-2-5-49 0 0,0 1-1 0 0,0 0 1 0 0,0 0 0 0 0,0-1-1 0 0,0 1 1 0 0,0-1-1 0 0,0 1 1 0 0,0-1 0 0 0,0 1-1 0 0,0-1 1 0 0,0 0-1 0 0,0 1 1 0 0,0-1 0 0 0,1 0-1 0 0,-1 0 1 0 0,0 0-1 0 0,0 0 1 0 0,0 0-1 0 0,1 0 1 0 0,-1 0 0 0 0,0 0-1 0 0,0 0 1 0 0,0-1-1 0 0,0 1 1 0 0,0 0 0 0 0,1-1-1 0 0,-1 1 1 0 0,0-1-1 0 0,0 0 1 0 0,0 1 0 0 0,0-1-1 0 0,0 0 1 0 0,-1 1-1 0 0,1-1 1 0 0,1-1 0 0 0,10-8-106 0 0,-1 0 1 0 0,0 0-1 0 0,-1-1 1 0 0,12-16-1 0 0,-9 10-120 0 0,0 2-1 0 0,17-15 1 0 0,-26 26 200 0 0,0 1-1 0 0,1-1 1 0 0,-1 1 0 0 0,1 1 0 0 0,-1-1-1 0 0,1 1 1 0 0,0-1 0 0 0,0 1-1 0 0,0 1 1 0 0,0-1 0 0 0,0 1-1 0 0,9-2 1 0 0,-12 3 45 0 0,1 0 1 0 0,0 0-1 0 0,-1 0 0 0 0,1 0 0 0 0,0 0 1 0 0,-1 1-1 0 0,1-1 0 0 0,0 1 0 0 0,-1 0 0 0 0,1 0 1 0 0,-1 0-1 0 0,1 0 0 0 0,-1 0 0 0 0,0 0 1 0 0,1 1-1 0 0,-1-1 0 0 0,0 1 0 0 0,4 3 1 0 0,-3-1 62 0 0,0 0 1 0 0,1 0-1 0 0,-1 0 0 0 0,-1 1 1 0 0,1-1-1 0 0,-1 1 1 0 0,0 0-1 0 0,0 0 1 0 0,2 5-1 0 0,0 9 199 0 0,0 0-1 0 0,-1 1 1 0 0,-1-1-1 0 0,0 21 1 0 0,-4 25 593 0 0,1-41-735 0 0,1-1-1 0 0,2 31 0 0 0,-1-54-162 0 0,-1 0 0 0 0,0 0-1 0 0,0 0 1 0 0,0 0 0 0 0,0 0-1 0 0,0 0 1 0 0,0 0 0 0 0,0 0-1 0 0,0 0 1 0 0,0 0 0 0 0,0 0 0 0 0,0 0-1 0 0,0 0 1 0 0,1 0 0 0 0,-1 0-1 0 0,0 0 1 0 0,0 0 0 0 0,0 0-1 0 0,0 0 1 0 0,0 0 0 0 0,0 0-1 0 0,0 0 1 0 0,0 0 0 0 0,0 0-1 0 0,0 0 1 0 0,0 0 0 0 0,1 0-1 0 0,-1 0 1 0 0,0 0 0 0 0,0 0 0 0 0,0 0-1 0 0,0 0 1 0 0,0 0 0 0 0,0 0-1 0 0,0 0 1 0 0,0 0 0 0 0,0 0-1 0 0,0 1 1 0 0,0-1 0 0 0,0 0-1 0 0,0 0 1 0 0,0 0 0 0 0,0 0-1 0 0,0 0 1 0 0,0 0 0 0 0,1 0-1 0 0,1-7-1057 0 0</inkml:trace>
</inkml:ink>
</file>

<file path=ppt/ink/ink2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2:50.1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111 342 3225 0 0,'0'-2'83'0'0,"1"1"-1"0"0,0 0 1 0 0,0 0 0 0 0,-1-1 0 0 0,1 1 0 0 0,0 0 0 0 0,0 0 0 0 0,0 0 0 0 0,0 0 0 0 0,0 0-1 0 0,1 1 1 0 0,-1-1 0 0 0,0 0 0 0 0,0 0 0 0 0,1 1 0 0 0,-1-1 0 0 0,0 1 0 0 0,1-1 0 0 0,-1 1-1 0 0,0-1 1 0 0,3 1 0 0 0,-2 0 146 0 0,0 1-1 0 0,0-1 1 0 0,0 1-1 0 0,0 0 1 0 0,0-1-1 0 0,0 1 0 0 0,0 0 1 0 0,0 0-1 0 0,-1 0 1 0 0,1 1-1 0 0,0-1 1 0 0,-1 0-1 0 0,1 1 1 0 0,2 2-1 0 0,8 9 1232 0 0,0 0 0 0 0,-1 1 0 0 0,0 1 0 0 0,12 21 0 0 0,32 71 495 0 0,-23-41-1453 0 0,8 6-3169 0 0,-29-53-3024 0 0</inkml:trace>
  <inkml:trace contextRef="#ctx0" brushRef="#br0" timeOffset="1">64 10 8290 0 0,'-2'-1'52'0'0,"1"0"-1"0"0,-1 0 1 0 0,0 0 0 0 0,0 0 0 0 0,1 0 0 0 0,-1 0 0 0 0,0 1-1 0 0,0-1 1 0 0,0 1 0 0 0,0-1 0 0 0,0 1 0 0 0,1 0-1 0 0,-1 0 1 0 0,0-1 0 0 0,0 1 0 0 0,0 1 0 0 0,0-1 0 0 0,0 0-1 0 0,0 0 1 0 0,0 1 0 0 0,0-1 0 0 0,0 1 0 0 0,0 0 0 0 0,-2 1-1 0 0,3-1-16 0 0,-1 0 0 0 0,1 1 0 0 0,0-1 0 0 0,0 1 0 0 0,0 0 0 0 0,0-1 0 0 0,0 1 0 0 0,0 0 0 0 0,0 0-1 0 0,0-1 1 0 0,1 1 0 0 0,-1 0 0 0 0,1 0 0 0 0,-1 0 0 0 0,1 0 0 0 0,0 0 0 0 0,0 0 0 0 0,0 0 0 0 0,0 0-1 0 0,0 0 1 0 0,0 0 0 0 0,1 0 0 0 0,-1-1 0 0 0,1 1 0 0 0,0 3 0 0 0,5 14-428 0 0,0-1 0 0 0,1 1 1 0 0,17 29-1 0 0,-9-21 377 0 0</inkml:trace>
</inkml:ink>
</file>

<file path=ppt/ink/ink2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2:50.5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13 8754 0 0,'-3'-12'1006'0'0,"7"14"201"0"0,10 18 573 0 0,51 113 2609 0 0,46 83-2212 0 0,-106-209-2143 0 0,156 245-186 0 0,-138-220-671 0 0</inkml:trace>
</inkml:ink>
</file>

<file path=ppt/ink/ink2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2:50.8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35 466 1376 0 0,'-4'-2'40'0'0,"1"0"0"0"0,0-1 0 0 0,0 1 0 0 0,0 0-1 0 0,0-1 1 0 0,0 0 0 0 0,0 0 0 0 0,-3-5 0 0 0,5 6-4 0 0,0 0 0 0 0,1 0 0 0 0,-1 0 0 0 0,1 0 0 0 0,0 0 0 0 0,0 0 0 0 0,-1 0 1 0 0,1 0-1 0 0,0 0 0 0 0,1 0 0 0 0,-1 0 0 0 0,0 0 0 0 0,1 0 0 0 0,-1 0 0 0 0,1 0 0 0 0,-1 0 0 0 0,1 0 0 0 0,2-3 1 0 0,2-7-89 0 0,2 0 0 0 0,-1 1 0 0 0,1 0 0 0 0,1 1 0 0 0,0 0 0 0 0,0 0 0 0 0,1 0 1 0 0,19-15-1 0 0,11-5 255 0 0,44-26 0 0 0,-18 12-299 0 0,19-19 94 0 0,43-30 68 0 0,-142 114 1587 0 0,2 1 0 0 0,-13 25 0 0 0,18-31-918 0 0,1 1 0 0 0,1-1 0 0 0,-8 33 0 0 0,12-41-403 0 0,0 1-1 0 0,1-1 0 0 0,0 1 1 0 0,1-1-1 0 0,-1 1 0 0 0,2-1 1 0 0,-1 1-1 0 0,1-1 1 0 0,1 1-1 0 0,2 9 0 0 0,-4-17-268 0 0,0 0 0 0 0,1 0 0 0 0,-1 1 0 0 0,0-1 0 0 0,1 0 0 0 0,-1 0 0 0 0,1 1 0 0 0,0-1 0 0 0,-1 0 0 0 0,1 0 0 0 0,0 0 0 0 0,0 0 1 0 0,0 0-1 0 0,0 0 0 0 0,-1 0 0 0 0,1 0 0 0 0,1 0 0 0 0,-1-1 0 0 0,0 1 0 0 0,0 0 0 0 0,0-1 0 0 0,0 1 0 0 0,0 0 0 0 0,3 0 0 0 0,-3-2-12 0 0,0 1 1 0 0,1 0-1 0 0,-1 0 0 0 0,1-1 1 0 0,-1 1-1 0 0,1-1 1 0 0,-1 1-1 0 0,0-1 1 0 0,1 0-1 0 0,-1 1 0 0 0,0-1 1 0 0,0 0-1 0 0,1 0 1 0 0,-1 0-1 0 0,0 0 1 0 0,0 0-1 0 0,2-2 0 0 0,2-4 38 0 0,0 0 0 0 0,0 0 0 0 0,-1 0 0 0 0,0 0 0 0 0,0-1 0 0 0,4-10 0 0 0,-5 6-149 0 0,-1-1 0 0 0,0 1 1 0 0,1-23-1 0 0,-3 26 27 0 0,0-1 1 0 0,1 1-1 0 0,0 0 0 0 0,1 0 0 0 0,0 0 0 0 0,0 0 0 0 0,7-17 0 0 0,-8 25 33 0 0,0 0 0 0 0,-1 0-1 0 0,1 0 1 0 0,0 0-1 0 0,0 0 1 0 0,0 0 0 0 0,0 1-1 0 0,0-1 1 0 0,0 0 0 0 0,0 1-1 0 0,0-1 1 0 0,0 0 0 0 0,0 1-1 0 0,0-1 1 0 0,0 1 0 0 0,0 0-1 0 0,0-1 1 0 0,1 1 0 0 0,-1 0-1 0 0,0 0 1 0 0,0 0 0 0 0,0 0-1 0 0,1 0 1 0 0,-1 0 0 0 0,0 0-1 0 0,0 0 1 0 0,0 0 0 0 0,1 0-1 0 0,-1 1 1 0 0,0-1 0 0 0,0 0-1 0 0,0 1 1 0 0,0-1 0 0 0,0 1-1 0 0,0 0 1 0 0,0-1 0 0 0,0 1-1 0 0,1 0 1 0 0,6 4 1 0 0,0 1-1 0 0,0-1 1 0 0,10 11-1 0 0,-15-13 1 0 0,18 16-99 0 0,36 26 0 0 0,-49-40 46 0 0,0-1-1 0 0,0 1 1 0 0,0-1 0 0 0,0 0-1 0 0,1-1 1 0 0,0 0-1 0 0,0 0 1 0 0,17 2 0 0 0,-15-5-1439 0 0</inkml:trace>
</inkml:ink>
</file>

<file path=ppt/ink/ink2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2:51.2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 92 7082 0 0,'-6'-15'106'0'0,"4"11"-21"0"0,0 0 0 0 0,0 0 0 0 0,1 0 0 0 0,0 0 0 0 0,0 0 0 0 0,-1-7 0 0 0,-1-2-982 0 0,-12-15 7212 0 0,14 28-6209 0 0,1 0 0 0 0,0 0 0 0 0,0 0 1 0 0,-1 0-1 0 0,1 0 0 0 0,0 0 0 0 0,0 0 0 0 0,-1 0 0 0 0,1 0 1 0 0,0 0-1 0 0,2 23 2410 0 0,12 33-1142 0 0,2-1 1 0 0,3 0-1 0 0,33 67 0 0 0,94 150-1199 0 0,-93-177-79 0 0,41 66-2831 0 0,-62-114-4484 0 0</inkml:trace>
</inkml:ink>
</file>

<file path=ppt/ink/ink2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2:51.6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92 13 10594 0 0,'-1'-1'-18'0'0,"0"0"0"0"0,0-1 0 0 0,0 1 0 0 0,-1 0 0 0 0,1 0-1 0 0,0 1 1 0 0,-1-1 0 0 0,1 0 0 0 0,-1 0 0 0 0,1 1 0 0 0,-1-1 0 0 0,1 1 0 0 0,-1-1-1 0 0,1 1 1 0 0,-1 0 0 0 0,0-1 0 0 0,1 1 0 0 0,-1 0 0 0 0,0 0 0 0 0,1 0 0 0 0,-1 0-1 0 0,1 1 1 0 0,-1-1 0 0 0,0 0 0 0 0,-2 1 0 0 0,2 1 46 0 0,-1 0 0 0 0,1-1 0 0 0,-1 1 0 0 0,1 0 0 0 0,0 0 0 0 0,0 0 0 0 0,0 0 0 0 0,0 1 0 0 0,0-1 0 0 0,1 0 0 0 0,-1 1 0 0 0,1 0 1 0 0,-3 4-1 0 0,0 5 428 0 0,0 0 1 0 0,0 0 0 0 0,2 0 0 0 0,-1 1 0 0 0,1-1 0 0 0,1 1 0 0 0,0-1 0 0 0,1 1-1 0 0,1-1 1 0 0,2 19 0 0 0,1-3 237 0 0,1-1 0 0 0,2 0 0 0 0,16 44 0 0 0,-14-48-437 0 0,0-1 0 0 0,2 1 0 0 0,1-2 0 0 0,0 1 1 0 0,20 23-1 0 0,-26-38-407 0 0,0 0 0 0 0,0-1 1 0 0,1 0-1 0 0,-1 0 0 0 0,1-1 1 0 0,1 0-1 0 0,13 7 0 0 0,-15-9-395 0 0,0-1-1 0 0,0 1 1 0 0,0-2-1 0 0,0 1 1 0 0,1-1-1 0 0,-1 0 1 0 0,0 0-1 0 0,1-1 1 0 0,-1 1-1 0 0,1-1 1 0 0,-1-1-1 0 0,7 0 0 0 0,8-4-4463 0 0</inkml:trace>
</inkml:ink>
</file>

<file path=ppt/ink/ink2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2:51.9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 42 7370 0 0,'-2'0'109'0'0,"0"0"1"0"0,0 0 0 0 0,1 0 0 0 0,-1 1 0 0 0,0-1 0 0 0,0 1 0 0 0,1-1 0 0 0,-1 1 0 0 0,0 0-1 0 0,1-1 1 0 0,-1 1 0 0 0,1 0 0 0 0,-1 0 0 0 0,1 0 0 0 0,0 0 0 0 0,-1 0 0 0 0,1 1 0 0 0,0-1-1 0 0,-2 3 1 0 0,0 0 141 0 0,1 0-1 0 0,-1 0 1 0 0,1 0-1 0 0,0 0 1 0 0,1 1-1 0 0,-1-1 0 0 0,-1 7 1 0 0,1 3 566 0 0,0-1-1 0 0,1 1 1 0 0,0 0-1 0 0,2 20 1 0 0,0-26-622 0 0,0 0 0 0 0,1-1 0 0 0,0 1 0 0 0,0 0 0 0 0,1-1 0 0 0,0 1 0 0 0,0-1 0 0 0,0 0 0 0 0,1 0 0 0 0,1 0 0 0 0,-1-1 0 0 0,1 1 0 0 0,0-1 0 0 0,0 0 0 0 0,1 0 0 0 0,0-1 0 0 0,0 0 0 0 0,0 0 0 0 0,1 0 0 0 0,12 7 0 0 0,-13-9-156 0 0,1 0-1 0 0,-1 0 1 0 0,1-1-1 0 0,0 0 1 0 0,0 0-1 0 0,0 0 1 0 0,-1-1-1 0 0,2 0 1 0 0,-1 0-1 0 0,0-1 1 0 0,0 0-1 0 0,0 0 1 0 0,0 0-1 0 0,0-1 1 0 0,0-1 0 0 0,0 1-1 0 0,0-1 1 0 0,0 0-1 0 0,-1 0 1 0 0,1-1-1 0 0,-1 0 1 0 0,1 0-1 0 0,10-8 1 0 0,-13 8-38 0 0,0 0 0 0 0,-1 0 0 0 0,1 0 0 0 0,-1-1 0 0 0,0 0 0 0 0,1 0 1 0 0,-2 0-1 0 0,1 0 0 0 0,0 0 0 0 0,-1 0 0 0 0,0-1 0 0 0,0 1 0 0 0,0-1 0 0 0,2-9 1 0 0,-3 7 13 0 0,1-1 1 0 0,-2 0 0 0 0,1 0 0 0 0,-1-1 0 0 0,-1 1 0 0 0,1 0 0 0 0,-1 0 0 0 0,-4-13 0 0 0,2 9-149 0 0,0 1 0 0 0,-2-1 0 0 0,1 1-1 0 0,-1 0 1 0 0,-1 0 0 0 0,0 0 0 0 0,-1 1 0 0 0,0 0 0 0 0,0 0-1 0 0,-1 0 1 0 0,-18-15 0 0 0,23 22-295 0 0,-1 0-1 0 0,0 0 1 0 0,-1 1 0 0 0,1-1-1 0 0,0 1 1 0 0,-1 0 0 0 0,1 1-1 0 0,-1-1 1 0 0,0 1 0 0 0,-5-1-1 0 0,-7 0-5037 0 0</inkml:trace>
</inkml:ink>
</file>

<file path=ppt/ink/ink2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2:52.4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1 329 5985 0 0,'2'-2'191'0'0,"0"-1"0"0"0,1 0 0 0 0,-1 1 0 0 0,1-1 0 0 0,0 1 0 0 0,0 0 0 0 0,0 0 0 0 0,0 0-1 0 0,0 0 1 0 0,0 0 0 0 0,0 1 0 0 0,1 0 0 0 0,-1-1 0 0 0,1 1 0 0 0,-1 1 0 0 0,1-1 0 0 0,6 0 0 0 0,-4 1 201 0 0,-1 0 0 0 0,1 1 0 0 0,-1 0 0 0 0,1 0 0 0 0,-1 0 0 0 0,0 1 0 0 0,1-1 0 0 0,-1 1 0 0 0,0 1 0 0 0,7 3 0 0 0,6 6 598 0 0,0 0-1 0 0,-2 2 1 0 0,1 0 0 0 0,25 29 0 0 0,-17-20-533 0 0,-28-50-457 0 0,-3-6-851 0 0,1-1 1 0 0,-1-47-1 0 0,5 63 464 0 0,2 0 1 0 0,1 0-1 0 0,0 0 0 0 0,1 0 0 0 0,0 0 0 0 0,8-20 0 0 0,-10 36 405 0 0,-1 0 0 0 0,1 0 0 0 0,0 0-1 0 0,-1 0 1 0 0,1 0 0 0 0,0 0 0 0 0,0 0-1 0 0,0 0 1 0 0,0 0 0 0 0,1 1 0 0 0,-1-1 0 0 0,0 0-1 0 0,1 1 1 0 0,-1-1 0 0 0,1 1 0 0 0,0 0-1 0 0,-1-1 1 0 0,1 1 0 0 0,0 0 0 0 0,0 0-1 0 0,0 0 1 0 0,0 0 0 0 0,0 0 0 0 0,0 1 0 0 0,0-1-1 0 0,0 1 1 0 0,0-1 0 0 0,0 1 0 0 0,0 0-1 0 0,0-1 1 0 0,4 1 0 0 0,-1 2 136 0 0,-1-1 1 0 0,1 0-1 0 0,-1 1 1 0 0,0 0-1 0 0,1 0 1 0 0,-1 0-1 0 0,0 1 1 0 0,0 0-1 0 0,0-1 1 0 0,-1 1-1 0 0,1 0 1 0 0,-1 1-1 0 0,5 4 1 0 0,37 48 339 0 0,-33-40-318 0 0,0-1 1 0 0,0-1-1 0 0,1 1 0 0 0,1-2 0 0 0,0 0 1 0 0,20 13-1 0 0,-34-26-176 0 0,0 1 0 0 0,1-1 0 0 0,-1 0 0 0 0,1 1 0 0 0,-1-1 0 0 0,1 0 0 0 0,0 1 0 0 0,-1-1 0 0 0,1 0 0 0 0,-1 0 0 0 0,1 0 0 0 0,-1 1 0 0 0,1-1 0 0 0,0 0 0 0 0,-1 0 0 0 0,1 0 0 0 0,0 0 0 0 0,-1 0 0 0 0,1 0 0 0 0,-1 0 0 0 0,1 0 0 0 0,0 0 0 0 0,-1-1 0 0 0,1 1 0 0 0,-1 0 0 0 0,1 0 0 0 0,-1 0 0 0 0,1-1 0 0 0,0 1 0 0 0,-1 0 0 0 0,1-1 0 0 0,-1 1 0 0 0,1 0 0 0 0,-1-1 0 0 0,1 1 0 0 0,-1-1 0 0 0,0 1 0 0 0,1-1 0 0 0,-1 1 0 0 0,0-1 0 0 0,1 1 0 0 0,-1-1 0 0 0,0 1 0 0 0,1-1 0 0 0,-1 1 0 0 0,0-1 0 0 0,0 0 0 0 0,0 1 0 0 0,0-1 0 0 0,1 1 0 0 0,-1-1 0 0 0,0 0 0 0 0,0 1 0 0 0,0-1 0 0 0,0 0 0 0 0,0 1 0 0 0,-1-1 0 0 0,1 0 0 0 0,-3-50 0 0 0,1 38 0 0 0,1-5-8 0 0,-1 3-38 0 0,1 0-1 0 0,1 0 1 0 0,0 0 0 0 0,0 0-1 0 0,2 0 1 0 0,0 0-1 0 0,1 0 1 0 0,6-22 0 0 0,-8 35-1 0 0,-1 1 0 0 0,0 0 1 0 0,1 0-1 0 0,-1 0 1 0 0,1 0-1 0 0,-1-1 0 0 0,1 1 1 0 0,0 0-1 0 0,0 0 1 0 0,-1 0-1 0 0,1 0 1 0 0,0 0-1 0 0,0 0 0 0 0,0 0 1 0 0,0 1-1 0 0,0-1 1 0 0,0 0-1 0 0,0 1 1 0 0,0-1-1 0 0,0 0 0 0 0,0 1 1 0 0,1-1-1 0 0,-1 1 1 0 0,0-1-1 0 0,0 1 0 0 0,1 0 1 0 0,-1 0-1 0 0,0 0 1 0 0,0-1-1 0 0,1 1 1 0 0,-1 0-1 0 0,0 0 0 0 0,0 1 1 0 0,1-1-1 0 0,-1 0 1 0 0,0 0-1 0 0,0 1 1 0 0,1-1-1 0 0,-1 0 0 0 0,0 1 1 0 0,0-1-1 0 0,0 1 1 0 0,0 0-1 0 0,2 0 1 0 0,3 4-349 0 0,0 0 1 0 0,0 0 0 0 0,0 0 0 0 0,-1 1 0 0 0,9 11 0 0 0,-5-5-241 0 0</inkml:trace>
</inkml:ink>
</file>

<file path=ppt/ink/ink2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2:53.0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1 254 4609 0 0,'0'1'84'0'0,"0"0"1"0"0,0 1-1 0 0,0-1 0 0 0,-1 0 0 0 0,2 0 1 0 0,-1 1-1 0 0,0-1 0 0 0,0 0 0 0 0,0 0 1 0 0,1 1-1 0 0,-1-1 0 0 0,0 0 0 0 0,1 0 1 0 0,-1 0-1 0 0,1 0 0 0 0,-1 0 0 0 0,1 0 1 0 0,0 0-1 0 0,1 2 0 0 0,18 23 1492 0 0,-14-19-927 0 0,26 29 1504 0 0,1-1 0 0 0,2-2 1 0 0,51 38-1 0 0,-86-71-2153 0 0,0 1-1 0 0,0-1 1 0 0,0 0 0 0 0,0 0 0 0 0,1 0 0 0 0,-1 0 0 0 0,0 0 0 0 0,0 1-1 0 0,0-1 1 0 0,0 0 0 0 0,0 0 0 0 0,1 0 0 0 0,-1 0 0 0 0,0 0 0 0 0,0 0 0 0 0,0 0-1 0 0,0 0 1 0 0,1 1 0 0 0,-1-1 0 0 0,0 0 0 0 0,0 0 0 0 0,0 0 0 0 0,0 0-1 0 0,1 0 1 0 0,-1 0 0 0 0,0 0 0 0 0,0 0 0 0 0,0 0 0 0 0,0 0 0 0 0,1 0 0 0 0,-1 0-1 0 0,0 0 1 0 0,0 0 0 0 0,0-1 0 0 0,1 1 0 0 0,-1 0 0 0 0,0 0 0 0 0,0 0-1 0 0,0 0 1 0 0,0 0 0 0 0,0 0 0 0 0,1 0 0 0 0,-1 0 0 0 0,0-1 0 0 0,0-10-17 0 0,-11-24-45 0 0,7 24 21 0 0,-2-13-339 0 0,0-1 0 0 0,2 1 1 0 0,1-1-1 0 0,0 0 0 0 0,2 0 0 0 0,1 0 0 0 0,1 0 0 0 0,8-45 0 0 0,-9 67 345 0 0,1 0 0 0 0,0 0-1 0 0,0 0 1 0 0,0 0 0 0 0,0 0 0 0 0,1 1 0 0 0,-1-1-1 0 0,1 0 1 0 0,0 1 0 0 0,0-1 0 0 0,0 1 0 0 0,0 0 0 0 0,0-1-1 0 0,0 1 1 0 0,1 0 0 0 0,-1 0 0 0 0,4-2 0 0 0,-4 3 71 0 0,0 1 1 0 0,-1-1 0 0 0,1 1-1 0 0,0-1 1 0 0,-1 1 0 0 0,1 0-1 0 0,0-1 1 0 0,0 1 0 0 0,-1 0-1 0 0,1 0 1 0 0,0 0 0 0 0,0 1-1 0 0,-1-1 1 0 0,1 0 0 0 0,0 1-1 0 0,-1-1 1 0 0,1 1 0 0 0,0-1-1 0 0,-1 1 1 0 0,1 0 0 0 0,-1 0-1 0 0,1-1 1 0 0,-1 1 0 0 0,1 0-1 0 0,-1 0 1 0 0,1 1 0 0 0,-1-1-1 0 0,0 0 1 0 0,0 0 0 0 0,0 1-1 0 0,2 2 1 0 0,45 68 2763 0 0,-40-57-2703 0 0,1 0-1 0 0,1-1 1 0 0,0 0 0 0 0,0-1-1 0 0,1 0 1 0 0,15 12 0 0 0,-26-25-97 0 0,0 0 1 0 0,0 1 0 0 0,0-1-1 0 0,0 0 1 0 0,0 0-1 0 0,1 0 1 0 0,-1 0-1 0 0,0 0 1 0 0,0 0 0 0 0,0 0-1 0 0,0 0 1 0 0,0 0-1 0 0,1 0 1 0 0,-1 0-1 0 0,0 0 1 0 0,0 1 0 0 0,0-1-1 0 0,0 0 1 0 0,1 0-1 0 0,-1 0 1 0 0,0 0 0 0 0,0-1-1 0 0,0 1 1 0 0,0 0-1 0 0,1 0 1 0 0,-1 0-1 0 0,0 0 1 0 0,0 0 0 0 0,0 0-1 0 0,0 0 1 0 0,0 0-1 0 0,1 0 1 0 0,-1 0 0 0 0,0 0-1 0 0,0 0 1 0 0,0 0-1 0 0,0-1 1 0 0,0 1-1 0 0,0 0 1 0 0,1 0 0 0 0,-1 0-1 0 0,0 0 1 0 0,0 0-1 0 0,0-1 1 0 0,0 1 0 0 0,0 0-1 0 0,0 0 1 0 0,0 0-1 0 0,0-1 1 0 0,3-13 103 0 0,-3-17 143 0 0,0 29-227 0 0,-2-26 115 0 0,2 0 0 0 0,1 0 0 0 0,1 0-1 0 0,1 1 1 0 0,1-1 0 0 0,14-44 0 0 0,-17 70-123 0 0,-1 1 0 0 0,1-1 0 0 0,-1 1 0 0 0,1-1 0 0 0,0 1 0 0 0,0 0 0 0 0,-1 0 0 0 0,1-1 0 0 0,0 1 0 0 0,0 0 0 0 0,0 0 0 0 0,0 0 0 0 0,1 0 0 0 0,-1 0-1 0 0,0 0 1 0 0,3-1 0 0 0,-3 1 13 0 0,0 1-1 0 0,0 0 1 0 0,0 0-1 0 0,0 0 0 0 0,0 0 1 0 0,0 0-1 0 0,0 0 1 0 0,0 0-1 0 0,0 0 0 0 0,0 0 1 0 0,0 0-1 0 0,0 0 1 0 0,0 1-1 0 0,0-1 0 0 0,0 0 1 0 0,0 1-1 0 0,0-1 1 0 0,-1 1-1 0 0,2 0 0 0 0,5 4 159 0 0,0 1 0 0 0,-1-1 0 0 0,0 1 0 0 0,-1 1 0 0 0,7 7 0 0 0,6 7 63 0 0,-6-10-710 0 0,0 0 1 0 0,1-1-1 0 0,15 10 0 0 0</inkml:trace>
</inkml:ink>
</file>

<file path=ppt/ink/ink2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2:53.3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18 11058 0 0,'-2'-4'985'0'0,"1"2"-793"0"0,5-7 2952 0 0,-1 7-2768 0 0,1 1-88 0 0,0 2-24 0 0,-1 3 1 0 0,1 4-265 0 0</inkml:trace>
</inkml:ink>
</file>

<file path=ppt/ink/ink2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3:19.1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1869 39 2761 0 0,'-10'-6'155'0'0,"1"1"0"0"0,-1 1 0 0 0,1-1 0 0 0,-1 2 0 0 0,-1-1 1 0 0,1 2-1 0 0,0-1 0 0 0,-1 1 0 0 0,-13 0 0 0 0,-16 0 790 0 0,-47 4 0 0 0,22 0-820 0 0,-42 3 1042 0 0,0 6 1 0 0,-167 37 0 0 0,250-43-1456 0 0,-169 44 1556 0 0,23-4-652 0 0,138-37-572 0 0,-1 1 0 0 0,1 1-1 0 0,1 2 1 0 0,0 1-1 0 0,0 2 1 0 0,2 1-1 0 0,0 1 1 0 0,-49 38 0 0 0,44-29-90 0 0,1 1 0 0 0,1 1 0 0 0,2 2 0 0 0,1 1 1 0 0,-45 62-1 0 0,67-83 22 0 0,-8 12 156 0 0,1 1 0 0 0,1 0 0 0 0,1 1-1 0 0,1 0 1 0 0,1 1 0 0 0,-9 31 0 0 0,11-23-99 0 0,2-9 7 0 0,1 1 1 0 0,-4 41 0 0 0,9-59 4 0 0,-1 1 0 0 0,2 0 0 0 0,-1 0 0 0 0,1 0 1 0 0,1 0-1 0 0,-1-1 0 0 0,1 1 0 0 0,1-1 0 0 0,-1 1 0 0 0,1-1 0 0 0,1 0 0 0 0,7 12 0 0 0,-2-4-36 0 0,2 0 0 0 0,0-1 0 0 0,15 15-1 0 0,-19-23-46 0 0,1 0 0 0 0,-1 0 0 0 0,1-1 0 0 0,0 0 0 0 0,0 0 0 0 0,0-1 0 0 0,17 6 0 0 0,196 79-130 0 0,-197-80 135 0 0,1 0 1 0 0,-1-2-1 0 0,1-1 1 0 0,1-1-1 0 0,-1-1 1 0 0,1-1-1 0 0,33-1 1 0 0,182-17-280 0 0,-217 12 305 0 0,285-40-883 0 0,-147 18 902 0 0,-88 12-250 0 0,-1-3-1 0 0,-1-3 0 0 0,-1-4 0 0 0,-1-2 0 0 0,-1-4 0 0 0,104-59 0 0 0,-89 44 374 0 0,2 4 0 0 0,133-43 0 0 0,-196 75-104 0 0,-2-1 0 0 0,1-1 0 0 0,-1-1 0 0 0,-1-1 0 0 0,0-1-1 0 0,-1-1 1 0 0,0 0 0 0 0,19-21 0 0 0,-24 22 1 0 0,-1-1 1 0 0,0-1-1 0 0,-1 0 1 0 0,-1-1-1 0 0,-1 0 1 0 0,0-1-1 0 0,-1 0 1 0 0,-1 0-1 0 0,0-1 1 0 0,7-28-1 0 0,-14 38 23 0 0,0 0-1 0 0,0 0 1 0 0,-1 0-1 0 0,0 0 1 0 0,-1 0-1 0 0,0 1 1 0 0,0-1-1 0 0,-1 0 1 0 0,0 0-1 0 0,0 1 1 0 0,-1-1 0 0 0,0 1-1 0 0,0 0 1 0 0,-1 0-1 0 0,0 0 1 0 0,-4-7-1 0 0,-8-9 162 0 0,0 1 0 0 0,-2 1-1 0 0,-24-25 1 0 0,-69-57-1663 0 0,91 85 1093 0 0,-2 2 0 0 0,0 1 0 0 0,-38-20 0 0 0,37 24-548 0 0,-1 4-2268 0 0</inkml:trace>
</inkml:ink>
</file>

<file path=ppt/ink/ink2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3:23.4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61 4193 0 0,'1'-1'49'0'0,"0"0"1"0"0,0 0 0 0 0,0 0-1 0 0,1 1 1 0 0,-1-1-1 0 0,0 0 1 0 0,1 0-1 0 0,-1 1 1 0 0,1-1 0 0 0,-1 1-1 0 0,1-1 1 0 0,-1 1-1 0 0,1-1 1 0 0,0 1 0 0 0,-1 0-1 0 0,1 0 1 0 0,-1 0-1 0 0,1 0 1 0 0,-1 0-1 0 0,1 0 1 0 0,0 0 0 0 0,-1 1-1 0 0,1-1 1 0 0,-1 1-1 0 0,1-1 1 0 0,-1 1-1 0 0,1-1 1 0 0,1 2 0 0 0,0-1 119 0 0,0 0 0 0 0,1 0 0 0 0,-1-1 0 0 0,1 1 0 0 0,-1-1 0 0 0,0 0 0 0 0,6 0 0 0 0,20 3-17 0 0,-13 1-130 0 0,-1 0-1 0 0,1-1 1 0 0,0-1 0 0 0,32 1 0 0 0,69-9 1134 0 0,-61 3-570 0 0,118-16 5 0 0,11 0 440 0 0,-33 3-987 0 0,-113 10 166 0 0,1 1 0 0 0,0 2 0 0 0,0 2 0 0 0,45 4 0 0 0,-11 5-77 0 0,0-3 0 0 0,88-6 0 0 0,-133 1 316 0 0,53 6 0 0 0,-55-2-382 0 0,0-2 0 0 0,40-2 0 0 0,-49-1 450 0 0,1 2 0 0 0,34 4 0 0 0,16 1 273 0 0,-63-5-2015 0 0</inkml:trace>
</inkml:ink>
</file>

<file path=ppt/ink/ink2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3:36.7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104 101 3169 0 0,'-31'9'1117'0'0,"20"-7"-473"0"0,1 2 0 0 0,-1-1 0 0 0,0 1 0 0 0,-18 10 0 0 0,40-14 2174 0 0,39-2-1902 0 0,71 5-719 0 0,2 0-792 0 0,151-34-593 0 0,-141 13 1720 0 0,-23 7-664 0 0,209 7 0 0 0,-224 7 452 0 0,163-18 0 0 0,-214 12 430 0 0,-1 2 0 0 0,69 7 0 0 0,-43-1-82 0 0,-40-6-541 0 0,1 0 0 0 0,-1-2 0 0 0,52-13 0 0 0,4 1-104 0 0,73-4-31 0 0,270 2 0 0 0,-207 33 303 0 0,-133-7 54 0 0,174-5-1 0 0,-199-6-220 0 0,0 2 0 0 0,0 3 0 0 0,94 17 0 0 0,-126-16 132 0 0,1-2 0 0 0,-1 0-1 0 0,49-6 1 0 0,94-20 1393 0 0,-85 10-1280 0 0,-76 12-321 0 0,-4 0-121 0 0,-1 1-1 0 0,1-1 0 0 0,0 2 0 0 0,0-1 0 0 0,-1 1 1 0 0,1 0-1 0 0,0 1 0 0 0,-1 0 0 0 0,11 2 0 0 0</inkml:trace>
</inkml:ink>
</file>

<file path=ppt/ink/ink2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3:38.8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10594 0 0,'14'34'3073'0'0,"11"84"-1331"0"0,20 72-840 0 0,-37-165-1136 0 0,1-1 0 0 0,0 0 0 0 0,2 0 0 0 0,1-1 0 0 0,20 29 0 0 0,-10-26-955 0 0,-11-15-3242 0 0</inkml:trace>
</inkml:ink>
</file>

<file path=ppt/ink/ink2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3:39.2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2 102 2304 0 0,'-1'-3'125'0'0,"1"0"0"0"0,0 0-1 0 0,0 0 1 0 0,0 1-1 0 0,0-1 1 0 0,0 0 0 0 0,1 0-1 0 0,-1 1 1 0 0,1-1-1 0 0,0 0 1 0 0,0 1-1 0 0,0-1 1 0 0,0 0 0 0 0,0 1-1 0 0,1 0 1 0 0,-1-1-1 0 0,1 1 1 0 0,-1 0 0 0 0,1-1-1 0 0,0 1 1 0 0,0 0-1 0 0,0 0 1 0 0,0 1-1 0 0,0-1 1 0 0,1 0 0 0 0,1-1-1 0 0,2-1 276 0 0,0 0-1 0 0,0 0 1 0 0,1 0-1 0 0,-1 1 1 0 0,1 0-1 0 0,-1 0 1 0 0,1 1-1 0 0,0-1 1 0 0,8 0-1 0 0,-11 2-263 0 0,1 1 0 0 0,-1 0 0 0 0,0 0 0 0 0,0 0 0 0 0,1 1 0 0 0,-1-1 0 0 0,0 1-1 0 0,0 0 1 0 0,0 0 0 0 0,0 0 0 0 0,0 1 0 0 0,0 0 0 0 0,0-1 0 0 0,0 1 0 0 0,0 1-1 0 0,4 2 1 0 0,-3 0-36 0 0,0-1 0 0 0,0 2-1 0 0,-1-1 1 0 0,1 0-1 0 0,-1 1 1 0 0,0 0 0 0 0,0 0-1 0 0,-1 0 1 0 0,3 7-1 0 0,2 7-132 0 0,-2 0 0 0 0,0 0 0 0 0,-1 0 0 0 0,-1 0 0 0 0,2 36 0 0 0,-5-31-20 0 0,-1 0 0 0 0,-1 0 1 0 0,-1 0-1 0 0,-10 47 1 0 0,7-56-1006 0 0,0 1 0 0 0,-9 19 0 0 0</inkml:trace>
</inkml:ink>
</file>

<file path=ppt/ink/ink2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3:39.5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0 345 6449 0 0,'20'0'1350'0'0,"-4"1"-524"0"0,0-1 0 0 0,0-1 1 0 0,0-1-1 0 0,19-3 0 0 0,-30 3-784 0 0,0 1 1 0 0,-1-1-1 0 0,1 0 0 0 0,0 0 0 0 0,0-1 0 0 0,-1 0 0 0 0,1 1 0 0 0,-1-1 1 0 0,0-1-1 0 0,0 1 0 0 0,0-1 0 0 0,-1 1 0 0 0,1-1 0 0 0,-1 0 0 0 0,0 0 1 0 0,6-10-1 0 0,-4 5-57 0 0,0 0 0 0 0,-1 0 0 0 0,0-1 0 0 0,-1 0 1 0 0,1 0-1 0 0,-2 0 0 0 0,0 0 0 0 0,0-1 0 0 0,0 1 0 0 0,-2 0 0 0 0,1-1 1 0 0,-1 1-1 0 0,-1-1 0 0 0,0 1 0 0 0,0 0 0 0 0,-1-1 0 0 0,0 1 1 0 0,-1 0-1 0 0,0 0 0 0 0,-1 0 0 0 0,0 1 0 0 0,0-1 0 0 0,-12-17 1 0 0,15 26-7 0 0,0-1 1 0 0,0 1-1 0 0,0-1 1 0 0,0 1 0 0 0,0 0-1 0 0,-1-1 1 0 0,1 1-1 0 0,0 0 1 0 0,-1 0-1 0 0,1 0 1 0 0,-1 0 0 0 0,1 0-1 0 0,-1 0 1 0 0,1 1-1 0 0,-1-1 1 0 0,0 0 0 0 0,0 1-1 0 0,1-1 1 0 0,-4 0-1 0 0,3 2 3 0 0,1-1-1 0 0,-1 0 0 0 0,1 1 0 0 0,0-1 1 0 0,-1 1-1 0 0,1-1 0 0 0,0 1 1 0 0,-1-1-1 0 0,1 1 0 0 0,0 0 0 0 0,0 0 1 0 0,-1 0-1 0 0,1 0 0 0 0,0 0 0 0 0,0 0 1 0 0,0 0-1 0 0,0 0 0 0 0,-1 2 1 0 0,-2 3-84 0 0,1-1 0 0 0,0 1 0 0 0,0 0-1 0 0,1 0 1 0 0,0 0 0 0 0,0 0 0 0 0,0 1 0 0 0,0-1 0 0 0,0 8 0 0 0,2-5 190 0 0,0 0 1 0 0,1 0-1 0 0,0-1 0 0 0,1 1 0 0 0,-1 0 1 0 0,2-1-1 0 0,-1 0 0 0 0,1 1 0 0 0,0-1 0 0 0,1 0 1 0 0,0 0-1 0 0,0-1 0 0 0,1 1 0 0 0,0-1 1 0 0,11 13-1 0 0,-12-16-94 0 0,0 1 1 0 0,1 0 0 0 0,-1-1 0 0 0,1 0 0 0 0,0 0-1 0 0,0-1 1 0 0,1 1 0 0 0,-1-1 0 0 0,1 0-1 0 0,-1 0 1 0 0,1-1 0 0 0,0 0 0 0 0,0 0-1 0 0,0 0 1 0 0,0-1 0 0 0,1 0 0 0 0,-1 0-1 0 0,0 0 1 0 0,0-1 0 0 0,1 0 0 0 0,-1 0-1 0 0,12-2 1 0 0,-13 0-347 0 0,0 0-1 0 0,0 0 0 0 0,0-1 1 0 0,-1 0-1 0 0,1 1 0 0 0,-1-1 1 0 0,0-1-1 0 0,1 1 0 0 0,-2-1 1 0 0,1 1-1 0 0,0-1 0 0 0,-1 0 1 0 0,0-1-1 0 0,1 1 0 0 0,-2-1 0 0 0,1 1 1 0 0,4-11-1 0 0,-1 1-423 0 0</inkml:trace>
</inkml:ink>
</file>

<file path=ppt/ink/ink2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3:39.8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1 156 4609 0 0,'8'6'501'0'0,"59"34"2571"0"0,-61-36-2546 0 0,1-1-1 0 0,-1 0 1 0 0,1-1 0 0 0,0 0 0 0 0,0 0 0 0 0,0 0 0 0 0,0-1 0 0 0,11 1 0 0 0,-17-2-474 0 0,0 0 0 0 0,-1-1-1 0 0,1 1 1 0 0,0 0 0 0 0,0-1 0 0 0,0 1 0 0 0,-1-1 0 0 0,1 1 0 0 0,0-1 0 0 0,-1 1 0 0 0,1-1 0 0 0,0 1 0 0 0,-1-1-1 0 0,1 0 1 0 0,-1 1 0 0 0,1-1 0 0 0,-1 0 0 0 0,1 1 0 0 0,-1-1 0 0 0,1 0 0 0 0,-1 0 0 0 0,0 0 0 0 0,1 1-1 0 0,-1-1 1 0 0,0 0 0 0 0,0 0 0 0 0,0 0 0 0 0,0 0 0 0 0,0 1 0 0 0,0-1 0 0 0,0 0 0 0 0,0 0 0 0 0,0 0-1 0 0,0 0 1 0 0,0-1 0 0 0,-5-41 430 0 0,3 30-312 0 0,2 11-187 0 0,-4-37-2169 0 0,2-47-1 0 0,3 71-1937 0 0</inkml:trace>
</inkml:ink>
</file>

<file path=ppt/ink/ink2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3:40.2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32 145 5985 0 0,'2'7'113'0'0,"0"0"1"0"0,0 0-1 0 0,0-1 0 0 0,1 1 0 0 0,0-1 0 0 0,1 0 0 0 0,-1 0 1 0 0,7 8-1 0 0,-1 1 89 0 0,1 1-62 0 0,-4-3-116 0 0,1 0 0 0 0,1-1 0 0 0,0 0-1 0 0,1 0 1 0 0,0-1 0 0 0,1 0 0 0 0,1 0-1 0 0,13 11 1 0 0,-16-18-2751 0 0</inkml:trace>
  <inkml:trace contextRef="#ctx0" brushRef="#br0" timeOffset="1">11 7 3225 0 0,'-5'-2'136'0'0,"3"0"40"0"0,0 1-176 0 0,1 0 0 0 0,2 1 0 0 0,1 0 0 0 0,0 0 0 0 0,3 0 0 0 0,3 0 0 0 0,16 6 0 0 0,-15-1-64 0 0</inkml:trace>
</inkml:ink>
</file>

<file path=ppt/ink/ink2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3:40.5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115 22 3225 0 0,'-2'-2'169'0'0,"0"0"1"0"0,0 0 0 0 0,0 0-1 0 0,0 1 1 0 0,0-1-1 0 0,-1 1 1 0 0,1-1 0 0 0,0 1-1 0 0,-1 0 1 0 0,1 0-1 0 0,-1 0 1 0 0,1 0 0 0 0,-1 0-1 0 0,1 1 1 0 0,-1-1-1 0 0,1 1 1 0 0,-1-1 0 0 0,0 1-1 0 0,-3 0 1 0 0,4 1-17 0 0,0-1-1 0 0,0 1 1 0 0,-1 0 0 0 0,1 0 0 0 0,0 0 0 0 0,0 0-1 0 0,0 0 1 0 0,0 0 0 0 0,0 1 0 0 0,0-1 0 0 0,1 1-1 0 0,-1-1 1 0 0,0 1 0 0 0,1 0 0 0 0,-1-1-1 0 0,1 1 1 0 0,-1 0 0 0 0,1 0 0 0 0,0 0 0 0 0,0 0-1 0 0,-2 4 1 0 0,-1 5 206 0 0,-1 1-1 0 0,2-1 1 0 0,0 1 0 0 0,0 0-1 0 0,1 0 1 0 0,0 0 0 0 0,1 0-1 0 0,0 0 1 0 0,1 0 0 0 0,3 23-1 0 0,-2-31-424 0 0,-1-1-1 0 0,1 1 0 0 0,0 0 0 0 0,0-1 0 0 0,0 1 0 0 0,1 0 0 0 0,-1-1 0 0 0,1 1 1 0 0,0-1-1 0 0,0 0 0 0 0,0 0 0 0 0,1 0 0 0 0,-1 0 0 0 0,1 0 0 0 0,-1 0 1 0 0,1 0-1 0 0,0-1 0 0 0,0 0 0 0 0,0 1 0 0 0,0-1 0 0 0,1 0 0 0 0,-1 0 0 0 0,0-1 1 0 0,1 1-1 0 0,0-1 0 0 0,-1 0 0 0 0,1 0 0 0 0,0 0 0 0 0,-1 0 0 0 0,1-1 1 0 0,0 1-1 0 0,0-1 0 0 0,0 0 0 0 0,0 0 0 0 0,-1 0 0 0 0,1-1 0 0 0,6-1 0 0 0,5 0-4097 0 0</inkml:trace>
</inkml:ink>
</file>

<file path=ppt/ink/ink2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3:40.9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75 325 3225 0 0,'1'1'110'0'0,"0"-1"1"0"0,0 1 0 0 0,0 0 0 0 0,1-1 0 0 0,-1 1-1 0 0,0-1 1 0 0,0 0 0 0 0,0 1 0 0 0,1-1 0 0 0,-1 0-1 0 0,0 0 1 0 0,0 0 0 0 0,1 1 0 0 0,-1-1 0 0 0,0-1-1 0 0,1 1 1 0 0,-1 0 0 0 0,0 0 0 0 0,0 0-1 0 0,1-1 1 0 0,-1 1 0 0 0,0-1 0 0 0,0 1 0 0 0,0-1-1 0 0,1 1 1 0 0,-1-1 0 0 0,0 1 0 0 0,0-1 0 0 0,1-1-1 0 0,2-1 328 0 0,-1 1 0 0 0,0 0 0 0 0,0-1 0 0 0,0 0 0 0 0,-1 1 0 0 0,1-1 0 0 0,-1 0 0 0 0,4-6 0 0 0,-3 2-117 0 0,0 0 0 0 0,-1-1 0 0 0,-1 1-1 0 0,1-1 1 0 0,-1 0 0 0 0,0 1 0 0 0,-1-1-1 0 0,0 0 1 0 0,0 0 0 0 0,-2-10 0 0 0,-1-9-329 0 0,-13-42 0 0 0,13 58 18 0 0,0 1 0 0 0,-1 0 0 0 0,-1-1 0 0 0,1 1 0 0 0,-2 1 0 0 0,-6-11 1 0 0,11 18-17 0 0,-1 1 0 0 0,1-1 0 0 0,0 0 0 0 0,-1 1 1 0 0,1-1-1 0 0,-1 1 0 0 0,0 0 0 0 0,1-1 0 0 0,-1 1 1 0 0,0 0-1 0 0,0 0 0 0 0,0 0 0 0 0,0 0 0 0 0,0 0 1 0 0,0 1-1 0 0,-3-1 0 0 0,4 1-37 0 0,-1 0 1 0 0,0 0-1 0 0,0 0 0 0 0,0 1 1 0 0,0-1-1 0 0,1 1 0 0 0,-1 0 1 0 0,0-1-1 0 0,0 1 0 0 0,1 0 1 0 0,-1 0-1 0 0,1 0 0 0 0,-1 0 1 0 0,1 0-1 0 0,-1 1 0 0 0,1-1 0 0 0,-1 0 1 0 0,1 1-1 0 0,0-1 0 0 0,0 1 1 0 0,0-1-1 0 0,-1 3 0 0 0,-2 0 13 0 0,1 1 0 0 0,0 0 0 0 0,1-1 0 0 0,-1 1 0 0 0,1 0 0 0 0,0 0 0 0 0,0 0 0 0 0,0 1 0 0 0,1-1 0 0 0,0 0 0 0 0,0 1 0 0 0,0-1 0 0 0,1 1 0 0 0,0-1 0 0 0,0 1 0 0 0,0-1 0 0 0,1 1 0 0 0,-1-1 0 0 0,1 0 0 0 0,1 1 0 0 0,-1-1 0 0 0,1 0 0 0 0,0 0 0 0 0,0 0 0 0 0,0 0 0 0 0,1 0 0 0 0,-1 0 0 0 0,1 0 0 0 0,1-1 0 0 0,-1 0 0 0 0,1 1 0 0 0,6 5 0 0 0,-4-5 4 0 0,-1 0 0 0 0,1-1 0 0 0,0 1 0 0 0,0-1 0 0 0,0-1 0 0 0,1 1 0 0 0,-1-1 0 0 0,1 0 0 0 0,0-1 0 0 0,0 1 0 0 0,0-1 0 0 0,0-1 0 0 0,0 1 0 0 0,1-1 0 0 0,-1-1 0 0 0,0 1 0 0 0,0-1 0 0 0,1 0 0 0 0,-1-1 0 0 0,0 0 0 0 0,1 0 0 0 0,-1-1 0 0 0,0 1 0 0 0,9-5 0 0 0,-4 0-523 0 0,-1 0 0 0 0,0-1 0 0 0,0 0 0 0 0,-1 0 0 0 0,0-1 0 0 0,0-1-1 0 0,-1 0 1 0 0,0 0 0 0 0,0-1 0 0 0,10-16 0 0 0,-5 6-299 0 0</inkml:trace>
</inkml:ink>
</file>

<file path=ppt/ink/ink2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3:41.3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 9 1376 0 0,'-1'-1'106'0'0,"0"0"-1"0"0,-1 0 1 0 0,1 0-1 0 0,0 1 1 0 0,-1-1-1 0 0,1 0 1 0 0,0 1-1 0 0,-1-1 1 0 0,1 1-1 0 0,-1-1 1 0 0,1 1-1 0 0,-1 0 0 0 0,1-1 1 0 0,-1 1-1 0 0,1 0 1 0 0,-1 0-1 0 0,1 0 1 0 0,-1 0-1 0 0,0 1 1 0 0,1-1-1 0 0,-1 0 1 0 0,1 1-1 0 0,0-1 1 0 0,-1 1-1 0 0,1-1 1 0 0,-1 1-1 0 0,1-1 1 0 0,0 1-1 0 0,-1 0 1 0 0,1 0-1 0 0,0 0 1 0 0,0 0-1 0 0,0 0 0 0 0,-1 0 1 0 0,1 0-1 0 0,0 0 1 0 0,0 0-1 0 0,1 1 1 0 0,-3 1-1 0 0,2 0 172 0 0,-1-1 1 0 0,0 0-1 0 0,0 1 0 0 0,1-1 0 0 0,-1 1 0 0 0,1 0 1 0 0,0-1-1 0 0,0 1 0 0 0,0 0 0 0 0,0 0 0 0 0,0 0 0 0 0,1 0 1 0 0,-1 0-1 0 0,1 0 0 0 0,0 0 0 0 0,0 0 0 0 0,0 0 0 0 0,0 0 1 0 0,1 0-1 0 0,-1-1 0 0 0,2 6 0 0 0,3 1 103 0 0,1 0 0 0 0,0-1 1 0 0,0 0-1 0 0,1 0 0 0 0,0 0 0 0 0,0-1 0 0 0,1 0 0 0 0,0 0 0 0 0,0-1 0 0 0,1 0 1 0 0,16 9-1 0 0,-9-6-192 0 0,-1 1-1 0 0,21 19 1 0 0,-34-27-183 0 0,0 0-1 0 0,-1 1 0 0 0,1-1 1 0 0,-1 1-1 0 0,1-1 0 0 0,-1 1 1 0 0,0 0-1 0 0,0-1 1 0 0,0 1-1 0 0,-1 0 0 0 0,1 0 1 0 0,-1-1-1 0 0,1 1 0 0 0,-1 0 1 0 0,0 0-1 0 0,0 0 1 0 0,0 0-1 0 0,0 0 0 0 0,-1 0 1 0 0,1 0-1 0 0,-1-1 0 0 0,0 1 1 0 0,0 0-1 0 0,0 0 0 0 0,0-1 1 0 0,0 1-1 0 0,-2 2 1 0 0,-5 11-122 0 0,-1 0 0 0 0,-1 0 1 0 0,-12 15-1 0 0,17-24-66 0 0,-35 41-1026 0 0,19-23 586 0 0</inkml:trace>
</inkml:ink>
</file>

<file path=ppt/ink/ink2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3:52.2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577 202 1376 0 0,'0'-5'165'0'0,"0"0"-1"0"0,0 0 1 0 0,-1 0-1 0 0,0 0 1 0 0,0 1-1 0 0,0-1 1 0 0,0 0-1 0 0,-1 0 1 0 0,1 0-1 0 0,-1 1 1 0 0,-1-1-1 0 0,1 1 1 0 0,0 0-1 0 0,-1-1 1 0 0,0 1-1 0 0,0 0 1 0 0,0 1-1 0 0,-1-1 1 0 0,1 0-1 0 0,-5-2 1 0 0,0 1 380 0 0,-1 0 1 0 0,1 0 0 0 0,-1 1 0 0 0,0 0 0 0 0,0 1 0 0 0,0 0-1 0 0,0 0 1 0 0,0 1 0 0 0,-14-2 0 0 0,-10-2 622 0 0,18 3-917 0 0,0 1-1 0 0,-27-1 1 0 0,35 3-217 0 0,0 1 1 0 0,1 0 0 0 0,-1 0-1 0 0,1 0 1 0 0,-1 1-1 0 0,1 0 1 0 0,0 0-1 0 0,-1 1 1 0 0,-8 5 0 0 0,-2 1-118 0 0,1 1 0 0 0,0 0 0 0 0,0 1 0 0 0,1 1 0 0 0,1 0-1 0 0,0 2 1 0 0,0-1 0 0 0,2 1 0 0 0,-1 1 0 0 0,2 0 0 0 0,0 1 0 0 0,1 1 0 0 0,1-1 0 0 0,0 1 0 0 0,1 1 0 0 0,1-1 0 0 0,1 1 0 0 0,-6 26 0 0 0,5-8 204 0 0,1 1 1 0 0,1 0-1 0 0,2 73 0 0 0,3-94 35 0 0,2 0 0 0 0,0 1-1 0 0,1-1 1 0 0,1 0 0 0 0,1 0 0 0 0,0-1-1 0 0,1 0 1 0 0,0 1 0 0 0,1-2-1 0 0,1 1 1 0 0,12 17 0 0 0,-4-10 24 0 0,2 0 1 0 0,0-2-1 0 0,1 0 0 0 0,0-1 1 0 0,2-1-1 0 0,0-1 1 0 0,2 0-1 0 0,44 24 0 0 0,-55-35-129 0 0,-1-1-1 0 0,2 0 0 0 0,-1-1 1 0 0,0 0-1 0 0,1 0 0 0 0,0-2 1 0 0,0 0-1 0 0,0 0 0 0 0,0-1 1 0 0,0 0-1 0 0,0-2 0 0 0,0 1 1 0 0,0-2-1 0 0,0 1 0 0 0,0-2 1 0 0,0 0-1 0 0,-1 0 0 0 0,1-1 1 0 0,-1-1-1 0 0,19-10 0 0 0,2-4-24 0 0,-1-2 0 0 0,-1-1 0 0 0,-1-2 0 0 0,-1-1 0 0 0,-1-1 0 0 0,-1-2 0 0 0,-2 0 0 0 0,-1-2-1 0 0,-1 0 1 0 0,-1-2 0 0 0,-2-1 0 0 0,-2 0 0 0 0,-1-1 0 0 0,-1-1 0 0 0,-2 0 0 0 0,16-62 0 0 0,-23 68 98 0 0,-2 1 1 0 0,-1-1-1 0 0,-2-1 1 0 0,0 1 0 0 0,-2 0-1 0 0,-6-47 1 0 0,4 69-69 0 0,0 0 0 0 0,-1 1 0 0 0,0 0 0 0 0,0-1 0 0 0,0 1 0 0 0,-1 1 0 0 0,0-1 0 0 0,0 0 0 0 0,-1 1 0 0 0,1 0 0 0 0,-1 0 0 0 0,0 0 0 0 0,-1 1 0 0 0,1-1 0 0 0,-1 1 0 0 0,0 0 0 0 0,-10-4 0 0 0,-13-7 40 0 0,0 2 0 0 0,-45-14 1 0 0,64 23-162 0 0,-8-2-300 0 0,-1 0 0 0 0,0 1 0 0 0,0 1 0 0 0,0 1 0 0 0,0 0 0 0 0,-31 1 0 0 0,27 4-705 0 0</inkml:trace>
</inkml:ink>
</file>

<file path=ppt/ink/ink2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4:52.5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1053 350 6913 0 0,'-27'-11'-199'0'0,"-1"0"0"0"0,-1 2-1 0 0,1 2 1 0 0,-1 0 0 0 0,0 2-1 0 0,-1 1 1 0 0,1 1-1 0 0,-1 2 1 0 0,0 1 0 0 0,1 1-1 0 0,-1 1 1 0 0,1 2 0 0 0,-41 11-1 0 0,14-3 1255 0 0,-87 33-1 0 0,122-36-835 0 0,0 1 1 0 0,1 0-1 0 0,0 2 0 0 0,1 0 1 0 0,0 1-1 0 0,1 1 0 0 0,-17 17 1 0 0,12-8-240 0 0,2 1 1 0 0,1 1-1 0 0,0 1 1 0 0,2 1 0 0 0,1 0-1 0 0,1 2 1 0 0,2-1-1 0 0,1 2 1 0 0,1 0-1 0 0,1 0 1 0 0,2 1 0 0 0,1 1-1 0 0,-4 32 1 0 0,4-11 5 0 0,2 1 0 0 0,2-1 0 0 0,2 1 1 0 0,3 0-1 0 0,2 0 0 0 0,13 62 0 0 0,-9-79 187 0 0,3 1 0 0 0,0-1 0 0 0,3-1 0 0 0,1 0 0 0 0,2-1-1 0 0,1 0 1 0 0,1-1 0 0 0,3-2 0 0 0,32 43 0 0 0,-24-40-133 0 0,3-2 0 0 0,0 0 0 0 0,3-3 0 0 0,0 0 0 0 0,2-3 0 0 0,1-1 0 0 0,0-1 0 0 0,2-2 0 0 0,1-2 0 0 0,1-2 0 0 0,1-2 0 0 0,88 24 0 0 0,-59-26 205 0 0,0-2 0 0 0,123 5 0 0 0,147-22 48 0 0,-288 1-370 0 0,0-2 0 0 0,58-15-1 0 0,-83 13 103 0 0,-1-2 1 0 0,0 0-1 0 0,0-2 0 0 0,-1-2 0 0 0,37-22 0 0 0,81-53 478 0 0,108-69 472 0 0,83-107-1374 0 0,-267 205 384 0 0,-45 37 289 0 0,-1-1-1 0 0,-1-2 1 0 0,-1 0-1 0 0,-1-1 1 0 0,-1 0-1 0 0,-1-2 1 0 0,-1 0-1 0 0,-2-1 1 0 0,-1-1-1 0 0,-2 0 1 0 0,0-1-1 0 0,10-49 1 0 0,-18 53-184 0 0,-1 1 0 0 0,-1-1 0 0 0,-2 0 0 0 0,0 1 0 0 0,-2-1 0 0 0,-1 1 0 0 0,-1-1 0 0 0,-2 1 0 0 0,0 0 0 0 0,-2 1 0 0 0,0-1 0 0 0,-2 2 0 0 0,-1-1 0 0 0,-1 1 0 0 0,-1 1 0 0 0,-1 0 1 0 0,0 1-1 0 0,-2 1 0 0 0,-1 0 0 0 0,-31-29 0 0 0,-33-24 343 0 0,-174-119 1 0 0,212 167-282 0 0,-1 2 0 0 0,-2 2 0 0 0,0 1 0 0 0,-1 3 0 0 0,-79-20 1 0 0,-253-29-690 0 0,343 61 397 0 0,-150-14-430 0 0,152 19 386 0 0,-1 1 0 0 0,0 2 1 0 0,-46 8-1 0 0,36-2-60 0 0,0 2 0 0 0,1 3 0 0 0,-68 27 0 0 0,87-28-105 0 0,1 1-1 0 0,0 0 0 0 0,1 2 1 0 0,1 1-1 0 0,0 0 1 0 0,1 2-1 0 0,-26 28 1 0 0,22-17-2448 0 0,-31 46 0 0 0,39-49-558 0 0</inkml:trace>
</inkml:ink>
</file>

<file path=ppt/ink/ink2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4:59.4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1566 143 2761 0 0,'-13'-10'756'0'0,"0"-1"0"0"0,0 2 1 0 0,-1 0-1 0 0,-1 1 1 0 0,1 0-1 0 0,-1 1 1 0 0,-29-9-1 0 0,-13-8 541 0 0,36 16-972 0 0,-1 1 0 0 0,1 0 0 0 0,-1 2 0 0 0,0 0 0 0 0,-1 2 0 0 0,1 0-1 0 0,-1 2 1 0 0,0 0 0 0 0,1 1 0 0 0,-26 4 0 0 0,-3 3-433 0 0,1 3 0 0 0,0 2 0 0 0,-65 23 0 0 0,74-22-65 0 0,1 2 1 0 0,0 2-1 0 0,2 2 0 0 0,0 1 1 0 0,1 2-1 0 0,-58 44 1 0 0,46-19-25 0 0,3 2 1 0 0,1 2 0 0 0,-50 75 0 0 0,35-44-220 0 0,39-54 260 0 0,2 2 0 0 0,1 0 0 0 0,2 1-1 0 0,-25 65 1 0 0,-26 140 169 0 0,59-200 24 0 0,1-1-1 0 0,1 1 0 0 0,1 37 1 0 0,5-56 40 0 0,0 1 0 0 0,2-1 0 0 0,0 0 0 0 0,1 0 0 0 0,1 0 0 0 0,0 0 0 0 0,1-1 0 0 0,12 25 0 0 0,-6-19-149 0 0,1 0 0 0 0,1-1 0 0 0,1-1 0 0 0,1 0 0 0 0,0-1 0 0 0,2-1 0 0 0,26 24 0 0 0,11 2 507 0 0,76 47 1 0 0,-47-35-191 0 0,-36-22-654 0 0,1-3 1 0 0,1-2-1 0 0,71 31 0 0 0,129 40-1581 0 0,-226-92 1878 0 0,1-1-1 0 0,0-1 1 0 0,0-1-1 0 0,47 3 0 0 0,-28-6-330 0 0,84-7 0 0 0,-88-1 601 0 0,0-3-1 0 0,0-1 1 0 0,70-28 0 0 0,8-3 196 0 0,11 10-251 0 0,-84 22-63 0 0,0-2-1 0 0,0-2 1 0 0,44-20 0 0 0,-2-11-195 0 0,-50 24 1 0 0,1 2-1 0 0,49-17 0 0 0,-65 27 252 0 0,-1-1 0 0 0,-1 0 0 0 0,1-2-1 0 0,-2 0 1 0 0,1-1 0 0 0,-2-1 0 0 0,0-1 0 0 0,0 0 0 0 0,-1-1 0 0 0,-1-1 0 0 0,20-26 0 0 0,-1 0 470 0 0,20-24-336 0 0,53-85 0 0 0,-74 102-14 0 0,-20 30 41 0 0,0-1 1 0 0,11-23 0 0 0,-21 34-59 0 0,0 1 0 0 0,0-1 0 0 0,0 1 0 0 0,-1-1 0 0 0,0 0 1 0 0,-1 0-1 0 0,0 0 0 0 0,0 0 0 0 0,-1-9 0 0 0,-5-32 881 0 0,-18-82 0 0 0,5 41-585 0 0,6 40-359 0 0,-2 0-1 0 0,-3 1 1 0 0,-2 1 0 0 0,-27-52-1 0 0,23 50-160 0 0,14 33 96 0 0,-1 0 1 0 0,0 1-1 0 0,-1 0 1 0 0,0 1-1 0 0,-2 0 1 0 0,0 0-1 0 0,-1 2 0 0 0,0 0 1 0 0,-29-22-1 0 0,13 15-15 0 0,-1 2 0 0 0,-1 1 0 0 0,0 2 0 0 0,-53-19 1 0 0,52 23-28 0 0,-20-9 10 0 0,0 2 0 0 0,-1 3-1 0 0,-92-16 1 0 0,42 18 312 0 0,-120-10-453 0 0,210 24-357 0 0,0 1 0 0 0,0 1 0 0 0,0 0 1 0 0,0 0-1 0 0,0 2 0 0 0,0 0 0 0 0,1 0 1 0 0,-1 1-1 0 0,1 1 0 0 0,0 0 0 0 0,-16 11 0 0 0,4 0-758 0 0</inkml:trace>
</inkml:ink>
</file>

<file path=ppt/ink/ink2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5:28.9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1357 258 1376 0 0,'20'-37'1671'0'0,"-9"16"27"0"0,19-44-1 0 0,-28 57-617 0 0,0 0 0 0 0,0 0 0 0 0,0-1 0 0 0,-1 1 0 0 0,0-13-1 0 0,-1 21-1022 0 0,0-1 0 0 0,0 1-1 0 0,0-1 1 0 0,0 0-1 0 0,-1 1 1 0 0,1-1 0 0 0,0 1-1 0 0,-1-1 1 0 0,1 1-1 0 0,0-1 1 0 0,-1 1-1 0 0,1-1 1 0 0,-1 1 0 0 0,1-1-1 0 0,-1 1 1 0 0,1-1-1 0 0,-1 1 1 0 0,1 0-1 0 0,-1-1 1 0 0,1 1 0 0 0,-1 0-1 0 0,1 0 1 0 0,-1-1-1 0 0,0 1 1 0 0,1 0 0 0 0,-1 0-1 0 0,1 0 1 0 0,-1 0-1 0 0,0 0 1 0 0,1 0-1 0 0,-1 0 1 0 0,0 0 0 0 0,1 0-1 0 0,-1 0 1 0 0,1 0-1 0 0,-1 0 1 0 0,0 0 0 0 0,1 0-1 0 0,-1 0 1 0 0,1 1-1 0 0,-1-1 1 0 0,0 0-1 0 0,0 1 1 0 0,-28 10 470 0 0,6 2-388 0 0,1 1 0 0 0,0 1 0 0 0,1 0 1 0 0,1 2-1 0 0,0 1 0 0 0,1 0 0 0 0,-31 41 0 0 0,-98 162-573 0 0,131-191 429 0 0,-242 411 271 0 0,82-57-186 0 0,113-232-66 0 0,20-40-14 0 0,-32 121 0 0 0,-13 121 0 0 0,-1 4 0 0 0,-24 129-32 0 0,27 6 0 0 0,80-449-4 0 0,3 0 1 0 0,1 1-1 0 0,2-1 1 0 0,2 1-1 0 0,2-1 1 0 0,17 80 0 0 0,-20-121 23 0 0,1 0 0 0 0,0 1 1 0 0,0-1-1 0 0,0 0 1 0 0,0 0-1 0 0,1 0 0 0 0,-1 0 1 0 0,1 0-1 0 0,0 0 1 0 0,0 0-1 0 0,0 0 1 0 0,0-1-1 0 0,0 1 0 0 0,1-1 1 0 0,-1 0-1 0 0,1 1 1 0 0,0-1-1 0 0,4 2 0 0 0,-4-2-35 0 0,1-1 0 0 0,0 0 0 0 0,0 0-1 0 0,0 0 1 0 0,0 0 0 0 0,0-1 0 0 0,0 1-1 0 0,0-1 1 0 0,0 0 0 0 0,0-1 0 0 0,0 1-1 0 0,0-1 1 0 0,0 1 0 0 0,0-1 0 0 0,4-2-1 0 0,37-11 52 0 0,-1-2 0 0 0,-1-1 0 0 0,80-47 0 0 0,-108 54 35 0 0,0-1 0 0 0,-1-1 0 0 0,0 0 0 0 0,-1-1 0 0 0,0-1 0 0 0,-1 0-1 0 0,19-30 1 0 0,1-8 215 0 0,26-60-1 0 0,-17 30-126 0 0,55-111 44 0 0,36-67 18 0 0,-81 166-189 0 0,-4-2 0 0 0,53-158 0 0 0,106-322 160 0 0,-125 360-16 0 0,4-15 155 0 0,-67 174-241 0 0,-3-1 1 0 0,9-67-1 0 0,-17 72-26 0 0,59-321-10 0 0,-51 310-26 0 0,-2 0 0 0 0,6-113 0 0 0,-18 128 1 0 0,-1 0 1 0 0,-3 1 0 0 0,-2-1-1 0 0,-14-63 1 0 0,13 86 25 0 0,-22-80 316 0 0,24 91-286 0 0,-1 2 1 0 0,-1-1-1 0 0,0 0 0 0 0,-1 1 0 0 0,-10-14 0 0 0,14 24-41 0 0,1-1-1 0 0,-1 1 1 0 0,0 0 0 0 0,1 0-1 0 0,-1 1 1 0 0,-1-1-1 0 0,1 0 1 0 0,0 1 0 0 0,-1 0-1 0 0,1 0 1 0 0,-1 0-1 0 0,0 0 1 0 0,1 1 0 0 0,-1-1-1 0 0,0 1 1 0 0,0 0-1 0 0,0 0 1 0 0,0 0 0 0 0,0 1-1 0 0,0-1 1 0 0,0 1-1 0 0,0 0 1 0 0,0 0 0 0 0,-1 1-1 0 0,-5 0 1 0 0,1 2-410 0 0,1-1 1 0 0,-1 1-1 0 0,1 1 1 0 0,0-1 0 0 0,0 1-1 0 0,1 1 1 0 0,-1 0-1 0 0,1 0 1 0 0,0 0-1 0 0,0 1 1 0 0,-6 7 0 0 0,-8 9-4827 0 0</inkml:trace>
</inkml:ink>
</file>

<file path=ppt/ink/ink2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5:30.4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1150 43 4145 0 0,'2'-32'1408'0'0,"-3"31"-1362"0"0,1 0 0 0 0,0 1 0 0 0,0-1 0 0 0,-1 1 0 0 0,1-1 0 0 0,0 1 0 0 0,0-1 0 0 0,-1 1 0 0 0,1 0 0 0 0,-1-1 0 0 0,1 1 0 0 0,0-1 0 0 0,-1 1 1 0 0,1 0-1 0 0,-1-1 0 0 0,1 1 0 0 0,-1 0 0 0 0,1-1 0 0 0,-1 1 0 0 0,1 0 0 0 0,-1 0 0 0 0,1-1 0 0 0,-1 1 0 0 0,0 0 0 0 0,1 0 0 0 0,-1 0 0 0 0,1 0 0 0 0,-1 0 0 0 0,0 0 0 0 0,1 0 0 0 0,-1 0 0 0 0,1 0 0 0 0,-1 0 0 0 0,1 0 0 0 0,-1 0 0 0 0,1 1 0 0 0,-1-1 0 0 0,0 0 0 0 0,1 0 0 0 0,-1 1 0 0 0,1-1 0 0 0,-1 0 0 0 0,1 0 0 0 0,-1 1 0 0 0,-31 17 1076 0 0,24-14-722 0 0,-18 13-1 0 0,0 0 0 0 0,1 2 0 0 0,1 1 0 0 0,-25 27 0 0 0,-24 20-383 0 0,33-32 159 0 0,1 2-1 0 0,2 2 1 0 0,2 2 0 0 0,-51 74 0 0 0,-25 55-454 0 0,7 5 0 0 0,-137 316 0 0 0,205-400 558 0 0,3 1 0 0 0,5 2 0 0 0,4 1 0 0 0,4 1 0 0 0,-10 143 0 0 0,28-219-111 0 0,1 0 0 0 0,2 0-1 0 0,0 1 1 0 0,0-1 0 0 0,10 37 0 0 0,-9-51-137 0 0,0 0 0 0 0,0 0 0 0 0,1 0 0 0 0,-1 0 1 0 0,1-1-1 0 0,1 1 0 0 0,-1-1 0 0 0,1 0 0 0 0,0 0 1 0 0,0 0-1 0 0,0-1 0 0 0,1 1 0 0 0,0-1 1 0 0,0 0-1 0 0,0 0 0 0 0,0-1 0 0 0,0 1 0 0 0,1-1 1 0 0,0-1-1 0 0,-1 1 0 0 0,1-1 0 0 0,12 3 0 0 0,-5 0-27 0 0,2-2-1 0 0,-1 0 0 0 0,0-1 0 0 0,0 0 0 0 0,1-1 0 0 0,-1-1 1 0 0,1 0-1 0 0,-1-1 0 0 0,1 0 0 0 0,-1-1 0 0 0,0-1 1 0 0,1 0-1 0 0,-1-1 0 0 0,-1-1 0 0 0,1 0 0 0 0,-1-1 0 0 0,0 0 1 0 0,0-1-1 0 0,-1-1 0 0 0,21-15 0 0 0,21-21 49 0 0,-3-2-1 0 0,-1-2 1 0 0,-3-2-1 0 0,-2-2 1 0 0,-2-3-1 0 0,-2-1 1 0 0,49-92-1 0 0,7-49-13 0 0,37-68 272 0 0,-92 189-245 0 0,-3-2-1 0 0,55-159 1 0 0,-58 123 14 0 0,99-208 0 0 0,-117 288-115 0 0,-11 23-94 0 0,0 0 0 0 0,-1 0 1 0 0,-1-1-1 0 0,0 0 0 0 0,0 0 1 0 0,4-23-1 0 0,-9 32 148 0 0,0-1-1 0 0,-1 1 1 0 0,0-1-1 0 0,1 1 1 0 0,-1-1-1 0 0,0 1 1 0 0,-1 0-1 0 0,1-1 1 0 0,-1 1-1 0 0,1 0 1 0 0,-1 0 0 0 0,0 0-1 0 0,0 0 1 0 0,0 0-1 0 0,0 1 1 0 0,-1-1-1 0 0,1 0 1 0 0,-1 1-1 0 0,0 0 1 0 0,0 0-1 0 0,0 0 1 0 0,0 0-1 0 0,0 0 1 0 0,-5-2-1 0 0,-1-1 225 0 0,-1 0-1 0 0,0 1 1 0 0,0 0-1 0 0,-1 0 1 0 0,1 1-1 0 0,-21-3 1 0 0,18 6-128 0 0,-1 0-1 0 0,0 0 1 0 0,0 2 0 0 0,1-1 0 0 0,-1 2 0 0 0,1 0 0 0 0,0 1 0 0 0,-1 0 0 0 0,2 1 0 0 0,-1 0 0 0 0,0 1 0 0 0,1 0 0 0 0,0 1 0 0 0,-17 14-1 0 0,0 1-985 0 0,2 1 0 0 0,1 2 0 0 0,1 1-1 0 0,-33 42 1 0 0,39-41-2769 0 0,2 2-972 0 0</inkml:trace>
</inkml:ink>
</file>

<file path=ppt/ink/ink2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6:04.2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 1840 0 0,'12'-2'6342'0'0,"-15"17"-5498"0"0,0 1 1 0 0,1-1-1 0 0,0 33 1 0 0,1-44-981 0 0,1 0 0 0 0,0 0 0 0 0,1 0 0 0 0,-1 0 0 0 0,1 0 0 0 0,0-1 0 0 0,0 1 0 0 0,0 0 1 0 0,0 0-1 0 0,1-1 0 0 0,-1 1 0 0 0,1 0 0 0 0,0-1 0 0 0,0 0 0 0 0,0 1 0 0 0,1-1 0 0 0,-1 0 0 0 0,1 0 0 0 0,-1 0 1 0 0,1-1-1 0 0,0 1 0 0 0,6 3 0 0 0</inkml:trace>
</inkml:ink>
</file>

<file path=ppt/ink/ink2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6:05.1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142 9 920 0 0,'-7'-8'7443'0'0,"6"8"-7327"0"0,1 79 1387 0 0,2-30-243 0 0,0 165 910 0 0,38 270 0 0 0,-20-294-1897 0 0,-9 1 1 0 0,-7 0-1 0 0,-33 290 1 0 0,20-402-274 0 0,-7 115 0 0 0,-17 420-237 0 0,30-570 234 0 0,-36 212 69 0 0,24-177-46 0 0,3 0-1 0 0,-3 104 0 0 0,5 84 165 0 0,0 0-467 0 0,-1 42 213 0 0,0 57 42 0 0,33 29 1201 0 0,-17-311-661 0 0,-4-1 0 0 0,-11 94 1 0 0,-1 43 258 0 0,10-212-1486 0 0,1 0-1 0 0,1 0 0 0 0,-1 0 0 0 0,1 0 1 0 0,1-1-1 0 0,0 1 0 0 0,0 0 1 0 0,5 13-1 0 0</inkml:trace>
</inkml:ink>
</file>

<file path=ppt/ink/ink2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6:05.9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81 35 3225 0 0,'-11'-10'127'0'0,"7"7"437"0"0,0-1-1 0 0,0 1 1 0 0,0 0 0 0 0,-1 0-1 0 0,1 0 1 0 0,-6-2 0 0 0,9 5-465 0 0,0 0 0 0 0,0-1 0 0 0,0 1 1 0 0,0 0-1 0 0,0 0 0 0 0,1 0 0 0 0,-1 0 0 0 0,0 0 0 0 0,0 0 1 0 0,0 0-1 0 0,0 0 0 0 0,0 1 0 0 0,0-1 0 0 0,0 0 1 0 0,0 1-1 0 0,1-1 0 0 0,-1 0 0 0 0,0 1 0 0 0,0-1 1 0 0,0 1-1 0 0,1-1 0 0 0,-1 1 0 0 0,0-1 0 0 0,1 1 1 0 0,-1 0-1 0 0,0-1 0 0 0,1 1 0 0 0,-1 0 0 0 0,1-1 0 0 0,-1 1 1 0 0,1 0-1 0 0,-1 0 0 0 0,1 0 0 0 0,0-1 0 0 0,-1 1 1 0 0,1 0-1 0 0,0 0 0 0 0,0 0 0 0 0,-1 0 0 0 0,1 0 1 0 0,0 1-1 0 0,-2 10 215 0 0,0 0-1 0 0,0 0 1 0 0,2 0 0 0 0,-1-1-1 0 0,1 1 1 0 0,1 0 0 0 0,0 0 0 0 0,4 16-1 0 0,28 94 1132 0 0,-32-119-1398 0 0,9 28 291 0 0,1-1 0 0 0,2 0-1 0 0,1 0 1 0 0,1-2 0 0 0,24 36 0 0 0,-32-54-205 0 0,1 0 0 0 0,0-1 0 0 0,0 1 0 0 0,1-1 0 0 0,0-1 1 0 0,0 0-1 0 0,1 0 0 0 0,0-1 0 0 0,1 0 0 0 0,-1-1 1 0 0,1 0-1 0 0,1-1 0 0 0,-1 0 0 0 0,1-1 0 0 0,0 0 1 0 0,0-1-1 0 0,12 2 0 0 0,-20-4-111 0 0,-1 0 0 0 0,1-1 0 0 0,0 0 0 0 0,0 0 0 0 0,0 0 0 0 0,0 0 0 0 0,-1 0 1 0 0,1-1-1 0 0,0 0 0 0 0,0 0 0 0 0,0 0 0 0 0,-1 0 0 0 0,1 0 0 0 0,-1-1 0 0 0,1 1 0 0 0,-1-1 0 0 0,1 0 0 0 0,-1 0 0 0 0,0-1 0 0 0,0 1 0 0 0,0-1 0 0 0,0 1 1 0 0,-1-1-1 0 0,1 0 0 0 0,-1 0 0 0 0,1 0 0 0 0,-1 0 0 0 0,0 0 0 0 0,0-1 0 0 0,-1 1 0 0 0,1-1 0 0 0,-1 1 0 0 0,1-1 0 0 0,-1 0 0 0 0,0 1 0 0 0,-1-1 0 0 0,1-4 1 0 0,1-3-53 0 0,-1 0 0 0 0,-1 0 0 0 0,0 0 0 0 0,0 0 0 0 0,-1 0 1 0 0,-1 1-1 0 0,0-1 0 0 0,0 0 0 0 0,-1 1 0 0 0,0-1 0 0 0,-1 1 1 0 0,-6-12-1 0 0,9 19-25 0 0,-1 0 0 0 0,0-1 0 0 0,0 1 0 0 0,0 0 1 0 0,0 0-1 0 0,-1 0 0 0 0,1 1 0 0 0,-1-1 0 0 0,0 0 1 0 0,1 1-1 0 0,-1 0 0 0 0,0 0 0 0 0,-1 0 0 0 0,1 0 0 0 0,0 0 1 0 0,-1 0-1 0 0,-3 0 0 0 0,5 1-23 0 0,-1 1 0 0 0,0 0 0 0 0,1 0 0 0 0,-1 0-1 0 0,1 0 1 0 0,-1 1 0 0 0,0-1 0 0 0,1 0 0 0 0,-1 1 0 0 0,1 0 0 0 0,-1 0 0 0 0,1 0 0 0 0,-1 0 0 0 0,1 0-1 0 0,0 0 1 0 0,0 1 0 0 0,-1-1 0 0 0,1 1 0 0 0,0-1 0 0 0,0 1 0 0 0,0 0 0 0 0,1 0 0 0 0,-1 0 0 0 0,-3 4-1 0 0,-5 10-734 0 0,0-1 0 0 0,0 1-1 0 0,2 1 1 0 0,0 0 0 0 0,1 0-1 0 0,0 1 1 0 0,-4 20 0 0 0,5-9-3442 0 0</inkml:trace>
</inkml:ink>
</file>

<file path=ppt/ink/ink2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6:06.3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 1 3225 0 0,'-3'1'165'0'0,"0"0"0"0"0,0 0 0 0 0,0 0 0 0 0,0 1 0 0 0,1 0 0 0 0,-1-1 0 0 0,1 1 0 0 0,-1 0 0 0 0,1 0 0 0 0,0 1 0 0 0,0-1 0 0 0,0 0 0 0 0,0 1 0 0 0,0-1 0 0 0,0 1 0 0 0,-2 4 0 0 0,2-2 300 0 0,0 1 0 0 0,0 0 1 0 0,0 0-1 0 0,1 0 1 0 0,-1 0-1 0 0,1 0 0 0 0,0 13 1 0 0,2-5 261 0 0,-1 0-1 0 0,2 0 1 0 0,0-1 0 0 0,0 1 0 0 0,2 0 0 0 0,8 24 0 0 0,-6-25-370 0 0,1-1 1 0 0,0 0 0 0 0,1 0 0 0 0,0-1 0 0 0,0 0 0 0 0,1 0 0 0 0,1-1 0 0 0,0 0-1 0 0,0-1 1 0 0,23 16 0 0 0,-24-19-256 0 0,-1 0 1 0 0,1-1-1 0 0,1-1 0 0 0,-1 1 0 0 0,0-2 0 0 0,1 1 1 0 0,0-1-1 0 0,0 0 0 0 0,0-1 0 0 0,0-1 0 0 0,0 1 1 0 0,0-1-1 0 0,0-1 0 0 0,1 0 0 0 0,15-2 0 0 0,-23 1-89 0 0,1 0 0 0 0,-1-1-1 0 0,1 1 1 0 0,-1-1 0 0 0,0 0 0 0 0,1 0-1 0 0,-1 0 1 0 0,0 0 0 0 0,0 0-1 0 0,-1 0 1 0 0,1-1 0 0 0,0 0-1 0 0,-1 1 1 0 0,1-1 0 0 0,-1 0 0 0 0,0 0-1 0 0,0-1 1 0 0,0 1 0 0 0,-1 0-1 0 0,1 0 1 0 0,1-6 0 0 0,-2 6-24 0 0,0 0 0 0 0,0 1 0 0 0,-1-1 0 0 0,1 0 1 0 0,-1 0-1 0 0,1 1 0 0 0,-1-1 0 0 0,0 0 0 0 0,0 0 1 0 0,0 0-1 0 0,0 1 0 0 0,-1-1 0 0 0,1 0 0 0 0,-1 0 0 0 0,0 1 1 0 0,0-1-1 0 0,0 0 0 0 0,0 1 0 0 0,0-1 0 0 0,-1 1 0 0 0,1-1 1 0 0,-1 1-1 0 0,1 0 0 0 0,-1 0 0 0 0,0-1 0 0 0,0 1 0 0 0,0 0 1 0 0,0 1-1 0 0,-3-3 0 0 0,4 3-22 0 0,0 0 0 0 0,0 0 0 0 0,-1 0-1 0 0,1 1 1 0 0,-1-1 0 0 0,1 1 0 0 0,0-1 0 0 0,-1 1 0 0 0,1-1-1 0 0,-1 1 1 0 0,1 0 0 0 0,-1-1 0 0 0,1 1 0 0 0,-1 0 0 0 0,0 0 0 0 0,1 0-1 0 0,-1 0 1 0 0,1 1 0 0 0,-1-1 0 0 0,1 0 0 0 0,-1 1 0 0 0,1-1-1 0 0,-1 1 1 0 0,-1 0 0 0 0,0 1-131 0 0,0 0 0 0 0,0 1 0 0 0,1-1 0 0 0,-1 0 0 0 0,1 1 0 0 0,-1 0 0 0 0,1-1 0 0 0,0 1 0 0 0,0 0 0 0 0,-2 5 0 0 0,-1 2-537 0 0,0 0-1 0 0,1 0 0 0 0,1 1 1 0 0,0-1-1 0 0,0 1 0 0 0,-1 12 1 0 0,2-2-648 0 0</inkml:trace>
</inkml:ink>
</file>

<file path=ppt/ink/ink2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6:06.7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35 116 6913 0 0,'-1'-1'146'0'0,"0"1"0"0"0,-1 0 0 0 0,1-1-1 0 0,0 1 1 0 0,-1 0 0 0 0,1 0-1 0 0,-1 0 1 0 0,1 0 0 0 0,0 0-1 0 0,-1 1 1 0 0,1-1 0 0 0,-1 0 0 0 0,1 1-1 0 0,0-1 1 0 0,0 1 0 0 0,-1-1-1 0 0,1 1 1 0 0,-2 0 0 0 0,2 1 57 0 0,0-1 0 0 0,1 1 0 0 0,-1-1 1 0 0,0 1-1 0 0,0 0 0 0 0,1-1 0 0 0,-1 1 1 0 0,1 0-1 0 0,-1-1 0 0 0,1 1 0 0 0,0 0 1 0 0,-1-1-1 0 0,1 1 0 0 0,0 0 0 0 0,0 2 0 0 0,1 9 38 0 0,0 1-1 0 0,1 0 0 0 0,1-1 1 0 0,0 1-1 0 0,0-1 0 0 0,2 0 1 0 0,-1 0-1 0 0,2 0 0 0 0,0-1 1 0 0,0 1-1 0 0,1-2 0 0 0,1 1 1 0 0,-1-1-1 0 0,2 0 0 0 0,0 0 1 0 0,0-1-1 0 0,1-1 0 0 0,0 1 0 0 0,18 11 1 0 0,-23-18-211 0 0,0-1-1 0 0,0 0 1 0 0,0 0 0 0 0,0 0 0 0 0,1-1 0 0 0,-1 0-1 0 0,0 0 1 0 0,1 0 0 0 0,-1-1 0 0 0,1 1-1 0 0,-1-1 1 0 0,1-1 0 0 0,-1 1 0 0 0,1-1 0 0 0,-1 0-1 0 0,0 0 1 0 0,1 0 0 0 0,-1-1 0 0 0,0 0-1 0 0,0 0 1 0 0,0 0 0 0 0,0-1 0 0 0,-1 0 0 0 0,1 0-1 0 0,0 0 1 0 0,-1 0 0 0 0,0-1 0 0 0,0 1 0 0 0,0-1-1 0 0,0 0 1 0 0,-1 0 0 0 0,0-1 0 0 0,1 1-1 0 0,-1-1 1 0 0,-1 1 0 0 0,1-1 0 0 0,-1 0 0 0 0,0 0-1 0 0,0-1 1 0 0,0 1 0 0 0,1-10 0 0 0,-1-2 45 0 0,0 0 0 0 0,-1 0 0 0 0,-1 0 1 0 0,0 0-1 0 0,-2 0 0 0 0,-5-31 0 0 0,4 36-153 0 0,0 0 0 0 0,-1 0 0 0 0,0 0 0 0 0,-1 1 0 0 0,0 0 0 0 0,-1 0 0 0 0,0 0 0 0 0,0 1 0 0 0,-1-1 0 0 0,-11-10 0 0 0,16 19-76 0 0,-1-1 0 0 0,1 1 1 0 0,-1 0-1 0 0,0 0 0 0 0,0 0 1 0 0,0 0-1 0 0,0 1 0 0 0,-4-3 1 0 0,-9 0-992 0 0</inkml:trace>
</inkml:ink>
</file>

<file path=ppt/ink/ink2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6:08.5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47 134 1376 0 0,'-4'-3'442'0'0,"0"0"0"0"0,0 0-1 0 0,0 0 1 0 0,1 0-1 0 0,-1-1 1 0 0,1 1 0 0 0,0-1-1 0 0,0 0 1 0 0,0 0-1 0 0,0 0 1 0 0,1-1 0 0 0,0 1-1 0 0,-3-6 1 0 0,6 9-390 0 0,-1 1 1 0 0,0-1-1 0 0,0 1 0 0 0,0-1 1 0 0,0 1-1 0 0,1-1 1 0 0,-1 1-1 0 0,0 0 0 0 0,0-1 1 0 0,1 1-1 0 0,-1-1 0 0 0,0 1 1 0 0,1-1-1 0 0,-1 1 1 0 0,0 0-1 0 0,1-1 0 0 0,-1 1 1 0 0,1 0-1 0 0,-1-1 1 0 0,1 1-1 0 0,-1 0 0 0 0,1 0 1 0 0,-1 0-1 0 0,1-1 0 0 0,-1 1 1 0 0,1 0-1 0 0,-1 0 1 0 0,1 0-1 0 0,-1 0 0 0 0,1 0 1 0 0,-1 0-1 0 0,1 0 0 0 0,-1 0 1 0 0,1 0-1 0 0,-1 0 1 0 0,1 0-1 0 0,-1 0 0 0 0,1 0 1 0 0,-1 0-1 0 0,1 1 0 0 0,-1-1 1 0 0,1 0-1 0 0,-1 0 1 0 0,1 0-1 0 0,0 1 0 0 0,23 10 782 0 0,-8-1-219 0 0,-1 2-1 0 0,0 0 0 0 0,0 0 0 0 0,18 22 1 0 0,48 66 1041 0 0,-39-46-1455 0 0,-26-32-147 0 0,-27-41 223 0 0,10 18-263 0 0,-64-129 748 0 0,60 118-785 0 0,0-1 1 0 0,1 0-1 0 0,1 1 0 0 0,0-1 0 0 0,0-1 0 0 0,2 1 0 0 0,-1 0 1 0 0,2-26-1 0 0,0 37 20 0 0,0 0 0 0 0,0 1 1 0 0,0-1-1 0 0,0 0 0 0 0,0 1 0 0 0,1-1 0 0 0,-1 0 1 0 0,1 0-1 0 0,-1 1 0 0 0,1-1 0 0 0,0 1 0 0 0,-1-1 1 0 0,1 1-1 0 0,0-1 0 0 0,0 1 0 0 0,0-1 1 0 0,0 1-1 0 0,0 0 0 0 0,1-1 0 0 0,-1 1 0 0 0,0 0 1 0 0,0 0-1 0 0,1 0 0 0 0,-1 0 0 0 0,1 0 0 0 0,-1 0 1 0 0,1 0-1 0 0,0 1 0 0 0,-1-1 0 0 0,1 1 1 0 0,-1-1-1 0 0,1 1 0 0 0,0-1 0 0 0,0 1 0 0 0,3 0 1 0 0,-1 0 18 0 0,1 1 1 0 0,0 0-1 0 0,0 0 1 0 0,0 0 0 0 0,-1 1-1 0 0,1 0 1 0 0,-1 0-1 0 0,1 0 1 0 0,-1 0-1 0 0,0 1 1 0 0,6 3 0 0 0,41 34 114 0 0,-36-27-424 0 0,-1-1 1 0 0,2-1-1 0 0,-1 0 0 0 0,2-1 1 0 0,-1-1-1 0 0,1-1 0 0 0,26 10 1 0 0,9-4-2362 0 0,-28-7-1780 0 0</inkml:trace>
</inkml:ink>
</file>

<file path=ppt/ink/ink2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6:09.1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1 468 4609 0 0,'13'8'7134'0'0,"16"24"-4685"0"0,3 3-1475 0 0,-27-31-921 0 0,1 0 1 0 0,0 0-1 0 0,0 0 1 0 0,0-1-1 0 0,1 0 1 0 0,-1 0-1 0 0,1-1 1 0 0,0 0-1 0 0,-1 0 1 0 0,1 0-1 0 0,0-1 1 0 0,0 0-1 0 0,0-1 1 0 0,0 1-1 0 0,0-1 1 0 0,12-2-1 0 0,-18 2-54 0 0,-1 0-1 0 0,1-1 1 0 0,-1 1-1 0 0,1 0 0 0 0,-1-1 1 0 0,1 1-1 0 0,-1-1 0 0 0,0 1 1 0 0,1 0-1 0 0,-1-1 1 0 0,0 1-1 0 0,1-1 0 0 0,-1 1 1 0 0,0-1-1 0 0,0 1 0 0 0,1-1 1 0 0,-1 0-1 0 0,0 1 1 0 0,0-1-1 0 0,0 1 0 0 0,0-1 1 0 0,0 1-1 0 0,0-1 0 0 0,0 0 1 0 0,0 1-1 0 0,0-1 1 0 0,0 1-1 0 0,0-1 0 0 0,0 1 1 0 0,0-1-1 0 0,0 0 0 0 0,-6-26-175 0 0,4 19 140 0 0,-6-43 24 0 0,3 32 13 0 0,1-1 0 0 0,2-1-1 0 0,0 1 1 0 0,1 0 0 0 0,0-1 0 0 0,4-20 0 0 0,-3 40 7 0 0,0 0-1 0 0,0 0 1 0 0,0 0 0 0 0,0 0-1 0 0,0 0 1 0 0,0 0-1 0 0,1 0 1 0 0,-1 0-1 0 0,0 0 1 0 0,1 1-1 0 0,-1-1 1 0 0,1 0 0 0 0,-1 0-1 0 0,1 0 1 0 0,-1 0-1 0 0,1 1 1 0 0,-1-1-1 0 0,1 0 1 0 0,0 1-1 0 0,-1-1 1 0 0,1 0-1 0 0,0 1 1 0 0,0-1 0 0 0,-1 1-1 0 0,1-1 1 0 0,0 1-1 0 0,0-1 1 0 0,0 1-1 0 0,0 0 1 0 0,0-1-1 0 0,0 1 1 0 0,0 0-1 0 0,-1 0 1 0 0,1 0 0 0 0,0 0-1 0 0,0 0 1 0 0,0 0-1 0 0,0 0 1 0 0,0 0-1 0 0,0 0 1 0 0,0 0-1 0 0,0 0 1 0 0,0 0 0 0 0,0 1-1 0 0,0-1 1 0 0,0 0-1 0 0,-1 1 1 0 0,1-1-1 0 0,0 1 1 0 0,0-1-1 0 0,0 1 1 0 0,0 0-1 0 0,9 6 136 0 0,0-1 0 0 0,-1 2 0 0 0,14 13 0 0 0,-6-6-2 0 0,-1-1 138 0 0,22 15-37 0 0,-35-28-227 0 0,-1 1 1 0 0,1-1-1 0 0,-1 0 1 0 0,1 0-1 0 0,0 0 1 0 0,-1 0-1 0 0,1-1 1 0 0,0 1-1 0 0,-1 0 1 0 0,1-1-1 0 0,0 0 1 0 0,0 0-1 0 0,5 0 1 0 0,-7-1-18 0 0,-1 1-1 0 0,1 0 1 0 0,0-1 0 0 0,-1 1 0 0 0,1-1-1 0 0,0 1 1 0 0,-1-1 0 0 0,1 1 0 0 0,0-1-1 0 0,-1 1 1 0 0,1-1 0 0 0,-1 0 0 0 0,1 1-1 0 0,-1-1 1 0 0,0 0 0 0 0,1 0 0 0 0,-1 1-1 0 0,0-1 1 0 0,1 0 0 0 0,-1 0 0 0 0,0 1-1 0 0,0-1 1 0 0,1 0 0 0 0,-1 0 0 0 0,0 0-1 0 0,0 1 1 0 0,0-1 0 0 0,0 0 0 0 0,-1-1-1 0 0,-2-31 44 0 0,2 26-17 0 0,-7-52-17 0 0,3 31-101 0 0,1 0-1 0 0,1-1 1 0 0,2 1-1 0 0,1 0 1 0 0,5-48-1 0 0,-4 71 73 0 0,0 1-1 0 0,0 0 0 0 0,0 0 0 0 0,1 0 0 0 0,-1 0 1 0 0,1 0-1 0 0,0 0 0 0 0,0 1 0 0 0,0-1 1 0 0,1 1-1 0 0,-1-1 0 0 0,1 1 0 0 0,5-5 1 0 0,-6 7 29 0 0,0 0 0 0 0,-1 0 0 0 0,1 0 0 0 0,0 0 0 0 0,0 0 0 0 0,0 0 1 0 0,0 1-1 0 0,0-1 0 0 0,0 1 0 0 0,0-1 0 0 0,0 1 0 0 0,0 0 1 0 0,0 0-1 0 0,0 0 0 0 0,0 0 0 0 0,0 0 0 0 0,0 0 0 0 0,0 0 1 0 0,0 1-1 0 0,0-1 0 0 0,0 1 0 0 0,0 0 0 0 0,0-1 0 0 0,0 1 0 0 0,0 0 1 0 0,-1 0-1 0 0,1 0 0 0 0,0 1 0 0 0,2 1 0 0 0,28 22 841 0 0,41 41 0 0 0,23 19 77 0 0,-85-76-1343 0 0,1-1 0 0 0,0 0 0 0 0,1-1-1 0 0,0 0 1 0 0,0-1 0 0 0,23 7 0 0 0,-8-6-628 0 0</inkml:trace>
</inkml:ink>
</file>

<file path=ppt/ink/ink2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6:09.5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15 10594 0 0,'-5'-14'5693'0'0,"21"43"-3584"0"0,23 58-1300 0 0,5-2 1 0 0,3-2-1 0 0,87 117 1 0 0,-119-182-837 0 0,0-1 0 0 0,1 0 1 0 0,1-1-1 0 0,1-1 0 0 0,20 14 0 0 0,31 14-2684 0 0,4-4-5498 0 0</inkml:trace>
</inkml:ink>
</file>

<file path=ppt/ink/ink2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6:09.9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71 344 6913 0 0,'-9'-7'126'0'0,"1"0"0"0"0,-1-1 0 0 0,1 0-1 0 0,-7-9 1 0 0,12 13-203 0 0,0-1 0 0 0,1 1 0 0 0,0-1 0 0 0,-1 1 0 0 0,2-1 0 0 0,-1 0 0 0 0,0 0 0 0 0,1 0 0 0 0,0 0 0 0 0,0 0-1 0 0,0-10 1 0 0,1 4 190 0 0,1 0 1 0 0,-1 0-1 0 0,2 0 0 0 0,0 0 0 0 0,0 0 0 0 0,1 1 0 0 0,0-1 0 0 0,1 1 0 0 0,0-1 0 0 0,8-13 0 0 0,-8 16 79 0 0,1 0 1 0 0,0 1-1 0 0,1 0 1 0 0,-1 0-1 0 0,1 0 0 0 0,0 0 1 0 0,1 1-1 0 0,0 0 0 0 0,0 1 1 0 0,0-1-1 0 0,1 1 1 0 0,-1 1-1 0 0,14-7 0 0 0,-20 11-141 0 0,0-1-1 0 0,1 1 1 0 0,-1-1-1 0 0,1 1 1 0 0,-1-1-1 0 0,1 1 1 0 0,-1 0-1 0 0,1 0 1 0 0,-1 0-1 0 0,1 0 0 0 0,-1 0 1 0 0,1 0-1 0 0,-1 0 1 0 0,1 0-1 0 0,-1 0 1 0 0,1 1-1 0 0,-1-1 1 0 0,1 1-1 0 0,-1-1 1 0 0,0 1-1 0 0,1 0 1 0 0,-1-1-1 0 0,2 2 1 0 0,-1 0-1 0 0,0 1 0 0 0,0-1 0 0 0,0 0 0 0 0,0 1 0 0 0,0-1 0 0 0,-1 1 0 0 0,1-1 0 0 0,-1 1 0 0 0,0 0 0 0 0,0-1 0 0 0,1 5 1 0 0,2 7 61 0 0,-1 0 0 0 0,0 1 0 0 0,0 24 0 0 0,-3-37-92 0 0,0 38 236 0 0,-2 0 0 0 0,-1 0 1 0 0,-15 63-1 0 0,0 7 3016 0 0,17-106-3030 0 0,1 0 1 0 0,0 0 0 0 0,0 0-1 0 0,0 0 1 0 0,0 0 0 0 0,1 0-1 0 0,-1 0 1 0 0,1-1 0 0 0,0 1 0 0 0,0 0-1 0 0,3 6 1 0 0,-3-9-207 0 0,-1 0-1 0 0,1 0 1 0 0,0 0 0 0 0,-1 0 0 0 0,1-1-1 0 0,0 1 1 0 0,-1 0 0 0 0,1-1 0 0 0,0 1-1 0 0,0 0 1 0 0,-1-1 0 0 0,1 1 0 0 0,0-1-1 0 0,0 1 1 0 0,0-1 0 0 0,0 0-1 0 0,0 1 1 0 0,0-1 0 0 0,2 0 0 0 0,-2 0-60 0 0,1 0 0 0 0,0 0 1 0 0,0 0-1 0 0,0-1 0 0 0,0 1 0 0 0,0 0 1 0 0,-1-1-1 0 0,1 0 0 0 0,0 1 1 0 0,-1-1-1 0 0,1 0 0 0 0,0 0 0 0 0,-1 0 1 0 0,3-2-1 0 0,29-25-2861 0 0</inkml:trace>
</inkml:ink>
</file>

<file path=ppt/ink/ink2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6:10.2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6 454 5529 0 0,'-1'0'29'0'0,"1"1"-1"0"0,0-1 0 0 0,-1 0 1 0 0,1 1-1 0 0,0-1 1 0 0,-1 1-1 0 0,1-1 1 0 0,0 0-1 0 0,-1 1 1 0 0,1-1-1 0 0,0 1 0 0 0,-1-1 1 0 0,1 1-1 0 0,0-1 1 0 0,0 1-1 0 0,0-1 1 0 0,0 1-1 0 0,0-1 0 0 0,-1 1 1 0 0,1-1-1 0 0,0 1 1 0 0,0 0-1 0 0,0-1 1 0 0,0 1-1 0 0,0-1 1 0 0,1 1-1 0 0,-1-1 0 0 0,0 1 1 0 0,0-1-1 0 0,0 1 1 0 0,0-1-1 0 0,1 1 1 0 0,-1-1-1 0 0,0 1 0 0 0,0-1 1 0 0,1 1-1 0 0,-1-1 1 0 0,0 0-1 0 0,1 1 1 0 0,-1-1-1 0 0,0 1 1 0 0,1-1-1 0 0,-1 0 0 0 0,1 1 1 0 0,-1-1-1 0 0,1 0 1 0 0,-1 0-1 0 0,1 1 1 0 0,-1-1-1 0 0,1 0 0 0 0,-1 0 1 0 0,1 0-1 0 0,0 1 1 0 0,1-1 163 0 0,1 0 0 0 0,-1 1 1 0 0,0-1-1 0 0,1 0 0 0 0,-1 0 1 0 0,0 0-1 0 0,1 0 0 0 0,-1-1 1 0 0,0 1-1 0 0,0-1 0 0 0,5-1 1 0 0,2-3 161 0 0,-1 0 0 0 0,0-1 0 0 0,0 0 0 0 0,0 0 0 0 0,0-1 0 0 0,-1 0 0 0 0,0 0 0 0 0,-1-1 0 0 0,0 1 0 0 0,0-2 1 0 0,0 1-1 0 0,5-13 0 0 0,-2 5-193 0 0,-1-2 1 0 0,-1 1-1 0 0,0-1 1 0 0,-2 0-1 0 0,6-30 1 0 0,-8 27-207 0 0,-1 0 1 0 0,0-1 0 0 0,-3-25 0 0 0,0 38-167 0 0,0-1 0 0 0,0 0 0 0 0,-1 1 0 0 0,0-1 0 0 0,-1 1 0 0 0,0-1 0 0 0,-1 1-1 0 0,0 0 1 0 0,-5-9 0 0 0,8 16 131 0 0,0 1-1 0 0,0-1 0 0 0,1 1 0 0 0,-1 0 1 0 0,0 0-1 0 0,-1-1 0 0 0,1 1 0 0 0,0 0 1 0 0,0 0-1 0 0,0 0 0 0 0,-1 0 0 0 0,1 0 1 0 0,0 0-1 0 0,-1 0 0 0 0,1 1 0 0 0,-1-1 1 0 0,1 0-1 0 0,-1 1 0 0 0,1-1 0 0 0,-1 1 1 0 0,0 0-1 0 0,1-1 0 0 0,-3 1 0 0 0,2 0 39 0 0,0 1 0 0 0,0-1-1 0 0,-1 1 1 0 0,1 0 0 0 0,0 0-1 0 0,0 0 1 0 0,0 0 0 0 0,0 0 0 0 0,0 0-1 0 0,0 0 1 0 0,0 1 0 0 0,1-1-1 0 0,-1 1 1 0 0,-2 2 0 0 0,-4 5 101 0 0,1 0 0 0 0,0 1-1 0 0,1-1 1 0 0,0 1 0 0 0,-6 15 0 0 0,6-11 121 0 0,0 0 0 0 0,0 0-1 0 0,2 1 1 0 0,0-1 0 0 0,0 1 0 0 0,2 1 0 0 0,-2 22-1 0 0,4-32-116 0 0,0 0 0 0 0,1 0 0 0 0,-1-1 0 0 0,1 1 0 0 0,1 0 0 0 0,-1 0 0 0 0,1-1-1 0 0,0 1 1 0 0,0-1 0 0 0,1 1 0 0 0,-1-1 0 0 0,1 0 0 0 0,1 0 0 0 0,-1 0 0 0 0,0-1 0 0 0,1 1-1 0 0,0-1 1 0 0,0 0 0 0 0,1 0 0 0 0,-1 0 0 0 0,1 0 0 0 0,7 4 0 0 0,-5-4-323 0 0,-1 0 0 0 0,1-1 0 0 0,0 0 0 0 0,0 0 0 0 0,0-1 1 0 0,1 0-1 0 0,-1 0 0 0 0,0 0 0 0 0,1-1 0 0 0,-1 0 0 0 0,1-1 0 0 0,0 0 0 0 0,-1 0 1 0 0,1 0-1 0 0,-1-1 0 0 0,1 0 0 0 0,-1 0 0 0 0,1-1 0 0 0,-1 0 0 0 0,0-1 0 0 0,0 1 0 0 0,11-7 1 0 0,2-2-2558 0 0</inkml:trace>
</inkml:ink>
</file>

<file path=ppt/ink/ink2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6:10.6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233 105 3225 0 0,'-9'-10'499'0'0,"0"1"0"0"0,0 0 0 0 0,-1 0 0 0 0,0 1 0 0 0,0 1 0 0 0,-1 0 0 0 0,0 0 0 0 0,0 1 0 0 0,0 0 0 0 0,-1 1 0 0 0,0 0 0 0 0,0 1 0 0 0,0 1 0 0 0,-1 0 0 0 0,0 0 0 0 0,-17 0 0 0 0,29 3-427 0 0,-1 0 0 0 0,1 0 0 0 0,0 1 0 0 0,-1-1 0 0 0,1 1 0 0 0,0-1 0 0 0,0 1 0 0 0,-1 0 0 0 0,1 0 0 0 0,0-1 0 0 0,0 1 1 0 0,0 0-1 0 0,0 0 0 0 0,0 0 0 0 0,0 0 0 0 0,0 0 0 0 0,0 0 0 0 0,0 0 0 0 0,0 1 0 0 0,0-1 0 0 0,1 0 0 0 0,-1 0 0 0 0,1 1 0 0 0,-1-1 0 0 0,1 0 0 0 0,-1 1 0 0 0,1-1 0 0 0,0 0 0 0 0,-1 1 1 0 0,1-1-1 0 0,0 1 0 0 0,0-1 0 0 0,0 0 0 0 0,1 4 0 0 0,-1 9 224 0 0,0 0 0 0 0,4 23 1 0 0,-2-23 91 0 0,0 9-41 0 0,2 0 0 0 0,0 0 0 0 0,1-1 0 0 0,2 1 0 0 0,0-1 0 0 0,1-1 0 0 0,1 1 0 0 0,1-1 0 0 0,1-1 0 0 0,1 0 0 0 0,0-1 0 0 0,2 0 0 0 0,0-1 0 0 0,1 0 0 0 0,1-1 0 0 0,30 24 0 0 0,1-4-330 0 0,53 47 916 0 0,-87-72-1489 0 0,-1 2-1 0 0,0-1 0 0 0,-1 1 0 0 0,-1 1 1 0 0,13 22-1 0 0</inkml:trace>
</inkml:ink>
</file>

<file path=ppt/ink/ink2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6:11.2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70 1 6913 0 0,'-2'0'20'0'0,"0"1"-1"0"0,0-1 1 0 0,0 1-1 0 0,0 0 0 0 0,0-1 1 0 0,0 1-1 0 0,0 0 0 0 0,0 0 1 0 0,0 1-1 0 0,0-1 0 0 0,0 0 1 0 0,0 1-1 0 0,1-1 0 0 0,-1 1 1 0 0,1-1-1 0 0,-1 1 0 0 0,1 0 1 0 0,0 0-1 0 0,-1 0 0 0 0,1 0 1 0 0,-1 2-1 0 0,-2 3 489 0 0,1 0 0 0 0,0 0 0 0 0,0 0 0 0 0,1 1-1 0 0,-2 7 1 0 0,3-10-254 0 0,-3 11 1039 0 0,2 0 0 0 0,0 0 0 0 0,0 32 0 0 0,2-44-1081 0 0,0-1 1 0 0,1 0 0 0 0,-1 1-1 0 0,1-1 1 0 0,0 0 0 0 0,0 1-1 0 0,0-1 1 0 0,0 0 0 0 0,1 0-1 0 0,-1 0 1 0 0,4 4 0 0 0,-4-6-151 0 0,0 0 0 0 0,1 1 0 0 0,-1-1 0 0 0,1 0 0 0 0,-1 1 0 0 0,1-1 0 0 0,-1 0 0 0 0,1 0 0 0 0,0-1 0 0 0,0 1 0 0 0,-1 0 0 0 0,1 0 0 0 0,0-1 0 0 0,0 1 0 0 0,0-1 0 0 0,0 0 0 0 0,0 1 0 0 0,0-1 0 0 0,0 0 0 0 0,0 0 0 0 0,2-1 0 0 0,4-1-127 0 0,-1 0 1 0 0,1 0-1 0 0,0-1 0 0 0,-1 0 0 0 0,0-1 1 0 0,0 1-1 0 0,0-2 0 0 0,0 1 0 0 0,-1-1 1 0 0,1 0-1 0 0,6-7 0 0 0,-7 8-446 0 0,14-14-6094 0 0</inkml:trace>
</inkml:ink>
</file>

<file path=ppt/ink/ink2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6:13.4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42 456 0 0,'-12'-1'6742'0'0,"53"-1"-4130"0"0,-34 2-2957 0 0,5 0 28 0 0,0-1 0 0 0,0-1 1 0 0,-1 0-1 0 0,1-1 0 0 0,-1 0 1 0 0,20-8-1 0 0,1-6-570 0 0</inkml:trace>
</inkml:ink>
</file>

<file path=ppt/ink/ink2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6:16.7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73 3193 0 0,'-33'-72'-331'0'0,"36"73"211"0"0,-2-1 105 0 0,0 0 0 0 0,-1 0 0 0 0,1 0 1 0 0,0 0-1 0 0,0 0 0 0 0,-1 0 0 0 0,1 1 0 0 0,0-1 0 0 0,-1 0 0 0 0,1 0 1 0 0,-1 1-1 0 0,1-1 0 0 0,0 0 0 0 0,-1 1 0 0 0,1-1 0 0 0,-1 1 0 0 0,1-1 1 0 0,-1 1-1 0 0,1-1 0 0 0,-1 1 0 0 0,1-1 0 0 0,-1 1 0 0 0,0-1 0 0 0,1 1 1 0 0,-1 0-1 0 0,0-1 0 0 0,1 1 0 0 0,-1 0 0 0 0,0-1 0 0 0,0 1 1 0 0,0 0-1 0 0,1-1 0 0 0,-1 1 0 0 0,0 0 0 0 0,0-1 0 0 0,0 1 0 0 0,0 0 1 0 0,0-1-1 0 0,0 1 0 0 0,-1 0 0 0 0,1 0 0 0 0,0-1 0 0 0,-1 2 0 0 0,4 10-189 0 0,-3-11 192 0 0</inkml:trace>
</inkml:ink>
</file>

<file path=ppt/ink/ink2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6:18.8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163 22 2393 0 0,'0'0'12'0'0,"18"-22"7657"0"0,-47 206-6205 0 0,16-7-1544 0 0,12-159 157 0 0,1 1-1 0 0,1-1 1 0 0,1 0-1 0 0,1 1 0 0 0,0-1 1 0 0,7 20-1 0 0,2 15-106 0 0,-6-1-105 0 0,-1 1 0 0 0,-4 77 0 0 0,-2-71 66 0 0,-1-21-97 0 0,-2-1-1 0 0,-15 68 1 0 0,4-32 42 0 0,12-46 44 0 0,1 0 0 0 0,2 32 0 0 0,-1 11-53 0 0,-6 41 244 0 0,13 185-1 0 0,0-112 346 0 0,0 10 32 0 0,3 51-836 0 0,-4-47 96 0 0,1-89 300 0 0,7 72 56 0 0,-9-110 502 0 0,-3 0-1 0 0,-14 128 1 0 0,9-150-357 0 0,2 1 0 0 0,7 83 0 0 0,-2-79-314 0 0,-2 0 0 0 0,-3 0 0 0 0,-12 68 0 0 0,-1 37 53 0 0,8-54-730 0 0,-35 172 1 0 0,27-211 656 0 0,4-18 81 0 0,1 0 0 0 0,-3 71 1 0 0,-10 244 637 0 0,22-313-860 0 0,6 70-1 0 0,-2-76 39 0 0,-1 1-1 0 0,-6 58 0 0 0,-2-49 426 0 0,-13 130 1479 0 0,19-160-1567 0 0,1 0 1 0 0,1 1-1 0 0,6 26 0 0 0,3 29-263 0 0,-8-35 177 0 0,2 14 316 0 0,-4 81 0 0 0,-2-133-482 0 0,0 14-365 0 0,0 1 0 0 0,1-1 0 0 0,4 33 0 0 0</inkml:trace>
</inkml:ink>
</file>

<file path=ppt/ink/ink2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6:21.2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126 463 4609 0 0,'-1'1'167'0'0,"1"0"-1"0"0,-1-1 1 0 0,0 1 0 0 0,1 0-1 0 0,-1-1 1 0 0,0 1-1 0 0,0-1 1 0 0,1 1 0 0 0,-1-1-1 0 0,0 1 1 0 0,0-1 0 0 0,0 0-1 0 0,1 1 1 0 0,-1-1-1 0 0,0 0 1 0 0,0 1 0 0 0,0-1-1 0 0,0 0 1 0 0,0 0 0 0 0,0 0-1 0 0,0 0 1 0 0,0 0 0 0 0,0 0-1 0 0,1 0 1 0 0,-1 0-1 0 0,-1-1 1 0 0,0 0 74 0 0,1 1 1 0 0,0-1-1 0 0,0 0 0 0 0,-1 0 1 0 0,1 0-1 0 0,0 0 0 0 0,0 0 1 0 0,0-1-1 0 0,0 1 0 0 0,0 0 1 0 0,0 0-1 0 0,0-1 0 0 0,-1-2 0 0 0,0-2 336 0 0,-1-1 0 0 0,1 0-1 0 0,0 1 1 0 0,0-1-1 0 0,-1-12 1 0 0,2-5-238 0 0,1 0 0 0 0,1 0 0 0 0,1 0 0 0 0,1 0 0 0 0,2 0 0 0 0,0 1 0 0 0,9-27 0 0 0,-9 37-338 0 0,0 0-1 0 0,0 0 1 0 0,1 0-1 0 0,1 1 1 0 0,0 0-1 0 0,0 0 1 0 0,1 1-1 0 0,1 0 1 0 0,0 0-1 0 0,1 1 1 0 0,0 0-1 0 0,0 1 1 0 0,20-14-1 0 0,-29 22-2 0 0,1 0 0 0 0,0 0 0 0 0,-1 0 0 0 0,1 0 0 0 0,0 0 0 0 0,0 0 0 0 0,0 0 0 0 0,-1 1 0 0 0,1-1 0 0 0,0 1 0 0 0,0 0 0 0 0,0-1 0 0 0,0 1 0 0 0,0 0 0 0 0,0 0 0 0 0,0 0 0 0 0,0 0 0 0 0,0 1 0 0 0,0-1 0 0 0,0 0 0 0 0,2 1-1 0 0,-2 1-1 0 0,0-1-1 0 0,-1 0 1 0 0,1 1-1 0 0,0-1 1 0 0,-1 1-1 0 0,1-1 0 0 0,-1 1 1 0 0,0-1-1 0 0,0 1 1 0 0,1 0-1 0 0,-1 0 1 0 0,0 0-1 0 0,0 0 0 0 0,-1 0 1 0 0,1 0-1 0 0,0 2 1 0 0,3 10-18 0 0,-2 0 1 0 0,0 0 0 0 0,-1 0-1 0 0,0 22 1 0 0,-9 125-15 0 0,0 10-40 0 0,8-141 62 0 0,2 0 0 0 0,1 1-1 0 0,10 44 1 0 0,-12-69 19 0 0,1 0 0 0 0,0-1 1 0 0,0 1-1 0 0,1-1 0 0 0,-1 0 1 0 0,1 0-1 0 0,0 0 1 0 0,0 0-1 0 0,1 0 0 0 0,0-1 1 0 0,0 1-1 0 0,0-1 1 0 0,8 6-1 0 0,-10-8 6 0 0,0-1 1 0 0,1 1-1 0 0,-1-1 1 0 0,1 0-1 0 0,-1 0 1 0 0,1 0-1 0 0,-1 0 0 0 0,1 0 1 0 0,-1-1-1 0 0,1 1 1 0 0,0-1-1 0 0,0 0 1 0 0,-1 0-1 0 0,1 0 1 0 0,0 0-1 0 0,-1 0 0 0 0,1 0 1 0 0,0-1-1 0 0,-1 0 1 0 0,1 1-1 0 0,0-1 1 0 0,-1 0-1 0 0,1 0 0 0 0,-1 0 1 0 0,0 0-1 0 0,1-1 1 0 0,-1 1-1 0 0,0-1 1 0 0,0 0-1 0 0,0 1 1 0 0,3-4-1 0 0,2-1 62 0 0,-1-1-1 0 0,1 0 1 0 0,-1 0 0 0 0,-1 0-1 0 0,0-1 1 0 0,0 0 0 0 0,0 0-1 0 0,-1 0 1 0 0,0 0 0 0 0,0-1-1 0 0,-1 0 1 0 0,2-11 0 0 0,-4 16-40 0 0,0 1 0 0 0,-1 0 0 0 0,1-1 0 0 0,-1 1 0 0 0,0-1 0 0 0,0 0 1 0 0,-1 1-1 0 0,1 0 0 0 0,-1-1 0 0 0,1 1 0 0 0,-1-1 0 0 0,0 1 0 0 0,-1 0 1 0 0,1-1-1 0 0,0 1 0 0 0,-1 0 0 0 0,0 0 0 0 0,0 0 0 0 0,0 0 0 0 0,0 0 0 0 0,0 1 1 0 0,0-1-1 0 0,-1 1 0 0 0,1-1 0 0 0,-1 1 0 0 0,0 0 0 0 0,0 0 0 0 0,0 0 1 0 0,0 0-1 0 0,0 1 0 0 0,0-1 0 0 0,0 1 0 0 0,-1-1 0 0 0,-5 0 0 0 0,-8-2 35 0 0,1 0-1 0 0,-1 1 0 0 0,0 2 0 0 0,-1-1 0 0 0,1 2 0 0 0,0 0 0 0 0,0 1 0 0 0,-22 4 0 0 0,-1 2-1042 0 0,1 2 0 0 0,-54 20 0 0 0,77-23 465 0 0,6-2-663 0 0,-2 0 1 0 0,1 0 0 0 0,-22 3 0 0 0,20-7-3830 0 0</inkml:trace>
</inkml:ink>
</file>

<file path=ppt/ink/ink2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6:21.7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180 350 5529 0 0,'-5'1'310'0'0,"0"1"-1"0"0,-1-1 1 0 0,1 0-1 0 0,0 0 1 0 0,0 0-1 0 0,-1-1 1 0 0,1 0-1 0 0,-1 0 1 0 0,1 0-1 0 0,0 0 1 0 0,-1-1-1 0 0,1 0 1 0 0,0-1-1 0 0,0 1 1 0 0,-1-1-1 0 0,1 0 1 0 0,0 0-1 0 0,1 0 1 0 0,-1-1-1 0 0,-5-3 1 0 0,4 2-74 0 0,1 1-1 0 0,1-1 1 0 0,-1 0 0 0 0,0-1-1 0 0,1 1 1 0 0,0-1 0 0 0,0 0-1 0 0,0 0 1 0 0,1 0 0 0 0,-1-1-1 0 0,1 1 1 0 0,1-1 0 0 0,-1 1-1 0 0,1-1 1 0 0,0 0 0 0 0,-3-12-1 0 0,5 7-216 0 0,-1 0 0 0 0,2 1-1 0 0,-1-1 1 0 0,1 0 0 0 0,1 1-1 0 0,0-1 1 0 0,1 1 0 0 0,0-1-1 0 0,0 1 1 0 0,1 0 0 0 0,0 0-1 0 0,1 1 1 0 0,0-1 0 0 0,1 1-1 0 0,-1 0 1 0 0,2 0 0 0 0,-1 1 0 0 0,2 0-1 0 0,-1 0 1 0 0,1 0 0 0 0,0 1-1 0 0,0 1 1 0 0,17-11 0 0 0,-24 16-65 0 0,0 0 1 0 0,0 1-1 0 0,0-1 1 0 0,1 1-1 0 0,-1-1 1 0 0,0 1 0 0 0,0 0-1 0 0,0 0 1 0 0,0-1-1 0 0,0 1 1 0 0,1 0-1 0 0,-1 0 1 0 0,0 0 0 0 0,0 0-1 0 0,0 0 1 0 0,0 0-1 0 0,1 1 1 0 0,-1-1-1 0 0,0 0 1 0 0,0 1 0 0 0,0-1-1 0 0,0 0 1 0 0,0 1-1 0 0,2 1 1 0 0,-1-1-42 0 0,0 1 0 0 0,-1 0 0 0 0,1-1 0 0 0,-1 1 0 0 0,0 0 0 0 0,1 0 1 0 0,-1 0-1 0 0,0 0 0 0 0,0 1 0 0 0,0-1 0 0 0,1 4 0 0 0,1 7-291 0 0,-1 0 0 0 0,0 0 0 0 0,0 20 0 0 0,-2-29 302 0 0,-1 92-698 0 0,2 35 482 0 0,0-117 307 0 0,1-1-1 0 0,0 1 0 0 0,1-1 0 0 0,0 0 1 0 0,1 0-1 0 0,1 0 0 0 0,7 15 0 0 0,-8-22-6 0 0,0 0-1 0 0,0 0 1 0 0,0-1-1 0 0,1 1 0 0 0,0-1 1 0 0,0 0-1 0 0,1-1 1 0 0,-1 1-1 0 0,1-1 1 0 0,0 0-1 0 0,0-1 1 0 0,0 1-1 0 0,1-1 1 0 0,-1 0-1 0 0,1-1 1 0 0,12 4-1 0 0,-16-5 39 0 0,0-1 0 0 0,0 1 0 0 0,1-1 1 0 0,-1 1-1 0 0,0-1 0 0 0,0 0 0 0 0,1 0 0 0 0,-1-1 0 0 0,0 1 1 0 0,0-1-1 0 0,0 1 0 0 0,0-1 0 0 0,0 0 0 0 0,0 0 0 0 0,0-1 1 0 0,0 1-1 0 0,0 0 0 0 0,0-1 0 0 0,0 0 0 0 0,-1 0 0 0 0,1 0 1 0 0,-1 0-1 0 0,1 0 0 0 0,-1 0 0 0 0,0 0 0 0 0,0-1 0 0 0,0 0 0 0 0,0 1 1 0 0,0-1-1 0 0,0 0 0 0 0,-1 0 0 0 0,0 1 0 0 0,1-1 0 0 0,-1 0 1 0 0,0-1-1 0 0,-1 1 0 0 0,1 0 0 0 0,0-4 0 0 0,1-2 176 0 0,-1-1 0 0 0,0 0 0 0 0,-1 0 0 0 0,0 1-1 0 0,0-1 1 0 0,-1 0 0 0 0,0 0 0 0 0,-1 1 0 0 0,0-1-1 0 0,-1 1 1 0 0,0-1 0 0 0,0 1 0 0 0,-1 0 0 0 0,-5-9-1 0 0,7 14-208 0 0,0 0-1 0 0,0 0 0 0 0,-1 1 1 0 0,0-1-1 0 0,0 1 0 0 0,0-1 1 0 0,0 1-1 0 0,0 0 0 0 0,-1 0 1 0 0,1 1-1 0 0,-1-1 0 0 0,0 1 1 0 0,0 0-1 0 0,0-1 0 0 0,0 2 1 0 0,0-1-1 0 0,0 0 0 0 0,-1 1 1 0 0,1 0-1 0 0,0 0 0 0 0,-1 0 1 0 0,1 1-1 0 0,-1-1 0 0 0,1 1 1 0 0,-1 0-1 0 0,1 0 0 0 0,-1 1 1 0 0,1-1-1 0 0,-1 1 0 0 0,1 0 1 0 0,0 0-1 0 0,-6 3 0 0 0,-1 0-386 0 0,0 0 0 0 0,1 1-1 0 0,-1 1 1 0 0,1 0 0 0 0,0 0-1 0 0,-12 11 1 0 0,4-2-869 0 0</inkml:trace>
</inkml:ink>
</file>

<file path=ppt/ink/ink2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6:22.1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63 32 456 0 0,'-2'3'370'0'0,"-1"1"0"0"0,1-1 0 0 0,0 1 0 0 0,0 0 0 0 0,0 0 0 0 0,0 0-1 0 0,1 0 1 0 0,0 0 0 0 0,-1 0 0 0 0,1 0 0 0 0,0 7 0 0 0,-3 53 2331 0 0,3-50-2191 0 0,1-3-49 0 0,0 1-1 0 0,1-1 1 0 0,1 0 0 0 0,-1 0 0 0 0,2 0 0 0 0,0 0 0 0 0,0-1 0 0 0,1 1-1 0 0,0-1 1 0 0,0 1 0 0 0,9 12 0 0 0,-10-18-310 0 0,0 0 1 0 0,1-1-1 0 0,-1 1 1 0 0,1-1-1 0 0,0 1 1 0 0,0-1-1 0 0,0-1 0 0 0,1 1 1 0 0,-1 0-1 0 0,1-1 1 0 0,0 0-1 0 0,0 0 1 0 0,0-1-1 0 0,1 1 0 0 0,-1-1 1 0 0,0 0-1 0 0,1 0 1 0 0,0-1-1 0 0,-1 0 1 0 0,1 0-1 0 0,0 0 0 0 0,-1-1 1 0 0,12 0-1 0 0,-12 0-86 0 0,-1-1-1 0 0,1 0 0 0 0,-1 0 0 0 0,1 0 0 0 0,-1-1 0 0 0,0 0 1 0 0,1 0-1 0 0,-1 0 0 0 0,0 0 0 0 0,0 0 0 0 0,0-1 0 0 0,-1 0 1 0 0,1 1-1 0 0,0-1 0 0 0,-1-1 0 0 0,0 1 0 0 0,0-1 0 0 0,0 1 1 0 0,0-1-1 0 0,-1 0 0 0 0,1 0 0 0 0,-1 0 0 0 0,0 0 1 0 0,0 0-1 0 0,0 0 0 0 0,-1-1 0 0 0,0 1 0 0 0,0-1 0 0 0,0 1 1 0 0,1-9-1 0 0,-1 3 76 0 0,0 0 1 0 0,0-1-1 0 0,-1 1 0 0 0,-1-1 1 0 0,0 1-1 0 0,0 0 0 0 0,-1-1 1 0 0,0 1-1 0 0,-1 0 0 0 0,0 0 1 0 0,-1 0-1 0 0,-7-16 1 0 0,4 16-29 0 0,1 1 0 0 0,-2-1 1 0 0,1 1-1 0 0,-1 1 1 0 0,0-1-1 0 0,-1 1 0 0 0,0 1 1 0 0,0-1-1 0 0,-1 2 1 0 0,-18-11-1 0 0,20 13-313 0 0,0 1-1 0 0,0-1 1 0 0,-1 2 0 0 0,1-1-1 0 0,-1 1 1 0 0,-12-1-1 0 0,14 2-578 0 0,0 1-1 0 0,0 0 0 0 0,0 0 1 0 0,0 1-1 0 0,0 0 1 0 0,0 0-1 0 0,0 0 0 0 0,-11 5 1 0 0,1 2-5216 0 0</inkml:trace>
</inkml:ink>
</file>

<file path=ppt/ink/ink2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6:22.5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1 189 1376 0 0,'2'-2'213'0'0,"0"0"-1"0"0,0-1 0 0 0,1 1 1 0 0,-1 0-1 0 0,0 0 1 0 0,1 1-1 0 0,0-1 0 0 0,-1 0 1 0 0,1 1-1 0 0,0 0 1 0 0,0 0-1 0 0,0 0 0 0 0,0 0 1 0 0,0 0-1 0 0,0 0 0 0 0,0 1 1 0 0,0-1-1 0 0,0 1 1 0 0,4 0-1 0 0,-1 0 241 0 0,-1 0 1 0 0,0 0 0 0 0,0 1-1 0 0,0-1 1 0 0,0 1-1 0 0,0 1 1 0 0,0-1-1 0 0,0 1 1 0 0,-1-1-1 0 0,1 1 1 0 0,4 3-1 0 0,-3 0-155 0 0,0-1 0 0 0,0 1 0 0 0,0 1-1 0 0,-1-1 1 0 0,0 1 0 0 0,0 0 0 0 0,-1 0 0 0 0,0 0-1 0 0,0 1 1 0 0,0-1 0 0 0,-1 1 0 0 0,0 0-1 0 0,0 0 1 0 0,-1 0 0 0 0,1 1 0 0 0,-2-1-1 0 0,3 14 1 0 0,-4-21-292 0 0,0 0 1 0 0,0 1-1 0 0,0-1 0 0 0,0 0 0 0 0,0 0 0 0 0,0 1 0 0 0,0-1 0 0 0,0 0 1 0 0,0 1-1 0 0,0-1 0 0 0,0 0 0 0 0,0 0 0 0 0,0 1 0 0 0,0-1 1 0 0,-1 0-1 0 0,1 1 0 0 0,0-1 0 0 0,0 0 0 0 0,0 0 0 0 0,0 1 1 0 0,0-1-1 0 0,-1 0 0 0 0,1 0 0 0 0,0 0 0 0 0,0 1 0 0 0,0-1 1 0 0,-1 0-1 0 0,1 0 0 0 0,0 0 0 0 0,0 1 0 0 0,-1-1 0 0 0,1 0 1 0 0,0 0-1 0 0,0 0 0 0 0,-1 0 0 0 0,-9-5 466 0 0,-6-13 310 0 0,13 12-720 0 0,1-1-1 0 0,0 0 1 0 0,1 0-1 0 0,-1 0 1 0 0,1-1-1 0 0,1 1 1 0 0,0 0-1 0 0,0 0 1 0 0,0 0-1 0 0,2-13 1 0 0,4-10 267 0 0,9-33 1 0 0,-11 49-308 0 0,-1 4 5 0 0,-1 1 0 0 0,2-1 0 0 0,-1 1 0 0 0,1 0 0 0 0,8-14 0 0 0,-11 21-20 0 0,0 1 0 0 0,0-1 0 0 0,1 1-1 0 0,-1-1 1 0 0,0 1 0 0 0,0 0 0 0 0,1-1 0 0 0,-1 1 0 0 0,1 0 0 0 0,-1 0 0 0 0,1 0 0 0 0,0 0 0 0 0,-1 0 0 0 0,1 0-1 0 0,0 1 1 0 0,0-1 0 0 0,-1 1 0 0 0,1-1 0 0 0,0 1 0 0 0,0-1 0 0 0,0 1 0 0 0,0 0 0 0 0,0 0 0 0 0,0 0 0 0 0,-1 0 0 0 0,1 0-1 0 0,0 1 1 0 0,0-1 0 0 0,0 1 0 0 0,0-1 0 0 0,-1 1 0 0 0,1-1 0 0 0,0 1 0 0 0,0 0 0 0 0,-1 0 0 0 0,4 2 0 0 0,10 8 39 0 0,0 0 0 0 0,0 2 0 0 0,-1 0 0 0 0,0 0 0 0 0,-1 2 0 0 0,18 26 0 0 0,-11-16-1108 0 0,25 25 1 0 0,-27-32-92 0 0</inkml:trace>
</inkml:ink>
</file>

<file path=ppt/ink/ink2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6:23.2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1 405 3681 0 0,'3'0'315'0'0,"1"-1"1"0"0,-1 1-1 0 0,0 0 0 0 0,1 0 1 0 0,-1 1-1 0 0,0-1 0 0 0,1 1 1 0 0,-1-1-1 0 0,0 1 0 0 0,0 0 1 0 0,0 0-1 0 0,1 1 1 0 0,-1-1-1 0 0,4 3 0 0 0,40 27 3973 0 0,-38-23-3725 0 0,-1 1 0 0 0,0 0 0 0 0,-1 1 0 0 0,0 0 0 0 0,0 0 0 0 0,-1 0-1 0 0,8 17 1 0 0,16 27 807 0 0,-38-72-860 0 0,1 0-1 0 0,0-1 1 0 0,2 0 0 0 0,-5-26 0 0 0,8 26-566 0 0,1 0 1 0 0,1-1-1 0 0,2-24 1 0 0,-1 36-84 0 0,0-1-1 0 0,1 0 1 0 0,0 0-1 0 0,0 1 1 0 0,1-1-1 0 0,0 1 1 0 0,0-1-1 0 0,1 1 1 0 0,6-10-1 0 0,-9 17 131 0 0,-1 1 1 0 0,0-1-1 0 0,1 1 0 0 0,-1-1 0 0 0,1 1 1 0 0,0-1-1 0 0,-1 1 0 0 0,1-1 0 0 0,-1 1 1 0 0,1-1-1 0 0,0 1 0 0 0,-1 0 0 0 0,1-1 1 0 0,0 1-1 0 0,-1 0 0 0 0,1 0 0 0 0,0 0 1 0 0,0-1-1 0 0,-1 1 0 0 0,1 0 0 0 0,0 0 1 0 0,-1 0-1 0 0,1 0 0 0 0,0 0 0 0 0,0 0 1 0 0,-1 0-1 0 0,1 1 0 0 0,0-1 0 0 0,0 0 1 0 0,-1 0-1 0 0,1 0 0 0 0,0 1 0 0 0,-1-1 1 0 0,1 0-1 0 0,0 1 0 0 0,-1-1 1 0 0,1 1-1 0 0,0-1 0 0 0,-1 1 0 0 0,1-1 1 0 0,-1 1-1 0 0,1-1 0 0 0,-1 1 0 0 0,1 0 1 0 0,25 35 440 0 0,-18-24-248 0 0,-1-2-155 0 0,1-1 0 0 0,0 1 0 0 0,1-2 0 0 0,0 1 0 0 0,0-1 1 0 0,1 0-1 0 0,0-1 0 0 0,0 0 0 0 0,1-1 0 0 0,-1 0 0 0 0,22 7 0 0 0,-32-12-20 0 0,1-1-1 0 0,0 0 1 0 0,-1 0-1 0 0,1 0 1 0 0,0 0-1 0 0,-1 0 1 0 0,1-1-1 0 0,0 1 1 0 0,-1 0 0 0 0,1 0-1 0 0,0 0 1 0 0,-1 0-1 0 0,1-1 1 0 0,0 1-1 0 0,-1 0 1 0 0,1-1-1 0 0,-1 1 1 0 0,1-1-1 0 0,-1 1 1 0 0,1 0-1 0 0,0-1 1 0 0,-1 1-1 0 0,0-1 1 0 0,1 1-1 0 0,-1-1 1 0 0,1 0-1 0 0,-1 1 1 0 0,0-1 0 0 0,1 1-1 0 0,-1-1 1 0 0,0 0-1 0 0,0 1 1 0 0,1-1-1 0 0,-1 0 1 0 0,0 1-1 0 0,0-1 1 0 0,0 0-1 0 0,0 1 1 0 0,0-1-1 0 0,0 0 1 0 0,0 1-1 0 0,0-2 1 0 0,-2-39 571 0 0,1 27-456 0 0,2-12-173 0 0,0 1-1 0 0,2-1 0 0 0,0 1 0 0 0,2-1 1 0 0,1 1-1 0 0,1 0 0 0 0,16-37 1 0 0,-23 61 40 0 0,1-1 0 0 0,-1 1 0 0 0,1 0 0 0 0,-1-1 1 0 0,1 1-1 0 0,0 0 0 0 0,-1 0 0 0 0,1-1 0 0 0,0 1 0 0 0,0 0 1 0 0,0 0-1 0 0,0 0 0 0 0,0 0 0 0 0,0 0 0 0 0,0 1 0 0 0,1-1 1 0 0,-1 0-1 0 0,0 0 0 0 0,0 1 0 0 0,1-1 0 0 0,-1 0 0 0 0,0 1 1 0 0,1 0-1 0 0,-1-1 0 0 0,0 1 0 0 0,1 0 0 0 0,-1 0 0 0 0,1-1 1 0 0,-1 1-1 0 0,0 0 0 0 0,1 0 0 0 0,-1 1 0 0 0,1-1 0 0 0,-1 0 1 0 0,0 0-1 0 0,1 1 0 0 0,-1-1 0 0 0,0 1 0 0 0,1-1 0 0 0,-1 1 1 0 0,2 1-1 0 0,6 4 75 0 0,-1 0 1 0 0,0 0-1 0 0,-1 1 1 0 0,1 0-1 0 0,6 10 1 0 0,12 9 70 0 0,-13-14-116 0 0,-9-8-17 0 0,0 0 0 0 0,0-1 1 0 0,0 1-1 0 0,0-1 1 0 0,0 0-1 0 0,1 0 0 0 0,-1 0 1 0 0,1-1-1 0 0,0 1 1 0 0,0-1-1 0 0,8 2 0 0 0,-12-4-6 0 0,0-1 0 0 0,0 1 0 0 0,0-1 0 0 0,0 1 0 0 0,-1-1 0 0 0,1 1-1 0 0,0-1 1 0 0,0 0 0 0 0,-1 1 0 0 0,1-1 0 0 0,0 0 0 0 0,-1 0 0 0 0,1 0-1 0 0,-1 1 1 0 0,1-1 0 0 0,-1 0 0 0 0,1 0 0 0 0,-1 0 0 0 0,0 0 0 0 0,1 0-1 0 0,-1 0 1 0 0,0-2 0 0 0,9-30-76 0 0,-7 21 61 0 0,4-7 42 0 0,0 1 0 0 0,1 0 0 0 0,11-20-1 0 0,-15 34-25 0 0,-1-1 0 0 0,1 1-1 0 0,-1 0 1 0 0,1 0 0 0 0,0 0-1 0 0,1 0 1 0 0,-1 1 0 0 0,1-1-1 0 0,-1 1 1 0 0,1 0-1 0 0,0 0 1 0 0,1 0 0 0 0,-1 0-1 0 0,0 1 1 0 0,1 0 0 0 0,-1 0-1 0 0,9-3 1 0 0,-10 5-100 0 0,-1 0 0 0 0,0 0-1 0 0,0 0 1 0 0,0 0 0 0 0,1 0 0 0 0,-1 0-1 0 0,0 1 1 0 0,0-1 0 0 0,0 1 0 0 0,0 0-1 0 0,0-1 1 0 0,0 1 0 0 0,0 0 0 0 0,0 0-1 0 0,0 0 1 0 0,0 0 0 0 0,0 1 0 0 0,-1-1-1 0 0,1 1 1 0 0,0-1 0 0 0,-1 1-1 0 0,1-1 1 0 0,-1 1 0 0 0,0 0 0 0 0,1 0-1 0 0,0 1 1 0 0</inkml:trace>
</inkml:ink>
</file>

<file path=ppt/ink/ink2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6:30.5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31 5985 0 0,'-41'-30'7738'0'0,"60"66"-3775"0"0,-9-17-3509 0 0,59 124 1790 0 0,8 13-1555 0 0,-63-133-774 0 0,0-1 1 0 0,1 0 0 0 0,2-1-1 0 0,30 31 1 0 0,-2-14-627 0 0,12 12-1088 0 0,-27-14-3189 0 0</inkml:trace>
</inkml:ink>
</file>

<file path=ppt/ink/ink2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6:30.8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63 449 4145 0 0,'-15'-19'296'0'0,"8"10"740"0"0,0-1 1 0 0,0 1-1 0 0,1-1 1 0 0,0 0-1 0 0,-8-21 1 0 0,14 31-983 0 0,0-1-1 0 0,0 1 1 0 0,0-1 0 0 0,0 1 0 0 0,0 0 0 0 0,0-1 0 0 0,0 1 0 0 0,1 0 0 0 0,-1-1 0 0 0,0 1 0 0 0,0 0 0 0 0,1 0 0 0 0,-1-1-1 0 0,0 1 1 0 0,0 0 0 0 0,1 0 0 0 0,-1-1 0 0 0,0 1 0 0 0,0 0 0 0 0,1 0 0 0 0,-1 0 0 0 0,0-1 0 0 0,1 1 0 0 0,-1 0 0 0 0,0 0-1 0 0,1 0 1 0 0,-1 0 0 0 0,1 0 0 0 0,-1 0 0 0 0,0 0 0 0 0,1 0 0 0 0,-1 0 0 0 0,0 0 0 0 0,1 0 0 0 0,-1 0 0 0 0,0 0 0 0 0,1 0-1 0 0,-1 0 1 0 0,1 0 0 0 0,-1 0 0 0 0,0 0 0 0 0,1 0 0 0 0,-1 1 0 0 0,0-1 0 0 0,0 0 0 0 0,1 1 0 0 0,25 5 841 0 0,-22-4-590 0 0,36 8 1076 0 0,81 17 675 0 0,-106-24-1916 0 0,0-2 1 0 0,-1 0-1 0 0,1 0 0 0 0,0-2 0 0 0,0 0 0 0 0,17-3 0 0 0,-31 4-115 0 0,1 0 0 0 0,-1 0 0 0 0,1-1 0 0 0,-1 1-1 0 0,1 0 1 0 0,-1-1 0 0 0,0 1 0 0 0,1-1 0 0 0,-1 0 0 0 0,0 1 0 0 0,1-1 0 0 0,-1 0 0 0 0,0 0-1 0 0,0 0 1 0 0,0 0 0 0 0,0 0 0 0 0,0 0 0 0 0,0 0 0 0 0,0 0 0 0 0,0 0 0 0 0,0 0 0 0 0,0 0-1 0 0,-1-1 1 0 0,1 1 0 0 0,-1 0 0 0 0,1-1 0 0 0,-1 1 0 0 0,1 0 0 0 0,-1-1 0 0 0,1 1-1 0 0,-1-1 1 0 0,0 1 0 0 0,0-1 0 0 0,0 1 0 0 0,0-1 0 0 0,0 1 0 0 0,0 0 0 0 0,0-1 0 0 0,-1 1-1 0 0,1-1 1 0 0,0 1 0 0 0,-1-1 0 0 0,1 1 0 0 0,-1 0 0 0 0,0-1 0 0 0,1 1 0 0 0,-2-2 0 0 0,-5-9 173 0 0,1 1 1 0 0,-2 0-1 0 0,1 0 1 0 0,-11-11-1 0 0,13 17-193 0 0,-24-31-20 0 0,-73-91-8 0 0,85 101-1859 0 0,-22-40 0 0 0,35 55-953 0 0</inkml:trace>
</inkml:ink>
</file>

<file path=ppt/ink/ink2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6:31.2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 5065 0 0,'-6'2'6444'0'0,"9"8"-3503"0"0,18 22-2384 0 0,-4-6 777 0 0,2 8-653 0 0,2 0 1 0 0,41 52 0 0 0,-48-70-1367 0 0,1-1-1 0 0,1 0 1 0 0,0-1 0 0 0,0-1 0 0 0,1 0 0 0 0,33 17 0 0 0,-40-25-462 0 0,-2-1-78 0 0</inkml:trace>
</inkml:ink>
</file>

<file path=ppt/ink/ink2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6:31.6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3225 0 0,'28'38'6850'0'0,"56"78"-1217"0"0,-54-71-4659 0 0,50 57 1 0 0,-8-28-1104 0 0,-25-27-1654 0 0,-2 2-5064 0 0</inkml:trace>
</inkml:ink>
</file>

<file path=ppt/ink/ink2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6:31.9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30 184 3225 0 0,'-2'-1'97'0'0,"0"-1"1"0"0,-1 0 0 0 0,1 0 0 0 0,0 0-1 0 0,0 0 1 0 0,0 0 0 0 0,1 0-1 0 0,-1 0 1 0 0,0-1 0 0 0,1 1 0 0 0,0 0-1 0 0,-1-1 1 0 0,1 1 0 0 0,0-1-1 0 0,0 0 1 0 0,1 1 0 0 0,-1-1-1 0 0,0 0 1 0 0,1 0 0 0 0,0 1 0 0 0,-1-1-1 0 0,1-5 1 0 0,1 3 42 0 0,0 0 0 0 0,0 0 1 0 0,1 0-1 0 0,-1 0 0 0 0,1 0 0 0 0,0 1 0 0 0,1-1 0 0 0,-1 1 1 0 0,1-1-1 0 0,-1 1 0 0 0,1 0 0 0 0,4-4 0 0 0,-1 1 20 0 0,0 1 1 0 0,0 1-1 0 0,0-1 0 0 0,0 1 0 0 0,1 1 0 0 0,0-1 1 0 0,12-5-1 0 0,-15 8-115 0 0,0 0-1 0 0,0 0 1 0 0,0 1 0 0 0,0-1-1 0 0,1 1 1 0 0,-1 1 0 0 0,0-1 0 0 0,1 0-1 0 0,-1 1 1 0 0,0 0 0 0 0,1 0 0 0 0,-1 0-1 0 0,9 2 1 0 0,-11-1-30 0 0,1 0 0 0 0,-1 0 0 0 0,0 0 0 0 0,1 0 0 0 0,-1 0 0 0 0,0 1 0 0 0,0-1 0 0 0,0 1 0 0 0,0-1 0 0 0,0 1 0 0 0,0 0 0 0 0,0 0 0 0 0,-1 0 0 0 0,1 0 0 0 0,-1 0 0 0 0,2 3 0 0 0,0 0 4 0 0,0 0 0 0 0,-1 1 0 0 0,0-1 0 0 0,-1 1 0 0 0,1 0 0 0 0,1 10 0 0 0,-2 4 50 0 0,0 1 0 0 0,-4 40 0 0 0,3-61-69 0 0,-5 40 172 0 0,-3 0 1 0 0,-16 54-1 0 0,4-23 798 0 0,20-71-907 0 0,0 0 1 0 0,0 1 0 0 0,0-1 0 0 0,0 0-1 0 0,-1 1 1 0 0,1-1 0 0 0,0 0 0 0 0,0 1-1 0 0,0-1 1 0 0,0 0 0 0 0,0 1 0 0 0,0-1-1 0 0,0 0 1 0 0,0 1 0 0 0,0-1 0 0 0,0 0-1 0 0,0 1 1 0 0,0-1 0 0 0,1 1-1 0 0,-1-1 1 0 0,0 0 0 0 0,0 1 0 0 0,0-1-1 0 0,0 0 1 0 0,0 0 0 0 0,1 1 0 0 0,-1-1-1 0 0,0 0 1 0 0,0 1 0 0 0,1-1 0 0 0,-1 0-1 0 0,0 0 1 0 0,0 1 0 0 0,1-1 0 0 0,-1 0-1 0 0,1 0 1 0 0,15-2 1264 0 0,25-20-184 0 0,-34 18-806 0 0,53-26 755 0 0,85-30 1 0 0,-3 15-6566 0 0,-123 39-189 0 0</inkml:trace>
</inkml:ink>
</file>

<file path=ppt/ink/ink2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7:12.4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1158 0 2761 0 0,'-4'3'192'0'0,"0"0"0"0"0,0 0-1 0 0,0 0 1 0 0,1 0 0 0 0,-1 1 0 0 0,1-1 0 0 0,-1 1 0 0 0,1 0 0 0 0,0 0 0 0 0,-2 5 0 0 0,-1-2 1 0 0,-40 58 898 0 0,2 1 1 0 0,-37 78-1 0 0,-57 149-156 0 0,26-50-911 0 0,47-100-101 0 0,5 2-1 0 0,-48 187 1 0 0,-35 316 584 0 0,40-143-232 0 0,-22 139-121 0 0,80-277 462 0 0,17 1 0 0 0,15 1 0 0 0,63 655-1 0 0,-8-711 333 0 0,14-3-1 0 0,161 511 0 0 0,-201-772-654 0 0,3-1-1 0 0,1 0 0 0 0,2-2 1 0 0,48 73-1 0 0,-57-100-213 0 0,0-1-1 0 0,2-1 1 0 0,0 0 0 0 0,0-1-1 0 0,2-1 1 0 0,0 0 0 0 0,1-1-1 0 0,0-1 1 0 0,1-1 0 0 0,0-1-1 0 0,1 0 1 0 0,0-1 0 0 0,25 7-1 0 0,-13-7-52 0 0,0-1-1 0 0,1-2 1 0 0,0-1-1 0 0,0-2 0 0 0,1-1 1 0 0,-1-1-1 0 0,1-2 0 0 0,-1-2 1 0 0,56-9-1 0 0,102-24-140 0 0,226-73 0 0 0,-386 97 16 0 0,0-2 0 0 0,0-1-1 0 0,-2-1 1 0 0,0-1-1 0 0,0-2 1 0 0,-2-1-1 0 0,0-1 1 0 0,-2-1-1 0 0,34-36 1 0 0,180-215 321 0 0,-233 266-395 0 0,-1 1 1 0 0,1 0-1 0 0,1 0 0 0 0,-1 0 0 0 0,1 0 0 0 0,0 1 0 0 0,9-4 0 0 0,-11 6-532 0 0,0 0 0 0 0,1 0-1 0 0,-1 1 1 0 0,0 0 0 0 0,0 0-1 0 0,1 0 1 0 0,6 1 0 0 0,4 1-3655 0 0</inkml:trace>
</inkml:ink>
</file>

<file path=ppt/ink/ink2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7:12.9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 1 6913 0 0,'-7'6'321'0'0,"5"-4"-178"0"0,-1 0 0 0 0,1 0 0 0 0,0 0 1 0 0,0 0-1 0 0,0 0 0 0 0,0 1 0 0 0,0-1 0 0 0,0 0 0 0 0,0 1 1 0 0,1 0-1 0 0,-1-1 0 0 0,1 1 0 0 0,0 0 0 0 0,0 0 0 0 0,0 0 1 0 0,0 0-1 0 0,1 0 0 0 0,-1 3 0 0 0,1-6-110 0 0,0 1 0 0 0,1-1 0 0 0,-1 1 0 0 0,0-1 1 0 0,1 0-1 0 0,-1 1 0 0 0,0-1 0 0 0,1 0 0 0 0,-1 1 0 0 0,1-1 0 0 0,-1 0 0 0 0,1 1 0 0 0,-1-1 0 0 0,1 0 0 0 0,-1 0 0 0 0,1 1 0 0 0,-1-1 0 0 0,1 0 1 0 0,-1 0-1 0 0,1 0 0 0 0,0 0 0 0 0,-1 0 0 0 0,1 0 0 0 0,-1 0 0 0 0,1 0 0 0 0,-1 0 0 0 0,1 0 0 0 0,-1 0 0 0 0,1 0 0 0 0,0-1 0 0 0,23-3 429 0 0,-19 3-275 0 0,388-32 3159 0 0,-266 27-2685 0 0,-114 5-531 0 0,-1 0 0 0 0,1 1 0 0 0,-1 1-1 0 0,0 0 1 0 0,1 1 0 0 0,22 5-1 0 0,-31-5-47 0 0,0-1-1 0 0,-1 1 0 0 0,1 0 0 0 0,-1-1 0 0 0,1 2 0 0 0,-1-1 0 0 0,0 0 1 0 0,0 1-1 0 0,0-1 0 0 0,0 1 0 0 0,-1 0 0 0 0,1 0 0 0 0,-1 0 1 0 0,1 0-1 0 0,-1 0 0 0 0,0 1 0 0 0,0-1 0 0 0,-1 1 0 0 0,1-1 0 0 0,-1 1 1 0 0,0 0-1 0 0,0-1 0 0 0,0 1 0 0 0,0 0 0 0 0,0 7 0 0 0,0 24 287 0 0,-2-1-1 0 0,-1 1 0 0 0,-1-1 1 0 0,-2 0-1 0 0,-12 41 0 0 0,-6 47-2480 0 0,20-98-4636 0 0</inkml:trace>
</inkml:ink>
</file>

<file path=ppt/ink/ink2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7:18.6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3641 0 0,'1'1'384'0'0</inkml:trace>
</inkml:ink>
</file>

<file path=ppt/ink/ink2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7:20.9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5526 2873 0 0,'-6'5'216'0'0,"5"-4"-225"0"0,-1 0 0 0 0,1 1 0 0 0,0-1 0 0 0,0 0 0 0 0,0 0 0 0 0,0 1-1 0 0,0-1 1 0 0,0 0 0 0 0,0 1 0 0 0,0-1 0 0 0,0 1 0 0 0,1-1 0 0 0,-1 1 0 0 0,1 0-1 0 0,-1 2 1 0 0,0-4 110 0 0,1 1-1 0 0,0-1 0 0 0,0 1 0 0 0,-1-1 1 0 0,1 1-1 0 0,0-1 0 0 0,0 0 0 0 0,0 1 1 0 0,0-1-1 0 0,0 1 0 0 0,0 0 0 0 0,0-1 0 0 0,0 1 1 0 0,0-1-1 0 0,0 1 0 0 0,0-1 0 0 0,0 1 1 0 0,0-1-1 0 0,0 0 0 0 0,0 1 0 0 0,1-1 1 0 0,-1 1-1 0 0,0-1 0 0 0,0 1 0 0 0,1-1 1 0 0,-1 1-1 0 0,0-1 0 0 0,0 0 0 0 0,2 2 1 0 0,10-10 768 0 0,-8 4-727 0 0,-1 0 1 0 0,1 0 0 0 0,-1 0 0 0 0,0 0 0 0 0,0-1 0 0 0,3-7 0 0 0,12-47 192 0 0,17-107 0 0 0,-18 75-503 0 0,-2 0-150 0 0,3-134 0 0 0,-5 42 1082 0 0,0 6 397 0 0,-17-313 1 0 0,-8-192 1429 0 0,7 174-1405 0 0,-2 47-502 0 0,21-104-362 0 0,-10 504-315 0 0,14-377 225 0 0,-14 369-248 0 0,22-107 1 0 0,29-67-34 0 0,-29 133 41 0 0,49-232-800 0 0,-47 236 665 0 0,47-122 0 0 0,-62 192 92 0 0,-13 35 41 0 0,0 0 0 0 0,1 0 0 0 0,-1 0 0 0 0,0 0 0 0 0,0 0 1 0 0,1 0-1 0 0,-1 0 0 0 0,1 0 0 0 0,-1 0 0 0 0,1 0 0 0 0,-1 0 0 0 0,1 0 0 0 0,0 1 1 0 0,-1-1-1 0 0,1 0 0 0 0,0 0 0 0 0,0 1 0 0 0,-1-1 0 0 0,3 0 0 0 0,-3 1-12 0 0,1 0 0 0 0,-1 1 0 0 0,1-1 0 0 0,-1 1 0 0 0,1-1 0 0 0,-1 1 0 0 0,1-1 0 0 0,-1 1 0 0 0,0-1 0 0 0,1 1 0 0 0,-1 0 0 0 0,0-1 0 0 0,1 1 0 0 0,-1 0 0 0 0,0-1 0 0 0,0 1-1 0 0,0 0 1 0 0,0-1 0 0 0,1 1 0 0 0,-1 1 0 0 0,4 49-976 0 0,-3-48 922 0 0,-5 245-996 0 0,-2-47 875 0 0,9-14-688 0 0,26 575 330 0 0,17 102-1049 0 0,-46-791 1333 0 0,9 431 954 0 0,-3-350-733 0 0,6 82 35 0 0,25 156 20 0 0,-28-96-14 0 0,-9-287-19 0 0,-3 171 103 0 0,3 140 1154 0 0,29 13-888 0 0,-12-218-275 0 0,-8-57-583 0 0,5 101 0 0 0,2 32 347 0 0,-13-172-164 0 0,-1-7 395 0 0,1 1 0 0 0,0-1 0 0 0,1 0 0 0 0,0 0 0 0 0,1-1 0 0 0,11 19 0 0 0,45 64 3028 0 0,-46-73-2444 0 0,-14-19-610 0 0,1 1-1 0 0,0 0 1 0 0,0 0 0 0 0,0-1 0 0 0,0 1 0 0 0,1-1-1 0 0,-1 0 1 0 0,0 0 0 0 0,1 0 0 0 0,0 0 0 0 0,-1 0-1 0 0,1 0 1 0 0,0-1 0 0 0,0 1 0 0 0,0-1-1 0 0,0 0 1 0 0,0 0 0 0 0,1 0 0 0 0,-1 0 0 0 0,0 0-1 0 0,0-1 1 0 0,7 1 0 0 0</inkml:trace>
</inkml:ink>
</file>

<file path=ppt/ink/ink2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7:36.7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 21 6913 0 0,'0'0'105'0'0,"-16"-9"749"0"0,16 9-772 0 0,-1 0 0 0 0,1 0 0 0 0,0-1 0 0 0,-1 1 0 0 0,1 0-1 0 0,0 0 1 0 0,0 0 0 0 0,-1 0 0 0 0,1 0 0 0 0,0-1 0 0 0,-1 1 0 0 0,1 0-1 0 0,0 0 1 0 0,0 0 0 0 0,-1-1 0 0 0,1 1 0 0 0,0 0 0 0 0,0 0 0 0 0,0-1-1 0 0,-1 1 1 0 0,1 0 0 0 0,0-1 0 0 0,0 1 0 0 0,0 0 0 0 0,0 0 0 0 0,0-1-1 0 0,0 1 1 0 0,-1 0 0 0 0,1-1 0 0 0,0 1 0 0 0,0 0 0 0 0,0-1 0 0 0,0 1-1 0 0,0 0 1 0 0,0-1 0 0 0,0 1 0 0 0,1 0 0 0 0,-1-1 0 0 0,0 1 0 0 0,0 0-1 0 0,0-1 1 0 0,0 1 0 0 0,0 0 0 0 0,1-1 0 0 0,0 1 70 0 0,0 0 1 0 0,0 1-1 0 0,0-1 1 0 0,0 1-1 0 0,0-1 1 0 0,0 0-1 0 0,0 1 1 0 0,0 0-1 0 0,0-1 1 0 0,0 1-1 0 0,0 0 1 0 0,0-1-1 0 0,0 1 1 0 0,0 0-1 0 0,-1 0 1 0 0,1 0-1 0 0,0 0 1 0 0,0 1-1 0 0,19 21 849 0 0,-18-21-845 0 0,38 56 1020 0 0,-3 1 0 0 0,-2 2 0 0 0,33 79 0 0 0,-31-61-1224 0 0,-30-64-720 0 0,17 35-119 0 0,-17-24-1685 0 0,-7-3-3474 0 0</inkml:trace>
</inkml:ink>
</file>

<file path=ppt/ink/ink2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7:37.0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31 345 456 0 0,'-7'-20'701'0'0,"1"-1"1"0"0,1 0-1 0 0,0-1 0 0 0,-1-28 0 0 0,5 36-135 0 0,0 1 0 0 0,1-1 0 0 0,1 0-1 0 0,0 0 1 0 0,1 0 0 0 0,1 1 0 0 0,7-25-1 0 0,-7 32-133 0 0,0 0-1 0 0,0 0 0 0 0,0 0 0 0 0,1 0 1 0 0,0 1-1 0 0,0-1 0 0 0,0 1 0 0 0,1 0 0 0 0,-1 1 1 0 0,12-9-1 0 0,-15 12-299 0 0,1 0 0 0 0,-1 0 0 0 0,1 0 0 0 0,0 0 0 0 0,-1 0 0 0 0,1 1 0 0 0,0-1 0 0 0,0 1 0 0 0,-1-1 0 0 0,1 1 0 0 0,0 0 0 0 0,0-1 0 0 0,0 1 0 0 0,0 0 0 0 0,-1 0 0 0 0,1 1 0 0 0,3-1 0 0 0,-3 1-85 0 0,0 0 0 0 0,0 0 1 0 0,0 0-1 0 0,0 1 0 0 0,0-1 0 0 0,-1 0 1 0 0,1 1-1 0 0,0-1 0 0 0,-1 1 1 0 0,1-1-1 0 0,-1 1 0 0 0,0 0 0 0 0,1 0 1 0 0,-1 0-1 0 0,0-1 0 0 0,0 1 1 0 0,0 0-1 0 0,1 4 0 0 0,4 17-37 0 0,0 0-1 0 0,-1 0 1 0 0,-1 0 0 0 0,-2 1-1 0 0,0 0 1 0 0,-3 43-1 0 0,1-36-122 0 0,-5 58-45 0 0,2-56 1018 0 0,2 56-1 0 0,1-88-792 0 0,0 0 0 0 0,-1-1 1 0 0,1 1-1 0 0,0 0 0 0 0,0-1 0 0 0,0 1 0 0 0,1 0 0 0 0,-1 0 0 0 0,0-1 0 0 0,0 1 0 0 0,0 0 1 0 0,0-1-1 0 0,1 1 0 0 0,-1 0 0 0 0,0-1 0 0 0,1 1 0 0 0,-1-1 0 0 0,0 1 0 0 0,1-1 0 0 0,-1 1 1 0 0,1 0-1 0 0,-1-1 0 0 0,1 1 0 0 0,-1-1 0 0 0,1 0 0 0 0,-1 1 0 0 0,1-1 0 0 0,-1 1 1 0 0,1-1-1 0 0,0 0 0 0 0,-1 0 0 0 0,1 1 0 0 0,1-1 0 0 0,-1 0-33 0 0,1 0-1 0 0,0-1 1 0 0,-1 1-1 0 0,1-1 1 0 0,-1 1 0 0 0,1-1-1 0 0,0 0 1 0 0,-1 0-1 0 0,1 1 1 0 0,-1-1 0 0 0,0 0-1 0 0,1 0 1 0 0,0-2-1 0 0,38-39-1106 0 0,98-128-5556 0 0,-117 144 5184 0 0</inkml:trace>
</inkml:ink>
</file>

<file path=ppt/ink/ink2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7:37.4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 72 3169 0 0,'-5'-6'255'0'0,"-1"-1"0"0"0,1 2 1 0 0,-1-1-1 0 0,0 1 0 0 0,-10-7 1 0 0,-13-12 6039 0 0,42 18-3925 0 0</inkml:trace>
</inkml:ink>
</file>

<file path=ppt/ink/ink2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7:37.7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81 101 3225 0 0,'-10'-25'538'0'0,"8"19"-231"0"0,0 0 0 0 0,-1 0 1 0 0,0 0-1 0 0,0 0 0 0 0,0 1 0 0 0,0-1 0 0 0,-1 1 0 0 0,0 0 0 0 0,0 0 0 0 0,0 0 0 0 0,-6-5 0 0 0,9 10-287 0 0,0-1-1 0 0,0 1 1 0 0,0-1-1 0 0,1 1 1 0 0,-1-1-1 0 0,0 1 1 0 0,0 0 0 0 0,0-1-1 0 0,0 1 1 0 0,0 0-1 0 0,0 0 1 0 0,1 0-1 0 0,-1 0 1 0 0,0 0-1 0 0,0 0 1 0 0,0 0-1 0 0,0 0 1 0 0,0 0-1 0 0,0 0 1 0 0,0 1-1 0 0,0-1 1 0 0,1 0-1 0 0,-1 0 1 0 0,0 1 0 0 0,-1 0-1 0 0,2-1-55 0 0,-1 1-1 0 0,1-1 0 0 0,0 1 1 0 0,0-1-1 0 0,0 1 0 0 0,0-1 1 0 0,-1 1-1 0 0,1 0 1 0 0,0-1-1 0 0,0 1 0 0 0,0-1 1 0 0,0 1-1 0 0,0-1 1 0 0,0 1-1 0 0,0 0 0 0 0,1-1 1 0 0,-1 1-1 0 0,0-1 1 0 0,0 1-1 0 0,0-1 0 0 0,0 1 1 0 0,1-1-1 0 0,-1 1 1 0 0,0-1-1 0 0,1 1 0 0 0,-1-1 1 0 0,0 1-1 0 0,1-1 1 0 0,-1 1-1 0 0,1-1 0 0 0,-1 0 1 0 0,0 1-1 0 0,1-1 1 0 0,-1 0-1 0 0,1 1 0 0 0,-1-1 1 0 0,1 0-1 0 0,-1 0 1 0 0,2 1-1 0 0,33 26-2189 0 0,-30-24 2209 0 0</inkml:trace>
</inkml:ink>
</file>

<file path=ppt/ink/ink2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7:38.1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104 532 6913 0 0,'-1'-3'-39'0'0,"0"-1"-1"0"0,1 0 0 0 0,-1 0 0 0 0,1 1 1 0 0,0-1-1 0 0,0 0 0 0 0,0 0 0 0 0,0 0 0 0 0,1 0 1 0 0,1-4-1 0 0,0-5-188 0 0,2-41 659 0 0,-3-1-1 0 0,-2 0 1 0 0,-2 0-1 0 0,-2 0 1 0 0,-23-94-1 0 0,27 145-279 0 0,0 1 0 0 0,0-1 1 0 0,-1 0-1 0 0,0 0 0 0 0,1 0 0 0 0,-1 1 0 0 0,0-1 0 0 0,-1 1 0 0 0,1 0 0 0 0,-6-6 0 0 0,8 8-95 0 0,-1 1 0 0 0,1 0 0 0 0,-1-1-1 0 0,0 1 1 0 0,1 0 0 0 0,-1-1 0 0 0,1 1-1 0 0,-1 0 1 0 0,0-1 0 0 0,1 1 0 0 0,-1 0-1 0 0,0 0 1 0 0,1 0 0 0 0,-1 0 0 0 0,0 0-1 0 0,1 0 1 0 0,-1 0 0 0 0,0 0 0 0 0,1 0-1 0 0,-1 0 1 0 0,0 0 0 0 0,1 0 0 0 0,-1 0-1 0 0,0 1 1 0 0,0-1 0 0 0,-1 1 32 0 0,1 0-1 0 0,-1 1 1 0 0,1-1-1 0 0,0 0 1 0 0,-1 1-1 0 0,1-1 1 0 0,0 1-1 0 0,0-1 1 0 0,0 1-1 0 0,0 0 1 0 0,0-1-1 0 0,0 1 1 0 0,-1 2-1 0 0,-1 5 52 0 0,1 0 0 0 0,-1 0 0 0 0,1 0 0 0 0,1 0 0 0 0,0 0-1 0 0,0 0 1 0 0,1 0 0 0 0,0 0 0 0 0,2 11 0 0 0,0-1 100 0 0,1 1 0 0 0,1-1 1 0 0,9 24-1 0 0,-12-40-246 0 0,-1-1-1 0 0,1 1 1 0 0,0 0-1 0 0,0-1 1 0 0,1 1-1 0 0,-1 0 1 0 0,0-1 0 0 0,1 0-1 0 0,0 1 1 0 0,-1-1-1 0 0,1 0 1 0 0,0 0-1 0 0,0 0 1 0 0,0 0 0 0 0,0 0-1 0 0,1 0 1 0 0,-1-1-1 0 0,0 1 1 0 0,1-1 0 0 0,-1 1-1 0 0,1-1 1 0 0,0 0-1 0 0,-1 0 1 0 0,1 0-1 0 0,0-1 1 0 0,0 1 0 0 0,-1-1-1 0 0,1 1 1 0 0,0-1-1 0 0,0 0 1 0 0,0 0-1 0 0,0 0 1 0 0,0 0 0 0 0,-1-1-1 0 0,1 1 1 0 0,0-1-1 0 0,0 0 1 0 0,4-2 0 0 0,1 0-579 0 0,0 0 1 0 0,0-1 0 0 0,-1 0 0 0 0,1-1-1 0 0,-1 0 1 0 0,0 0 0 0 0,-1 0 0 0 0,1-1-1 0 0,-1 0 1 0 0,0 0 0 0 0,9-14 0 0 0,11-19-2038 0 0,-14 19 1509 0 0</inkml:trace>
</inkml:ink>
</file>

<file path=ppt/ink/ink2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7:38.5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142 469 3209 0 0,'6'-20'288'0'0,"5"-16"-174"0"0,12-51 648 0 0,-21 77-635 0 0,-1 0-1 0 0,0 0 1 0 0,0-1-1 0 0,-1 1 0 0 0,0 0 1 0 0,-2-13-1 0 0,2 22-29 0 0,0 0-1 0 0,0 1 0 0 0,0-1 0 0 0,0 1 0 0 0,0-1 0 0 0,0 0 0 0 0,0 1 0 0 0,0-1 0 0 0,-1 1 1 0 0,1-1-1 0 0,0 1 0 0 0,0-1 0 0 0,-1 1 0 0 0,1-1 0 0 0,0 1 0 0 0,-1-1 0 0 0,1 1 1 0 0,0-1-1 0 0,-1 1 0 0 0,1-1 0 0 0,-1 1 0 0 0,1 0 0 0 0,-1-1 0 0 0,1 1 0 0 0,-1 0 0 0 0,1-1 1 0 0,-1 1-1 0 0,1 0 0 0 0,-1 0 0 0 0,1-1 0 0 0,-1 1 0 0 0,0 0 0 0 0,0 0 0 0 0,0 0 144 0 0,-1 1-1 0 0,1-1 0 0 0,-1 0 1 0 0,1 1-1 0 0,-1 0 0 0 0,1-1 1 0 0,0 1-1 0 0,-1 0 0 0 0,1 0 0 0 0,0-1 1 0 0,0 1-1 0 0,-2 2 0 0 0,-2 2 409 0 0,0-1 0 0 0,1 1 0 0 0,-1 0 0 0 0,1 1 0 0 0,-4 7 0 0 0,4-4-306 0 0,0 1 1 0 0,1-1-1 0 0,0 1 1 0 0,1 0-1 0 0,-2 15 0 0 0,4-21-260 0 0,0-1-1 0 0,0 1 1 0 0,0-1-1 0 0,0 1 1 0 0,1 0-1 0 0,-1-1 1 0 0,1 1-1 0 0,2 5 0 0 0,-3-8-55 0 0,1 1-1 0 0,0-1 0 0 0,-1 0 1 0 0,1 1-1 0 0,0-1 0 0 0,0 0 1 0 0,0 0-1 0 0,0 0 0 0 0,0 1 1 0 0,0-1-1 0 0,0 0 0 0 0,1-1 1 0 0,-1 1-1 0 0,0 0 0 0 0,1 0 0 0 0,-1 0 1 0 0,0-1-1 0 0,1 1 0 0 0,-1-1 1 0 0,4 1-1 0 0,-3 0-58 0 0,1-1-1 0 0,-1-1 1 0 0,1 1-1 0 0,-1 0 1 0 0,1-1-1 0 0,0 1 1 0 0,-1-1-1 0 0,1 0 1 0 0,-1 0-1 0 0,0 0 1 0 0,1 0-1 0 0,-1 0 1 0 0,0 0-1 0 0,0-1 1 0 0,1 1-1 0 0,-1-1 1 0 0,0 1-1 0 0,0-1 1 0 0,-1 0-1 0 0,1 0 1 0 0,0 0-1 0 0,-1 0 1 0 0,1 0-1 0 0,-1 0 1 0 0,1 0-1 0 0,1-5 1 0 0,1 0-298 0 0,0-1 0 0 0,-1 1 0 0 0,0-1 0 0 0,0 0 0 0 0,0 0 0 0 0,-1 0 1 0 0,1-10-1 0 0,-3 12 154 0 0,0 0 0 0 0,0 0 0 0 0,-1 0 0 0 0,0 0 0 0 0,0 0 1 0 0,-1 0-1 0 0,1 0 0 0 0,-1 0 0 0 0,-1 1 0 0 0,1-1 0 0 0,-1 1 0 0 0,-6-11 1 0 0,-5-4 175 0 0,-32-35 0 0 0,20 26 295 0 0,5 4 1518 0 0,0 2 1 0 0,-44-36 0 0 0,74 69-948 0 0,-2 1 0 0 0,0 0 0 0 0,7 13 0 0 0,3 5-636 0 0,5 5-290 0 0,1-1 1 0 0,1-1-1 0 0,2-2 1 0 0,1 0 0 0 0,2-1-1 0 0,1-2 1 0 0,0-1-1 0 0,49 30 1 0 0,-48-37-917 0 0</inkml:trace>
</inkml:ink>
</file>

<file path=ppt/ink/ink2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7:32.7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4117 2513 0 0,'0'-4'293'0'0,"1"0"0"0"0,0-1 0 0 0,0 1 0 0 0,0 0-1 0 0,0 0 1 0 0,1 1 0 0 0,0-1 0 0 0,0 0 0 0 0,3-5 0 0 0,26-35 3710 0 0,-23 33-3614 0 0,-6 9-389 0 0,12-16 16 0 0,-1-1-1 0 0,0 0 1 0 0,-2-1-1 0 0,0-1 1 0 0,10-25-1 0 0,-1-11 64 0 0,-8 27-401 0 0,-1-2 0 0 0,11-53 1 0 0,23-176-502 0 0,0 39-345 0 0,-16 89 1072 0 0,-6-2 1 0 0,-5-1 0 0 0,-1-243 0 0 0,-18 358 216 0 0,8-415 3371 0 0,1-48-1861 0 0,-12 328-690 0 0,23-229 0 0 0,48-151-1053 0 0,-58 414-33 0 0,-1 0 700 0 0,-6 106-586 0 0,1 1 0 0 0,1-1 0 0 0,0 1 0 0 0,1 0 0 0 0,10-22 0 0 0,-15 36 8 0 0,1-1 0 0 0,-1 1 1 0 0,1-1-1 0 0,0 1 0 0 0,-1 0 0 0 0,1-1 0 0 0,0 1 1 0 0,0 0-1 0 0,0-1 0 0 0,0 1 0 0 0,0 0 0 0 0,0 0 1 0 0,0 0-1 0 0,0 0 0 0 0,1 0 0 0 0,-1 0 0 0 0,0 0 1 0 0,1 1-1 0 0,-1-1 0 0 0,0 0 0 0 0,1 1 0 0 0,1-2 1 0 0,-1 3-27 0 0,-1-1 1 0 0,0 1 0 0 0,0-1 0 0 0,0 1 0 0 0,0-1 0 0 0,0 1-1 0 0,0-1 1 0 0,0 1 0 0 0,0 0 0 0 0,0 0 0 0 0,0 0-1 0 0,0-1 1 0 0,0 1 0 0 0,-1 0 0 0 0,1 0 0 0 0,0 0 0 0 0,-1 0-1 0 0,1 0 1 0 0,0 0 0 0 0,-1 1 0 0 0,1 0 0 0 0,3 9-255 0 0,0-1 1 0 0,0 1-1 0 0,-1 0 1 0 0,2 19-1 0 0,13 348-215 0 0,-7-58 140 0 0,12-114 329 0 0,10 174-358 0 0,-31 146 567 0 0,-1-378 656 0 0,6 98-74 0 0,8-73-480 0 0,17 138 255 0 0,-25-266-480 0 0,-2 0 1 0 0,-2 1 0 0 0,-4 63-1 0 0,1-78 278 0 0,1 1-1 0 0,12 60 1 0 0,-5-42-227 0 0,2 46 574 0 0,3 24 250 0 0,-1-45-848 0 0,-6-32-34 0 0,18 66 0 0 0,-9-46 29 0 0,-11-43-20 0 0,1-1 0 0 0,15 39 0 0 0,3 2 22 0 0,-19-47-40 0 0,1 1 0 0 0,0-1 1 0 0,1 0-1 0 0,0 0 0 0 0,1 0 0 0 0,0-1 0 0 0,1 0 0 0 0,11 12 0 0 0,-11-14-36 0 0,-1-1 0 0 0,1 1 0 0 0,-2 0 0 0 0,1 1 0 0 0,4 11 0 0 0,-6-11 4 0 0,1-1-1 0 0,0 0 1 0 0,0 0 0 0 0,11 12 0 0 0,-13-18 33 0 0,-1-1 0 0 0,1 0 0 0 0,-1 0 0 0 0,1-1 0 0 0,0 1 0 0 0,0-1 0 0 0,0 1 0 0 0,0-1-1 0 0,1-1 1 0 0,-1 1 0 0 0,1-1 0 0 0,-1 1 0 0 0,1-1 0 0 0,-1 0 0 0 0,6 0 0 0 0,-5-1 36 0 0,0 0 0 0 0,0-1 0 0 0,-1 1 0 0 0,1-1 0 0 0,0 0 0 0 0,0 0 0 0 0,6-2-1 0 0,-7 1-17 0 0,-1 1 0 0 0,1 0-1 0 0,-1 0 1 0 0,1 0-1 0 0,0 0 1 0 0,-1 1-1 0 0,1 0 1 0 0,0 0-1 0 0,-1 0 1 0 0,1 0-1 0 0,0 0 1 0 0,-1 1-1 0 0,1-1 1 0 0,3 2 0 0 0,1 1-209 0 0,1 0 0 0 0,-1-1 0 0 0,1 0 0 0 0,-1 0 0 0 0,1-1 0 0 0,0 0 0 0 0,-1 0 0 0 0,11-1 0 0 0,-5-1-5224 0 0</inkml:trace>
</inkml:ink>
</file>

<file path=ppt/ink/ink2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7:34.9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4247 39 6449 0 0,'2'-1'15'0'0,"4"-5"987"0"0,1 1 1 0 0,0 1-1 0 0,0-1 1 0 0,0 1-1 0 0,1 0 0 0 0,-1 1 1 0 0,11-4-1 0 0,-40 17 3716 0 0,-18 16-3342 0 0,4-3-807 0 0,-351 240 1091 0 0,164-104-1626 0 0,-95 89 32 0 0,67-48-184 0 0,-274 200-1363 0 0,-501 487 66 0 0,877-737 1265 0 0,-95 90-948 0 0,15-29 267 0 0,-108 93 342 0 0,90-74-331 0 0,92-79 1032 0 0,97-104 8 0 0,-11 12-1239 0 0</inkml:trace>
</inkml:ink>
</file>

<file path=ppt/ink/ink2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7:35.4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43 3193 0 0,'0'-2'84'0'0,"1"0"0"0"0,-1 1 0 0 0,0-1 0 0 0,0 0 0 0 0,1 0 0 0 0,-1 1 0 0 0,1-1 0 0 0,-1 0 0 0 0,1 1 0 0 0,0-1 0 0 0,0 1 0 0 0,0-1 0 0 0,0 1 0 0 0,0-1 0 0 0,0 1 0 0 0,0 0 0 0 0,0-1 0 0 0,0 1 0 0 0,1 0 0 0 0,-1 0 0 0 0,1 0 0 0 0,-1 0 0 0 0,1 0 0 0 0,-1 0 0 0 0,1 0 0 0 0,-1 1 0 0 0,1-1 0 0 0,0 1 0 0 0,-1-1 0 0 0,1 1 0 0 0,2-1 0 0 0,0 0 271 0 0,-1 1-1 0 0,1-1 1 0 0,0 1 0 0 0,0 0-1 0 0,0 0 1 0 0,0 0-1 0 0,0 0 1 0 0,0 1-1 0 0,-1 0 1 0 0,1 0-1 0 0,0 0 1 0 0,4 2-1 0 0,-4-1-157 0 0,-1 0 1 0 0,1 1-1 0 0,-1-1 0 0 0,0 1 0 0 0,0 0 1 0 0,-1 0-1 0 0,1 0 0 0 0,0 0 0 0 0,-1 0 0 0 0,0 1 1 0 0,0-1-1 0 0,0 1 0 0 0,0-1 0 0 0,0 1 1 0 0,-1 0-1 0 0,1 0 0 0 0,-1 0 0 0 0,0-1 0 0 0,0 7 1 0 0,2 11 99 0 0,-1-1 0 0 0,-2 37 0 0 0,1-9-260 0 0,1-11 14 0 0,8 75 453 0 0,-8-96-249 0 0,1-1-1 0 0,0 1 1 0 0,2-1 0 0 0,10 27 0 0 0,-14-39-216 0 0,0-1 1 0 0,1 1-1 0 0,-1 0 1 0 0,1 0-1 0 0,0-1 1 0 0,0 1 0 0 0,0 0-1 0 0,0-1 1 0 0,0 0-1 0 0,1 0 1 0 0,-1 1-1 0 0,0-1 1 0 0,1-1-1 0 0,0 1 1 0 0,-1 0 0 0 0,1-1-1 0 0,0 1 1 0 0,0-1-1 0 0,4 1 1 0 0,-4-1 12 0 0,1-1 1 0 0,0 1-1 0 0,0-1 1 0 0,0-1 0 0 0,0 1-1 0 0,0 0 1 0 0,-1-1-1 0 0,1 0 1 0 0,0 0-1 0 0,0 0 1 0 0,-1 0-1 0 0,1 0 1 0 0,5-4 0 0 0,8-5 121 0 0,0-1 1 0 0,-1-1 0 0 0,0-1 0 0 0,25-25-1 0 0,-38 34-163 0 0,69-70-687 0 0,-47 47-303 0 0</inkml:trace>
</inkml:ink>
</file>

<file path=ppt/ink/ink2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7:39.3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57 6913 0 0,'-6'-7'547'0'0,"-16"-24"-674"0"0,17 13 4150 0 0,5 18-3939 0 0,1 0 1 0 0,-1 0-1 0 0,0 0 1 0 0,1 0-1 0 0,-1 0 1 0 0,0 0-1 0 0,1-1 1 0 0,-1 1-1 0 0,0 0 1 0 0,1 0-1 0 0,-1 0 0 0 0,0 0 1 0 0,1 0-1 0 0,-1 0 1 0 0,0 0-1 0 0,1 0 1 0 0,-1 1-1 0 0,0-1 1 0 0,1 0-1 0 0,-1 0 1 0 0,0 0-1 0 0,1 0 1 0 0,-1 0-1 0 0,0 0 1 0 0,0 1-1 0 0,1-1 1 0 0,-1 0-1 0 0,0 0 1 0 0,0 0-1 0 0,1 1 1 0 0,-1-1-1 0 0,0 0 1 0 0,0 0-1 0 0,0 1 0 0 0,1-1 1 0 0,-1 0-1 0 0,0 1 1 0 0,0-1-1 0 0,12 13 517 0 0,112 157 2657 0 0,-78-102-4504 0 0,98 109 0 0 0,-100-140-2228 0 0,-11-16-1851 0 0,-29-19 3772 0 0</inkml:trace>
</inkml:ink>
</file>

<file path=ppt/ink/ink2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7:39.7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8 427 1368 0 0,'-8'2'4176'0'0,"10"-3"-3932"0"0,-1 0-1 0 0,0 1 1 0 0,1-1-1 0 0,-1 0 0 0 0,1 1 1 0 0,-1 0-1 0 0,1-1 1 0 0,0 1-1 0 0,-1 0 0 0 0,1 0 1 0 0,-1 0-1 0 0,1 0 1 0 0,-1 0-1 0 0,3 0 0 0 0,20 6 2899 0 0,47 5 0 0 0,-1 0-1489 0 0,-42-5-1127 0 0,-4 0-254 0 0,0-1 0 0 0,0-1 0 0 0,0-1 0 0 0,43 0 0 0 0,-62-3-217 0 0,0-1 0 0 0,-1 1 0 0 0,1-1 0 0 0,0 0-1 0 0,-1 0 1 0 0,1 0 0 0 0,-1 0 0 0 0,1-1 0 0 0,-1 0 0 0 0,0 0-1 0 0,1 0 1 0 0,-1 0 0 0 0,0-1 0 0 0,0 1 0 0 0,-1-1-1 0 0,1 0 1 0 0,-1-1 0 0 0,1 1 0 0 0,-1 0 0 0 0,0-1-1 0 0,0 0 1 0 0,-1 0 0 0 0,1 0 0 0 0,-1 0 0 0 0,0 0 0 0 0,0 0-1 0 0,0-1 1 0 0,0 1 0 0 0,-1 0 0 0 0,0-1 0 0 0,1-4-1 0 0,-1 0 51 0 0,0 1 0 0 0,-1 0 0 0 0,0 0 0 0 0,0 0 0 0 0,-1 0-1 0 0,0-1 1 0 0,-4-13 0 0 0,-22-59-96 0 0,10 33 32 0 0,-19-52-1011 0 0,3 37-3237 0 0,24 48-1899 0 0</inkml:trace>
</inkml:ink>
</file>

<file path=ppt/ink/ink2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7:40.1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68 16 2761 0 0,'-6'0'833'0'0,"-1"0"1"0"0,1-1 0 0 0,-1 0 0 0 0,1 0 0 0 0,-1-1-1 0 0,1 0 1 0 0,0 0 0 0 0,-10-4 0 0 0,35 23 3512 0 0,8 24-2440 0 0,-14-20-1018 0 0,38 59 549 0 0,53 73-1948 0 0,-87-131-2123 0 0,1-2 1 0 0,32 28-1 0 0,-38-37-1883 0 0</inkml:trace>
</inkml:ink>
</file>

<file path=ppt/ink/ink2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7:40.5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32 7834 0 0,'0'-1'81'0'0,"-1"1"0"0"0,1 0 1 0 0,-1-1-1 0 0,1 1 1 0 0,-1-1-1 0 0,1 1 1 0 0,-1-1-1 0 0,1 1 0 0 0,-1-1 1 0 0,1 1-1 0 0,0-1 1 0 0,-1 1-1 0 0,1-1 0 0 0,0 1 1 0 0,-1-1-1 0 0,1 0 1 0 0,0 1-1 0 0,0-1 0 0 0,0 0 1 0 0,-1 1-1 0 0,1-1 1 0 0,0 0-1 0 0,0 1 1 0 0,0-1-1 0 0,0 0 0 0 0,0 1 1 0 0,0-1-1 0 0,1 1 1 0 0,-1-1-1 0 0,0 0 0 0 0,0 1 1 0 0,0-1-1 0 0,1 0 1 0 0,-1 1-1 0 0,0-1 0 0 0,0 1 1 0 0,1-1-1 0 0,-1 0 1 0 0,1 1-1 0 0,-1-1 1 0 0,0 1-1 0 0,1-1 0 0 0,-1 1 1 0 0,1 0-1 0 0,0-1 1 0 0,1 0 115 0 0,-1 0 1 0 0,1 0 0 0 0,-1 1 0 0 0,1-1 0 0 0,-1 1 0 0 0,1-1 0 0 0,0 1 0 0 0,-1 0 0 0 0,1-1-1 0 0,0 1 1 0 0,-1 0 0 0 0,1 0 0 0 0,0 0 0 0 0,0 1 0 0 0,-1-1 0 0 0,1 0 0 0 0,2 1 0 0 0,11 6 272 0 0,-1 1 1 0 0,0 1 0 0 0,0 0-1 0 0,-1 0 1 0 0,0 2 0 0 0,-1-1-1 0 0,18 20 1 0 0,-8-9-44 0 0,7 8-263 0 0,-1 1-1 0 0,25 35 1 0 0,-32-36-4166 0 0,18 35 0 0 0,-35-52 538 0 0,-5-10 2590 0 0</inkml:trace>
</inkml:ink>
</file>

<file path=ppt/ink/ink2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7:40.9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21 287 3225 0 0,'-3'-4'52'0'0,"1"1"-1"0"0,0-1 1 0 0,0 1 0 0 0,0-1 0 0 0,0 0 0 0 0,1 1 0 0 0,-1-1 0 0 0,1 0 0 0 0,0 0 0 0 0,0 0 0 0 0,1 0-1 0 0,-1-1 1 0 0,1-3 0 0 0,2-55 1534 0 0,0 51-1226 0 0,1 0 0 0 0,0 1 0 0 0,1-1 0 0 0,0 1 1 0 0,0 0-1 0 0,2 1 0 0 0,-1-1 0 0 0,1 1 0 0 0,1 0 0 0 0,0 0 0 0 0,0 1 0 0 0,1 0 0 0 0,11-11 0 0 0,-18 19-332 0 0,-1 1-1 0 0,0-1 0 0 0,1 1 0 0 0,-1-1 1 0 0,1 1-1 0 0,-1-1 0 0 0,1 1 1 0 0,-1 0-1 0 0,1-1 0 0 0,-1 1 0 0 0,1 0 1 0 0,-1-1-1 0 0,1 1 0 0 0,-1 0 1 0 0,1-1-1 0 0,0 1 0 0 0,-1 0 0 0 0,1 0 1 0 0,0 0-1 0 0,-1 0 0 0 0,1 0 1 0 0,-1 0-1 0 0,1 0 0 0 0,0 0 0 0 0,-1 0 1 0 0,1 0-1 0 0,0 0 0 0 0,-1 0 1 0 0,1 0-1 0 0,0 0 0 0 0,-1 0 0 0 0,1 1 1 0 0,-1-1-1 0 0,1 0 0 0 0,0 1 1 0 0,0-1-1 0 0,0 2-54 0 0,0 0-1 0 0,0-1 1 0 0,0 1 0 0 0,0 0 0 0 0,0 0 0 0 0,-1 0-1 0 0,1 0 1 0 0,-1-1 0 0 0,1 1 0 0 0,-1 0-1 0 0,1 4 1 0 0,-2 55-629 0 0,-12 17 728 0 0,-2 13 1548 0 0,15-90-1511 0 0,0 0-1 0 0,-1 0 1 0 0,1-1 0 0 0,0 1-1 0 0,0 0 1 0 0,0 0-1 0 0,0 0 1 0 0,0-1 0 0 0,1 1-1 0 0,-1 0 1 0 0,0 0-1 0 0,0-1 1 0 0,0 1-1 0 0,1 0 1 0 0,-1 0 0 0 0,0-1-1 0 0,1 1 1 0 0,-1 0-1 0 0,1-1 1 0 0,-1 1-1 0 0,1 0 1 0 0,-1-1 0 0 0,1 1-1 0 0,-1-1 1 0 0,1 1-1 0 0,0-1 1 0 0,-1 1 0 0 0,1-1-1 0 0,0 1 1 0 0,-1-1-1 0 0,2 1 1 0 0,0-1 85 0 0,0 1 0 0 0,0-1 0 0 0,1 0-1 0 0,-1 0 1 0 0,0 0 0 0 0,0 0 0 0 0,0 0 0 0 0,1-1 0 0 0,-1 1 0 0 0,0-1 0 0 0,3 0 0 0 0,6-3 334 0 0,0 0 0 0 0,0-1 1 0 0,10-7-1 0 0,40-29 672 0 0,-45 29-1218 0 0,0 1 1 0 0,1 0-1 0 0,0 1 0 0 0,1 1 1 0 0,24-9-1 0 0,-35 17-1745 0 0</inkml:trace>
</inkml:ink>
</file>

<file path=ppt/ink/ink2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1:58:14.1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 45 2961 0 0,'-22'14'445'0'0,"15"-1"2880"0"0,7-13-3287 0 0,15 0 525 0 0,0 0-1 0 0,0 2 0 0 0,0 0 0 0 0,0 0 0 0 0,29 10 0 0 0,-1-2-14 0 0,45 8 96 0 0,148 11 1 0 0,-184-27-633 0 0,0-3 1 0 0,-1-1 0 0 0,1-3 0 0 0,69-16 0 0 0,28-15 54 0 0,126-26 386 0 0,-218 53-253 0 0,0 2 0 0 0,111 1 0 0 0,58 34 718 0 0,-157-17-291 0 0,121 6-1 0 0,-175-17-573 0 0,49 0 1516 0 0,74-9-1 0 0,-134 8-1659 0 0,0 1 0 0 0,0 0 0 0 0,0 0 0 0 0,0 0 0 0 0,0 0 0 0 0,0 1 0 0 0,0 0 0 0 0,0-1 0 0 0,0 1 0 0 0,-1 1 0 0 0,1-1 1 0 0,0 1-1 0 0,-1-1 0 0 0,5 4 0 0 0,3 1-1290 0 0</inkml:trace>
</inkml:ink>
</file>

<file path=ppt/ink/ink2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1:22.1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1 8290 0 0,'-1'0'100'0'0,"1"0"1"0"0,-1 0-1 0 0,1 1 1 0 0,-1-1-1 0 0,1 0 1 0 0,-1 1-1 0 0,1-1 1 0 0,-1 0-1 0 0,1 1 1 0 0,-1-1-1 0 0,1 0 1 0 0,-1 1-1 0 0,1-1 1 0 0,0 1-1 0 0,-1-1 1 0 0,1 1-1 0 0,0-1 1 0 0,-1 1-1 0 0,1-1 1 0 0,0 1-1 0 0,-1-1 1 0 0,1 1-1 0 0,0-1 1 0 0,0 1-1 0 0,0 0 1 0 0,0-1-1 0 0,0 1 1 0 0,0-1-1 0 0,0 1 1 0 0,0 0-1 0 0,0 0 0 0 0,-4 26 528 0 0,4-25-414 0 0,-1 21 153 0 0,0-1 0 0 0,2 1 0 0 0,1-1 0 0 0,1 0 0 0 0,0 1 0 0 0,2-1 0 0 0,0-1 0 0 0,2 1 0 0 0,0-1 1 0 0,12 23-1 0 0,-12-31-224 0 0,0-1 1 0 0,0 1 0 0 0,2-1 0 0 0,-1-1 0 0 0,1 1-1 0 0,1-1 1 0 0,15 12 0 0 0,-18-17-64 0 0,1 0-1 0 0,-1 0 1 0 0,2-1 0 0 0,-1 0 0 0 0,0-1-1 0 0,1 0 1 0 0,0-1 0 0 0,0 1 0 0 0,0-1-1 0 0,1-1 1 0 0,17 3 0 0 0,-24-5-49 0 0,1 1 1 0 0,-1-1-1 0 0,0 0 0 0 0,1 0 0 0 0,-1 0 1 0 0,1 0-1 0 0,-1-1 0 0 0,1 1 0 0 0,-1-1 1 0 0,0 0-1 0 0,0 0 0 0 0,1 0 1 0 0,-1 0-1 0 0,0 0 0 0 0,0-1 0 0 0,0 0 1 0 0,0 0-1 0 0,0 0 0 0 0,0 0 1 0 0,-1 0-1 0 0,1 0 0 0 0,-1 0 0 0 0,1-1 1 0 0,2-4-1 0 0,-2 1 25 0 0,0 1-1 0 0,-1-1 1 0 0,0 0 0 0 0,0 0-1 0 0,0 0 1 0 0,-1 0 0 0 0,1 0-1 0 0,-2 0 1 0 0,1-1 0 0 0,-1 1-1 0 0,0 0 1 0 0,-1-11 0 0 0,-3-22 121 0 0,-13-60 0 0 0,13 82-1546 0 0,-1 0 0 0 0,-1 0-1 0 0,-9-17 1 0 0</inkml:trace>
</inkml:ink>
</file>

<file path=ppt/ink/ink2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1:22.5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0 160 2761 0 0,'22'-26'10329'0'0,"-23"37"-8096"0"0,0-6-2055 0 0,1 1 1 0 0,-1-1-1 0 0,1 1 0 0 0,0-1 0 0 0,1 1 0 0 0,-1 0 1 0 0,1-1-1 0 0,0 1 0 0 0,0-1 0 0 0,1 1 0 0 0,0-1 1 0 0,0 0-1 0 0,0 0 0 0 0,0 0 0 0 0,1 0 0 0 0,0 0 1 0 0,0 0-1 0 0,0-1 0 0 0,1 1 0 0 0,5 5 0 0 0,-6-7-149 0 0,0 0-1 0 0,1 0 1 0 0,-1-1-1 0 0,1 1 1 0 0,0-1-1 0 0,0 1 0 0 0,-1-1 1 0 0,1 0-1 0 0,1-1 1 0 0,-1 1-1 0 0,0-1 0 0 0,0 0 1 0 0,1 0-1 0 0,-1 0 1 0 0,0 0-1 0 0,1-1 1 0 0,-1 0-1 0 0,1 0 0 0 0,-1 0 1 0 0,1 0-1 0 0,-1-1 1 0 0,0 1-1 0 0,1-1 0 0 0,-1 0 1 0 0,8-4-1 0 0,-10 4-2 0 0,0 0 1 0 0,0 0-1 0 0,1 0 0 0 0,-1-1 1 0 0,0 1-1 0 0,0-1 0 0 0,0 1 0 0 0,-1-1 1 0 0,1 0-1 0 0,0 0 0 0 0,-1 0 0 0 0,1 0 1 0 0,-1 0-1 0 0,0 0 0 0 0,1 0 1 0 0,-1 0-1 0 0,1-5 0 0 0,0 2 5 0 0,-1 0 0 0 0,0-1-1 0 0,0 1 1 0 0,-1 0 0 0 0,1-1 0 0 0,-1 1-1 0 0,0 0 1 0 0,-2-7 0 0 0,1 0-12 0 0,-2 0-1 0 0,0 0 1 0 0,0 0-1 0 0,-1 1 1 0 0,-1-1 0 0 0,-9-18-1 0 0,7 20-111 0 0,0-1-1 0 0,0 1 0 0 0,-1 0 0 0 0,-13-13 0 0 0,18 21-131 0 0,0-1 0 0 0,0 0 1 0 0,0 1-1 0 0,0-1 0 0 0,-1 1 0 0 0,1 0 0 0 0,-1 0 0 0 0,1 0 1 0 0,-1 1-1 0 0,0-1 0 0 0,1 1 0 0 0,-1 0 0 0 0,0 0 1 0 0,0 0-1 0 0,0 1 0 0 0,0-1 0 0 0,0 1 0 0 0,-4 0 0 0 0,-7 3-5660 0 0</inkml:trace>
</inkml:ink>
</file>

<file path=ppt/ink/ink2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1:22.8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125 308 7834 0 0,'1'-5'231'0'0,"-1"0"1"0"0,0 1 0 0 0,0-1 0 0 0,0 0 0 0 0,-1 0 0 0 0,0 0-1 0 0,0 0 1 0 0,0 1 0 0 0,-1-1 0 0 0,1 0 0 0 0,-1 1-1 0 0,0-1 1 0 0,-4-5 0 0 0,5 8-113 0 0,0 1-1 0 0,0 0 1 0 0,1-1 0 0 0,-1 1-1 0 0,0 0 1 0 0,0 0 0 0 0,-1 0-1 0 0,1 0 1 0 0,0 0 0 0 0,0 0-1 0 0,0 0 1 0 0,-1 0-1 0 0,1 0 1 0 0,0 0 0 0 0,-1 1-1 0 0,1-1 1 0 0,-1 1 0 0 0,1-1-1 0 0,-1 1 1 0 0,1 0 0 0 0,-1-1-1 0 0,1 1 1 0 0,-1 0 0 0 0,1 0-1 0 0,-1 0 1 0 0,1 0 0 0 0,-1 0-1 0 0,1 0 1 0 0,-1 1-1 0 0,1-1 1 0 0,-1 0 0 0 0,1 1-1 0 0,-1-1 1 0 0,1 1 0 0 0,-1-1-1 0 0,1 1 1 0 0,0 0 0 0 0,-1 0-1 0 0,1 0 1 0 0,0 0 0 0 0,0 0-1 0 0,0 0 1 0 0,-1 0 0 0 0,0 2-1 0 0,-3 2-18 0 0,0 0 0 0 0,1 0 0 0 0,0 0 0 0 0,0 1-1 0 0,0 0 1 0 0,1-1 0 0 0,0 1 0 0 0,0 1 0 0 0,0-1 0 0 0,1 0 0 0 0,0 0-1 0 0,0 1 1 0 0,1 0 0 0 0,-2 12 0 0 0,3-16-208 0 0,0 0 0 0 0,0 1-1 0 0,0-1 1 0 0,0 0 0 0 0,1 0 0 0 0,0 0 0 0 0,-1 1-1 0 0,1-1 1 0 0,0 0 0 0 0,0 0 0 0 0,1 0 0 0 0,-1 0-1 0 0,1-1 1 0 0,-1 1 0 0 0,1 0 0 0 0,0 0 0 0 0,0-1 0 0 0,0 1-1 0 0,0-1 1 0 0,1 0 0 0 0,-1 0 0 0 0,1 0 0 0 0,-1 0-1 0 0,1 0 1 0 0,0 0 0 0 0,0-1 0 0 0,0 1 0 0 0,0-1-1 0 0,0 0 1 0 0,0 0 0 0 0,0 0 0 0 0,5 1 0 0 0,-4-2-159 0 0,-1 1 0 0 0,1-1 0 0 0,0 0 0 0 0,0 0 0 0 0,-1 0 1 0 0,1-1-1 0 0,0 1 0 0 0,0-1 0 0 0,-1 0 0 0 0,1 0 0 0 0,-1 0 1 0 0,1 0-1 0 0,-1-1 0 0 0,1 0 0 0 0,-1 1 0 0 0,0-1 0 0 0,0-1 0 0 0,1 1 1 0 0,-2 0-1 0 0,1-1 0 0 0,0 1 0 0 0,0-1 0 0 0,-1 0 0 0 0,0 0 0 0 0,1 0 1 0 0,1-3-1 0 0,3-6-733 0 0,0 1 0 0 0,0-1 0 0 0,-1 0-1 0 0,-1-1 1 0 0,8-23 0 0 0,0-28 408 0 0,-11 50 839 0 0,0 0 0 0 0,1 0 0 0 0,0 1 0 0 0,2-1 0 0 0,-1 1 0 0 0,12-21-1 0 0,-16 33-163 0 0,0 0-1 0 0,1 1 0 0 0,-1-1 1 0 0,0 0-1 0 0,1 1 0 0 0,-1-1 1 0 0,1 1-1 0 0,-1-1 0 0 0,1 1 1 0 0,-1-1-1 0 0,1 1 0 0 0,-1-1 1 0 0,1 1-1 0 0,-1 0 0 0 0,1-1 1 0 0,0 1-1 0 0,-1 0 0 0 0,1-1 0 0 0,-1 1 1 0 0,1 0-1 0 0,0 0 0 0 0,0 0 1 0 0,-1-1-1 0 0,1 1 0 0 0,0 0 1 0 0,-1 0-1 0 0,1 0 0 0 0,0 0 1 0 0,-1 0-1 0 0,1 0 0 0 0,0 0 1 0 0,-1 1-1 0 0,1-1 0 0 0,0 0 1 0 0,-1 0-1 0 0,1 1 0 0 0,0-1 0 0 0,-1 0 1 0 0,1 0-1 0 0,0 1 0 0 0,-1-1 1 0 0,1 1-1 0 0,-1-1 0 0 0,1 1 1 0 0,-1-1-1 0 0,1 1 0 0 0,-1-1 1 0 0,1 1-1 0 0,-1-1 0 0 0,0 1 1 0 0,1-1-1 0 0,-1 1 0 0 0,0 0 1 0 0,1 0-1 0 0,22 45 2815 0 0,-18-35-2244 0 0,0-1-497 0 0,0-1-1 0 0,0 0 0 0 0,1-1 0 0 0,0 0 1 0 0,0 0-1 0 0,1 0 0 0 0,0 0 1 0 0,1-1-1 0 0,-1 0 0 0 0,1-1 1 0 0,10 7-1 0 0,-13-11-98 0 0,0 1 1 0 0,0-1-1 0 0,0 0 1 0 0,0 0-1 0 0,0-1 1 0 0,0 1-1 0 0,0-1 0 0 0,1-1 1 0 0,-1 1-1 0 0,0-1 1 0 0,1 1-1 0 0,-1-1 1 0 0,0-1-1 0 0,1 1 0 0 0,-1-1 1 0 0,0 0-1 0 0,0 0 1 0 0,0-1-1 0 0,0 0 1 0 0,0 1-1 0 0,0-2 0 0 0,0 1 1 0 0,6-4-1 0 0,-6 3 60 0 0,0-1 0 0 0,0 1-1 0 0,0-1 1 0 0,-1 0 0 0 0,1-1-1 0 0,-1 1 1 0 0,0-1 0 0 0,0 0 0 0 0,-1 0-1 0 0,1 0 1 0 0,-1 0 0 0 0,-1-1-1 0 0,1 1 1 0 0,0-1 0 0 0,-1 0-1 0 0,0 0 1 0 0,1-9 0 0 0,11-24-435 0 0,-9 28 244 0 0,2 1-1 0 0,0-1 0 0 0,0 1 1 0 0,1 1-1 0 0,0-1 0 0 0,0 1 1 0 0,1 1-1 0 0,18-14 0 0 0,-25 20 68 0 0,-1 1-1 0 0,1 0 1 0 0,0 0-1 0 0,0 0 1 0 0,0 0-1 0 0,0 0 1 0 0,0 0 0 0 0,0 0-1 0 0,0 1 1 0 0,1-1-1 0 0,-1 1 1 0 0,0-1-1 0 0,0 1 1 0 0,4 0 0 0 0,8 5-4325 0 0</inkml:trace>
</inkml:ink>
</file>

<file path=ppt/ink/ink2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1:23.3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1 221 6913 0 0,'1'-1'69'0'0,"0"1"-1"0"0,0-1 1 0 0,0 0-1 0 0,0 0 1 0 0,0 1 0 0 0,0-1-1 0 0,0 1 1 0 0,1-1-1 0 0,-1 1 1 0 0,0-1-1 0 0,0 1 1 0 0,1 0-1 0 0,-1 0 1 0 0,0-1-1 0 0,0 1 1 0 0,1 0-1 0 0,-1 0 1 0 0,0 0-1 0 0,1 1 1 0 0,-1-1-1 0 0,0 0 1 0 0,0 0-1 0 0,1 1 1 0 0,-1-1-1 0 0,0 1 1 0 0,0-1-1 0 0,0 1 1 0 0,1-1-1 0 0,-1 1 1 0 0,0 0-1 0 0,1 0 1 0 0,33 30 3113 0 0,-27-23-2926 0 0,159 142 1691 0 0,-174-158-1530 0 0,1-1 1 0 0,0 0-1 0 0,0 0 1 0 0,1 0-1 0 0,0-1 0 0 0,0 0 1 0 0,1 0-1 0 0,1 0 0 0 0,-5-21 1 0 0,2 1-773 0 0,1-1 0 0 0,-2-40 0 0 0,7 58-325 0 0,0 0 1 0 0,0 0-1 0 0,1 0 1 0 0,5-23-1 0 0,-5 32 457 0 0,0-1 0 0 0,1 1 0 0 0,-1 0 0 0 0,1 0 0 0 0,0 0 0 0 0,0 0 0 0 0,1 0 0 0 0,-1 0 0 0 0,1 1 1 0 0,-1-1-1 0 0,1 1 0 0 0,0-1 0 0 0,1 1 0 0 0,-1 0 0 0 0,1 0 0 0 0,-1 1 0 0 0,5-3 0 0 0,5-1 212 0 0</inkml:trace>
</inkml:ink>
</file>

<file path=ppt/ink/ink2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1:23.7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258 431 6449 0 0,'0'0'67'0'0,"0"-1"0"0"0,0 1 0 0 0,1-1 0 0 0,-1 1 1 0 0,0-1-1 0 0,0 1 0 0 0,0-1 0 0 0,0 1 0 0 0,-1-1 0 0 0,1 1 0 0 0,0-1 0 0 0,0 1 0 0 0,0-1 0 0 0,0 1 0 0 0,0-1 0 0 0,-1 1 0 0 0,1-1 0 0 0,0 1 0 0 0,0 0 0 0 0,-1-1 0 0 0,1 1 0 0 0,0-1 0 0 0,-1 1 0 0 0,1 0 0 0 0,0-1 0 0 0,-1 1 0 0 0,1 0 0 0 0,-1-1 0 0 0,1 1 0 0 0,0 0 0 0 0,-1 0 0 0 0,1-1 0 0 0,-1 1 0 0 0,1 0 0 0 0,-1 0 0 0 0,1 0 0 0 0,-1 0 1 0 0,1 0-1 0 0,-1-1 0 0 0,1 1 0 0 0,-2 0 0 0 0,-21-8 2114 0 0,15 8-1885 0 0,1-1 0 0 0,0 1 0 0 0,-1 0 0 0 0,1 1-1 0 0,0 0 1 0 0,0 0 0 0 0,-1 0 0 0 0,1 1-1 0 0,0 0 1 0 0,0 0 0 0 0,0 1 0 0 0,1 0-1 0 0,-1 0 1 0 0,1 1 0 0 0,0 0 0 0 0,-1 0-1 0 0,-4 5 1 0 0,2-2-178 0 0,0 0 0 0 0,1 1 0 0 0,0 0 0 0 0,1 0-1 0 0,0 1 1 0 0,0 0 0 0 0,1 0 0 0 0,0 1 0 0 0,0-1 0 0 0,-6 18 0 0 0,11-23-145 0 0,-1-1 1 0 0,1 1 0 0 0,0 0 0 0 0,0 0 0 0 0,0 0 0 0 0,1 0 0 0 0,0 0 0 0 0,-1 0 0 0 0,1 0 0 0 0,1 1 0 0 0,-1-1 0 0 0,0 0-1 0 0,1 0 1 0 0,0 0 0 0 0,0 0 0 0 0,0-1 0 0 0,1 1 0 0 0,-1 0 0 0 0,1 0 0 0 0,0-1 0 0 0,0 1 0 0 0,0-1 0 0 0,1 1 0 0 0,-1-1-1 0 0,1 0 1 0 0,-1 0 0 0 0,1 0 0 0 0,0 0 0 0 0,0-1 0 0 0,5 3 0 0 0,-4-2-144 0 0,0-1-1 0 0,0 0 1 0 0,0 0-1 0 0,0-1 1 0 0,1 0-1 0 0,-1 1 1 0 0,1-1-1 0 0,-1-1 1 0 0,1 1 0 0 0,-1-1-1 0 0,1 1 1 0 0,0-1-1 0 0,-1-1 1 0 0,1 1-1 0 0,-1-1 1 0 0,1 1-1 0 0,-1-1 1 0 0,1-1 0 0 0,-1 1-1 0 0,0-1 1 0 0,0 1-1 0 0,1-1 1 0 0,-1 0-1 0 0,0-1 1 0 0,0 1-1 0 0,6-6 1 0 0,-1 1-503 0 0,-1-1 0 0 0,1-1-1 0 0,-1 1 1 0 0,-1-1 0 0 0,1-1 0 0 0,-2 1-1 0 0,1-1 1 0 0,-1-1 0 0 0,8-20 0 0 0,-8 14 177 0 0,0 0 0 0 0,-2-1 0 0 0,0 0 0 0 0,-1 0 0 0 0,2-32 1 0 0,-6-5 1434 0 0,-3-1 1 0 0,-2 0 0 0 0,-14-61-1 0 0,18 107-526 0 0,-2-9 234 0 0,3 9-61 0 0,0 1 1 0 0,-1-1 0 0 0,0 1-1 0 0,-1 0 1 0 0,0 0 0 0 0,0 0-1 0 0,-10-16 1 0 0,13 24-469 0 0,0 1 1 0 0,-1-1-1 0 0,1 1 1 0 0,0-1-1 0 0,-1 0 1 0 0,1 1-1 0 0,-1-1 0 0 0,1 1 1 0 0,-1-1-1 0 0,1 1 1 0 0,-1 0-1 0 0,1-1 0 0 0,-1 1 1 0 0,1-1-1 0 0,-1 1 1 0 0,0 0-1 0 0,1 0 1 0 0,-1-1-1 0 0,0 1 0 0 0,1 0 1 0 0,-1 0-1 0 0,0 0 1 0 0,1-1-1 0 0,-1 1 1 0 0,0 0-1 0 0,1 0 0 0 0,-1 0 1 0 0,0 0-1 0 0,0 1 1 0 0,0-1-1 0 0,-1 1 52 0 0,1 0 0 0 0,0 0 0 0 0,-1-1 0 0 0,1 2 0 0 0,0-1 0 0 0,0 0 0 0 0,0 0 0 0 0,0 0 0 0 0,0 0 0 0 0,0 1 0 0 0,0-1 0 0 0,-1 3 0 0 0,-1 4 207 0 0,0-1 0 0 0,0 1 0 0 0,0-1 1 0 0,-1 12-1 0 0,2 5-222 0 0,0 0 0 0 0,2 1 0 0 0,1-1 0 0 0,1 0 0 0 0,1 0 0 0 0,1 0 0 0 0,14 44 0 0 0,70 160 826 0 0,-83-215-976 0 0,116 243-3244 0 0,6 15-2732 0 0,-103-211 1194 0 0</inkml:trace>
</inkml:ink>
</file>

<file path=ppt/ink/ink2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1:24.1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1 14283 0 0,'-6'2'1272'0'0,"5"0"-1016"0"0,0 0-256 0 0,0 1 0 0 0,1 0-112 0 0,0-2-72 0 0,0 1-8 0 0,1 5-8 0 0,-1 1-1400 0 0,2-2-273 0 0,2 0-55 0 0</inkml:trace>
</inkml:ink>
</file>

<file path=ppt/ink/ink2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2:36.6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207 122 456 0 0,'0'0'21'0'0,"0"1"0"0"0,1 0 0 0 0,-1 0 0 0 0,0-1 0 0 0,1 1 1 0 0,-1 0-1 0 0,1-1 0 0 0,-1 1 0 0 0,1 0 0 0 0,-1-1 0 0 0,1 1 0 0 0,-1-1 0 0 0,1 1 0 0 0,-1-1 0 0 0,1 1 0 0 0,0-1 0 0 0,-1 1 0 0 0,1-1 1 0 0,0 0-1 0 0,0 1 0 0 0,-1-1 0 0 0,1 0 0 0 0,0 1 0 0 0,0-1 0 0 0,-1 0 0 0 0,1 0 0 0 0,1 0 0 0 0,0 0-71 0 0,1 0 0 0 0,-1 0 0 0 0,1-1-1 0 0,-1 1 1 0 0,1-1 0 0 0,-1 1 0 0 0,0-1-1 0 0,1 0 1 0 0,1-1 0 0 0,3-1 195 0 0,-1 0 0 0 0,-1-1 0 0 0,1 0 0 0 0,0 0 0 0 0,-1 0 0 0 0,5-5 0 0 0,-7 4 456 0 0,0 1 0 0 0,0-1 0 0 0,0 0 0 0 0,-1 0 1 0 0,0 0-1 0 0,0 0 0 0 0,-1-1 0 0 0,1 1 0 0 0,0-8 0 0 0,-2 12-496 0 0,1 0-1 0 0,-1 0 1 0 0,0 0-1 0 0,1-1 1 0 0,-1 1-1 0 0,0 0 1 0 0,0 0-1 0 0,0-1 1 0 0,0 1-1 0 0,0 0 1 0 0,0-1-1 0 0,-1 1 1 0 0,1 0-1 0 0,0 0 1 0 0,0-1-1 0 0,-1 1 1 0 0,1 0 0 0 0,-1 0-1 0 0,0 0 1 0 0,1 0-1 0 0,-1 0 1 0 0,0 0-1 0 0,1 0 1 0 0,-1 0-1 0 0,0 0 1 0 0,0 0-1 0 0,0 0 1 0 0,0 0-1 0 0,0 0 1 0 0,0 1-1 0 0,0-1 1 0 0,0 0-1 0 0,0 1 1 0 0,0-1-1 0 0,-1 1 1 0 0,1-1-1 0 0,0 1 1 0 0,0-1-1 0 0,-1 1 1 0 0,1 0 0 0 0,0 0-1 0 0,0 0 1 0 0,-1 0-1 0 0,1 0 1 0 0,0 0-1 0 0,-2 0 1 0 0,-2 1 153 0 0,0 0 0 0 0,1 1 0 0 0,-1-1 1 0 0,0 1-1 0 0,0 0 0 0 0,1 0 1 0 0,0 1-1 0 0,-1-1 0 0 0,1 1 0 0 0,0 0 1 0 0,-7 7-1 0 0,-40 43 1299 0 0,45-47-1355 0 0,-14 17 73 0 0,2 1 0 0 0,1 1 0 0 0,0 0 0 0 0,2 1 0 0 0,1 1 0 0 0,-21 55 0 0 0,28-59-126 0 0,0 0 0 0 0,2 0 0 0 0,0 1 0 0 0,2 0 0 0 0,0 0 0 0 0,2 0 0 0 0,0 0 0 0 0,2 0 0 0 0,4 29 0 0 0,-4-47-124 0 0,0-1 0 0 0,0 1-1 0 0,0-1 1 0 0,1 0-1 0 0,0 1 1 0 0,0-1-1 0 0,0 0 1 0 0,1 0-1 0 0,0-1 1 0 0,-1 1-1 0 0,2 0 1 0 0,-1-1 0 0 0,0 0-1 0 0,1 0 1 0 0,0 0-1 0 0,6 5 1 0 0,-6-7-34 0 0,0 1 0 0 0,1-1 0 0 0,-1 0 0 0 0,1 0-1 0 0,-1-1 1 0 0,1 1 0 0 0,0-1 0 0 0,-1 0 0 0 0,1-1 0 0 0,0 1 0 0 0,0-1 0 0 0,0 0 0 0 0,0 0 0 0 0,0 0 0 0 0,-1 0 0 0 0,1-1 0 0 0,0 0 0 0 0,8-2 0 0 0,-5 0-277 0 0,-1 0 1 0 0,1 0 0 0 0,0 0-1 0 0,-1-1 1 0 0,13-8-1 0 0,13-15-5260 0 0,-11 4-379 0 0</inkml:trace>
</inkml:ink>
</file>

<file path=ppt/ink/ink2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2:37.0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 1 8290 0 0,'-1'0'159'0'0,"0"0"1"0"0,0 0-1 0 0,-1 0 0 0 0,1 0 1 0 0,0 0-1 0 0,0 0 0 0 0,-1 1 1 0 0,1-1-1 0 0,0 1 1 0 0,0-1-1 0 0,0 1 0 0 0,0-1 1 0 0,-1 1-1 0 0,1 0 0 0 0,0-1 1 0 0,0 1-1 0 0,0 0 1 0 0,0 0-1 0 0,1 0 0 0 0,-1 0 1 0 0,0 0-1 0 0,0 0 0 0 0,0 0 1 0 0,0 1-1 0 0,0 1 82 0 0,-1 1 0 0 0,1-1 0 0 0,0 0-1 0 0,0 1 1 0 0,1-1 0 0 0,-1 0 0 0 0,1 1 0 0 0,0-1-1 0 0,0 4 1 0 0,1 9 342 0 0,0-1 0 0 0,2 1 1 0 0,3 14-1 0 0,-5-29-538 0 0,20 89 1348 0 0,43 206-202 0 0,-47-214-5029 0 0,-13-66-2006 0 0</inkml:trace>
</inkml:ink>
</file>

<file path=ppt/ink/ink2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2:37.4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 48 6913 0 0,'0'0'795'0'0,"-1"19"2114"0"0,1-18-2876 0 0,-2 30 1483 0 0,3 63-1 0 0,0-86-1417 0 0,0 0 0 0 0,0 0-1 0 0,0-1 1 0 0,1 1 0 0 0,0-1 0 0 0,1 0-1 0 0,0 1 1 0 0,0-1 0 0 0,0 0 0 0 0,1 0-1 0 0,0-1 1 0 0,0 1 0 0 0,1-1-1 0 0,5 6 1 0 0,-8-10-106 0 0,0 0 0 0 0,-1-1 0 0 0,1 1 0 0 0,0-1 0 0 0,1 1 0 0 0,-1-1 0 0 0,0 0 0 0 0,0 0 0 0 0,0 0 0 0 0,1 0 1 0 0,-1 0-1 0 0,1-1 0 0 0,-1 1 0 0 0,1 0 0 0 0,-1-1 0 0 0,0 0 0 0 0,1 0 0 0 0,0 0 0 0 0,-1 0 0 0 0,1 0 0 0 0,-1 0 0 0 0,0-1 0 0 0,1 1 0 0 0,-1-1 0 0 0,1 1 0 0 0,-1-1 0 0 0,0 0 0 0 0,1 0 0 0 0,-1 0 0 0 0,0-1 0 0 0,0 1 0 0 0,0 0 0 0 0,0-1 0 0 0,0 1 0 0 0,0-1 0 0 0,0 0 0 0 0,0 0 0 0 0,2-3 0 0 0,0 1-99 0 0,-1 0 1 0 0,0-1-1 0 0,1 0 0 0 0,-1 1 0 0 0,-1-1 1 0 0,1 0-1 0 0,-1-1 0 0 0,0 1 0 0 0,0 0 1 0 0,0-1-1 0 0,-1 1 0 0 0,0-1 0 0 0,0 0 1 0 0,0 1-1 0 0,-1-1 0 0 0,0-8 0 0 0,-2-1 178 0 0,-1 0-1 0 0,-1 1 0 0 0,-1-1 1 0 0,0 1-1 0 0,-1 0 1 0 0,0 0-1 0 0,-1 0 0 0 0,-1 1 1 0 0,0 0-1 0 0,0 0 0 0 0,-19-19 1 0 0,25 30-74 0 0,0 0 1 0 0,0 1-1 0 0,0-1 1 0 0,0 1-1 0 0,0 0 1 0 0,-1-1 0 0 0,1 1-1 0 0,0 0 1 0 0,-1 0-1 0 0,1 1 1 0 0,0-1-1 0 0,-1 0 1 0 0,1 1-1 0 0,-1-1 1 0 0,1 1 0 0 0,-1 0-1 0 0,1 0 1 0 0,-1 0-1 0 0,1 0 1 0 0,-1 0-1 0 0,-2 1 1 0 0,1 0-244 0 0,1 1 0 0 0,0-1-1 0 0,-1 1 1 0 0,1-1 0 0 0,0 1 0 0 0,0 0 0 0 0,0 0 0 0 0,0 0 0 0 0,0 1 0 0 0,0-1 0 0 0,0 1-1 0 0,1-1 1 0 0,-4 6 0 0 0,-1 3-3639 0 0</inkml:trace>
</inkml:ink>
</file>

<file path=ppt/ink/ink2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2:37.8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60 504 456 0 0,'-5'-15'11725'0'0,"3"14"-11359"0"0,-13 11 3047 0 0,11-5-3074 0 0,0 0 0 0 0,1 0 1 0 0,-1 0-1 0 0,1 0 0 0 0,-4 9 1 0 0,4-2-62 0 0,0 1 1 0 0,0-1-1 0 0,1 1 0 0 0,1 0 1 0 0,0 0-1 0 0,1 0 1 0 0,2 18-1 0 0,-1-22-281 0 0,0 0-1 0 0,1-1 1 0 0,0 1-1 0 0,0 0 1 0 0,1 0-1 0 0,0-1 1 0 0,0 0-1 0 0,1 1 1 0 0,0-1 0 0 0,1-1-1 0 0,7 11 1 0 0,-10-16-79 0 0,-1 0 1 0 0,1-1 0 0 0,0 1 0 0 0,-1-1 0 0 0,1 1-1 0 0,0-1 1 0 0,0 0 0 0 0,0 1 0 0 0,0-1 0 0 0,0 0-1 0 0,1 0 1 0 0,-1-1 0 0 0,0 1 0 0 0,0 0 0 0 0,1-1-1 0 0,-1 0 1 0 0,0 1 0 0 0,0-1 0 0 0,1 0-1 0 0,-1 0 1 0 0,1 0 0 0 0,-1 0 0 0 0,0-1 0 0 0,0 1-1 0 0,1-1 1 0 0,-1 1 0 0 0,0-1 0 0 0,3-1 0 0 0,1 0-429 0 0,0-1 0 0 0,0-1 0 0 0,-1 1 1 0 0,1-1-1 0 0,-1 0 0 0 0,0 0 1 0 0,0 0-1 0 0,-1-1 0 0 0,5-5 0 0 0,6-8-4281 0 0</inkml:trace>
  <inkml:trace contextRef="#ctx0" brushRef="#br0" timeOffset="1">258 0 5529 0 0,'-2'1'387'0'0,"1"1"1"0"0,-1-1-1 0 0,1 0 0 0 0,-1 1 0 0 0,1-1 1 0 0,0 1-1 0 0,-1-1 0 0 0,1 1 1 0 0,0-1-1 0 0,0 1 0 0 0,0 0 0 0 0,0 0 1 0 0,0 0-1 0 0,1-1 0 0 0,-1 1 0 0 0,1 0 1 0 0,-1 0-1 0 0,1 0 0 0 0,-1 0 0 0 0,1 0 1 0 0,0 0-1 0 0,0 0 0 0 0,0 3 0 0 0,7 54 1566 0 0,-3-38-1080 0 0,10 88 878 0 0,23 160 517 0 0,-6-90-5207 0 0,-25-147-3875 0 0</inkml:trace>
</inkml:ink>
</file>

<file path=ppt/ink/ink2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2:38.1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72 0 2304 0 0,'-5'4'761'0'0,"0"0"-1"0"0,0 0 0 0 0,1 1 0 0 0,-1-1 0 0 0,1 1 0 0 0,1 0 0 0 0,-1 0 0 0 0,-3 6 1 0 0,3-3-151 0 0,-1 1 1 0 0,1-1 0 0 0,1 1 0 0 0,0 0 0 0 0,0 0 0 0 0,1 0-1 0 0,0 0 1 0 0,-1 14 0 0 0,2-21-451 0 0,1 0 1 0 0,0 0-1 0 0,0-1 0 0 0,1 1 0 0 0,-1 0 0 0 0,0 0 0 0 0,1 0 1 0 0,-1 0-1 0 0,1 0 0 0 0,0 0 0 0 0,-1 0 0 0 0,1-1 1 0 0,0 1-1 0 0,0 0 0 0 0,0-1 0 0 0,0 1 0 0 0,1 0 1 0 0,-1-1-1 0 0,3 3 0 0 0,-1-2 31 0 0,0 0 0 0 0,0 0 1 0 0,0 0-1 0 0,0-1 0 0 0,0 1 1 0 0,1-1-1 0 0,-1 0 0 0 0,1 0 0 0 0,-1 0 1 0 0,5 0-1 0 0,4 0 108 0 0,-1 0 0 0 0,1-1 0 0 0,0-1 1 0 0,-1 1-1 0 0,21-6 0 0 0,79-28-1631 0 0,-91 26-239 0 0,0 1-5285 0 0</inkml:trace>
</inkml:ink>
</file>

<file path=ppt/ink/ink2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2:38.5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1 9674 0 0,'-7'40'4431'0'0,"0"-6"-3253"0"0,8 33-233 0 0,2 1 0 0 0,3-1 0 0 0,25 114 0 0 0,18-1-163 0 0,-1-11-4288 0 0,-44-146 1258 0 0,-1-3-3081 0 0</inkml:trace>
</inkml:ink>
</file>

<file path=ppt/ink/ink2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2:38.9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74 5529 0 0,'6'-6'489'0'0,"-1"0"0"0"0,1 0 0 0 0,0 1 0 0 0,1 0-1 0 0,-1 0 1 0 0,1 1 0 0 0,0 0 0 0 0,0 0 0 0 0,1 0 0 0 0,-1 1-1 0 0,1 0 1 0 0,10-2 0 0 0,-5 1 40 0 0,-1 1-1 0 0,1 1 0 0 0,-1 0 1 0 0,1 0-1 0 0,0 1 1 0 0,0 1-1 0 0,15 2 0 0 0,-22-1-371 0 0,0 0 0 0 0,0 0-1 0 0,0 1 1 0 0,0 0-1 0 0,0 0 1 0 0,-1 0-1 0 0,1 1 1 0 0,-1 0-1 0 0,0 0 1 0 0,0 0 0 0 0,0 1-1 0 0,0 0 1 0 0,0 0-1 0 0,4 5 1 0 0,-2-1-51 0 0,-1 0 0 0 0,0 0 0 0 0,-1 0 1 0 0,0 1-1 0 0,0 0 0 0 0,-1 0 0 0 0,0 0 1 0 0,2 11-1 0 0,0 4-142 0 0,-1 0 0 0 0,-1 1 0 0 0,-1-1 0 0 0,-1 1 0 0 0,-1 0 0 0 0,-3 30 0 0 0,-12 65-296 0 0,12-107 143 0 0,-1 0 1 0 0,-1 0 0 0 0,0 0 0 0 0,-1 0 0 0 0,0-1 0 0 0,-13 23-1 0 0,18-35 121 0 0,0 1 0 0 0,0-1 0 0 0,0 0 0 0 0,0 1 0 0 0,-1-1 0 0 0,1 0 0 0 0,0 1 0 0 0,0-1 0 0 0,0 0 0 0 0,-1 1 1 0 0,1-1-1 0 0,0 0 0 0 0,0 0 0 0 0,-1 1 0 0 0,1-1 0 0 0,0 0 0 0 0,-1 0 0 0 0,1 0 0 0 0,0 0 0 0 0,-1 1 0 0 0,1-1 0 0 0,0 0 0 0 0,-1 0 0 0 0,1 0 0 0 0,0 0 0 0 0,-1 0 0 0 0,1 0 0 0 0,0 0 0 0 0,-1 0 0 0 0,1 0 0 0 0,0 0 0 0 0,-1 0 0 0 0,1 0 0 0 0,0 0 0 0 0,-1 0 0 0 0,1 0 0 0 0,-1 0 0 0 0,1 0 0 0 0,0-1 0 0 0,0 1 0 0 0,-1 0 0 0 0,1 0 0 0 0,0 0 0 0 0,-1-1 0 0 0,1 1 0 0 0,0 0 0 0 0,0 0 0 0 0,-1 0 0 0 0,1-1 0 0 0,0 1 0 0 0,0 0 0 0 0,-1-1 0 0 0,1 1 0 0 0,0 0 0 0 0,0-1 0 0 0,0 1 0 0 0,0 0 0 0 0,-1-1 0 0 0,1 1 0 0 0,0 0 0 0 0,0-1 0 0 0,0 1 0 0 0,0 0 0 0 0,0-1 0 0 0,0 1 0 0 0,0 0 0 0 0,0-1 0 0 0,0 1 0 0 0,0-1 0 0 0,-3-27-1682 0 0,4 25 1741 0 0,0 0-1 0 0,0 0 1 0 0,0 0 0 0 0,0 0-1 0 0,0 1 1 0 0,1-1 0 0 0,-1 0-1 0 0,3-2 1 0 0,2-2-6 0 0</inkml:trace>
</inkml:ink>
</file>

<file path=ppt/ink/ink2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2:39.2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202 16 5529 0 0,'21'-16'3659'0'0,"-32"23"-2406"0"0,-10 9-209 0 0,2 0 0 0 0,0 1-1 0 0,1 0 1 0 0,1 2 0 0 0,1 0 0 0 0,-21 32 0 0 0,25-32-816 0 0,0 1 1 0 0,2 1 0 0 0,0 0-1 0 0,-7 26 1 0 0,16-45-302 0 0,0 0 0 0 0,1 0 0 0 0,0 1 0 0 0,-1-1 0 0 0,1 0 1 0 0,0 0-1 0 0,0 1 0 0 0,0-1 0 0 0,0 0 0 0 0,1 4 0 0 0,-1-6 44 0 0,0 0-1 0 0,0 1 1 0 0,0-1-1 0 0,0 0 1 0 0,0 0-1 0 0,0 0 1 0 0,0 1-1 0 0,1-1 1 0 0,-1 0-1 0 0,0 0 1 0 0,0 0-1 0 0,0 0 0 0 0,0 1 1 0 0,0-1-1 0 0,1 0 1 0 0,-1 0-1 0 0,0 0 1 0 0,0 0-1 0 0,0 0 1 0 0,0 0-1 0 0,1 1 1 0 0,-1-1-1 0 0,0 0 1 0 0,0 0-1 0 0,0 0 1 0 0,1 0-1 0 0,-1 0 1 0 0,0 0-1 0 0,0 0 1 0 0,0 0-1 0 0,1 0 0 0 0,-1 0 1 0 0,0 0-1 0 0,0 0 1 0 0,1 0-1 0 0,-1 0 1 0 0,0 0-1 0 0,13-12-1143 0 0,-4-3 248 0 0,0 0-1 0 0,0-1 1 0 0,11-33 0 0 0,-16 36 1049 0 0,1 1-1 0 0,0 0 1 0 0,0 1 0 0 0,1-1 0 0 0,1 1 0 0 0,0 0-1 0 0,1 0 1 0 0,-1 1 0 0 0,14-12 0 0 0,-20 21-42 0 0,0 0 1 0 0,-1 0-1 0 0,1 0 1 0 0,0 1-1 0 0,0-1 1 0 0,0 0-1 0 0,0 1 0 0 0,0-1 1 0 0,0 1-1 0 0,1 0 1 0 0,-1-1-1 0 0,0 1 1 0 0,0 0-1 0 0,0-1 1 0 0,0 1-1 0 0,0 0 0 0 0,0 0 1 0 0,1 0-1 0 0,-1 0 1 0 0,0 0-1 0 0,0 0 1 0 0,0 0-1 0 0,0 1 1 0 0,1-1-1 0 0,-1 0 1 0 0,0 1-1 0 0,0-1 0 0 0,0 1 1 0 0,0-1-1 0 0,0 1 1 0 0,0-1-1 0 0,0 1 1 0 0,0 0-1 0 0,0-1 1 0 0,0 1-1 0 0,-1 0 0 0 0,1 0 1 0 0,0 0-1 0 0,0 0 1 0 0,-1 0-1 0 0,1-1 1 0 0,0 1-1 0 0,0 2 1 0 0,4 6 348 0 0,0 0 1 0 0,-1 0 0 0 0,0 1 0 0 0,3 11 0 0 0,1 0-44 0 0,0-3-250 0 0,1-2 0 0 0,12 19 0 0 0,-18-30-473 0 0,0-1 0 0 0,0 0 0 0 0,0 0-1 0 0,1-1 1 0 0,-1 1 0 0 0,1-1 0 0 0,0 0 0 0 0,0 0 0 0 0,0 0 0 0 0,1 0 0 0 0,-1-1 0 0 0,0 1 0 0 0,7 1 0 0 0</inkml:trace>
</inkml:ink>
</file>

<file path=ppt/ink/ink2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2:39.6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8 113 7834 0 0,'-3'-22'293'0'0,"-2"-36"1524"0"0,10 25 3386 0 0,0 51-1087 0 0,-1-2-3401 0 0,14 79 1283 0 0,2 8-1820 0 0,40 128 1 0 0,-29-136-4732 0 0,-24-76-2033 0 0</inkml:trace>
</inkml:ink>
</file>

<file path=ppt/ink/ink2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2:40.0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1 114 6913 0 0,'7'-2'631'0'0,"0"0"-1"0"0,0-1 1 0 0,0 0-1 0 0,-1 0 0 0 0,1-1 1 0 0,10-7-1 0 0,0 0-140 0 0,3 0-432 0 0,0 1-1 0 0,0 1 1 0 0,1 0-1 0 0,0 2 1 0 0,0 0 0 0 0,1 2-1 0 0,0 0 1 0 0,40-3 0 0 0,-35 6-142 0 0,-2 1-4 0 0</inkml:trace>
  <inkml:trace contextRef="#ctx0" brushRef="#br0" timeOffset="1">500 12 2016 0 0,'-1'6'411'0'0,"0"-1"-1"0"0,-1 0 0 0 0,0 0 0 0 0,0-1 0 0 0,0 1 0 0 0,0 0 0 0 0,-4 5 0 0 0,-6 12 1269 0 0,6-5-570 0 0,-20 55 2257 0 0,24-65-3142 0 0,0-1-1 0 0,1 1 1 0 0,0-1 0 0 0,0 1 0 0 0,1 0-1 0 0,-1-1 1 0 0,1 1 0 0 0,3 13-1 0 0,-3-19-188 0 0,0 0 0 0 0,0 0 0 0 0,0 0 0 0 0,0 0 0 0 0,0-1 0 0 0,1 1 0 0 0,-1 0 0 0 0,0 0 0 0 0,1 0 0 0 0,-1 0 0 0 0,1 0 0 0 0,-1 0 0 0 0,1 0 0 0 0,-1 0 0 0 0,1-1 0 0 0,0 1 0 0 0,-1 0 0 0 0,1-1 0 0 0,0 1 0 0 0,-1 0 0 0 0,1-1 0 0 0,0 1 0 0 0,0-1 0 0 0,0 1 0 0 0,0-1 0 0 0,0 1 0 0 0,0-1 1 0 0,0 0-1 0 0,0 1 0 0 0,0-1 0 0 0,-1 0 0 0 0,1 0 0 0 0,0 0 0 0 0,0 0 0 0 0,0 1 0 0 0,0-2 0 0 0,0 1 0 0 0,0 0 0 0 0,0 0 0 0 0,0 0 0 0 0,0 0 0 0 0,0-1 0 0 0,0 1 0 0 0,0 0 0 0 0,0-1 0 0 0,0 1 0 0 0,0-1 0 0 0,0 1 0 0 0,0-1 0 0 0,-1 1 0 0 0,1-1 0 0 0,0 0 0 0 0,0 1 0 0 0,0-2 0 0 0,5-3 106 0 0,0 1 1 0 0,-1-1-1 0 0,0 0 0 0 0,0-1 1 0 0,0 1-1 0 0,4-8 1 0 0,-1-3-18 0 0,0 0 1 0 0,-1 0 0 0 0,6-23 0 0 0,-8 22 440 0 0,1 0-1 0 0,17-31 0 0 0,-23 46-525 0 0,1 1 1 0 0,-1 0-1 0 0,1 0 1 0 0,-1 0-1 0 0,1-1 1 0 0,0 1-1 0 0,0 0 0 0 0,0 0 1 0 0,0 0-1 0 0,0 0 1 0 0,0 0-1 0 0,0 0 0 0 0,0 1 1 0 0,0-1-1 0 0,0 0 1 0 0,0 0-1 0 0,0 1 1 0 0,1-1-1 0 0,-1 1 0 0 0,0-1 1 0 0,0 1-1 0 0,1 0 1 0 0,-1-1-1 0 0,0 1 1 0 0,1 0-1 0 0,-1 0 0 0 0,1 0 1 0 0,-1 0-1 0 0,0 0 1 0 0,1 0-1 0 0,-1 0 1 0 0,0 0-1 0 0,1 1 0 0 0,-1-1 1 0 0,0 0-1 0 0,1 1 1 0 0,-1-1-1 0 0,0 1 1 0 0,0 0-1 0 0,0-1 0 0 0,1 1 1 0 0,-1 0-1 0 0,0 0 1 0 0,0-1-1 0 0,0 1 1 0 0,0 0-1 0 0,1 2 0 0 0,7 6 418 0 0,-1 1 0 0 0,0 0 0 0 0,0 1 0 0 0,7 13 0 0 0,-5-8-241 0 0,-3-5-264 0 0,1 0 1 0 0,0-1-1 0 0,0-1 0 0 0,1 1 1 0 0,1-1-1 0 0,17 13 1 0 0,-4-7-404 0 0</inkml:trace>
</inkml:ink>
</file>

<file path=ppt/ink/ink2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1:08.2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47 8754 0 0,'-3'-47'7380'0'0,"8"69"-5726"0"0,92 694 1980 0 0,-70-471-3702 0 0,-22-206-860 0 0,-2 61 1 0 0,-9-41-6301 0 0</inkml:trace>
</inkml:ink>
</file>

<file path=ppt/ink/ink2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1:08.6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0 293 4145 0 0,'1'-31'133'0'0,"4"-76"1295"0"0,6 39 4322 0 0,-10 65-5408 0 0,1 0 0 0 0,-1 1-1 0 0,1-1 1 0 0,-1 1 0 0 0,1-1 0 0 0,0 1 0 0 0,0 0 0 0 0,0-1 0 0 0,1 1 0 0 0,-1 0-1 0 0,0 0 1 0 0,1 1 0 0 0,2-3 0 0 0,36-19 982 0 0,-29 18-1139 0 0,0 0 1 0 0,1 0-1 0 0,0 1 0 0 0,0 1 0 0 0,0 0 0 0 0,0 1 0 0 0,0 0 0 0 0,0 1 0 0 0,22 1 0 0 0,-26 1-684 0 0,1 0-1 0 0,-1 1 1 0 0,1-1 0 0 0,-1 2-1 0 0,0 0 1 0 0,0 0 0 0 0,0 0 0 0 0,15 10-1 0 0,-8-2-5029 0 0</inkml:trace>
</inkml:ink>
</file>

<file path=ppt/ink/ink2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1:09.0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0 208 10138 0 0,'30'-17'1252'0'0,"41"-31"0"0"0,-9 7-458 0 0,-31 21-1310 0 0,1 2-1 0 0,63-25 0 0 0,-82 39 366 0 0,-1 0-1 0 0,1 0 0 0 0,-1 1 1 0 0,1 1-1 0 0,0 0 0 0 0,0 1 1 0 0,0 0-1 0 0,0 1 0 0 0,0 1 0 0 0,0 0 1 0 0,19 4-1 0 0,-21-2 152 0 0</inkml:trace>
  <inkml:trace contextRef="#ctx0" brushRef="#br0" timeOffset="1">369 470 8290 0 0,'3'1'153'0'0,"0"1"1"0"0,-1-1 0 0 0,1 0 0 0 0,0-1-1 0 0,0 1 1 0 0,0 0 0 0 0,0-1-1 0 0,0 0 1 0 0,0 0 0 0 0,0 1-1 0 0,4-2 1 0 0,39-5 697 0 0,-30 4-380 0 0,6-2 413 0 0,0-1 0 0 0,30-10-1 0 0,-22 5-1206 0 0,34-19-1 0 0,-19 4-1230 0 0,80-59 0 0 0,-103 65 1511 0 0,-3 0 32 0 0</inkml:trace>
</inkml:ink>
</file>

<file path=ppt/ink/ink2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1:09.3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21 317 11058 0 0,'-6'-5'132'0'0,"-6"-4"1882"0"0,12 9-1942 0 0,-1 1-1 0 0,1-1 0 0 0,0 0 1 0 0,0 1-1 0 0,-1-1 0 0 0,1 1 1 0 0,0-1-1 0 0,0 0 0 0 0,0 1 0 0 0,0-1 1 0 0,0 1-1 0 0,0-1 0 0 0,0 1 1 0 0,0-1-1 0 0,0 1 0 0 0,0-1 1 0 0,0 0-1 0 0,0 1 0 0 0,0-1 0 0 0,0 1 1 0 0,0-1-1 0 0,0 1 0 0 0,0-1 1 0 0,1 0-1 0 0,-1 1 0 0 0,0-1 1 0 0,0 1-1 0 0,1-1 0 0 0,-1 0 0 0 0,0 1 1 0 0,0-1-1 0 0,1 0 0 0 0,-1 1 1 0 0,18 38 714 0 0,2 0 0 0 0,2-2 0 0 0,0 0 0 0 0,33 37 0 0 0,-19-24-349 0 0,7 13-108 0 0,-17-23-118 0 0,2-1-1 0 0,1-2 1 0 0,45 45-1 0 0,-74-82-188 0 0,0 1 0 0 0,0-1 1 0 0,1 0-1 0 0,-1 0 0 0 0,0 1 0 0 0,0-1 0 0 0,0 0 0 0 0,1 0 0 0 0,-1 0 0 0 0,0 1 1 0 0,0-1-1 0 0,1 0 0 0 0,-1 0 0 0 0,0 0 0 0 0,1 0 0 0 0,-1 1 0 0 0,0-1 1 0 0,0 0-1 0 0,1 0 0 0 0,-1 0 0 0 0,0 0 0 0 0,1 0 0 0 0,-1 0 0 0 0,0 0 0 0 0,1 0 1 0 0,-1 0-1 0 0,0 0 0 0 0,1 0 0 0 0,-1 0 0 0 0,0 0 0 0 0,1 0 0 0 0,-1-1 0 0 0,0 1 1 0 0,0 0-1 0 0,1 0 0 0 0,-1 0 0 0 0,4-14 421 0 0,-6-31-162 0 0,1 32-203 0 0,6-395-888 0 0,24 140-3330 0 0,-18 209 1703 0 0,1 9-3378 0 0</inkml:trace>
</inkml:ink>
</file>

<file path=ppt/ink/ink2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1:09.6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32 8754 0 0,'0'-2'72'0'0,"0"0"0"0"0,0 1 0 0 0,1-1-1 0 0,-1 0 1 0 0,0 1 0 0 0,0-1 0 0 0,1 0 0 0 0,-1 1 0 0 0,1-1 0 0 0,0 0 0 0 0,-1 1-1 0 0,1-1 1 0 0,1-1 0 0 0,-1 2 78 0 0,-1 1 0 0 0,1-1-1 0 0,-1 1 1 0 0,1-1 0 0 0,-1 1 0 0 0,1-1-1 0 0,-1 1 1 0 0,1 0 0 0 0,0-1 0 0 0,-1 1-1 0 0,1 0 1 0 0,0-1 0 0 0,-1 1 0 0 0,1 0-1 0 0,0 0 1 0 0,-1 0 0 0 0,1 0-1 0 0,0-1 1 0 0,0 1 0 0 0,-1 0 0 0 0,1 0-1 0 0,1 1 1 0 0,-1-1 27 0 0,1 1 0 0 0,0-1 0 0 0,-1 1 0 0 0,1 0 0 0 0,-1 0 0 0 0,1 0-1 0 0,-1 0 1 0 0,0 0 0 0 0,1 0 0 0 0,-1 0 0 0 0,0 0 0 0 0,0 0 0 0 0,0 1 0 0 0,1-1 0 0 0,-1 0 0 0 0,-1 1 0 0 0,1-1 0 0 0,0 1-1 0 0,0-1 1 0 0,0 1 0 0 0,-1 0 0 0 0,1-1 0 0 0,-1 1 0 0 0,1-1 0 0 0,-1 3 0 0 0,7 48 441 0 0,-2 1 1 0 0,-2-1-1 0 0,-5 60 1 0 0,0-40-402 0 0,2-63-280 0 0,2 217-686 0 0,14-78-3647 0 0,-11-115-1305 0 0</inkml:trace>
</inkml:ink>
</file>

<file path=ppt/ink/ink2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1:10.0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1 292 5985 0 0,'0'-4'201'0'0,"0"-1"1"0"0,0 1-1 0 0,1 0 0 0 0,0-1 0 0 0,-1 1 0 0 0,1 0 0 0 0,1 0 1 0 0,-1 0-1 0 0,1 0 0 0 0,2-6 0 0 0,-3 10-79 0 0,-1-1 0 0 0,1 0 0 0 0,-1 1 0 0 0,1-1 1 0 0,0 0-1 0 0,-1 1 0 0 0,1-1 0 0 0,0 1 0 0 0,-1-1 0 0 0,1 1 0 0 0,0-1 0 0 0,-1 1 0 0 0,1 0 0 0 0,0-1 0 0 0,0 1 0 0 0,0 0 0 0 0,-1-1 1 0 0,1 1-1 0 0,0 0 0 0 0,0 0 0 0 0,0 0 0 0 0,1 0 0 0 0,0 0 69 0 0,-1 1 0 0 0,1-1 1 0 0,0 1-1 0 0,0 0 0 0 0,-1-1 1 0 0,1 1-1 0 0,0 0 0 0 0,-1 0 0 0 0,1 0 1 0 0,-1 0-1 0 0,1 0 0 0 0,-1 1 0 0 0,1-1 1 0 0,1 3-1 0 0,13 16 589 0 0,0 1 0 0 0,-2 0 0 0 0,16 30 0 0 0,6 10-307 0 0,57 71 78 0 0,-77-113-559 0 0,0 0 0 0 0,1-1 0 0 0,1-1 0 0 0,29 22 0 0 0,-46-38-33 0 0,0 0 0 0 0,0 0 0 0 0,0-1 0 0 0,0 1 0 0 0,0 0 0 0 0,0-1 0 0 0,0 1 0 0 0,0-1 0 0 0,1 0 0 0 0,-1 1 1 0 0,0-1-1 0 0,0 0 0 0 0,0 1 0 0 0,1-1 0 0 0,-1 0 0 0 0,0 0 0 0 0,0 0 0 0 0,1 0 0 0 0,-1-1 0 0 0,0 1 1 0 0,0 0-1 0 0,1 0 0 0 0,0-1 0 0 0,0 0-7 0 0,0 0 1 0 0,0-1-1 0 0,-1 1 1 0 0,1 0-1 0 0,-1-1 0 0 0,1 1 1 0 0,-1-1-1 0 0,0 0 1 0 0,1 1-1 0 0,-1-1 0 0 0,0 0 1 0 0,2-3-1 0 0,1-6-23 0 0,1-1 1 0 0,-2 1-1 0 0,5-23 0 0 0,-7 28 115 0 0,28-178 297 0 0,-24 128 88 0 0,4 0 0 0 0,2 0 0 0 0,35-107 0 0 0,-43 156-272 0 0,0 0 0 0 0,1 0 0 0 0,0 1 0 0 0,9-14 1 0 0,-13 20-122 0 0,1-1 1 0 0,-1 0 0 0 0,1 0 0 0 0,0 0 0 0 0,-1 0 0 0 0,1 1 0 0 0,0-1 0 0 0,0 0 0 0 0,0 1 0 0 0,0-1 0 0 0,0 0 0 0 0,0 1 0 0 0,-1-1 0 0 0,1 1 0 0 0,0 0 0 0 0,1-1 0 0 0,-1 1-1 0 0,0 0 1 0 0,0-1 0 0 0,0 1 0 0 0,0 0 0 0 0,0 0 0 0 0,0 0 0 0 0,0 0 0 0 0,0 0 0 0 0,0 0 0 0 0,0 0 0 0 0,0 1 0 0 0,0-1 0 0 0,0 0 0 0 0,0 1 0 0 0,0-1 0 0 0,0 0-1 0 0,0 1 1 0 0,0-1 0 0 0,0 1 0 0 0,0 0 0 0 0,0-1 0 0 0,0 1 0 0 0,0 0 0 0 0,-1-1 0 0 0,1 1 0 0 0,0 0 0 0 0,0 0 0 0 0,-1 0 0 0 0,2 1 0 0 0,4 7 158 0 0,0 0 0 0 0,0 1 0 0 0,-1-1 0 0 0,0 2-1 0 0,0-1 1 0 0,5 22 0 0 0,13 70 262 0 0,-18-73-340 0 0,33 155 132 0 0,83 248 0 0 0,-104-384-702 0 0</inkml:trace>
</inkml:ink>
</file>

<file path=ppt/ink/ink2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1:18.3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 10138 0 0,'0'-1'64'0'0,"0"1"0"0"0,0-1 0 0 0,0 1-1 0 0,0-1 1 0 0,1 1 0 0 0,-1-1 0 0 0,0 1 0 0 0,0-1-1 0 0,0 1 1 0 0,1-1 0 0 0,-1 1 0 0 0,0-1 0 0 0,0 1-1 0 0,1-1 1 0 0,-1 1 0 0 0,1-1 0 0 0,-1 1 0 0 0,0 0-1 0 0,1-1 1 0 0,-1 1 0 0 0,1 0 0 0 0,-1-1 0 0 0,1 1 0 0 0,-1 0-1 0 0,1 0 1 0 0,-1 0 0 0 0,1-1 0 0 0,-1 1 0 0 0,1 0-1 0 0,-1 0 1 0 0,1 0 0 0 0,0 0 0 0 0,14 12 1322 0 0,6 25 103 0 0,-7 14-691 0 0,-2-1-1 0 0,10 87 1 0 0,-14-74-618 0 0,14 75-709 0 0,71 244 0 0 0,-51-233-5460 0 0,-36-140 3470 0 0</inkml:trace>
</inkml:ink>
</file>

<file path=ppt/ink/ink2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1:18.7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62 218 5065 0 0,'-6'1'-38'0'0,"0"0"351"0"0,1-1 0 0 0,0 1 0 0 0,-1-1 1 0 0,1 0-1 0 0,-9-1 0 0 0,13 1-239 0 0,0-1 0 0 0,0 1 0 0 0,1 0 0 0 0,-1 0 0 0 0,0-1 0 0 0,0 1 0 0 0,1 0 0 0 0,-1-1 0 0 0,0 1 0 0 0,1-1 0 0 0,-1 1 0 0 0,1-1 0 0 0,-1 1 0 0 0,1-1 0 0 0,-1 1 0 0 0,1-1 0 0 0,-1 0 0 0 0,1 1 1 0 0,-1-1-1 0 0,1 0 0 0 0,0 1 0 0 0,-1-1 0 0 0,1 0 0 0 0,0 0 0 0 0,0 1 0 0 0,-1-1 0 0 0,1 0 0 0 0,0 0 0 0 0,0 0 0 0 0,0 1 0 0 0,0-1 0 0 0,0 0 0 0 0,0 0 0 0 0,0 1 0 0 0,0-1 0 0 0,1 0 0 0 0,-1 0 0 0 0,0 1 0 0 0,0-1 0 0 0,1 0 0 0 0,-1 0 0 0 0,0 1 0 0 0,1-1 0 0 0,-1 0 0 0 0,1 1 0 0 0,0-2 0 0 0,6-12 327 0 0,0 0 1 0 0,1 1 0 0 0,1-1-1 0 0,0 2 1 0 0,1-1-1 0 0,0 2 1 0 0,1-1 0 0 0,0 1-1 0 0,1 1 1 0 0,0 0-1 0 0,0 1 1 0 0,1 0 0 0 0,1 1-1 0 0,-1 0 1 0 0,19-7-1 0 0,-30 14-391 0 0,0 0 0 0 0,1 0 1 0 0,-1 0-1 0 0,0 0 0 0 0,0 1 0 0 0,1-1 0 0 0,-1 1 0 0 0,1 0 0 0 0,-1-1 0 0 0,0 1 0 0 0,1 0 0 0 0,-1 0 1 0 0,1 1-1 0 0,-1-1 0 0 0,0 0 0 0 0,1 1 0 0 0,-1 0 0 0 0,0-1 0 0 0,0 1 0 0 0,1 0 0 0 0,-1 0 0 0 0,0 0 1 0 0,0 0-1 0 0,0 1 0 0 0,0-1 0 0 0,0 0 0 0 0,0 1 0 0 0,0 0 0 0 0,-1-1 0 0 0,1 1 0 0 0,-1 0 0 0 0,1 0 1 0 0,-1 0-1 0 0,0 0 0 0 0,1 0 0 0 0,-1 0 0 0 0,0 0 0 0 0,0 0 0 0 0,0 1 0 0 0,-1-1 0 0 0,1 0 0 0 0,-1 1 1 0 0,1 2-1 0 0,1 8-199 0 0,0-1 1 0 0,-1 1-1 0 0,-1-1 1 0 0,0 1 0 0 0,0-1-1 0 0,-1 1 1 0 0,-3 12-1 0 0,-6 14-756 0 0,-2-1 0 0 0,-1 0 1 0 0,-2 0-1 0 0,-20 35 0 0 0,-6 15-1293 0 0,165-171 3220 0 0,-116 79-917 0 0,-1 1 0 0 0,1-1-1 0 0,0 1 1 0 0,0 0-1 0 0,0 1 1 0 0,0 0 0 0 0,1 0-1 0 0,-1 1 1 0 0,1 0-1 0 0,-1 0 1 0 0,1 1 0 0 0,16 1-1 0 0,-19 1-21 0 0,-1-1 0 0 0,1 1 0 0 0,-1 0 0 0 0,0 0 0 0 0,1 0 0 0 0,-1 1 0 0 0,0 0 0 0 0,0 0 1 0 0,-1 0-1 0 0,1 1 0 0 0,-1-1 0 0 0,1 1 0 0 0,-1 0 0 0 0,0 0 0 0 0,-1 1 0 0 0,1-1 0 0 0,-1 1 0 0 0,0 0 0 0 0,5 10 0 0 0,-3-5 68 0 0,-1 1 1 0 0,0 0-1 0 0,-1 0 1 0 0,0 0 0 0 0,-1 0-1 0 0,0 0 1 0 0,-1 0-1 0 0,0 1 1 0 0,-1-1-1 0 0,0 1 1 0 0,-1-1 0 0 0,0 0-1 0 0,-1 1 1 0 0,-3 11-1 0 0,-7 20 483 0 0,-2-1-1 0 0,-25 54 1 0 0,8-21-57 0 0,1 8-1189 0 0,25-67-80 0 0</inkml:trace>
</inkml:ink>
</file>

<file path=ppt/ink/ink2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1:19.2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1 544 8122 0 0,'39'-13'1083'0'0,"-29"9"-495"0"0,1 0 0 0 0,0 0 0 0 0,-1 1 0 0 0,1 1 0 0 0,13-2 0 0 0,-22 4-525 0 0,1 0 1 0 0,0 0-1 0 0,-1 0 0 0 0,1 1 1 0 0,-1-1-1 0 0,1 1 0 0 0,-1-1 1 0 0,1 1-1 0 0,-1 0 0 0 0,1 0 1 0 0,-1 0-1 0 0,1 0 0 0 0,-1 0 1 0 0,0 1-1 0 0,0-1 0 0 0,0 1 1 0 0,1-1-1 0 0,-2 1 0 0 0,1 0 1 0 0,0 0-1 0 0,0 0 0 0 0,0 0 1 0 0,-1 0-1 0 0,1 0 0 0 0,-1 0 1 0 0,0 17 6219 0 0,10 33-6094 0 0,-10-48-180 0 0,0 0 0 0 0,0 0 1 0 0,1 0-1 0 0,-1 0 0 0 0,1-1 0 0 0,0 1 1 0 0,0-1-1 0 0,0 1 0 0 0,1-1 1 0 0,-1 0-1 0 0,1 0 0 0 0,5 5 0 0 0,-20-52 704 0 0,-7-16-716 0 0,3 0-1 0 0,3-2 1 0 0,3 0 0 0 0,2 0 0 0 0,0-100 0 0 0,8 148-620 0 0,0 1 1 0 0,1-1 0 0 0,1 1-1 0 0,0 0 1 0 0,8-24-1 0 0,-9 35 255 0 0,0-1 0 0 0,0 1 0 0 0,0-1 0 0 0,0 1 0 0 0,1-1 0 0 0,-1 1 0 0 0,1 0 0 0 0,-1-1 0 0 0,1 1 0 0 0,0 0 0 0 0,0 0 0 0 0,0 0 0 0 0,0 1 0 0 0,0-1 0 0 0,1 0 0 0 0,-1 1 0 0 0,0 0 0 0 0,1-1 0 0 0,-1 1 1 0 0,1 0-1 0 0,-1 0 0 0 0,1 0 0 0 0,0 1 0 0 0,-1-1 0 0 0,1 0 0 0 0,0 1 0 0 0,0 0 0 0 0,-1 0 0 0 0,1 0 0 0 0,0 0 0 0 0,0 0 0 0 0,-1 0 0 0 0,1 1 0 0 0,4 1 0 0 0,11 3-483 0 0</inkml:trace>
</inkml:ink>
</file>

<file path=ppt/ink/ink2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1:19.6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33 495 5529 0 0,'0'0'60'0'0,"-1"1"0"0"0,1-1 0 0 0,0 0 0 0 0,0 0 0 0 0,0 1 1 0 0,0-1-1 0 0,0 0 0 0 0,0 0 0 0 0,0 0 0 0 0,0 1 0 0 0,0-1 0 0 0,0 0 0 0 0,0 0 0 0 0,0 1 0 0 0,0-1 0 0 0,0 0 0 0 0,1 0 0 0 0,-1 0 0 0 0,0 1 0 0 0,0-1 0 0 0,0 0 1 0 0,0 0-1 0 0,0 0 0 0 0,0 0 0 0 0,0 1 0 0 0,1-1 0 0 0,-1 0 0 0 0,0 0 0 0 0,0 0 0 0 0,0 0 0 0 0,0 1 0 0 0,1-1 0 0 0,-1 0 0 0 0,0 0 0 0 0,0 0 0 0 0,0 0 0 0 0,1 0 1 0 0,-1 0-1 0 0,0 0 0 0 0,0 0 0 0 0,1 0 0 0 0,8-6 2024 0 0,7-13 712 0 0,-8 3-2258 0 0,-2 0 0 0 0,0 0 0 0 0,-1-1 0 0 0,0 1 0 0 0,-1-1 0 0 0,-1 0 1 0 0,-1 0-1 0 0,0-33 0 0 0,-2 11-242 0 0,-2 1 1 0 0,-15-73-1 0 0,14 98-257 0 0,0 0 0 0 0,-10-23 0 0 0,12 33-61 0 0,0 0 0 0 0,-1 0 0 0 0,1 0 0 0 0,0 1 0 0 0,-1-1 0 0 0,0 0 1 0 0,0 1-1 0 0,1 0 0 0 0,-1-1 0 0 0,-1 1 0 0 0,1 0 0 0 0,0 0 0 0 0,0 0 0 0 0,-1 0 0 0 0,1 1 0 0 0,-1-1 0 0 0,0 1 0 0 0,-5-3 0 0 0,7 4-27 0 0,0 0 0 0 0,1 0 1 0 0,-1 1-1 0 0,0-1 0 0 0,0 0 1 0 0,0 0-1 0 0,0 1 0 0 0,0-1 0 0 0,0 1 1 0 0,0-1-1 0 0,1 1 0 0 0,-1-1 0 0 0,0 1 1 0 0,0-1-1 0 0,0 1 0 0 0,1 0 0 0 0,-1-1 1 0 0,1 1-1 0 0,-1 0 0 0 0,0 0 1 0 0,1-1-1 0 0,-1 1 0 0 0,1 0 0 0 0,-1 0 1 0 0,1 0-1 0 0,0 0 0 0 0,-1 0 0 0 0,1 0 1 0 0,0 0-1 0 0,0 0 0 0 0,0-1 1 0 0,0 1-1 0 0,0 0 0 0 0,0 0 0 0 0,0 2 1 0 0,-2 39-892 0 0,2-40 857 0 0,1 13-200 0 0,0 0-1 0 0,1 0 1 0 0,1 0 0 0 0,0 0-1 0 0,1-1 1 0 0,0 1-1 0 0,13 26 1 0 0,-12-32-109 0 0,0-1 1 0 0,0 0 0 0 0,0 0 0 0 0,1 0-1 0 0,0-1 1 0 0,1 1 0 0 0,-1-2-1 0 0,1 1 1 0 0,1-1 0 0 0,-1 0 0 0 0,1 0-1 0 0,0-1 1 0 0,14 7 0 0 0,2-2-2994 0 0</inkml:trace>
</inkml:ink>
</file>

<file path=ppt/ink/ink2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1:19.9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114 133 3225 0 0,'2'-9'83'0'0,"1"-3"32"0"0,0 0 0 0 0,-1 0-1 0 0,1-21 1 0 0,-3 31 37 0 0,0 0-1 0 0,0 0 0 0 0,0-1 1 0 0,0 1-1 0 0,0 0 1 0 0,-1 0-1 0 0,1 0 1 0 0,-1-1-1 0 0,1 1 0 0 0,-1 0 1 0 0,0 0-1 0 0,0 0 1 0 0,0 0-1 0 0,0 0 1 0 0,0 0-1 0 0,0 0 0 0 0,-1 0 1 0 0,1 1-1 0 0,-1-1 1 0 0,1 0-1 0 0,-1 1 0 0 0,1-1 1 0 0,-1 1-1 0 0,0 0 1 0 0,0 0-1 0 0,0-1 1 0 0,-2 0-1 0 0,3 2-3 0 0,0-1-1 0 0,0 1 1 0 0,-1 0-1 0 0,1 0 1 0 0,0-1-1 0 0,0 1 1 0 0,0 0 0 0 0,0 0-1 0 0,0 0 1 0 0,0 0-1 0 0,-1 1 1 0 0,1-1-1 0 0,0 0 1 0 0,0 0 0 0 0,0 1-1 0 0,0-1 1 0 0,0 0-1 0 0,0 1 1 0 0,0-1-1 0 0,0 1 1 0 0,0 0 0 0 0,-1 0-1 0 0,-1 1 77 0 0,1 1 0 0 0,0-1 0 0 0,0 1 0 0 0,-1-1 0 0 0,2 1 0 0 0,-1 0 0 0 0,-3 5 0 0 0,0 3 160 0 0,1 0 0 0 0,-1 1 0 0 0,-2 12-1 0 0,-2 12-75 0 0,2 0-1 0 0,1 1 0 0 0,2-1 0 0 0,1 1 0 0 0,4 67 1 0 0,0-98-557 0 0,0-1 0 0 0,0 1 0 0 0,1-1 1 0 0,0 0-1 0 0,0 0 0 0 0,0 1 1 0 0,1-2-1 0 0,0 1 0 0 0,-1 0 0 0 0,2 0 1 0 0,4 5-1 0 0,-7-9 132 0 0,0 0 1 0 0,0 0-1 0 0,0 0 1 0 0,0 0-1 0 0,1 0 1 0 0,-1 0-1 0 0,0 0 1 0 0,0-1-1 0 0,1 1 1 0 0,-1 0-1 0 0,1-1 1 0 0,-1 1-1 0 0,0-1 1 0 0,1 0-1 0 0,-1 1 1 0 0,1-1-1 0 0,-1 0 0 0 0,3 0 1 0 0,-2 0 45 0 0,0-1 0 0 0,0 1 0 0 0,0-1 0 0 0,-1 0 1 0 0,1 0-1 0 0,0 0 0 0 0,-1 0 0 0 0,1 0 0 0 0,-1 0 0 0 0,1 0 0 0 0,-1 0 0 0 0,1-1 0 0 0,-1 1 1 0 0,0 0-1 0 0,0-1 0 0 0,1 1 0 0 0,-1-1 0 0 0,1-3 0 0 0,2-1-413 0 0,-1-1-1 0 0,0 1 1 0 0,-1-1-1 0 0,1 0 1 0 0,-1 0-1 0 0,-1 0 1 0 0,1 0-1 0 0,0-8 1 0 0,0-64-890 0 0,0 10 1523 0 0,-2 69-144 0 0,10-56 1136 0 0,-9 52-960 0 0,0 0 1 0 0,0 0-1 0 0,0 1 0 0 0,1-1 0 0 0,0 0 0 0 0,-1 1 1 0 0,1 0-1 0 0,1-1 0 0 0,-1 1 0 0 0,0 0 1 0 0,1 0-1 0 0,3-3 0 0 0,-5 5-71 0 0,0 1 0 0 0,0-1 0 0 0,0 0 0 0 0,1 1 0 0 0,-1 0 0 0 0,0-1 0 0 0,0 1 0 0 0,1 0 1 0 0,-1-1-1 0 0,0 1 0 0 0,0 0 0 0 0,1 0 0 0 0,-1 0 0 0 0,0 0 0 0 0,1 0 0 0 0,-1 0 0 0 0,0 1 0 0 0,0-1 0 0 0,1 0 0 0 0,-1 1 0 0 0,0-1 0 0 0,0 1 0 0 0,0-1 0 0 0,1 1 0 0 0,-1 0 0 0 0,0-1 1 0 0,0 1-1 0 0,1 1 0 0 0,33 29 1831 0 0,-24-20-1314 0 0,52 50 1771 0 0,-31-30-2580 0 0,1 0-4017 0 0,-18-18-840 0 0</inkml:trace>
</inkml:ink>
</file>

<file path=ppt/ink/ink2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1:20.3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70 36 6449 0 0,'0'0'-89'0'0,"-5"-6"934"0"0,-1 1 0 0 0,1 0 0 0 0,-1 1 0 0 0,-11-8 0 0 0,16 12-622 0 0,0-1 0 0 0,1 1 0 0 0,-1 0 0 0 0,0-1 1 0 0,0 1-1 0 0,0 0 0 0 0,0-1 0 0 0,0 1 0 0 0,0 0 0 0 0,0 0 1 0 0,0 0-1 0 0,0 0 0 0 0,0 0 0 0 0,1 0 0 0 0,-1 0 0 0 0,0 0 0 0 0,0 0 1 0 0,0 1-1 0 0,-2-1 0 0 0,2 1-76 0 0,1 0 0 0 0,-1 0 0 0 0,0 0 1 0 0,0 0-1 0 0,0 0 0 0 0,0 0 0 0 0,1 0 0 0 0,-1 0 1 0 0,1 0-1 0 0,-1 0 0 0 0,1 0 0 0 0,-1 0 0 0 0,1 1 1 0 0,-1-1-1 0 0,1 0 0 0 0,0 0 0 0 0,0 0 0 0 0,-1 1 1 0 0,1 1-1 0 0,0 15 305 0 0,1-1 0 0 0,0 1-1 0 0,1-1 1 0 0,1 0 0 0 0,1 0 0 0 0,7 23 0 0 0,1 4-156 0 0,-6-18-275 0 0,14 60-832 0 0,57 158 0 0 0,-61-210-611 0 0</inkml:trace>
</inkml:ink>
</file>

<file path=ppt/ink/ink2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1:20.6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137 12 5529 0 0,'0'-1'73'0'0,"0"0"-1"0"0,-1 1 0 0 0,1-1 1 0 0,0 1-1 0 0,-1-1 0 0 0,1 0 1 0 0,0 1-1 0 0,-1-1 1 0 0,1 1-1 0 0,-1-1 0 0 0,1 1 1 0 0,-1-1-1 0 0,1 1 0 0 0,-1 0 1 0 0,1-1-1 0 0,-1 1 1 0 0,0 0-1 0 0,1-1 0 0 0,-1 1 1 0 0,0 0-1 0 0,1-1 0 0 0,-1 1 1 0 0,0 0-1 0 0,1 0 1 0 0,-1 0-1 0 0,0 0 0 0 0,1 0 1 0 0,-1 0-1 0 0,0 0 0 0 0,0 0 1 0 0,-1 1 107 0 0,0-1 1 0 0,0 1 0 0 0,0 0-1 0 0,0 0 1 0 0,0 0-1 0 0,1 0 1 0 0,-1 0-1 0 0,0 0 1 0 0,1 1-1 0 0,-3 1 1 0 0,-2 4 532 0 0,-1 0 0 0 0,2 0 1 0 0,-10 15-1 0 0,4-2-136 0 0,1 1 0 0 0,0 0 1 0 0,2 1-1 0 0,-10 36 0 0 0,16-51-475 0 0,0 0 0 0 0,1 0 0 0 0,0 1-1 0 0,0-1 1 0 0,0 1 0 0 0,1-1 0 0 0,1 1 0 0 0,-1-1 0 0 0,1 1-1 0 0,0-1 1 0 0,1 1 0 0 0,-1-1 0 0 0,1 0 0 0 0,1 0 0 0 0,0 0 0 0 0,0 0-1 0 0,0 0 1 0 0,5 7 0 0 0,-5-11-132 0 0,0 0 0 0 0,0 0-1 0 0,1 0 1 0 0,-1-1 0 0 0,1 1-1 0 0,-1-1 1 0 0,1 0 0 0 0,0 0 0 0 0,0 0-1 0 0,0 0 1 0 0,0-1 0 0 0,0 0 0 0 0,0 0-1 0 0,1 0 1 0 0,-1 0 0 0 0,0 0 0 0 0,1-1-1 0 0,-1 0 1 0 0,0 0 0 0 0,1 0 0 0 0,-1-1-1 0 0,0 1 1 0 0,1-1 0 0 0,-1 0-1 0 0,5-2 1 0 0,7-3-813 0 0</inkml:trace>
</inkml:ink>
</file>

<file path=ppt/ink/ink2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1:21.0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 82 6449 0 0,'-1'1'85'0'0,"-1"0"-1"0"0,1 0 0 0 0,-1 0 1 0 0,1 0-1 0 0,0 0 0 0 0,-1 1 1 0 0,1-1-1 0 0,0 0 0 0 0,0 1 1 0 0,0-1-1 0 0,0 1 0 0 0,0-1 0 0 0,0 1 1 0 0,1 0-1 0 0,-1-1 0 0 0,0 1 1 0 0,0 2-1 0 0,-9 35 873 0 0,7-24-418 0 0,-4 8 212 0 0,2-1-1 0 0,1 1 1 0 0,0 0-1 0 0,2 0 1 0 0,1 40-1 0 0,1-56-655 0 0,1 0 0 0 0,0-1 0 0 0,0 1 0 0 0,1 0 0 0 0,0 0 0 0 0,0-1 0 0 0,1 1 0 0 0,0-1 0 0 0,0 0-1 0 0,5 8 1 0 0,-5-10-87 0 0,0-1 0 0 0,0 1-1 0 0,0-1 1 0 0,0 0-1 0 0,0-1 1 0 0,1 1 0 0 0,0 0-1 0 0,-1-1 1 0 0,1 0-1 0 0,0 0 1 0 0,0 0 0 0 0,0 0-1 0 0,1-1 1 0 0,-1 1-1 0 0,0-1 1 0 0,0 0 0 0 0,8 0-1 0 0,-10 0-38 0 0,0-1 0 0 0,0 0 0 0 0,0 0-1 0 0,-1 0 1 0 0,1 0 0 0 0,0 0 0 0 0,0 0-1 0 0,0 0 1 0 0,0-1 0 0 0,-1 1 0 0 0,1-1-1 0 0,0 1 1 0 0,0-1 0 0 0,-1 1 0 0 0,1-1-1 0 0,0 0 1 0 0,-1 0 0 0 0,1 0 0 0 0,-1 0 0 0 0,1 0-1 0 0,-1-1 1 0 0,1 1 0 0 0,1-3 0 0 0,-1 1-83 0 0,-1 0-1 0 0,1 0 1 0 0,-1 0 0 0 0,0 0 0 0 0,0-1 0 0 0,0 1 0 0 0,0 0 0 0 0,-1-1 0 0 0,1 1 0 0 0,-1 0 0 0 0,0-1 0 0 0,0-3 0 0 0,-1-7-237 0 0,-1-1 0 0 0,0 1 1 0 0,-1 0-1 0 0,-1 1 0 0 0,-5-16 0 0 0,3 14 575 0 0,0 0-1 0 0,-2 0 1 0 0,-14-22 0 0 0,19 33-160 0 0,0-1 1 0 0,0 1-1 0 0,0 0 1 0 0,-1 1 0 0 0,1-1-1 0 0,-1 0 1 0 0,0 1 0 0 0,0 0-1 0 0,0 0 1 0 0,-1 0 0 0 0,1 1-1 0 0,-1-1 1 0 0,1 1-1 0 0,-1 0 1 0 0,-9-2 0 0 0,22 2 130 0 0,0 0 0 0 0,-1 0 1 0 0,1-1-1 0 0,0 0 0 0 0,9-5 1 0 0,8-4-308 0 0,102-26-381 0 0,-25 9 70 0 0,-101 29 415 0 0,-1-1 1 0 0,1 1 0 0 0,0 0-1 0 0,0 0 1 0 0,0 1-1 0 0,0-1 1 0 0,0 0-1 0 0,0 0 1 0 0,0 0 0 0 0,0 1-1 0 0,0-1 1 0 0,0 0-1 0 0,-1 1 1 0 0,1-1 0 0 0,0 1-1 0 0,0-1 1 0 0,0 1-1 0 0,-1-1 1 0 0,1 1 0 0 0,0-1-1 0 0,-1 1 1 0 0,1 0-1 0 0,0-1 1 0 0,-1 1 0 0 0,1 0-1 0 0,-1 0 1 0 0,1 0-1 0 0,-1-1 1 0 0,1 1-1 0 0,-1 0 1 0 0,0 0 0 0 0,1 0-1 0 0,-1 0 1 0 0,0 0-1 0 0,0 0 1 0 0,0 0 0 0 0,0 0-1 0 0,0 0 1 0 0,7 45 343 0 0,-7-40-255 0 0,2 10 79 0 0,8 61 252 0 0,-9-72-417 0 0,0 0-1 0 0,1 0 0 0 0,-1-1 0 0 0,1 1 1 0 0,0-1-1 0 0,0 1 0 0 0,0-1 0 0 0,1 0 1 0 0,0 0-1 0 0,0 0 0 0 0,0 0 0 0 0,0-1 1 0 0,4 5-1 0 0,-5-7-30 0 0,-1 0 0 0 0,0 0 0 0 0,1 0 0 0 0,-1 0 0 0 0,0-1 0 0 0,1 1 0 0 0,-1 0 0 0 0,1-1 0 0 0,-1 1 0 0 0,1-1 0 0 0,0 1 0 0 0,-1-1 0 0 0,1 0 0 0 0,-1 0 0 0 0,1 0 0 0 0,0 0 0 0 0,-1 0 0 0 0,1 0 0 0 0,-1 0 0 0 0,1 0 0 0 0,2-1 0 0 0,-1-1 19 0 0,0 1 0 0 0,-1 0 0 0 0,1-1 0 0 0,0 1 0 0 0,-1-1 0 0 0,0 0 0 0 0,1 0 0 0 0,-1 0 0 0 0,0 0 0 0 0,4-5 0 0 0,2-5 251 0 0,-1 1 0 0 0,1-2-1 0 0,9-23 1 0 0,-16 33-137 0 0,25-70 1081 0 0,-21 55-569 0 0,1 1 0 0 0,1-1 0 0 0,0 1 1 0 0,19-31-1 0 0,-25 47-567 0 0,-1 0 1 0 0,0 0 0 0 0,1 1-1 0 0,-1-1 1 0 0,0 0-1 0 0,1 0 1 0 0,-1 1 0 0 0,1-1-1 0 0,0 0 1 0 0,-1 1 0 0 0,1-1-1 0 0,0 0 1 0 0,-1 1-1 0 0,1-1 1 0 0,0 1 0 0 0,-1-1-1 0 0,1 1 1 0 0,0-1-1 0 0,0 1 1 0 0,0 0 0 0 0,-1-1-1 0 0,1 1 1 0 0,0 0 0 0 0,0 0-1 0 0,0 0 1 0 0,0 0-1 0 0,0 0 1 0 0,0-1 0 0 0,-1 1-1 0 0,1 1 1 0 0,0-1-1 0 0,0 0 1 0 0,0 0 0 0 0,0 0-1 0 0,0 0 1 0 0,-1 1 0 0 0,1-1-1 0 0,0 0 1 0 0,0 1-1 0 0,0-1 1 0 0,-1 1 0 0 0,1-1-1 0 0,0 1 1 0 0,0-1-1 0 0,-1 1 1 0 0,1-1 0 0 0,0 1-1 0 0,-1 0 1 0 0,1-1 0 0 0,-1 1-1 0 0,1 0 1 0 0,-1-1-1 0 0,1 2 1 0 0,4 7 135 0 0,0 0-1 0 0,-1-1 0 0 0,0 2 1 0 0,3 9-1 0 0,1 0-63 0 0,-2-5-282 0 0,1 0 0 0 0,1 0 1 0 0,16 22-1 0 0,4-8-6077 0 0,-14-18 145 0 0</inkml:trace>
</inkml:ink>
</file>

<file path=ppt/ink/ink2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1:21.4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 80 5529 0 0,'0'-7'669'0'0,"-2"0"0"0"0,1 0-1 0 0,-1 0 1 0 0,0 1 0 0 0,-1-1 0 0 0,1 1-1 0 0,-1-1 1 0 0,-1 1 0 0 0,1 0 0 0 0,-6-8-1 0 0,8 14-586 0 0,1 0-1 0 0,0 0 0 0 0,-1 0 0 0 0,1 0 0 0 0,0 0 0 0 0,0 0 0 0 0,-1 0 0 0 0,1 0 0 0 0,0 0 0 0 0,-1 0 0 0 0,1 0 1 0 0,0 0-1 0 0,0 0 0 0 0,-1 0 0 0 0,1 0 0 0 0,0 1 0 0 0,-1-1 0 0 0,1 0 0 0 0,0 0 0 0 0,0 0 0 0 0,-1 0 1 0 0,1 1-1 0 0,0-1 0 0 0,0 0 0 0 0,0 0 0 0 0,-1 0 0 0 0,1 1 0 0 0,0-1 0 0 0,0 0 0 0 0,0 0 0 0 0,0 1 1 0 0,0-1-1 0 0,-1 0 0 0 0,1 0 0 0 0,0 1 0 0 0,0-1 0 0 0,0 0 0 0 0,0 0 0 0 0,0 1 0 0 0,0-1 0 0 0,0 0 1 0 0,0 1-1 0 0,0-1 0 0 0,0 0 0 0 0,0 0 0 0 0,0 1 0 0 0,0-1 0 0 0,0 0 0 0 0,0 1 0 0 0,0-1 0 0 0,1 1 0 0 0,-3 17 647 0 0,4 8-223 0 0,0-1-1 0 0,2 0 0 0 0,0 0 1 0 0,2 0-1 0 0,1 0 0 0 0,18 43 0 0 0,4-4-244 0 0,46 73-1 0 0,-1-22-942 0 0,-39-68-5287 0 0,-14-20-582 0 0</inkml:trace>
</inkml:ink>
</file>

<file path=ppt/ink/ink2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1:21.8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3 176 6449 0 0,'-1'-3'177'0'0,"1"-1"1"0"0,-1 1-1 0 0,1-1 0 0 0,0 0 0 0 0,0 1 0 0 0,0-1 0 0 0,1 1 0 0 0,-1-1 0 0 0,1 1 0 0 0,0-1 0 0 0,0 1 0 0 0,0 0 1 0 0,0-1-1 0 0,0 1 0 0 0,1 0 0 0 0,0 0 0 0 0,0 0 0 0 0,-1 0 0 0 0,2 0 0 0 0,-1 0 0 0 0,0 0 0 0 0,1 1 1 0 0,-1-1-1 0 0,4-2 0 0 0,6-6 196 0 0,1 1 1 0 0,0 1-1 0 0,0 0 1 0 0,16-8-1 0 0,-16 11-376 0 0,1 0-1 0 0,-1 1 1 0 0,1 0-1 0 0,0 1 1 0 0,1 1-1 0 0,-1 0 1 0 0,22-1-1 0 0,56 3-3641 0 0,-60 2 2120 0 0</inkml:trace>
</inkml:ink>
</file>

<file path=ppt/ink/ink2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2:13.8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67 43 6913 0 0,'-2'-4'467'0'0,"0"0"0"0"0,-1-1 0 0 0,0 1 0 0 0,1 0 0 0 0,-2 1 0 0 0,-5-7 0 0 0,9 9-399 0 0,-1 0 0 0 0,1 1 0 0 0,-1-1 0 0 0,1 1 0 0 0,0-1 0 0 0,-1 1 0 0 0,1-1 0 0 0,-1 1 0 0 0,0 0 0 0 0,1-1 0 0 0,-1 1 0 0 0,1 0 0 0 0,-1-1 0 0 0,0 1 0 0 0,1 0 0 0 0,-1-1 0 0 0,0 1 0 0 0,1 0 0 0 0,-1 0 0 0 0,0 0 0 0 0,1 0 0 0 0,-1 0 0 0 0,0 0 0 0 0,1 0 0 0 0,-1 0 0 0 0,0 0 1 0 0,1 0-1 0 0,-1 0 0 0 0,0 0 0 0 0,1 1 0 0 0,-1-1 0 0 0,0 0 0 0 0,1 0 0 0 0,-1 1 0 0 0,0-1 0 0 0,1 0 0 0 0,-1 1 0 0 0,1-1 0 0 0,-1 1 0 0 0,1-1 0 0 0,-1 0 0 0 0,1 1 0 0 0,-1-1 0 0 0,1 1 0 0 0,-1 0 0 0 0,1-1 0 0 0,0 1 0 0 0,-1-1 0 0 0,1 1 0 0 0,0 0 0 0 0,0-1 0 0 0,-1 1 0 0 0,1 0 0 0 0,0-1 0 0 0,0 1 0 0 0,0 0 0 0 0,0 0 0 0 0,-5 23 364 0 0,1-1-1 0 0,2 0 1 0 0,0 1 0 0 0,3 44-1 0 0,0-20-130 0 0,28 1092 2861 0 0,7-812-4645 0 0,-32-310-297 0 0,0-4-4255 0 0</inkml:trace>
</inkml:ink>
</file>

<file path=ppt/ink/ink2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2:14.2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113 10 4753 0 0,'-1'-1'6'0'0,"0"0"0"0"0,0 0 1 0 0,0 0-1 0 0,0 1 0 0 0,0-1 0 0 0,0 0 1 0 0,0 0-1 0 0,-1 1 0 0 0,1-1 0 0 0,0 1 0 0 0,0-1 1 0 0,-1 1-1 0 0,1 0 0 0 0,0 0 0 0 0,-1-1 1 0 0,1 1-1 0 0,0 0 0 0 0,-1 0 0 0 0,1 0 0 0 0,-1 0 1 0 0,1 0-1 0 0,0 1 0 0 0,-1-1 0 0 0,0 1 1 0 0,-35 9-64 0 0,10 7 2936 0 0,26-17-2682 0 0,0 1 1 0 0,-1 0 0 0 0,1 0 0 0 0,0 0 0 0 0,0 0 0 0 0,0 0-1 0 0,0 0 1 0 0,0 0 0 0 0,1 0 0 0 0,-1 0 0 0 0,0 1 0 0 0,0-1-1 0 0,1 0 1 0 0,-1 0 0 0 0,1 1 0 0 0,-1-1 0 0 0,1 0 0 0 0,-1 1 0 0 0,1-1-1 0 0,0 2 1 0 0,0-2-108 0 0,1 0 0 0 0,-1-1 0 0 0,1 1 0 0 0,0 0 0 0 0,-1 0 0 0 0,1-1 0 0 0,0 1 0 0 0,0-1 0 0 0,0 1 0 0 0,-1 0 0 0 0,1-1 0 0 0,0 0 0 0 0,0 1 0 0 0,0-1 0 0 0,0 0 0 0 0,0 1 0 0 0,0-1 0 0 0,0 0 0 0 0,0 0 0 0 0,0 0 0 0 0,0 0 0 0 0,0 1 0 0 0,0-2 0 0 0,1 1 0 0 0,30 0 683 0 0,-26 0-542 0 0,174-1 1991 0 0,294 36 0 0 0,-310-20-1937 0 0,308-10 0 0 0,164-61 761 0 0,-612 53-1039 0 0,226-21 53 0 0,-196 22-677 0 0,0 2 0 0 0,89 12 0 0 0,-74 0-2408 0 0,-39-7-3035 0 0</inkml:trace>
</inkml:ink>
</file>

<file path=ppt/ink/ink2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2:14.5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 0 5985 0 0,'-3'1'248'0'0,"0"1"0"0"0,0 0 0 0 0,0 0 0 0 0,0-1 0 0 0,1 1 0 0 0,-1 1 0 0 0,1-1 0 0 0,-1 0 0 0 0,1 1 0 0 0,0-1 0 0 0,0 1 0 0 0,0 0 0 0 0,0 0 0 0 0,1-1 0 0 0,-1 1 0 0 0,1 0 0 0 0,-1 1 0 0 0,1-1 0 0 0,0 0 0 0 0,0 0 0 0 0,1 0 0 0 0,-1 1 0 0 0,0 5 0 0 0,0 9 641 0 0,0 0 0 0 0,0 0 0 0 0,4 20 0 0 0,-3-31-585 0 0,42 599 5094 0 0,2 38-4735 0 0,-42-620-1117 0 0,2 71 1103 0 0,-4-32-7236 0 0,-2-42-69 0 0</inkml:trace>
</inkml:ink>
</file>

<file path=ppt/ink/ink2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2:14.9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38 272 6913 0 0,'-24'9'470'0'0,"11"-5"528"0"0,30-12 122 0 0,58-27 169 0 0,1 3 0 0 0,1 4 0 0 0,2 3 0 0 0,1 4 1 0 0,150-20-1 0 0,530-17 2138 0 0,-478 41-2981 0 0,114-1-40 0 0,-130 18-2938 0 0,-235 1 519 0 0,3-3-4235 0 0</inkml:trace>
</inkml:ink>
</file>

<file path=ppt/ink/ink2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2:15.4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 36 5065 0 0,'-3'-6'482'0'0,"-12"-15"1650"0"0,14 21-2009 0 0,1-1 0 0 0,0 1 1 0 0,0-1-1 0 0,-1 1 0 0 0,1-1 0 0 0,-1 0 0 0 0,1 1 0 0 0,-1 0 0 0 0,1-1 0 0 0,0 1 0 0 0,-1-1 0 0 0,0 1 0 0 0,1-1 0 0 0,-1 1 0 0 0,1 0 0 0 0,-1 0 0 0 0,1-1 0 0 0,-1 1 0 0 0,0 0 0 0 0,1 0 0 0 0,-1 0 0 0 0,0-1 1 0 0,1 1-1 0 0,-2 0 0 0 0,1 3 108 0 0,1-1 1 0 0,-1 1-1 0 0,1-1 0 0 0,-1 1 1 0 0,1 0-1 0 0,0-1 1 0 0,0 1-1 0 0,0-1 1 0 0,0 1-1 0 0,1 0 1 0 0,-1-1-1 0 0,2 5 1 0 0,-1 0 166 0 0,12 109 965 0 0,21 165 91 0 0,-20-196-1922 0 0,33 106 1 0 0,-26-123-2126 0 0,-12-41-2393 0 0</inkml:trace>
</inkml:ink>
</file>

<file path=ppt/ink/ink2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2:15.7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73 2761 0 0,'-1'-6'285'0'0,"-1"1"1"0"0,1 0 0 0 0,1-1 0 0 0,-1 1 0 0 0,1-1 0 0 0,0 1 0 0 0,1-7 0 0 0,-1 11-164 0 0,0 0 0 0 0,0 0 1 0 0,0 0-1 0 0,0 0 0 0 0,1 0 1 0 0,-1 0-1 0 0,0 0 0 0 0,1 0 1 0 0,-1 0-1 0 0,1 0 0 0 0,-1 0 1 0 0,1 0-1 0 0,0 1 1 0 0,-1-1-1 0 0,1 0 0 0 0,0 0 1 0 0,-1 1-1 0 0,1-1 0 0 0,0 0 1 0 0,0 1-1 0 0,0-1 0 0 0,-1 1 1 0 0,1-1-1 0 0,0 1 0 0 0,0-1 1 0 0,0 1-1 0 0,0 0 0 0 0,0-1 1 0 0,0 1-1 0 0,0 0 0 0 0,0 0 1 0 0,0 0-1 0 0,0 0 0 0 0,0 0 1 0 0,0 0-1 0 0,0 0 0 0 0,0 0 1 0 0,0 0-1 0 0,0 0 0 0 0,0 1 1 0 0,0-1-1 0 0,0 0 0 0 0,0 1 1 0 0,0-1-1 0 0,0 0 0 0 0,0 1 1 0 0,0 0-1 0 0,0 0 0 0 0,9 4 496 0 0,0 2 0 0 0,-1-1 0 0 0,1 1 0 0 0,-2 0 0 0 0,1 1 0 0 0,-1 0-1 0 0,0 1 1 0 0,8 11 0 0 0,12 12 140 0 0,36 32 492 0 0,80 85 303 0 0,-116-115-2829 0 0,27 41 0 0 0,-47-62 136 0 0,0 1-1 0 0,-1 1 1 0 0,7 19 0 0 0,-8-19-140 0 0</inkml:trace>
</inkml:ink>
</file>

<file path=ppt/ink/ink2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2:16.1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1 385 8290 0 0,'0'-1'736'0'0,"0"-2"-584"0"0,1 2-152 0 0,2-2 0 0 0,-1 2 128 0 0,2-3-8 0 0,3-3 0 0 0,3-3 0 0 0,5-5-216 0 0,0 1-48 0 0,3 0-8 0 0,2-1 0 0 0,0 2 152 0 0,-1 2 0 0 0,1 0-64 0 0,-2 2 64 0 0</inkml:trace>
  <inkml:trace contextRef="#ctx0" brushRef="#br0" timeOffset="1">350 153 7834 0 0,'2'0'138'0'0,"0"0"1"0"0,-1 0 0 0 0,1 1-1 0 0,-1-1 1 0 0,1 1 0 0 0,-1-1 0 0 0,1 1-1 0 0,-1-1 1 0 0,1 1 0 0 0,-1 0-1 0 0,0 0 1 0 0,1 0 0 0 0,-1 0-1 0 0,2 2 1 0 0,88 90 5039 0 0,-33-30-3308 0 0,-55-61-1738 0 0,0 1-1 0 0,0 0 1 0 0,-1 0-1 0 0,1 0 0 0 0,-1 0 1 0 0,0 0-1 0 0,0 0 1 0 0,2 6-1 0 0,-4-9-71 0 0,-1 0 0 0 0,0 1-1 0 0,1-1 1 0 0,-1 0-1 0 0,0 0 1 0 0,1 0 0 0 0,-1 0-1 0 0,0 0 1 0 0,1-1 0 0 0,-1 1-1 0 0,1 0 1 0 0,-1 0 0 0 0,0 0-1 0 0,1 0 1 0 0,-1-1 0 0 0,1 1-1 0 0,-1 0 1 0 0,0-1 0 0 0,1 1-1 0 0,-1 0 1 0 0,1-1 0 0 0,-1 1-1 0 0,1-1 1 0 0,-1 1-1 0 0,1-1 1 0 0,0 1 0 0 0,-1-1-1 0 0,0 0 1 0 0,-15-14 741 0 0,6 3-542 0 0,1-1-1 0 0,0 1 1 0 0,1-2-1 0 0,0 1 1 0 0,1-1-1 0 0,1 0 0 0 0,-8-23 1 0 0,11 26-357 0 0,0 0 0 0 0,0 0 1 0 0,1 0-1 0 0,1-1 0 0 0,0 1 0 0 0,0-1 1 0 0,1 1-1 0 0,1-1 0 0 0,0 1 0 0 0,5-22 1 0 0,-5 29-278 0 0,0 0 0 0 0,1-1 0 0 0,0 1 0 0 0,0 0 0 0 0,0 0 1 0 0,0 0-1 0 0,1 0 0 0 0,-1 1 0 0 0,1-1 0 0 0,0 1 0 0 0,0-1 0 0 0,6-4 1 0 0</inkml:trace>
</inkml:ink>
</file>

<file path=ppt/ink/ink2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2:16.5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120 488 1840 0 0,'-2'0'265'0'0,"1"-1"-1"0"0,-1 0 0 0 0,0 1 1 0 0,0-1-1 0 0,0 1 0 0 0,1-1 1 0 0,-1 1-1 0 0,0 0 0 0 0,0-1 1 0 0,0 1-1 0 0,0 0 0 0 0,0 1 1 0 0,0-1-1 0 0,0 0 0 0 0,1 0 1 0 0,-1 1-1 0 0,0-1 0 0 0,0 1 1 0 0,0 0-1 0 0,1-1 0 0 0,-3 2 1 0 0,0 1 98 0 0,0-1-1 0 0,1 1 1 0 0,-1 0 0 0 0,1 0 0 0 0,0 0 0 0 0,0 1 0 0 0,0-1 0 0 0,-5 7-1 0 0,2 1 118 0 0,0 0 1 0 0,0 0-1 0 0,1 0 0 0 0,0 1 0 0 0,-5 22 0 0 0,8-25-244 0 0,1 1 0 0 0,0 0 1 0 0,1 0-1 0 0,0 0 1 0 0,1-1-1 0 0,0 1 0 0 0,0 0 1 0 0,1-1-1 0 0,0 1 0 0 0,7 15 1 0 0,-8-21-245 0 0,0-1 0 0 0,0 1 0 0 0,1-1 0 0 0,-1 0-1 0 0,1 0 1 0 0,0 0 0 0 0,0 0 0 0 0,0 0 0 0 0,0 0 0 0 0,1 0 0 0 0,-1 0 0 0 0,1-1 0 0 0,-1 0 0 0 0,1 1 0 0 0,0-1 0 0 0,0 0 0 0 0,0 0-1 0 0,1 0 1 0 0,-1-1 0 0 0,0 1 0 0 0,0-1 0 0 0,1 0 0 0 0,-1 0 0 0 0,1 0 0 0 0,-1 0 0 0 0,1-1 0 0 0,0 1 0 0 0,-1-1 0 0 0,1 0 0 0 0,0 0 0 0 0,6-1-1 0 0,-4-1-236 0 0,-1 0 0 0 0,1 0 0 0 0,-1-1 0 0 0,1 1-1 0 0,-1-1 1 0 0,0 0 0 0 0,0-1 0 0 0,-1 1 0 0 0,1-1-1 0 0,-1 0 1 0 0,0 0 0 0 0,0 0 0 0 0,0-1 0 0 0,0 0-1 0 0,-1 1 1 0 0,1-1 0 0 0,-1 0 0 0 0,3-8 0 0 0,0 0-370 0 0,0 0-1 0 0,-1 0 1 0 0,0-1 0 0 0,-1 0 0 0 0,-1 0 0 0 0,3-21 0 0 0,-5 9-369 0 0,-1-1-1 0 0,-1 1 1 0 0,-1 0-1 0 0,-10-49 1 0 0,-36-101 131 0 0,36 136 1037 0 0,-22-66 2498 0 0,30 94-1588 0 0,-2 0 0 0 0,1 1 0 0 0,-2-1-1 0 0,1 1 1 0 0,-2 0 0 0 0,-8-11 0 0 0,15 22-906 0 0,1-1 0 0 0,-1 0 1 0 0,1 1-1 0 0,0-1 1 0 0,-1 0-1 0 0,1 1 1 0 0,-1-1-1 0 0,0 1 1 0 0,1-1-1 0 0,-1 1 0 0 0,1-1 1 0 0,-1 1-1 0 0,0-1 1 0 0,1 1-1 0 0,-1 0 1 0 0,0-1-1 0 0,0 1 1 0 0,1 0-1 0 0,-1 0 0 0 0,0-1 1 0 0,0 1-1 0 0,1 0 1 0 0,-1 0-1 0 0,0 0 1 0 0,-1 0-1 0 0,1 1-53 0 0,1-1-1 0 0,0 1 1 0 0,-1 0-1 0 0,1 0 1 0 0,-1-1-1 0 0,1 1 1 0 0,0 0-1 0 0,-1 0 1 0 0,1 0 0 0 0,0 0-1 0 0,0 0 1 0 0,0-1-1 0 0,0 1 1 0 0,0 0-1 0 0,0 0 1 0 0,0 0-1 0 0,0 0 1 0 0,0 1-1 0 0,9 50 1379 0 0,-8-48-1376 0 0,17 72 456 0 0,4 0-1 0 0,31 75 0 0 0,-31-101-514 0 0,2 0-1 0 0,2-3 1 0 0,58 81 0 0 0,67 90-1107 0 0,-135-192 55 0 0</inkml:trace>
</inkml:ink>
</file>

<file path=ppt/ink/ink2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2:17.4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78 112 4609 0 0,'-10'-32'3901'0'0,"-8"-48"1"0"0,27 156-409 0 0,-5 46-2905 0 0,-1-34-269 0 0,6 239-232 0 0,-57 577 0 0 0,40-840-425 0 0,-9 91 2223 0 0,16-125-4455 0 0,3 41-1 0 0,-1-56-3187 0 0</inkml:trace>
</inkml:ink>
</file>

<file path=ppt/ink/ink2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2:17.8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62 2761 0 0,'-7'-31'1857'0'0,"6"28"-1322"0"0,1 1 1 0 0,0 0-1 0 0,0-1 0 0 0,-1 1 1 0 0,2-1-1 0 0,-1 1 1 0 0,0 0-1 0 0,0-1 1 0 0,1 1-1 0 0,1-5 1 0 0,-3 11-3 0 0,1-1 0 0 0,0 1-1 0 0,0-1 1 0 0,0 1 0 0 0,1-1 0 0 0,-1 1 0 0 0,2 4 0 0 0,0 5-21 0 0,1 578 3612 0 0,-8-400-3743 0 0,17 311-489 0 0,-3-379-3931 0 0,-8-96 561 0 0,1 3-1780 0 0</inkml:trace>
</inkml:ink>
</file>

<file path=ppt/ink/ink2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2:18.2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6 4145 0 0,'2'-5'2282'0'0,"-2"5"-2215"0"0,0 0 0 0 0,0 0 1 0 0,1 0-1 0 0,-1 0 0 0 0,0 0 0 0 0,0 0 0 0 0,0 0 0 0 0,0 0 0 0 0,1 0 0 0 0,-1 0 1 0 0,0 0-1 0 0,0 0 0 0 0,0 0 0 0 0,1 0 269 0 0,-1 0-269 0 0,2 12 1755 0 0,-3 17-77 0 0,-10 176 2250 0 0,11 104-2182 0 0,1-83-905 0 0,-3-87-847 0 0,2 237 2508 0 0,7-189-3406 0 0,10 0-3862 0 0,-14-167-982 0 0</inkml:trace>
</inkml:ink>
</file>

<file path=ppt/ink/ink2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2:18.5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1 108 7370 0 0,'2'-7'135'0'0,"25"-51"641"0"0,-25 54-601 0 0,0 1 0 0 0,0-1 0 0 0,1 1-1 0 0,-1-1 1 0 0,1 1 0 0 0,0 0 0 0 0,0 0 0 0 0,0 0 0 0 0,0 1 0 0 0,1-1 0 0 0,-1 1-1 0 0,6-4 1 0 0,-8 6-100 0 0,-1 0 1 0 0,1 0-1 0 0,0 0 0 0 0,-1 0 0 0 0,1 1 1 0 0,-1-1-1 0 0,1 0 0 0 0,0 0 0 0 0,-1 0 0 0 0,1 0 1 0 0,-1 1-1 0 0,1-1 0 0 0,0 0 0 0 0,-1 1 1 0 0,1-1-1 0 0,-1 0 0 0 0,1 1 0 0 0,-1-1 0 0 0,1 1 1 0 0,-1-1-1 0 0,0 1 0 0 0,1-1 0 0 0,-1 1 1 0 0,1-1-1 0 0,-1 1 0 0 0,0-1 0 0 0,0 1 0 0 0,1-1 1 0 0,-1 1-1 0 0,0-1 0 0 0,0 1 0 0 0,1 0 0 0 0,-1-1 1 0 0,0 1-1 0 0,0 0 0 0 0,0-1 0 0 0,0 1 1 0 0,0-1-1 0 0,0 1 0 0 0,0 0 0 0 0,-1 0 0 0 0,4 35 833 0 0,-3-31-697 0 0,17 586 4241 0 0,1 34-3322 0 0,-17-545-1303 0 0,3 84-532 0 0,10-58-2616 0 0,-10-92 2108 0 0,0-4-10 0 0</inkml:trace>
</inkml:ink>
</file>

<file path=ppt/ink/ink2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2:18.9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23 10138 0 0,'2'-2'89'0'0,"-1"0"0"0"0,1 0-1 0 0,0 0 1 0 0,0 0 0 0 0,0 0 0 0 0,0 0-1 0 0,0 1 1 0 0,0-1 0 0 0,1 1 0 0 0,-1-1-1 0 0,4 0 1 0 0,-5 2-75 0 0,1 0 0 0 0,-1 0 0 0 0,0 0 0 0 0,0 1 0 0 0,1-1 0 0 0,-1 0-1 0 0,0 1 1 0 0,0-1 0 0 0,0 1 0 0 0,0 0 0 0 0,0-1 0 0 0,0 1 0 0 0,0 0 0 0 0,0-1-1 0 0,0 1 1 0 0,0 0 0 0 0,0 0 0 0 0,0 0 0 0 0,0 0 0 0 0,-1 0 0 0 0,1 0 0 0 0,0 0-1 0 0,-1 0 1 0 0,1 0 0 0 0,-1 1 0 0 0,1-1 0 0 0,0 2 0 0 0,5 10 584 0 0,0 1-1 0 0,-1 0 1 0 0,0 0 0 0 0,-2 0 0 0 0,4 22-1 0 0,5 79 989 0 0,-8-64-1250 0 0,30 755 3215 0 0,-13-469-5278 0 0,-15-273-5090 0 0</inkml:trace>
</inkml:ink>
</file>

<file path=ppt/ink/ink2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2:20.6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 11 6449 0 0,'-17'-11'891'0'0,"16"11"-840"0"0,1 0 0 0 0,0 0 0 0 0,0 0-1 0 0,0 0 1 0 0,-1 0 0 0 0,1 0 0 0 0,0 0 0 0 0,0 1 0 0 0,-1-1 0 0 0,1 0-1 0 0,0 0 1 0 0,0 0 0 0 0,0 0 0 0 0,-1 0 0 0 0,1 0 0 0 0,0 0 0 0 0,0 1-1 0 0,0-1 1 0 0,0 0 0 0 0,-1 0 0 0 0,1 0 0 0 0,0 0 0 0 0,0 1 0 0 0,0-1-1 0 0,0 0 1 0 0,0 0 0 0 0,0 0 0 0 0,0 1 0 0 0,0-1 0 0 0,-1 0 0 0 0,1 0-1 0 0,0 1 1 0 0,0-1 0 0 0,0 0 0 0 0,0 0 0 0 0,0 0 0 0 0,0 1 0 0 0,0-1-1 0 0,0 0 1 0 0,0 1 0 0 0,9 36 3191 0 0,-6-28-3425 0 0,56 159 3626 0 0,-49-145-3576 0 0,2 1-1 0 0,1-1 0 0 0,1-1 1 0 0,29 37-1 0 0,-22-37-5339 0 0</inkml:trace>
</inkml:ink>
</file>

<file path=ppt/ink/ink2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2:21.0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166 306 11979 0 0,'1'11'813'0'0,"1"1"0"0"0,0-1 0 0 0,1 0 0 0 0,5 13 0 0 0,1 5-61 0 0,2 6-890 0 0,3 13-2870 0 0,-11-16-3802 0 0,-12-37 6051 0 0,2-1 759 0 0</inkml:trace>
  <inkml:trace contextRef="#ctx0" brushRef="#br0" timeOffset="1">2 23 2304 0 0,'-2'-3'201'0'0,"2"1"-201"0"0,0 0 0 0 0,0 1 0 0 0,2 0 320 0 0,-2 0 32 0 0,1-3 0 0 0,2 0 0 0 0,0 1-280 0 0,4 2-72 0 0,1 2 0 0 0,1 2 0 0 0</inkml:trace>
</inkml:ink>
</file>

<file path=ppt/ink/ink2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2:21.3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88 10138 0 0,'2'-1'224'0'0,"0"0"-1"0"0,0 0 0 0 0,0 0 1 0 0,0 0-1 0 0,1 0 1 0 0,-1 0-1 0 0,0 1 0 0 0,1 0 1 0 0,-1-1-1 0 0,0 1 1 0 0,1 0-1 0 0,-1 0 0 0 0,0 0 1 0 0,1 0-1 0 0,-1 0 1 0 0,0 1-1 0 0,0-1 0 0 0,1 1 1 0 0,-1-1-1 0 0,3 3 0 0 0,46 18-396 0 0,-50-21 95 0 0,-1 1-1 0 0,0-1 0 0 0,0 0 0 0 0,0 0 1 0 0,1 1-1 0 0,-1-1 0 0 0,0 0 0 0 0,0 0 1 0 0,1 0-1 0 0,-1 1 0 0 0,0-1 0 0 0,0 0 1 0 0,1 0-1 0 0,-1 0 0 0 0,0 0 0 0 0,1 0 1 0 0,-1 1-1 0 0,0-1 0 0 0,0 0 0 0 0,1 0 0 0 0,-1 0 1 0 0,0 0-1 0 0,1 0 0 0 0,-1 0 0 0 0,0 0 1 0 0,1 0-1 0 0,-1 0 0 0 0,0 0 0 0 0,1-1 1 0 0,-1 1-1 0 0,0 0 0 0 0,0 0 0 0 0,1 0 1 0 0,-1 0-1 0 0,0 0 0 0 0,1 0 0 0 0,-1-1 1 0 0,0 1-1 0 0,0 0 0 0 0,1 0 0 0 0,-1-1 0 0 0,-2-14-2149 0 0,0 5 2511 0 0,0 1-296 0 0,-4-32 872 0 0,6 39-718 0 0,0 1-1 0 0,0 0 1 0 0,0 0-1 0 0,0-1 1 0 0,0 1-1 0 0,0 0 1 0 0,0-1-1 0 0,0 1 1 0 0,1 0-1 0 0,-1 0 1 0 0,0-1-1 0 0,1 1 1 0 0,-1 0-1 0 0,1 0 1 0 0,0 0-1 0 0,-1 0 1 0 0,1 0-1 0 0,0 0 1 0 0,0 0-1 0 0,-1 0 1 0 0,1 0-1 0 0,0 0 1 0 0,0 0-1 0 0,0 0 1 0 0,0 0-1 0 0,2 0 1 0 0,-2 1-65 0 0,0 0 1 0 0,-1 0-1 0 0,1 0 1 0 0,0 0-1 0 0,0 0 1 0 0,0 0-1 0 0,0 0 1 0 0,0 1-1 0 0,-1-1 1 0 0,1 0-1 0 0,0 1 1 0 0,0-1-1 0 0,0 0 1 0 0,-1 1-1 0 0,1-1 1 0 0,0 1-1 0 0,-1-1 1 0 0,1 1-1 0 0,0-1 0 0 0,-1 1 1 0 0,1 0-1 0 0,0-1 1 0 0,-1 1-1 0 0,1 0 1 0 0,-1-1-1 0 0,1 1 1 0 0,-1 1-1 0 0,16 26 743 0 0,-12-21-450 0 0,8 20 289 0 0,0 1 1 0 0,-1 0 0 0 0,6 31-1 0 0,15 40-2894 0 0</inkml:trace>
</inkml:ink>
</file>

<file path=ppt/ink/ink2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2:21.7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1 334 10138 0 0,'2'-1'118'0'0,"0"1"-1"0"0,0-1 0 0 0,0 1 1 0 0,0-1-1 0 0,0 0 1 0 0,0 0-1 0 0,0 0 1 0 0,0 0-1 0 0,0 0 0 0 0,-1-1 1 0 0,1 1-1 0 0,0-1 1 0 0,-1 1-1 0 0,1-1 1 0 0,-1 1-1 0 0,1-1 1 0 0,1-3-1 0 0,23-36 762 0 0,-23 34-761 0 0,5-9-111 0 0,-1 0 0 0 0,-1 0 0 0 0,0 0 0 0 0,-1-1 0 0 0,-1 1 0 0 0,-1-1 0 0 0,0 0 0 0 0,-1-1 0 0 0,-1 1 0 0 0,-1 0 0 0 0,0 0 0 0 0,-5-30 0 0 0,5 46-33 0 0,0 0 0 0 0,0 1 1 0 0,0-1-1 0 0,0 1 0 0 0,0-1 0 0 0,0 1 0 0 0,0-1 0 0 0,-1 0 0 0 0,1 1 1 0 0,0-1-1 0 0,0 1 0 0 0,0-1 0 0 0,-1 1 0 0 0,1-1 0 0 0,0 1 0 0 0,-1-1 1 0 0,1 1-1 0 0,0-1 0 0 0,-1 1 0 0 0,1-1 0 0 0,-1 1 0 0 0,1-1 0 0 0,0 1 0 0 0,-1 0 1 0 0,1-1-1 0 0,-2 1 0 0 0,-6 11-320 0 0,-2 25 606 0 0,7-24-183 0 0,2 1 0 0 0,0-1 0 0 0,1 0 0 0 0,0 0 0 0 0,0 0 0 0 0,5 21 0 0 0,-4-26-265 0 0,1 0 0 0 0,0 0 0 0 0,1 0-1 0 0,0 0 1 0 0,0 0 0 0 0,0 0 0 0 0,1-1 0 0 0,0 0 0 0 0,0 1 0 0 0,1-1 0 0 0,-1-1 0 0 0,7 7 0 0 0,1-3-788 0 0</inkml:trace>
</inkml:ink>
</file>

<file path=ppt/ink/ink2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2:22.0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44 100 2761 0 0,'-1'-8'-51'0'0,"-7"-41"910"0"0,7 46-546 0 0,0 0 1 0 0,0 0-1 0 0,0 0 0 0 0,0 0 1 0 0,-1 0-1 0 0,1 0 1 0 0,-1 0-1 0 0,1 0 0 0 0,-1 1 1 0 0,0-1-1 0 0,0 1 1 0 0,-3-4-1 0 0,4 6 112 0 0,1-1-340 0 0,-1 1 0 0 0,1 0 0 0 0,0 0 0 0 0,0 0 0 0 0,0 0 0 0 0,-1 0 0 0 0,1-1 0 0 0,0 1 0 0 0,0 0 0 0 0,-1 0-1 0 0,1 0 1 0 0,0 0 0 0 0,0 0 0 0 0,-1 0 0 0 0,1 0 0 0 0,0 0 0 0 0,0 0 0 0 0,-1 0 0 0 0,1 0 0 0 0,0 0 0 0 0,0 0 0 0 0,-1 0 0 0 0,1 0 0 0 0,0 0 0 0 0,0 0 0 0 0,-1 1 0 0 0,1-1 0 0 0,0 0 0 0 0,0 0 0 0 0,-1 0 0 0 0,1 0 0 0 0,0 0 0 0 0,-1 1 0 0 0,-2 11 1967 0 0,6 16 510 0 0,0-23-2236 0 0,-1 0-1 0 0,1-1 0 0 0,0 1 0 0 0,0-1 1 0 0,1 0-1 0 0,-1 0 0 0 0,1 0 1 0 0,0 0-1 0 0,0-1 0 0 0,1 0 0 0 0,-1 1 1 0 0,7 2-1 0 0,4 2 423 0 0,1-1 1 0 0,26 7-1 0 0,16 8 140 0 0,-56-21-865 0 0,0 0 0 0 0,0 0 0 0 0,-1 0 0 0 0,1 0 0 0 0,0 0 0 0 0,-1 0 0 0 0,1 1 0 0 0,-1-1 0 0 0,1 1 1 0 0,-1-1-1 0 0,0 1 0 0 0,0 0 0 0 0,0-1 0 0 0,0 1 0 0 0,0 0 0 0 0,0 0 0 0 0,0 0 0 0 0,0 0 0 0 0,-1 0 0 0 0,1 0 0 0 0,-1 0 0 0 0,1 0 0 0 0,-1 0 0 0 0,0 0 0 0 0,0 0 1 0 0,0 2-1 0 0,-1 5-386 0 0,0-1-1 0 0,0 1 1 0 0,-1 0 0 0 0,-5 14 0 0 0,7-23 305 0 0,-9 25-7709 0 0</inkml:trace>
</inkml:ink>
</file>

<file path=ppt/ink/ink2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2:49.6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 70 5985 0 0,'-4'1'486'0'0,"0"1"-1"0"0,0 0 1 0 0,0 1-1 0 0,0-1 1 0 0,0 0 0 0 0,1 1-1 0 0,-1 0 1 0 0,1 0-1 0 0,0 0 1 0 0,0 0-1 0 0,0 1 1 0 0,-3 5-1 0 0,6-9-420 0 0,-1 1-1 0 0,1-1 1 0 0,0 0 0 0 0,0 0-1 0 0,0 1 1 0 0,0-1-1 0 0,0 0 1 0 0,0 0-1 0 0,0 1 1 0 0,0-1 0 0 0,0 0-1 0 0,0 0 1 0 0,0 1-1 0 0,0-1 1 0 0,1 0-1 0 0,-1 0 1 0 0,0 1 0 0 0,0-1-1 0 0,0 0 1 0 0,0 0-1 0 0,0 1 1 0 0,0-1-1 0 0,1 0 1 0 0,-1 0 0 0 0,0 0-1 0 0,0 1 1 0 0,0-1-1 0 0,1 0 1 0 0,-1 0-1 0 0,0 0 1 0 0,0 0 0 0 0,0 1-1 0 0,1-1 1 0 0,-1 0-1 0 0,0 0 1 0 0,0 0-1 0 0,1 0 1 0 0,15 2 1167 0 0,13-5-51 0 0,4-5-540 0 0,0-1 1 0 0,-1-2 0 0 0,50-24-1 0 0,16-7-4184 0 0,-81 36-580 0 0,-2 1-1100 0 0</inkml:trace>
</inkml:ink>
</file>

<file path=ppt/ink/ink2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2:50.1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45 456 0 0,'0'-17'5172'0'0,"1"16"-5021"0"0,17-26 6435 0 0,-18 28-6446 0 0,1-1 1 0 0,-1 1 0 0 0,0-1 0 0 0,1 1 0 0 0,-1-1 0 0 0,0 1-1 0 0,1-1 1 0 0,-1 1 0 0 0,0 0 0 0 0,0-1 0 0 0,0 1 0 0 0,0 0 0 0 0,0-1-1 0 0,1 1 1 0 0,-1 0 0 0 0,0-1 0 0 0,0 1 0 0 0,0-1 0 0 0,-1 1 0 0 0,1 0-1 0 0,0-1 1 0 0,0 1 0 0 0,0 0 0 0 0,0-1 0 0 0,-1 1 0 0 0,1 0-1 0 0,-8 59 712 0 0,5-46-530 0 0,1 0 0 0 0,0 0 0 0 0,1 0 1 0 0,1 1-1 0 0,0-1 0 0 0,1 0 0 0 0,5 28 0 0 0,-6-41-328 0 0,1 1 0 0 0,0-1 0 0 0,-1 0-1 0 0,1 0 1 0 0,0 0 0 0 0,0 1 0 0 0,0-1 0 0 0,0 0-1 0 0,0 0 1 0 0,0 0 0 0 0,0 0 0 0 0,0 0 0 0 0,1-1-1 0 0,-1 1 1 0 0,0 0 0 0 0,1-1 0 0 0,-1 1 0 0 0,0 0-1 0 0,1-1 1 0 0,-1 1 0 0 0,0-1 0 0 0,1 0 0 0 0,-1 0 0 0 0,1 1-1 0 0,-1-1 1 0 0,1 0 0 0 0,-1 0 0 0 0,1 0 0 0 0,-1-1-1 0 0,0 1 1 0 0,1 0 0 0 0,2-1 0 0 0,7-1-66 0 0,0-1 0 0 0,0 0 0 0 0,12-5 0 0 0,-13 4 44 0 0,3-1 6 0 0,0 0 0 0 0,0 1 0 0 0,0 1 0 0 0,1 0-1 0 0,-1 1 1 0 0,1 1 0 0 0,-1 0 0 0 0,1 0 0 0 0,0 2 0 0 0,0 0 0 0 0,-1 0 0 0 0,1 1-1 0 0,-1 1 1 0 0,1 0 0 0 0,-1 1 0 0 0,15 6 0 0 0,-23-8 97 0 0,0 0 0 0 0,-1 0 0 0 0,1 0 0 0 0,-1 1 0 0 0,0 0 0 0 0,1 0 0 0 0,-1 0 0 0 0,-1 0 0 0 0,1 0 0 0 0,0 1 0 0 0,3 4 0 0 0,-6-5-27 0 0,0-1 0 0 0,1 1 1 0 0,-1-1-1 0 0,-1 1 0 0 0,1 0 0 0 0,0-1 1 0 0,-1 1-1 0 0,1 0 0 0 0,-1 0 1 0 0,0-1-1 0 0,0 1 0 0 0,0 0 0 0 0,0 0 1 0 0,0 0-1 0 0,0-1 0 0 0,-1 1 0 0 0,0 0 1 0 0,1 0-1 0 0,-1-1 0 0 0,0 1 0 0 0,-2 3 1 0 0,-6 13 186 0 0,-1-1 0 0 0,0-1 1 0 0,-1 1-1 0 0,-25 28 0 0 0,-62 58-143 0 0,92-98-73 0 0,-20 18-702 0 0,16-16-107 0 0</inkml:trace>
</inkml:ink>
</file>

<file path=ppt/ink/ink2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0:21.0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10594 0 0,'1'0'1105'0'0,"0"0"-1028"0"0,-1 0 62 0 0,1 0 0 0 0,0 0 0 0 0,-1 0 0 0 0,1 1 0 0 0,0-1 0 0 0,-1 0 0 0 0,1 0 0 0 0,0 1 0 0 0,-1-1 1 0 0,1 0-1 0 0,-1 1 0 0 0,1-1 0 0 0,0 1 0 0 0,-1-1 0 0 0,1 1 0 0 0,-1-1 0 0 0,1 1 0 0 0,-1-1 0 0 0,0 1 0 0 0,1 0 0 0 0,-1-1 0 0 0,1 1 0 0 0,-1-1 0 0 0,0 1 1 0 0,0 0-1 0 0,1-1 0 0 0,-1 2 0 0 0,5 22 609 0 0,-4-20-618 0 0,69 927 3486 0 0,-67-824-3291 0 0,12 273 727 0 0,-14-371-1135 0 0,0-3-60 0 0,-1-1 0 0 0,0 1 0 0 0,1-1 0 0 0,-2 1 0 0 0,1-1-1 0 0,-1 1 1 0 0,1-1 0 0 0,-2 1 0 0 0,-1 6 0 0 0,3-12 100 0 0,0 0 1 0 0,0 0-1 0 0,0 0 0 0 0,0 1 0 0 0,0-1 1 0 0,0 0-1 0 0,0 0 0 0 0,0 0 0 0 0,0 0 1 0 0,0 0-1 0 0,0 0 0 0 0,0 1 1 0 0,0-1-1 0 0,0 0 0 0 0,-1 0 0 0 0,1 0 1 0 0,0 1-257 0 0,0-1 256 0 0,-1 0 0 0 0,1 0 0 0 0,0 0 1 0 0,0 0-1 0 0,0 0 0 0 0,0 0 1 0 0,0 0-1 0 0,0 0 0 0 0,-1 0 0 0 0,1 0 1 0 0,0 0-1 0 0,0 0 0 0 0,0 0 0 0 0,0 0 1 0 0,0 0-1 0 0,0 0 0 0 0,-1 0 1 0 0,1 0-1 0 0,0 0 0 0 0,0 0 0 0 0,0 0 1 0 0,0 0-1 0 0,0 0 0 0 0,0 0 1 0 0,-1 0-1 0 0,1-1 0 0 0,0 1 0 0 0,0 0 1 0 0,0 0-257 0 0,-1-1 256 0 0,1 1 0 0 0,0 0 0 0 0,0 0 1 0 0,-3-10-2521 0 0,2 1 1172 0 0</inkml:trace>
</inkml:ink>
</file>

<file path=ppt/ink/ink2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0:21.5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54 327 3537 0 0,'-21'-8'205'0'0,"18"8"212"0"0,1-1 0 0 0,-1 0 0 0 0,0 0 0 0 0,0 0 0 0 0,0 0 0 0 0,1 0 0 0 0,-1-1 1 0 0,1 1-1 0 0,-1-1 0 0 0,-3-3 0 0 0,7 3-207 0 0,1 1 0 0 0,-1-1 0 0 0,1 0 0 0 0,-1 0 0 0 0,1 1 0 0 0,0-1 0 0 0,-1 1 0 0 0,1-1 0 0 0,0 1 0 0 0,0 0 0 0 0,0 0 0 0 0,0-1 0 0 0,4 0 0 0 0,-4 1-28 0 0,27-13 575 0 0,0 0 0 0 0,1 2 0 0 0,57-14 0 0 0,101-12 269 0 0,-120 26-797 0 0,808-91 286 0 0,-544 74-434 0 0,273-3 1141 0 0,-439 35-898 0 0,271 40 0 0 0,-353-23-1034 0 0,-62-13-379 0 0,-1-2-1 0 0,1 0 0 0 0,28 2 0 0 0,-47-7 938 0 0,0 0-1 0 0,1 0 1 0 0,-1 0-1 0 0,0 0 1 0 0,0-1 0 0 0,0 1-1 0 0,0-1 1 0 0,0 0-1 0 0,0 0 1 0 0,0-1 0 0 0,0 1-1 0 0,0 0 1 0 0,0-1-1 0 0,-1 0 1 0 0,1 1 0 0 0,0-1-1 0 0,-1 0 1 0 0,3-3-1 0 0,1-2-385 0 0,1-1 0 0 0,-2 0 0 0 0,1-1 0 0 0,5-11-1 0 0,-8 16 524 0 0,-1-2 15 0 0,-2 1 0 0 0</inkml:trace>
</inkml:ink>
</file>

<file path=ppt/ink/ink2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0:22.1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2804 2 5985 0 0,'0'-2'1523'0'0,"0"2"-1459"0"0,11 10 3670 0 0,-3 16-2907 0 0,-1 1 1 0 0,0 0-1 0 0,-3 1 0 0 0,0-1 0 0 0,0 43 0 0 0,0-11-263 0 0,8 78-169 0 0,34 320 615 0 0,37-7-413 0 0,-76-422-237 0 0,-2 0 0 0 0,-1 0 0 0 0,-1 1 1 0 0,-2-1-1 0 0,-1 1 0 0 0,-4 35 1 0 0,5-27 523 0 0,-44-43-926 0 0,-19 5 165 0 0,-109 11-1 0 0,78-2-153 0 0,-364 58-719 0 0,274-34 389 0 0,-88 6 688 0 0,-474 7 1 0 0,238-58-816 0 0,314 16 388 0 0,117 0 18 0 0,-115-10 0 0 0,172 2-1472 0 0</inkml:trace>
</inkml:ink>
</file>

<file path=ppt/ink/ink2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0:22.7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85 500 2761 0 0,'-22'9'320'0'0,"14"-4"320"0"0,-1-2 0 0 0,0 1 1 0 0,0-1-1 0 0,-17 0 1740 0 0,26-3-2344 0 0,0-1 0 0 0,0 1 0 0 0,-1 1 508 0 0,1-1-508 0 0,8-8 1055 0 0,13-7-146 0 0,67-41 1890 0 0,111-51 1 0 0,-85 55-1189 0 0,238-72 0 0 0,-53 55-1282 0 0,-122 30-841 0 0,65-12-4653 0 0,-218 45 3845 0 0</inkml:trace>
</inkml:ink>
</file>

<file path=ppt/ink/ink2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0:23.0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 19 6449 0 0,'0'-2'172'0'0,"-1"1"0"0"0,1 0 0 0 0,-1 0 0 0 0,1 0 0 0 0,-1 0 0 0 0,0 0 0 0 0,1 0 0 0 0,-1 1 0 0 0,0-1 0 0 0,0 0 0 0 0,0 0 0 0 0,1 0-1 0 0,-1 1 1 0 0,0-1 0 0 0,0 0 0 0 0,0 1 0 0 0,0-1 0 0 0,0 1 0 0 0,0-1 0 0 0,-1 1 0 0 0,-1-1 0 0 0,2 1-24 0 0,1 1-1 0 0,-1-1 1 0 0,0 0 0 0 0,0 1 0 0 0,1-1 0 0 0,-1 1-1 0 0,0-1 1 0 0,1 1 0 0 0,-1 0 0 0 0,0-1 0 0 0,1 1-1 0 0,-1 0 1 0 0,1-1 0 0 0,-1 1 0 0 0,1 0 0 0 0,0-1-1 0 0,-1 1 1 0 0,1 0 0 0 0,0 0 0 0 0,-1 0 0 0 0,1 1-1 0 0,-3 9 681 0 0,0 1-1 0 0,1 0 1 0 0,-1 11 0 0 0,3-17-862 0 0,-16 458 3826 0 0,17-459-3853 0 0,5 117 465 0 0,-4-108-924 0 0,0-1 0 0 0,1 0 0 0 0,0 0 0 0 0,1 0 0 0 0,1-1-1 0 0,0 1 1 0 0,6 11 0 0 0</inkml:trace>
</inkml:ink>
</file>

<file path=ppt/ink/ink2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0:23.4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75 5985 0 0,'0'-3'112'0'0,"-1"0"-1"0"0,1 0 1 0 0,-1-1-1 0 0,1 1 1 0 0,0 0 0 0 0,1 0-1 0 0,-1-1 1 0 0,1-2-1 0 0,0 4 227 0 0,0-1 1 0 0,0 1-1 0 0,0 0 0 0 0,0 0 1 0 0,0 0-1 0 0,1 0 0 0 0,-1 0 1 0 0,1 0-1 0 0,-1 0 0 0 0,1 0 1 0 0,0 0-1 0 0,0 1 0 0 0,0-1 0 0 0,0 1 1 0 0,0-1-1 0 0,0 1 0 0 0,0 0 1 0 0,0 0-1 0 0,0 0 0 0 0,1 0 1 0 0,-1 0-1 0 0,0 1 0 0 0,1-1 1 0 0,-1 1-1 0 0,1-1 0 0 0,3 1 0 0 0,6-2 67 0 0,1 1 0 0 0,-1 0-1 0 0,1 1 1 0 0,-1 1 0 0 0,1 0-1 0 0,-1 0 1 0 0,0 1 0 0 0,1 1 0 0 0,-1 0-1 0 0,0 1 1 0 0,-1 0 0 0 0,1 1-1 0 0,-1 0 1 0 0,13 8 0 0 0,-7-2-351 0 0,0 1 0 0 0,-1 0 1 0 0,-1 2-1 0 0,0 0 1 0 0,-1 0-1 0 0,0 1 0 0 0,21 32 1 0 0,-9-10-326 0 0,40 77 0 0 0,-59-98-897 0 0,0 0-1 0 0,4 22 0 0 0,-6-20-5625 0 0</inkml:trace>
</inkml:ink>
</file>

<file path=ppt/ink/ink2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0:23.8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31 329 1896 0 0,'0'-1'46'0'0,"-1"0"-1"0"0,1 0 1 0 0,-1 0 0 0 0,1 0-1 0 0,-1 0 1 0 0,0 0-1 0 0,1 0 1 0 0,-1 0-1 0 0,0 0 1 0 0,0 0-1 0 0,0 0 1 0 0,0 0-1 0 0,0 1 1 0 0,0-1-1 0 0,0 0 1 0 0,0 1-1 0 0,0-1 1 0 0,0 1-1 0 0,0-1 1 0 0,0 1-1 0 0,0-1 1 0 0,-1 1-1 0 0,0-1 1 0 0,-7-1 1073 0 0,46-17 4411 0 0,-32 16-5103 0 0,108-69 1859 0 0,-94 61-2642 0 0</inkml:trace>
  <inkml:trace contextRef="#ctx0" brushRef="#br0" timeOffset="1">526 0 6913 0 0,'8'2'482'0'0,"0"0"0"0"0,0 1 0 0 0,0 0-1 0 0,0 0 1 0 0,-1 0 0 0 0,1 1 0 0 0,-1 0-1 0 0,0 1 1 0 0,0-1 0 0 0,-1 2 0 0 0,1-1-1 0 0,-1 1 1 0 0,0-1 0 0 0,0 2 0 0 0,-1-1-1 0 0,0 1 1 0 0,0-1 0 0 0,-1 1 0 0 0,1 1-1 0 0,-1-1 1 0 0,3 10 0 0 0,7 20 504 0 0,18 69 1 0 0,-10-7-2408 0 0,-12-56-336 0 0,-7 0-2789 0 0,-3-42 4481 0 0,0 0 0 0 0,0 0 0 0 0,0-1 1 0 0,0 1-1 0 0,0 0 0 0 0,0 0 0 0 0,-1 0 0 0 0,1-1 0 0 0,0 1 0 0 0,-1 0 0 0 0,1 0 1 0 0,0-1-1 0 0,-1 1 0 0 0,1 0 0 0 0,-1 0 0 0 0,1-1 0 0 0,-1 1 0 0 0,0 0 1 0 0,0-1 66 0 0,0 0 1 0 0,1 1-1 0 0,-1-1 1 0 0,0 0-1 0 0,0-1 1 0 0,1 1-1 0 0,-1 0 1 0 0,0 0-1 0 0,1 0 1 0 0,-1 0-1 0 0,0 0 1 0 0,0-1-1 0 0,1 1 1 0 0,-1 0-1 0 0,0-1 1 0 0,1 1-1 0 0,-1-1 1 0 0,1 1 0 0 0,-1 0-1 0 0,0-1 1 0 0,1 1-1 0 0,-1-1 1 0 0,1 0-1 0 0,-1 1 1 0 0,0-2-1 0 0,-4-4-82 0 0</inkml:trace>
</inkml:ink>
</file>

<file path=ppt/ink/ink2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0:24.2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1 235 8754 0 0,'-1'-6'236'0'0,"1"0"1"0"0,0 1-1 0 0,0-1 1 0 0,1 0-1 0 0,0 1 1 0 0,0-1-1 0 0,0 1 1 0 0,0-1-1 0 0,1 1 0 0 0,0-1 1 0 0,0 1-1 0 0,1 0 1 0 0,-1 0-1 0 0,1 0 1 0 0,6-7-1 0 0,7-12 1539 0 0,36-36 0 0 0,-42 49-1469 0 0,-6 7-266 0 0,0-1-194 0 0,-1 1 1 0 0,1-1-1 0 0,1 1 0 0 0,-1 0 1 0 0,1 0-1 0 0,-1 1 0 0 0,1 0 1 0 0,0-1-1 0 0,7-2 1 0 0</inkml:trace>
  <inkml:trace contextRef="#ctx0" brushRef="#br0" timeOffset="1">52 445 2937 0 0,'-6'5'52'0'0,"4"-3"-25"0"0,0-1 0 0 0,1 0-1 0 0,-1 1 1 0 0,1-1 0 0 0,0 1 0 0 0,-1-1 0 0 0,1 1 0 0 0,0 0-1 0 0,0-1 1 0 0,0 1 0 0 0,1 6 3336 0 0,18-22-1811 0 0,45-52 895 0 0,32-31-2603 0 0,-70 74-756 0 0</inkml:trace>
</inkml:ink>
</file>

<file path=ppt/ink/ink2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0:24.6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21 229 6913 0 0,'21'48'7418'0'0,"35"110"-2268"0"0,-20 6-5240 0 0,-32-116-1567 0 0,-3-16-3117 0 0,-1-5-816 0 0</inkml:trace>
  <inkml:trace contextRef="#ctx0" brushRef="#br0" timeOffset="1">23 323 920 0 0,'-3'-2'147'0'0,"1"-1"0"0"0,0 1 0 0 0,0 0 1 0 0,1-1-1 0 0,-1 0 0 0 0,1 1 0 0 0,-1-1 0 0 0,1 0 0 0 0,0 1 0 0 0,0-1 0 0 0,0 0 0 0 0,0 0 0 0 0,0 0 0 0 0,1 0 0 0 0,-1 0 1 0 0,1-4-1 0 0,0 0 533 0 0,1-1 1 0 0,0 0 0 0 0,0 1 0 0 0,1-1 0 0 0,3-10 0 0 0,0 5 45 0 0,0 1 1 0 0,1-1-1 0 0,0 1 1 0 0,1 0-1 0 0,1 1 1 0 0,0 0 0 0 0,16-19-1 0 0,-8 14 75 0 0,1 0 0 0 0,1 0 0 0 0,34-22 0 0 0,-49 36-813 0 0,1-1 1 0 0,-1 1-1 0 0,1 1 0 0 0,0-1 0 0 0,0 1 0 0 0,-1-1 0 0 0,1 1 1 0 0,0 0-1 0 0,7-1 0 0 0,8 6-4616 0 0</inkml:trace>
</inkml:ink>
</file>

<file path=ppt/ink/ink2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0:24.9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1 200 920 0 0,'67'-50'7095'0'0,"-17"3"-5758"0"0,46-40-2036 0 0,-77 72-2457 0 0</inkml:trace>
  <inkml:trace contextRef="#ctx0" brushRef="#br0" timeOffset="1">142 373 5065 0 0,'-1'1'95'0'0,"1"1"1"0"0,0 0-1 0 0,0-1 1 0 0,0 1-1 0 0,0 0 0 0 0,0 0 1 0 0,0-1-1 0 0,0 1 0 0 0,0 0 1 0 0,1 0-1 0 0,-1-1 0 0 0,1 1 1 0 0,-1 0-1 0 0,1-1 0 0 0,0 1 1 0 0,-1-1-1 0 0,1 1 1 0 0,0-1-1 0 0,0 1 0 0 0,0-1 1 0 0,0 1-1 0 0,3 1 0 0 0,-2-2 112 0 0,1 1 0 0 0,-1-2 1 0 0,0 1-1 0 0,1 0 0 0 0,0 0 0 0 0,-1-1 0 0 0,1 1 0 0 0,-1-1 0 0 0,1 0 0 0 0,-1 0 0 0 0,1 0 0 0 0,0 0 0 0 0,-1 0 0 0 0,1-1 1 0 0,3 0-1 0 0,5-2 208 0 0,0 0-1 0 0,0 0 1 0 0,-1-1 0 0 0,1 0 0 0 0,-1-1 0 0 0,18-11 0 0 0,54-46-1378 0 0,-56 41-748 0 0,37-23-1 0 0,-42 32 1613 0 0,-4 0 86 0 0</inkml:trace>
</inkml:ink>
</file>

<file path=ppt/ink/ink2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6:05.4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131 278 5529 0 0,'-1'-43'1395'0'0,"1"0"0"0"0,3 0 0 0 0,8-47 0 0 0,-8 71-716 0 0,3-21 1965 0 0,-7 85 438 0 0,-66 403-714 0 0,15-123-2392 0 0,24 2-1471 0 0,25-275-4215 0 0,2-30 243 0 0</inkml:trace>
</inkml:ink>
</file>

<file path=ppt/ink/ink2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6:05.8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0 281 2761 0 0,'3'-48'0'0'0,"8"-66"1891"0"0,-9 97-705 0 0,1 1-1 0 0,1-1 0 0 0,1 1 0 0 0,10-25 0 0 0,-15 40-1067 0 0,1 1 0 0 0,-1-1 0 0 0,0 0 0 0 0,1 1-1 0 0,-1-1 1 0 0,0 0 0 0 0,1 1 0 0 0,-1-1 0 0 0,1 1-1 0 0,-1-1 1 0 0,1 1 0 0 0,-1-1 0 0 0,1 1 0 0 0,0-1 0 0 0,-1 1-1 0 0,1-1 1 0 0,0 1 0 0 0,-1 0 0 0 0,1-1 0 0 0,0 1-1 0 0,-1 0 1 0 0,1 0 0 0 0,0-1 0 0 0,-1 1 0 0 0,1 0-1 0 0,0 0 1 0 0,0 0 0 0 0,-1 0 0 0 0,1 0 0 0 0,1 0 0 0 0,0 1 59 0 0,1 0 0 0 0,-1-1 1 0 0,0 1-1 0 0,0 0 0 0 0,0 1 1 0 0,1-1-1 0 0,-1 0 0 0 0,0 0 1 0 0,3 4-1 0 0,5 4 222 0 0,0 2-1 0 0,12 16 1 0 0,-19-24-210 0 0,24 34 297 0 0,-1 1-1 0 0,-2 1 1 0 0,23 49-1 0 0,43 129 163 0 0,-55-129-501 0 0,31 52 257 0 0,-22-52-2071 0 0,-19-28-3345 0 0,-17-38-949 0 0</inkml:trace>
</inkml:ink>
</file>

<file path=ppt/ink/ink2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6:06.1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65 9218 0 0,'-1'-3'783'0'0,"7"0"-245"0"0,21-8 22 0 0,34-9 36 0 0,28-5-4361 0 0,-71 23 3733 0 0</inkml:trace>
</inkml:ink>
</file>

<file path=ppt/ink/ink2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6:06.5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50 2761 0 0,'13'6'1237'0'0,"0"1"1"0"0,0 1-1 0 0,-1 0 1 0 0,0 1-1 0 0,0 0 1 0 0,13 14-1 0 0,-20-17-958 0 0,1 0 0 0 0,-2 0 0 0 0,1 1 0 0 0,-1 0 0 0 0,0 0 0 0 0,0 0 0 0 0,-1 1 0 0 0,0-1 0 0 0,-1 1 0 0 0,1 0 0 0 0,-1 0 0 0 0,1 15 0 0 0,6 40-340 0 0,-7-62-755 0 0,1-9 422 0 0,2-10-22 0 0,2-43-95 0 0,7-37 526 0 0,-12 88 119 0 0,1 0 1 0 0,0 1-1 0 0,0 0 0 0 0,1-1 1 0 0,0 1-1 0 0,1 0 0 0 0,9-13 1 0 0,-14 21-22 0 0,1-1 0 0 0,0 1 0 0 0,0 0 0 0 0,0-1 0 0 0,0 1 0 0 0,1 0 0 0 0,-1 0 0 0 0,0 0 0 0 0,0 0 0 0 0,1 0 0 0 0,-1 0 0 0 0,0 0 0 0 0,1 0 1 0 0,-1 1-1 0 0,1-1 0 0 0,0 1 0 0 0,-1-1 0 0 0,3 0 0 0 0,-3 1-36 0 0,0 0 1 0 0,0 1-1 0 0,1-1 0 0 0,-1 0 1 0 0,0 1-1 0 0,0-1 0 0 0,0 1 1 0 0,0-1-1 0 0,0 1 0 0 0,0-1 1 0 0,0 1-1 0 0,0 0 0 0 0,-1-1 1 0 0,1 1-1 0 0,0 0 0 0 0,0 0 1 0 0,0-1-1 0 0,-1 1 0 0 0,1 0 1 0 0,0 2-1 0 0,4 6 168 0 0,0 0 0 0 0,-1 1 0 0 0,0 0 0 0 0,4 17-1 0 0,-3-10-533 0 0,18 49-1203 0 0,-14-41 242 0 0</inkml:trace>
</inkml:ink>
</file>

<file path=ppt/ink/ink2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6:06.8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146 206 4145 0 0,'2'-18'1171'0'0,"-1"0"0"0"0,0 0 0 0 0,-3-27 0 0 0,2 37-591 0 0,-1 0 0 0 0,-1 1-1 0 0,1-1 1 0 0,-1 0 0 0 0,-1 1 0 0 0,1-1 0 0 0,-1 1 0 0 0,0 0 0 0 0,-1 0-1 0 0,-6-10 1 0 0,9 16-470 0 0,0 0-1 0 0,1 0 0 0 0,-1 0 0 0 0,0 0 1 0 0,0 0-1 0 0,0 0 0 0 0,0 0 0 0 0,0 0 1 0 0,0 1-1 0 0,0-1 0 0 0,0 0 0 0 0,0 1 1 0 0,0-1-1 0 0,0 1 0 0 0,0-1 0 0 0,0 1 1 0 0,-1-1-1 0 0,1 1 0 0 0,0 0 0 0 0,0-1 1 0 0,-1 1-1 0 0,1 0 0 0 0,0 0 0 0 0,0 0 1 0 0,-2 0-1 0 0,1 1-6 0 0,0 0 1 0 0,0 0-1 0 0,1 0 0 0 0,-1 0 1 0 0,0 0-1 0 0,1 0 0 0 0,-1 0 1 0 0,1 0-1 0 0,-1 1 0 0 0,1-1 1 0 0,-1 1-1 0 0,1-1 0 0 0,0 1 1 0 0,-2 2-1 0 0,-3 8 154 0 0,-1 0-1 0 0,2 0 1 0 0,-8 22 0 0 0,12-29-203 0 0,-6 17 17 0 0,0 0 0 0 0,2 0 0 0 0,1 0 0 0 0,-2 25 0 0 0,5-39-132 0 0,1-1 1 0 0,0 1-1 0 0,0-1 0 0 0,0 1 1 0 0,1-1-1 0 0,0 0 0 0 0,1 1 1 0 0,-1-1-1 0 0,2 0 0 0 0,-1 0 1 0 0,1 0-1 0 0,0 0 1 0 0,0 0-1 0 0,1-1 0 0 0,0 1 1 0 0,6 7-1 0 0,-9-13-36 0 0,0 1 0 0 0,0-1 0 0 0,0 0 0 0 0,0 1 0 0 0,1-1 0 0 0,-1 0 0 0 0,0 0 0 0 0,1 0 0 0 0,-1 0 1 0 0,1 0-1 0 0,0 0 0 0 0,-1-1 0 0 0,1 1 0 0 0,-1 0 0 0 0,1-1 0 0 0,0 1 0 0 0,0-1 0 0 0,-1 0 0 0 0,1 0 0 0 0,0 1 0 0 0,0-1 0 0 0,-1 0 0 0 0,1-1 0 0 0,0 1 0 0 0,0 0 0 0 0,-1 0 1 0 0,1-1-1 0 0,0 1 0 0 0,0-1 0 0 0,-1 1 0 0 0,1-1 0 0 0,-1 0 0 0 0,1 0 0 0 0,0 0 0 0 0,-1 0 0 0 0,0 0 0 0 0,1 0 0 0 0,-1 0 0 0 0,0 0 0 0 0,1 0 0 0 0,-1-1 0 0 0,0 1 0 0 0,0 0 0 0 0,0-1 1 0 0,0 1-1 0 0,1-3 0 0 0,4-5-112 0 0,-1 0 1 0 0,0 0-1 0 0,0-1 1 0 0,-1 0-1 0 0,0 0 1 0 0,3-13-1 0 0,5-43 692 0 0,4-19 1071 0 0,-14 78-1326 0 0,0 1-1 0 0,0-1 1 0 0,1 1-1 0 0,0-1 0 0 0,0 1 1 0 0,1 0-1 0 0,-1 0 1 0 0,1 1-1 0 0,8-9 1 0 0,-12 13-200 0 0,1 0 0 0 0,-1 1 0 0 0,1-1 0 0 0,0 0 0 0 0,0 1 0 0 0,-1-1 0 0 0,1 0 0 0 0,0 1 0 0 0,0-1 1 0 0,0 1-1 0 0,0-1 0 0 0,0 1 0 0 0,0 0 0 0 0,0-1 0 0 0,0 1 0 0 0,0 0 0 0 0,0 0 0 0 0,0 0 0 0 0,0-1 1 0 0,0 1-1 0 0,0 0 0 0 0,0 0 0 0 0,0 1 0 0 0,0-1 0 0 0,0 0 0 0 0,0 0 0 0 0,0 0 0 0 0,0 1 0 0 0,0-1 1 0 0,-1 0-1 0 0,1 1 0 0 0,0-1 0 0 0,0 1 0 0 0,0-1 0 0 0,0 1 0 0 0,0-1 0 0 0,-1 1 0 0 0,1 0 0 0 0,0-1 1 0 0,0 1-1 0 0,-1 0 0 0 0,1 0 0 0 0,0 1 0 0 0,4 5-19 0 0,0 0 0 0 0,0 1 0 0 0,-1 0 0 0 0,4 11 0 0 0,4 5-468 0 0,-8-18 58 0 0,0-1-1 0 0,1 1 1 0 0,0-1-1 0 0,0 0 1 0 0,0 0-1 0 0,0 0 1 0 0,1-1-1 0 0,0 0 1 0 0,0 0-1 0 0,0 0 1 0 0,1-1-1 0 0,7 3 1 0 0,9 1-4827 0 0</inkml:trace>
</inkml:ink>
</file>

<file path=ppt/ink/ink2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6:07.2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71 247 1840 0 0,'-13'-72'542'0'0,"9"43"2137"0"0,-2 0 1 0 0,0 1 0 0 0,-21-55-1 0 0,27 83-2598 0 0,0 0 0 0 0,0 0-1 0 0,0-1 1 0 0,0 1 0 0 0,0 0-1 0 0,0 0 1 0 0,0 0 0 0 0,0-1-1 0 0,0 1 1 0 0,0 0 0 0 0,-1 0-1 0 0,1-1 1 0 0,0 1 0 0 0,-1-2 726 0 0,1 2-727 0 0,-1 0 1 0 0,1 0 0 0 0,0 0-1 0 0,0 0 1 0 0,0 0 0 0 0,-1-1-1 0 0,1 1 1 0 0,0 0 0 0 0,0 0-1 0 0,-1 0 1 0 0,1 0 0 0 0,0 0-1 0 0,0 0 1 0 0,-1 0 0 0 0,1 0-1 0 0,0 0 1 0 0,0 0 0 0 0,0 0-1 0 0,-1 0 1 0 0,1 0 0 0 0,0 0 0 0 0,-1 0-1 0 0,-3 14 1583 0 0,1 20-299 0 0,7-2-1074 0 0,1 0 1 0 0,2-1-1 0 0,1 0 0 0 0,1 0 1 0 0,21 46-1 0 0,83 143-34 0 0,-82-165-216 0 0,26 41-1774 0 0,-39-68-5518 0 0</inkml:trace>
</inkml:ink>
</file>

<file path=ppt/ink/ink2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6:07.6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 28 7834 0 0,'-1'1'62'0'0,"-1"-1"0"0"0,1 1 1 0 0,0-1-1 0 0,0 1 0 0 0,-1-1 0 0 0,1 1 1 0 0,0 0-1 0 0,0 0 0 0 0,0 0 1 0 0,0 0-1 0 0,0-1 0 0 0,0 1 1 0 0,0 1-1 0 0,0-1 0 0 0,1 0 1 0 0,-1 0-1 0 0,0 0 0 0 0,1 0 0 0 0,-1 0 1 0 0,0 2-1 0 0,-1 1 94 0 0,1 0 0 0 0,0 1-1 0 0,0-1 1 0 0,1 0 0 0 0,-1 1 0 0 0,1 5 0 0 0,0 4 359 0 0,1 1 1 0 0,6 27 0 0 0,-4-26-261 0 0,2-1 0 0 0,0 1-1 0 0,1-1 1 0 0,0 0 0 0 0,1 0 0 0 0,12 18 0 0 0,-16-27-172 0 0,1-1 0 0 0,0 0 0 0 0,0 0 0 0 0,0 0 0 0 0,1 0 0 0 0,-1-1 0 0 0,1 0 0 0 0,0 1 0 0 0,0-2 0 0 0,1 1 0 0 0,-1-1 0 0 0,1 0 1 0 0,0 0-1 0 0,0 0 0 0 0,0-1 0 0 0,0 0 0 0 0,0 0 0 0 0,11 2 0 0 0,-15-4-62 0 0,1 0-1 0 0,-1 0 1 0 0,1 0 0 0 0,-1 0 0 0 0,1 0-1 0 0,-1 0 1 0 0,1 0 0 0 0,-1-1-1 0 0,0 1 1 0 0,1-1 0 0 0,-1 0 0 0 0,0 0-1 0 0,1 0 1 0 0,-1 0 0 0 0,0 0 0 0 0,0 0-1 0 0,0-1 1 0 0,0 1 0 0 0,0-1 0 0 0,0 1-1 0 0,1-3 1 0 0,0 1 62 0 0,-1-1 0 0 0,0 1-1 0 0,0 0 1 0 0,-1-1 0 0 0,1 0 0 0 0,-1 1-1 0 0,0-1 1 0 0,0 0 0 0 0,0 0-1 0 0,0 0 1 0 0,0-7 0 0 0,-1-5 250 0 0,0 0 0 0 0,-1 1-1 0 0,-1-1 1 0 0,0 1 0 0 0,-7-22 0 0 0,5 20-66 0 0,-2-4-7 0 0,0 0 0 0 0,-14-31 0 0 0,19 49-319 0 0,-1-1 0 0 0,0 0 0 0 0,0 1-1 0 0,0-1 1 0 0,0 1 0 0 0,0 0-1 0 0,-1 0 1 0 0,1 0 0 0 0,-1 0 0 0 0,0 0-1 0 0,0 0 1 0 0,0 1 0 0 0,0 0 0 0 0,0-1-1 0 0,-1 1 1 0 0,1 0 0 0 0,-1 1-1 0 0,1-1 1 0 0,-1 0 0 0 0,-7-1 0 0 0,8 3-224 0 0,1 0 1 0 0,-1 0 0 0 0,1 1-1 0 0,-1-1 1 0 0,1 1 0 0 0,0-1 0 0 0,-1 1-1 0 0,1 0 1 0 0,0 0 0 0 0,0 0-1 0 0,-1 0 1 0 0,1 0 0 0 0,0 1-1 0 0,0-1 1 0 0,0 0 0 0 0,0 1 0 0 0,-3 3-1 0 0,4-4 155 0 0,1 0-1 0 0,-1-1 0 0 0,0 1 1 0 0,1 0-1 0 0,-1 0 0 0 0,1 0 1 0 0,-1-1-1 0 0,1 1 0 0 0,-1 0 1 0 0,1 0-1 0 0,-1 0 1 0 0,1 0-1 0 0,0 0 0 0 0,0 0 1 0 0,-1 0-1 0 0,1 0 0 0 0,0 0 1 0 0,0 0-1 0 0,0 0 0 0 0,0 0 1 0 0,0 0-1 0 0,0 0 0 0 0,0 0 1 0 0,1 0-1 0 0,-1 0 0 0 0,0 0 1 0 0,0 0-1 0 0,1 0 1 0 0,-1 0-1 0 0,1 0 0 0 0,-1-1 1 0 0,1 1-1 0 0,-1 0 0 0 0,1 0 1 0 0,0 0-1 0 0,-1-1 0 0 0,1 1 1 0 0,0 0-1 0 0,-1 0 0 0 0,1-1 1 0 0,0 1-1 0 0,0-1 1 0 0,0 1-1 0 0,1 0 0 0 0,9 5 83 0 0</inkml:trace>
</inkml:ink>
</file>

<file path=ppt/ink/ink2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6:08.0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152 31 3049 0 0,'7'-21'-299'0'0,"-7"21"389"0"0,0-1-1 0 0,0 1 1 0 0,0 0-1 0 0,0-1 1 0 0,0 1-1 0 0,-1-1 1 0 0,1 1-1 0 0,0 0 1 0 0,0-1-1 0 0,0 1 1 0 0,0-1 0 0 0,-1 1-1 0 0,1 0 1 0 0,0-1-1 0 0,0 1 1 0 0,-1 0-1 0 0,1-1 1 0 0,0 1-1 0 0,-1 0 1 0 0,1-1-1 0 0,0 1 1 0 0,-1 0-1 0 0,1 0 1 0 0,0 0-1 0 0,-1-1 1 0 0,1 1-1 0 0,-1 0 1 0 0,-1 0 213 0 0,1 0 0 0 0,-1 0 0 0 0,0 0-1 0 0,0 0 1 0 0,0 0 0 0 0,1 0 0 0 0,-1 1 0 0 0,0-1 0 0 0,0 1 0 0 0,1-1 0 0 0,-1 1 0 0 0,0 0 0 0 0,1 0 0 0 0,-1-1 0 0 0,1 1 0 0 0,-1 0 0 0 0,1 0 0 0 0,0 1 0 0 0,-2 0 0 0 0,-8 8 455 0 0,1 0 1 0 0,0 1 0 0 0,0 0-1 0 0,-12 20 1 0 0,14-19-629 0 0,1-1-1 0 0,1 2 1 0 0,0-1-1 0 0,0 0 1 0 0,1 1 0 0 0,1 0-1 0 0,0 0 1 0 0,-4 27-1 0 0,8-38-129 0 0,0 1-1 0 0,0-1 0 0 0,0 1 0 0 0,0-1 0 0 0,0 0 0 0 0,1 1 0 0 0,-1-1 0 0 0,1 1 0 0 0,-1-1 0 0 0,1 1 0 0 0,0-1 0 0 0,0 0 0 0 0,0 1 1 0 0,0-1-1 0 0,0 0 0 0 0,1 0 0 0 0,-1 0 0 0 0,1 0 0 0 0,-1 0 0 0 0,1 0 0 0 0,0-1 0 0 0,0 1 0 0 0,0 0 0 0 0,0-1 0 0 0,0 1 0 0 0,3 1 1 0 0,-3-2-52 0 0,1-1 1 0 0,-1 1 0 0 0,0-1-1 0 0,0 1 1 0 0,0-1 0 0 0,1 0-1 0 0,-1 1 1 0 0,0-1 0 0 0,1-1-1 0 0,-1 1 1 0 0,0 0 0 0 0,0 0-1 0 0,1-1 1 0 0,-1 1 0 0 0,0-1-1 0 0,0 0 1 0 0,0 0 0 0 0,0 0-1 0 0,0 0 1 0 0,0 0 0 0 0,0 0-1 0 0,0 0 1 0 0,0-1-1 0 0,0 1 1 0 0,0-1 0 0 0,-1 1-1 0 0,1-1 1 0 0,2-3 0 0 0,4-7-256 0 0,0-1 1 0 0,-1 0-1 0 0,0 0 1 0 0,-1 0-1 0 0,0-1 1 0 0,4-18-1 0 0,-6 18 627 0 0,0 1-1 0 0,1 0 1 0 0,1 0-1 0 0,0 1 1 0 0,1-1 0 0 0,0 1-1 0 0,9-11 1 0 0,-15 22-242 0 0,0-1 1 0 0,0 1 0 0 0,0 0 0 0 0,0 0 0 0 0,0 0 0 0 0,0 0 0 0 0,0 0 0 0 0,0 0 0 0 0,1 0 0 0 0,-1 1-1 0 0,0-1 1 0 0,1 0 0 0 0,-1 1 0 0 0,0-1 0 0 0,1 1 0 0 0,-1-1 0 0 0,1 1 0 0 0,-1 0 0 0 0,1-1 0 0 0,1 1-1 0 0,-2 0-9 0 0,0 1-1 0 0,1-1 0 0 0,-1 1 1 0 0,0-1-1 0 0,0 1 0 0 0,0-1 1 0 0,0 1-1 0 0,0 0 0 0 0,0-1 1 0 0,0 1-1 0 0,0 0 0 0 0,0 0 1 0 0,0 0-1 0 0,0 0 0 0 0,0 0 1 0 0,-1 0-1 0 0,1 0 0 0 0,1 2 1 0 0,2 6 232 0 0,0 1 0 0 0,0-1 0 0 0,-1 1 0 0 0,3 16 0 0 0,-5-21-230 0 0,9 39 192 0 0,-3 1 0 0 0,-1 0 0 0 0,-3 1-1 0 0,-1-1 1 0 0,-9 85 0 0 0,2-94-1118 0 0,-1 0 0 0 0,-2-1 0 0 0,-2 0 0 0 0,-21 53 0 0 0,21-66-500 0 0</inkml:trace>
</inkml:ink>
</file>

<file path=ppt/ink/ink2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6:08.3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50 6449 0 0,'0'0'46'0'0,"0"0"0"0"0,-1 0-1 0 0,1 0 1 0 0,0 0-1 0 0,0 0 1 0 0,-1 0-1 0 0,1 0 1 0 0,0 0-1 0 0,0 0 1 0 0,0 0 0 0 0,-1 0-1 0 0,1 0 1 0 0,0 0-1 0 0,0 0 1 0 0,0 0-1 0 0,-1 0 1 0 0,1 1 0 0 0,0-1-1 0 0,0 0 1 0 0,0 0-1 0 0,0 0 1 0 0,-1 0-1 0 0,1 0 1 0 0,0 0 0 0 0,0 1-1 0 0,0-1 1 0 0,0 0-1 0 0,-1 0 1 0 0,1 0-1 0 0,0 0 1 0 0,0 1 0 0 0,0-1-1 0 0,0 0 1 0 0,0 0-1 0 0,0 0 1 0 0,0 1-1 0 0,0-1 1 0 0,0 0-1 0 0,0 1 1 0 0,0 14 1304 0 0,8 24 388 0 0,-5-28-1198 0 0,49 364 5654 0 0,-23-120-6384 0 0,-12-173-1934 0 0,-1-28-3298 0 0,-9-33 929 0 0</inkml:trace>
  <inkml:trace contextRef="#ctx0" brushRef="#br0" timeOffset="1">16 234 4609 0 0,'1'-10'299'0'0,"0"1"-1"0"0,1-1 1 0 0,0 0-1 0 0,1 1 1 0 0,0-1 0 0 0,0 1-1 0 0,1 0 1 0 0,5-10 0 0 0,3-3 626 0 0,0 1 1 0 0,17-20 0 0 0,-25 35-722 0 0,1 1-1 0 0,0 0 0 0 0,0 0 1 0 0,0 0-1 0 0,1 0 0 0 0,0 1 1 0 0,12-8-1 0 0,-16 11-258 0 0,-1 0 0 0 0,1 0 0 0 0,0 1 0 0 0,0-1-1 0 0,0 0 1 0 0,0 1 0 0 0,0-1 0 0 0,0 1 0 0 0,0-1 0 0 0,0 1 0 0 0,0 0 0 0 0,0 0-1 0 0,0 0 1 0 0,0 0 0 0 0,0 0 0 0 0,0 1 0 0 0,0-1 0 0 0,0 0 0 0 0,-1 1 0 0 0,1 0 0 0 0,0-1-1 0 0,0 1 1 0 0,0 0 0 0 0,0 0 0 0 0,-1 0 0 0 0,1 0 0 0 0,0 0 0 0 0,-1 0 0 0 0,1 1-1 0 0,-1-1 1 0 0,1 1 0 0 0,1 1 0 0 0,4 7 39 0 0</inkml:trace>
</inkml:ink>
</file>

<file path=ppt/ink/ink2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6:08.7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82 5529 0 0,'1'1'488'0'0,"1"0"-392"0"0,-1-1-96 0 0,2 0 0 0 0,-2-1 320 0 0,3 0 48 0 0,2-1 9 0 0,5 0-1 0 0,3-2 40 0 0,4-4 0 0 0,3-2 8 0 0,0-4 0 0 0,1 0-288 0 0,0 0-56 0 0,2 1-16 0 0</inkml:trace>
</inkml:ink>
</file>

<file path=ppt/ink/ink2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6:09.1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40 1840 0 0,'16'19'1437'0'0,"-1"1"-1"0"0,-1 0 1 0 0,-1 1-1 0 0,0 0 0 0 0,15 39 1 0 0,14 21 401 0 0,-38-73-1623 0 0,4 7 263 0 0,1-1 0 0 0,0-1 0 0 0,19 23 0 0 0,-32-42-34 0 0,1-1 0 0 0,0 0 0 0 0,0 1 0 0 0,-4-13 0 0 0,2 6 101 0 0,0-3-309 0 0,1 0 0 0 0,0 1 0 0 0,1-1 1 0 0,0-1-1 0 0,1 1 0 0 0,1 0 0 0 0,2-25 0 0 0,0 20-2409 0 0,2-1 1 0 0,8-36-1 0 0,-3 34-3241 0 0</inkml:trace>
  <inkml:trace contextRef="#ctx0" brushRef="#br0" timeOffset="1">508 1 2561 0 0,'-1'6'312'0'0,"0"1"1"0"0,-1-1 0 0 0,0 1 0 0 0,0-1 0 0 0,0 0-1 0 0,-4 7 1 0 0,-5 16 952 0 0,9-22-1008 0 0,-6 17 618 0 0,1 1 1 0 0,2 0-1 0 0,-4 39 0 0 0,9-57-705 0 0,0 0 0 0 0,0 0 0 0 0,0 1 0 0 0,1-1 1 0 0,1 0-1 0 0,-1 0 0 0 0,4 10 0 0 0,-3-13-101 0 0,0 0 0 0 0,-1-1 0 0 0,1 1 1 0 0,0-1-1 0 0,1 0 0 0 0,-1 1 0 0 0,1-1 0 0 0,-1 0 0 0 0,1-1 0 0 0,0 1 0 0 0,0 0 0 0 0,0-1 0 0 0,1 1 1 0 0,5 2-1 0 0,-8-4-19 0 0,1 0 0 0 0,-1 0 0 0 0,1-1 0 0 0,0 1 0 0 0,-1-1 1 0 0,1 1-1 0 0,0-1 0 0 0,-1 1 0 0 0,1-1 0 0 0,0 0 0 0 0,0 0 0 0 0,0 0 1 0 0,-1 0-1 0 0,1 0 0 0 0,0 0 0 0 0,0 0 0 0 0,-1-1 0 0 0,1 1 1 0 0,0 0-1 0 0,0-1 0 0 0,2-1 0 0 0,-1 0 39 0 0,-1 1 0 0 0,0-1 1 0 0,1 0-1 0 0,-1 0 0 0 0,0-1 0 0 0,0 1 0 0 0,0 0 1 0 0,0-1-1 0 0,-1 1 0 0 0,1-1 0 0 0,2-4 0 0 0,0-3 25 0 0,-1 1-1 0 0,0-1 0 0 0,0 0 1 0 0,-1 0-1 0 0,0 0 1 0 0,1-16-1 0 0,-3 10-93 0 0,0 1-1 0 0,-1-1 1 0 0,-1 1-1 0 0,-5-20 1 0 0,6 28-131 0 0,-1 0-1 0 0,0 0 1 0 0,-1 1 0 0 0,0-1-1 0 0,0 1 1 0 0,0-1 0 0 0,-1 1 0 0 0,0 0-1 0 0,0 0 1 0 0,0 1 0 0 0,-9-9-1 0 0,1 6-825 0 0</inkml:trace>
</inkml:ink>
</file>

<file path=ppt/ink/ink2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6:09.4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72 5985 0 0,'2'0'162'0'0,"1"1"-1"0"0,-1 0 1 0 0,1-1 0 0 0,-1 1-1 0 0,0 0 1 0 0,1 0-1 0 0,-1 0 1 0 0,0 1-1 0 0,0-1 1 0 0,1 1-1 0 0,-1-1 1 0 0,0 1 0 0 0,-1-1-1 0 0,1 1 1 0 0,0 0-1 0 0,0 0 1 0 0,-1 0-1 0 0,1 0 1 0 0,-1 0-1 0 0,1 0 1 0 0,1 5 0 0 0,2 3 318 0 0,0 1 0 0 0,-1-1 1 0 0,5 18-1 0 0,18 118 582 0 0,-28-153-917 0 0,1 0 0 0 0,0 0 0 0 0,0 0 0 0 0,0 0 0 0 0,1-1 0 0 0,0 1 0 0 0,3-10 0 0 0,19-56 798 0 0,-13 45-886 0 0,-3 4 29 0 0,16-41 14 0 0,-21 60-16 0 0,1-1 0 0 0,-1 1 0 0 0,1 0 0 0 0,0 1-1 0 0,0-1 1 0 0,1 0 0 0 0,0 1 0 0 0,0 0 0 0 0,6-6-1 0 0,-10 10-58 0 0,1 0 0 0 0,0-1 0 0 0,-1 1 0 0 0,1 0 0 0 0,0 0-1 0 0,-1-1 1 0 0,1 1 0 0 0,0 0 0 0 0,0 0 0 0 0,-1 0 0 0 0,1 0 0 0 0,0 0-1 0 0,0 0 1 0 0,-1 0 0 0 0,1 0 0 0 0,0 0 0 0 0,0 0 0 0 0,-1 0 0 0 0,1 1-1 0 0,0-1 1 0 0,-1 0 0 0 0,1 0 0 0 0,0 1 0 0 0,-1-1 0 0 0,1 0 0 0 0,0 1-1 0 0,-1-1 1 0 0,1 1 0 0 0,-1-1 0 0 0,1 1 0 0 0,-1-1 0 0 0,1 1 0 0 0,-1-1-1 0 0,1 1 1 0 0,-1 0 0 0 0,0-1 0 0 0,1 1 0 0 0,-1 0 0 0 0,0-1 0 0 0,1 1-1 0 0,-1 1 1 0 0,16 35 746 0 0,-13-27-492 0 0,8 18 115 0 0,-7-17-473 0 0,0 1 0 0 0,1 0 0 0 0,1-1 0 0 0,0 0 0 0 0,0 0 1 0 0,1-1-1 0 0,15 19 0 0 0,-11-19-1089 0 0</inkml:trace>
</inkml:ink>
</file>

<file path=ppt/ink/ink2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6:09.8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64 3681 0 0,'1'-18'-1622'0'0,"0"-27"12125"0"0,-2 70-7003 0 0,2 3-2837 0 0,0-1-1 0 0,2 1 0 0 0,0-1 1 0 0,2 1-1 0 0,17 49 0 0 0,60 129-3725 0 0,-64-166 502 0 0,-5-9-3633 0 0</inkml:trace>
  <inkml:trace contextRef="#ctx0" brushRef="#br0" timeOffset="1">52 427 10594 0 0,'-1'-1'66'0'0,"0"0"0"0"0,0 1 0 0 0,-1-1 0 0 0,1 0 0 0 0,0 0 0 0 0,0 0 0 0 0,0-1 0 0 0,0 1-1 0 0,0 0 1 0 0,0 0 0 0 0,0-1 0 0 0,1 1 0 0 0,-1 0 0 0 0,0-1 0 0 0,1 1 0 0 0,-1 0 0 0 0,1-1 0 0 0,-1 1 0 0 0,1-1-1 0 0,0 1 1 0 0,-1-4 0 0 0,2 2-31 0 0,-1 1 0 0 0,1-1 0 0 0,0 0 0 0 0,0 0 0 0 0,0 1-1 0 0,0-1 1 0 0,0 1 0 0 0,1-1 0 0 0,-1 1 0 0 0,1 0 0 0 0,3-4 0 0 0,33-33 419 0 0,-15 22-2374 0 0,1 1 0 0 0,39-19 0 0 0,-56 31 1734 0 0,16-8 48 0 0</inkml:trace>
</inkml:ink>
</file>

<file path=ppt/ink/ink2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6:10.3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66 1 8754 0 0,'1'0'49'0'0,"0"0"1"0"0,-1 0 0 0 0,1 1-1 0 0,-1-1 1 0 0,1 0 0 0 0,-1 0-1 0 0,1 1 1 0 0,-1-1-1 0 0,0 0 1 0 0,1 1 0 0 0,-1-1-1 0 0,1 0 1 0 0,-1 1-1 0 0,1-1 1 0 0,-1 1 0 0 0,0-1-1 0 0,0 0 1 0 0,1 1-1 0 0,-1-1 1 0 0,0 1 0 0 0,1-1-1 0 0,-1 1 1 0 0,0-1-1 0 0,0 1 1 0 0,0 0 0 0 0,0-1-1 0 0,0 1 1 0 0,0-1 0 0 0,1 1-1 0 0,-1-1 1 0 0,0 1-1 0 0,0-1 1 0 0,-1 1 0 0 0,1 0-1 0 0,0-1 1 0 0,0 1-1 0 0,-4 28 1237 0 0,2-21-1070 0 0,-29 138 2317 0 0,-4 32-2262 0 0,33-156-295 0 0,1-1 0 0 0,0 0 0 0 0,2 1-1 0 0,0-1 1 0 0,1 0 0 0 0,8 32 0 0 0,-9-49 25 0 0,0 0 0 0 0,0 0 1 0 0,1 0-1 0 0,-1 0 0 0 0,1 0 0 0 0,0-1 1 0 0,0 1-1 0 0,0 0 0 0 0,1-1 0 0 0,-1 1 1 0 0,1-1-1 0 0,0 0 0 0 0,0 0 0 0 0,3 3 0 0 0,-3-5 1 0 0,-1 1-1 0 0,0-1 1 0 0,1 0-1 0 0,-1-1 0 0 0,0 1 1 0 0,1 0-1 0 0,-1-1 1 0 0,1 1-1 0 0,-1-1 0 0 0,1 0 1 0 0,-1 0-1 0 0,1 0 1 0 0,-1 0-1 0 0,1 0 0 0 0,-1-1 1 0 0,1 1-1 0 0,-1-1 0 0 0,1 1 1 0 0,-1-1-1 0 0,0 0 1 0 0,1 0-1 0 0,-1 0 0 0 0,0 0 1 0 0,3-2-1 0 0,30-12-47 0 0,-28 12-233 0 0,1 0 0 0 0,-1 0-1 0 0,1-1 1 0 0,-1 0 0 0 0,10-7-1 0 0</inkml:trace>
</inkml:ink>
</file>

<file path=ppt/ink/ink2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6:10.7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1 167 7834 0 0,'3'-5'143'0'0,"-1"1"1"0"0,2 0-1 0 0,-1-1 1 0 0,1 1-1 0 0,-1 1 0 0 0,1-1 1 0 0,0 0-1 0 0,0 1 1 0 0,8-5-1 0 0,47-24 843 0 0,-36 20-691 0 0,95-43 1273 0 0,-106 50-1851 0 0,1 1 0 0 0,-1 0 0 0 0,1 1-1 0 0,0 0 1 0 0,0 1 0 0 0,0 0 0 0 0,25 1-1 0 0,-35 2 73 0 0,0-1-1 0 0,0 0 1 0 0,0 1-1 0 0,0 0 0 0 0,0 0 1 0 0,0 0-1 0 0,0 0 1 0 0,0 0-1 0 0,0 1 0 0 0,0-1 1 0 0,3 3-1 0 0,2 4 182 0 0</inkml:trace>
</inkml:ink>
</file>

<file path=ppt/ink/ink2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6:11.1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1 163 920 0 0,'10'-6'80'0'0,"-3"2"-80"0"0,2-1 0 0 0,3-3 0 0 0,-3 4 768 0 0,-7 2 145 0 0,8-3 23 0 0,6-4 8 0 0,11-7-560 0 0,6-3-104 0 0,4-2-24 0 0,-2 3-8 0 0,-2 0-176 0 0,-4 3-72 0 0,-2 2 64 0 0</inkml:trace>
</inkml:ink>
</file>

<file path=ppt/ink/ink2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6:11.5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75 3225 0 0,'1'0'146'0'0,"0"0"1"0"0,0 1 0 0 0,0-1 0 0 0,0 1-1 0 0,0 0 1 0 0,0-1 0 0 0,0 1 0 0 0,0 0 0 0 0,0 0-1 0 0,-1-1 1 0 0,1 1 0 0 0,0 0 0 0 0,0 0-1 0 0,-1 0 1 0 0,1 0 0 0 0,-1 0 0 0 0,1 0-1 0 0,-1 0 1 0 0,1 2 0 0 0,10 23 1821 0 0,-10-23-1757 0 0,33 123 3775 0 0,-24-85-3364 0 0,24 66-1 0 0,-34-106-617 0 0,0-1 1 0 0,0 1-1 0 0,1 0 0 0 0,-1 0 0 0 0,0 0 0 0 0,1-1 0 0 0,-1 1 0 0 0,0 0 0 0 0,1-1 1 0 0,-1 1-1 0 0,1 0 0 0 0,-1-1 0 0 0,1 1 0 0 0,-1 0 0 0 0,1-1 0 0 0,0 1 1 0 0,-1-1-1 0 0,1 1 0 0 0,0-1 0 0 0,1 1 0 0 0,-2-1 0 0 0,1 0-1 0 0,-1-1 1 0 0,0 1-1 0 0,1 0 1 0 0,-1 0 0 0 0,1-1-1 0 0,-1 1 1 0 0,1 0-1 0 0,-1-1 1 0 0,0 1 0 0 0,1-1-1 0 0,-1 1 1 0 0,0 0-1 0 0,1-1 1 0 0,-1 1 0 0 0,0-1-1 0 0,0 1 1 0 0,1-1-1 0 0,-1 1 1 0 0,0-1-1 0 0,0 1 1 0 0,0-1 0 0 0,1 0-1 0 0,8-46 308 0 0,-7 34-71 0 0,10-40 399 0 0,20-51-1 0 0,-26 86-444 0 0,1 1-1 0 0,1 1 1 0 0,1-1-1 0 0,0 1 1 0 0,1 0-1 0 0,21-25 1 0 0,-27 37-125 0 0,-1 1 0 0 0,1-1 0 0 0,0 0 0 0 0,1 1 0 0 0,-1 0 0 0 0,0 0 0 0 0,1 1 0 0 0,0-1 0 0 0,-1 1 0 0 0,1 0 0 0 0,0 0 0 0 0,0 0 0 0 0,8-1 0 0 0,-10 3-26 0 0,-1 0-1 0 0,0 0 1 0 0,1 0-1 0 0,-1 0 1 0 0,0 0-1 0 0,1 1 1 0 0,-1-1-1 0 0,0 1 1 0 0,1-1-1 0 0,-1 1 1 0 0,0 0-1 0 0,0 0 1 0 0,0 0-1 0 0,0 0 1 0 0,0 0-1 0 0,0 1 0 0 0,0-1 1 0 0,0 1-1 0 0,0-1 1 0 0,-1 1-1 0 0,1-1 1 0 0,0 1-1 0 0,-1 0 1 0 0,0 0-1 0 0,1 0 1 0 0,-1 0-1 0 0,0 0 1 0 0,0 0-1 0 0,0 0 1 0 0,0 0-1 0 0,0 1 1 0 0,0 1-1 0 0,11 39 166 0 0,-2 0 0 0 0,6 63 0 0 0,-7-45-2073 0 0,-6-41-2600 0 0,-1-1-1383 0 0</inkml:trace>
</inkml:ink>
</file>

<file path=ppt/ink/ink2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6:11.9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123 570 4145 0 0,'14'-24'390'0'0,"-5"9"1489"0"0,0 0 0 0 0,-2-1 0 0 0,11-29 0 0 0,-17 44-1816 0 0,-1 1 0 0 0,0 0 0 0 0,0-1 1 0 0,0 1-1 0 0,0-1 0 0 0,0 1 0 0 0,1 0 0 0 0,-1-1 1 0 0,0 1-1 0 0,0-1 0 0 0,0 1 0 0 0,0 0 1 0 0,0-1-1 0 0,0 1 0 0 0,0-1 0 0 0,-1 1 1 0 0,1 0-1 0 0,0-1 0 0 0,0 1 0 0 0,0 0 0 0 0,0-1 1 0 0,0 1-1 0 0,-1-1 0 0 0,1 1 0 0 0,0 0 1 0 0,0-1-1 0 0,0 1 0 0 0,-1 0 0 0 0,1 0 1 0 0,0-1-1 0 0,-1 1 0 0 0,1 0 0 0 0,0 0 0 0 0,0-1 1 0 0,-1 1-1 0 0,1 0 0 0 0,-1 0 0 0 0,-18 1 830 0 0,-17 14-348 0 0,22-8-464 0 0,1 1 0 0 0,0 0 0 0 0,1 0-1 0 0,0 2 1 0 0,-15 13 0 0 0,24-20-76 0 0,0 1 0 0 0,0-1-1 0 0,1 1 1 0 0,-1-1 0 0 0,1 1 0 0 0,0 0 0 0 0,0 0 0 0 0,0 0-1 0 0,1 0 1 0 0,-1 0 0 0 0,1 0 0 0 0,0 0 0 0 0,0 1-1 0 0,1-1 1 0 0,-1 0 0 0 0,1 1 0 0 0,0-1 0 0 0,0 0-1 0 0,0 1 1 0 0,1-1 0 0 0,-1 0 0 0 0,1 0 0 0 0,2 7 0 0 0,1-1-10 0 0,-1 0 0 0 0,1 0 0 0 0,1-1 0 0 0,0 1 0 0 0,0-1 0 0 0,1 0 0 0 0,9 12 0 0 0,-13-20-7 0 0,-1 1 0 0 0,0 0 0 0 0,1-1-1 0 0,0 1 1 0 0,-1-1 0 0 0,1 1 0 0 0,0-1 0 0 0,0 0 0 0 0,-1 0-1 0 0,1 0 1 0 0,0 0 0 0 0,0 0 0 0 0,0 0 0 0 0,0 0 0 0 0,1-1-1 0 0,-1 1 1 0 0,0-1 0 0 0,0 1 0 0 0,0-1 0 0 0,0 0 0 0 0,1 0-1 0 0,-1 0 1 0 0,0 0 0 0 0,0 0 0 0 0,0-1 0 0 0,0 1-1 0 0,1-1 1 0 0,-1 1 0 0 0,0-1 0 0 0,0 0 0 0 0,0 0 0 0 0,0 0-1 0 0,0 0 1 0 0,0 0 0 0 0,-1 0 0 0 0,1 0 0 0 0,0-1 0 0 0,0 1-1 0 0,-1-1 1 0 0,1 1 0 0 0,-1-1 0 0 0,2-2 0 0 0,2-2-8 0 0,0 0 1 0 0,0 0-1 0 0,-1-1 1 0 0,0 0-1 0 0,-1 0 1 0 0,1 0-1 0 0,-1 0 1 0 0,-1 0-1 0 0,1-1 1 0 0,-1 1-1 0 0,-1-1 1 0 0,1 1-1 0 0,-1-1 1 0 0,0-9-1 0 0,-1-13 270 0 0,-1 1 0 0 0,-8-45 0 0 0,0-12 558 0 0,10-31-79 0 0,2 82-536 0 0,-3 1 1 0 0,0-1-1 0 0,-2 0 0 0 0,-12-56 0 0 0,14 89-126 0 0,0 0 0 0 0,-1 1 0 0 0,0-1 0 0 0,1 0-1 0 0,-1 0 1 0 0,0 1 0 0 0,0-1 0 0 0,0 0 0 0 0,0 1-1 0 0,0-1 1 0 0,0 1 0 0 0,0-1 0 0 0,-1 1-1 0 0,1 0 1 0 0,0 0 0 0 0,-1-1 0 0 0,-2-1 0 0 0,3 3-29 0 0,1 0 0 0 0,0 0 0 0 0,-1 0 0 0 0,1 0 0 0 0,-1 0 0 0 0,1 0 0 0 0,0 0 0 0 0,-1 0 0 0 0,1 0 0 0 0,-1 0 0 0 0,1 0 1 0 0,0 0-1 0 0,-1 0 0 0 0,1 0 0 0 0,-1 0 0 0 0,1 0 0 0 0,0 0 0 0 0,-1 1 0 0 0,1-1 0 0 0,0 0 0 0 0,-1 0 0 0 0,1 0 0 0 0,0 1 0 0 0,-1-1 0 0 0,1 0 1 0 0,0 0-1 0 0,-1 1 0 0 0,1-1 0 0 0,-6 21 529 0 0,6 1-527 0 0,1 0 1 0 0,1-1-1 0 0,0 1 0 0 0,2-1 0 0 0,7 25 0 0 0,38 102 128 0 0,-46-141-167 0 0,24 58-273 0 0,4-2 1 0 0,49 77-1 0 0,-58-103-655 0 0,5 10-6405 0 0</inkml:trace>
</inkml:ink>
</file>

<file path=ppt/ink/ink2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6:12.9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0 181 12443 0 0,'0'-3'123'0'0,"0"0"0"0"0,0 1 0 0 0,0-1 1 0 0,1 0-1 0 0,-1 0 0 0 0,1 0 0 0 0,-1 0 0 0 0,1 1 1 0 0,0-1-1 0 0,0 0 0 0 0,0 1 0 0 0,0-1 0 0 0,1 1 1 0 0,-1-1-1 0 0,1 1 0 0 0,3-4 0 0 0,31-40 367 0 0,-29 38-448 0 0,1 0-1 0 0,0 0 1 0 0,1 1-1 0 0,0 0 1 0 0,0 0-1 0 0,0 1 1 0 0,1 1-1 0 0,0-1 1 0 0,0 2-1 0 0,0-1 1 0 0,21-5-1 0 0,-26 9-45 0 0,1 0 1 0 0,0 0-1 0 0,-1 0 1 0 0,1 1-1 0 0,0 0 1 0 0,0 0-1 0 0,0 1 0 0 0,-1-1 1 0 0,1 1-1 0 0,0 0 1 0 0,-1 1-1 0 0,1-1 0 0 0,-1 1 1 0 0,1 0-1 0 0,-1 1 1 0 0,0-1-1 0 0,0 1 0 0 0,0 0 1 0 0,0 1-1 0 0,-1-1 1 0 0,1 1-1 0 0,-1 0 0 0 0,0 0 1 0 0,6 7-1 0 0,8 12 229 0 0,-1 2 0 0 0,-1 0 0 0 0,-1 2 0 0 0,-2-1-1 0 0,0 1 1 0 0,10 36 0 0 0,0 13 375 0 0,15 88 0 0 0,63 677 50 0 0,-41-249-345 0 0,34 253-241 0 0,-87-761-64 0 0,17 146 0 0 0,-17-184 0 0 0,3-1 0 0 0,27 84 0 0 0,-31-114-203 0 0,1 0 0 0 0,10 18-1 0 0,-16-30 157 0 0,0-1-1 0 0,1 0 0 0 0,-1 1 1 0 0,1-1-1 0 0,0 0 0 0 0,-1 0 1 0 0,1 0-1 0 0,0 0 0 0 0,0 0 1 0 0,0 0-1 0 0,0 0 1 0 0,1-1-1 0 0,-1 1 0 0 0,0-1 1 0 0,1 0-1 0 0,-1 0 0 0 0,1 1 1 0 0,-1-2-1 0 0,1 1 0 0 0,0 0 1 0 0,-1 0-1 0 0,4 0 0 0 0,9-8-2048 0 0,-9 0 1017 0 0</inkml:trace>
</inkml:ink>
</file>

<file path=ppt/ink/ink2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6:13.4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109 279 3225 0 0,'-43'-31'1550'0'0,"37"26"-1000"0"0,0 0 1 0 0,0 1-1 0 0,-1-1 0 0 0,1 1 1 0 0,-1 1-1 0 0,0-1 1 0 0,-13 3 4584 0 0,20 1-5058 0 0,9 20 1810 0 0,15 18-510 0 0,-9-15-928 0 0,2 0 0 0 0,1-1 0 0 0,1-1 1 0 0,40 35-1 0 0,-52-51-427 0 0,0 0 1 0 0,0 0 0 0 0,1-1-1 0 0,-1 0 1 0 0,1 0 0 0 0,0-1-1 0 0,1 0 1 0 0,-1 0 0 0 0,0-1-1 0 0,1 0 1 0 0,-1-1 0 0 0,1 1-1 0 0,0-2 1 0 0,-1 1 0 0 0,1-1-1 0 0,0-1 1 0 0,-1 1 0 0 0,1-2-1 0 0,-1 1 1 0 0,10-4 0 0 0,-8 2 52 0 0,0-1 1 0 0,-1 0-1 0 0,0-1 1 0 0,0 0-1 0 0,0 0 1 0 0,0-1 0 0 0,-1 0-1 0 0,0 0 1 0 0,0-1-1 0 0,-1 0 1 0 0,0-1-1 0 0,0 0 1 0 0,-1 0 0 0 0,0 0-1 0 0,6-10 1 0 0,7-17 406 0 0,0-1 1 0 0,20-57 0 0 0,-25 56-401 0 0,39-109-1749 0 0</inkml:trace>
</inkml:ink>
</file>

<file path=ppt/ink/ink2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8:53.1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3 12443 0 0,'-12'-3'2814'0'0,"12"4"-2731"0"0,0-1 1 0 0,0 1 0 0 0,0 0-1 0 0,0-1 1 0 0,0 1 0 0 0,0 0-1 0 0,0-1 1 0 0,0 1 0 0 0,0 0-1 0 0,0-1 1 0 0,0 1-1 0 0,0 0 1 0 0,1-1 0 0 0,-1 1-1 0 0,0-1 1 0 0,0 1 0 0 0,1 0-1 0 0,-1-1 1 0 0,0 1 0 0 0,1-1-1 0 0,-1 1 1 0 0,0-1 0 0 0,1 1-1 0 0,-1-1 1 0 0,1 1 0 0 0,74 136 1889 0 0,87 221 1 0 0,-118-254-1820 0 0,-17-28-125 0 0,-21-55-422 0 0,1-1 1 0 0,1 1-1 0 0,0-2 0 0 0,15 25 1 0 0,-35-65-7833 0 0,-4-8 5002 0 0,-54-89 3628 0 0,39 80-471 0 0</inkml:trace>
</inkml:ink>
</file>

<file path=ppt/ink/ink2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8:53.31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38 326 920 0 0,'-7'-16'364'0'0,"1"0"1"0"0,0 0-1 0 0,1-1 0 0 0,1 1 0 0 0,1-1 0 0 0,0 0 1 0 0,1-1-1 0 0,1 1 0 0 0,2-34 0 0 0,-1 45-134 0 0,1 0-1 0 0,0 0 0 0 0,0 0 0 0 0,1 0 0 0 0,-1 1 1 0 0,1-1-1 0 0,1 0 0 0 0,-1 1 0 0 0,1 0 1 0 0,0-1-1 0 0,0 1 0 0 0,0 0 0 0 0,1 1 1 0 0,0-1-1 0 0,0 0 0 0 0,0 1 0 0 0,0 0 1 0 0,1 0-1 0 0,7-5 0 0 0,-7 7 19 0 0,-1-1 0 0 0,1 1 0 0 0,0 0 0 0 0,0 0 0 0 0,0 1 0 0 0,0-1 0 0 0,0 1 0 0 0,0 0 0 0 0,0 1-1 0 0,0-1 1 0 0,0 1 0 0 0,1 0 0 0 0,-1 0 0 0 0,0 1 0 0 0,0-1 0 0 0,0 1 0 0 0,0 0 0 0 0,0 1 0 0 0,0-1 0 0 0,0 1 0 0 0,0 0 0 0 0,9 5 0 0 0,-7-2-28 0 0,0-1 0 0 0,1 1 0 0 0,-2 0 0 0 0,1 1 0 0 0,-1 0-1 0 0,1 0 1 0 0,-2 0 0 0 0,1 1 0 0 0,-1 0 0 0 0,0 0 0 0 0,8 15 0 0 0,-7-9-38 0 0,-1-1 0 0 0,-1 1 0 0 0,0 0 0 0 0,-1 0 0 0 0,0 0-1 0 0,-1 0 1 0 0,1 16 0 0 0,-3 1-57 0 0,0 0-1 0 0,-2 0 1 0 0,-2 0-1 0 0,-1 0 1 0 0,-1-1 0 0 0,-12 36-1 0 0,2-27-2388 0 0</inkml:trace>
</inkml:ink>
</file>

<file path=ppt/ink/ink2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8:53.6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0 256 6913 0 0,'1'0'47'0'0,"-1"0"-1"0"0,1 0 0 0 0,0 0 0 0 0,-1 1 0 0 0,1-1 0 0 0,0 0 0 0 0,-1 0 0 0 0,1 0 0 0 0,-1 0 0 0 0,1 0 0 0 0,0 1 0 0 0,-1-1 0 0 0,1 0 0 0 0,-1 1 1 0 0,1-1-1 0 0,-1 0 0 0 0,1 1 0 0 0,-1-1 0 0 0,1 1 0 0 0,-1-1 0 0 0,1 0 0 0 0,-1 1 0 0 0,1-1 0 0 0,-1 1 0 0 0,0-1 0 0 0,1 1 0 0 0,-1 0 0 0 0,0-1 1 0 0,0 1-1 0 0,1-1 0 0 0,-1 1 0 0 0,0 0 0 0 0,0 0 0 0 0,10 26 715 0 0,-9-24-632 0 0,11 38 1685 0 0,-6-19-745 0 0,1 0 1 0 0,0-1 0 0 0,19 37-1 0 0,-23-53-917 0 0,0 0 0 0 0,0-1 0 0 0,0 1 0 0 0,0-1 1 0 0,1 0-1 0 0,-1 0 0 0 0,1 0 0 0 0,0-1 0 0 0,1 1 0 0 0,-1-1 0 0 0,0 0 0 0 0,1 0 0 0 0,0-1 0 0 0,0 1 0 0 0,0-1 1 0 0,0 0-1 0 0,0 0 0 0 0,0-1 0 0 0,0 1 0 0 0,0-1 0 0 0,7 1 0 0 0,0-1 21 0 0,-1-1 1 0 0,0 0-1 0 0,1 0 0 0 0,-1-1 1 0 0,1 0-1 0 0,-1-1 0 0 0,0-1 1 0 0,15-4-1 0 0,-20 4-153 0 0,-1 1 0 0 0,1-1 0 0 0,-1 0 0 0 0,1-1 0 0 0,-1 0 0 0 0,0 1 0 0 0,-1-1 0 0 0,1-1 0 0 0,-1 1 0 0 0,0-1-1 0 0,0 0 1 0 0,0 0 0 0 0,0 0 0 0 0,-1 0 0 0 0,0-1 0 0 0,0 1 0 0 0,2-7 0 0 0,4-11 19 0 0,-2 0 1 0 0,0 0-1 0 0,-2-1 0 0 0,0 0 0 0 0,-2 0 1 0 0,1-32-1 0 0,-3 39-16 0 0,-1-1 1 0 0,-1 1-1 0 0,-1 0 1 0 0,-1 0-1 0 0,0 1 1 0 0,-1-1-1 0 0,-1 1 1 0 0,0-1-1 0 0,-14-27 1 0 0,17 41-32 0 0,1 0 1 0 0,-1 0-1 0 0,0 1 1 0 0,0-1-1 0 0,0 0 1 0 0,0 1-1 0 0,0 0 1 0 0,0-1-1 0 0,-1 1 1 0 0,1 0 0 0 0,-1 0-1 0 0,0 0 1 0 0,1 1-1 0 0,-1-1 1 0 0,0 0-1 0 0,0 1 1 0 0,0 0-1 0 0,-5-1 1 0 0,6 1-2 0 0,0 1 1 0 0,0 1 0 0 0,0-1-1 0 0,0 0 1 0 0,-1 0-1 0 0,1 1 1 0 0,0-1 0 0 0,0 1-1 0 0,0 0 1 0 0,0 0-1 0 0,0 0 1 0 0,0 0 0 0 0,0 0-1 0 0,0 0 1 0 0,1 0-1 0 0,-1 0 1 0 0,0 1 0 0 0,1-1-1 0 0,-1 1 1 0 0,1-1-1 0 0,-1 1 1 0 0,1 0 0 0 0,0-1-1 0 0,-1 1 1 0 0,1 0-1 0 0,0 0 1 0 0,0 0 0 0 0,0 3-1 0 0,-4 5-414 0 0,1 0 1 0 0,1 0-1 0 0,0 0 0 0 0,0 1 0 0 0,1-1 1 0 0,1 1-1 0 0,-1-1 0 0 0,2 1 0 0 0,0 14 1 0 0,2-2-5712 0 0</inkml:trace>
</inkml:ink>
</file>

<file path=ppt/ink/ink2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8:54.2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0 251 8754 0 0,'0'0'793'0'0,"7"12"950"0"0,22 55 2712 0 0,-19-42-3681 0 0,1 1 0 0 0,1-2 0 0 0,15 25 0 0 0,-23-43-731 0 0,0-1-1 0 0,0 1 0 0 0,1-1 0 0 0,0 0 1 0 0,-1 0-1 0 0,2 0 0 0 0,-1-1 0 0 0,0 0 0 0 0,1 0 1 0 0,0 0-1 0 0,0-1 0 0 0,0 0 0 0 0,0 0 1 0 0,1 0-1 0 0,-1-1 0 0 0,1 0 0 0 0,6 2 1 0 0,-11-4-43 0 0,0 0 0 0 0,0 1 0 0 0,0-1 0 0 0,0 0 1 0 0,0 0-1 0 0,0 0 0 0 0,0 0 0 0 0,0 0 0 0 0,0-1 1 0 0,0 1-1 0 0,0-1 0 0 0,0 1 0 0 0,0-1 0 0 0,0 0 1 0 0,0 1-1 0 0,0-1 0 0 0,-1 0 0 0 0,1 0 0 0 0,0-1 1 0 0,2-1-1 0 0,-2 0 1 0 0,0 1 0 0 0,0-1 0 0 0,0 0 0 0 0,-1 1 0 0 0,1-1 0 0 0,-1 0 0 0 0,0 0 0 0 0,0 0 0 0 0,0 0 0 0 0,0 0 0 0 0,0 0 0 0 0,0-4 0 0 0,0-10-13 0 0,-1 1 1 0 0,0-1-1 0 0,-1 0 0 0 0,-4-17 0 0 0,4 23-16 0 0,-9-54-128 0 0,3 31-422 0 0,-2-63 1 0 0,10 97 569 0 0,-1-1-1 0 0,0 0 0 0 0,0 1 1 0 0,0-1-1 0 0,1 1 0 0 0,-1-1 1 0 0,0 1-1 0 0,1-1 1 0 0,-1 1-1 0 0,1 0 0 0 0,-1-1 1 0 0,0 1-1 0 0,1-1 0 0 0,-1 1 1 0 0,1 0-1 0 0,-1-1 1 0 0,1 1-1 0 0,-1 0 0 0 0,1 0 1 0 0,0-1-1 0 0,-1 1 0 0 0,1 0 1 0 0,-1 0-1 0 0,1 0 1 0 0,-1 0-1 0 0,1 0 0 0 0,0 0 1 0 0,-1-1-1 0 0,1 2 0 0 0,-1-1 1 0 0,1 0-1 0 0,0 0 1 0 0,-1 0-1 0 0,1 0 0 0 0,0 0 1 0 0,29 4 176 0 0,-23-2-32 0 0,18 2 414 0 0,-14-1-294 0 0,-1-1 0 0 0,1-1 1 0 0,-1 0-1 0 0,1 0 0 0 0,-1-1 1 0 0,13-2-1 0 0,-21 2-211 0 0,0 0-1 0 0,0-1 1 0 0,0 0 0 0 0,0 1 0 0 0,0-1 0 0 0,0 0 0 0 0,-1 0 0 0 0,1 0-1 0 0,0 0 1 0 0,0 0 0 0 0,-1 0 0 0 0,1-1 0 0 0,-1 1 0 0 0,1 0-1 0 0,1-4 1 0 0,-1 3-19 0 0,-1-1 0 0 0,0 1-1 0 0,0-1 1 0 0,0 1-1 0 0,0-1 1 0 0,0 0 0 0 0,-1 0-1 0 0,1 1 1 0 0,-1-1 0 0 0,0 0-1 0 0,1 0 1 0 0,-1 0-1 0 0,-1 0 1 0 0,1-3 0 0 0,-2-4-83 0 0,0-1 0 0 0,0 2 1 0 0,-7-18-1 0 0,-6-9-6004 0 0,6 17-550 0 0</inkml:trace>
</inkml:ink>
</file>

<file path=ppt/ink/ink2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8:54.7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101 776 2761 0 0,'5'-9'3436'0'0,"-3"-10"-1963"0"0,-1 2-697 0 0,-2 1 1 0 0,0-1 0 0 0,-1 0 0 0 0,0 0-1 0 0,-10-31 1 0 0,8 37-651 0 0,0 0 1 0 0,0 1-1 0 0,-1-1 0 0 0,0 1 1 0 0,-1 0-1 0 0,0 1 0 0 0,0-1 1 0 0,-1 1-1 0 0,-16-15 1 0 0,23 24-70 0 0,-1-1 0 0 0,1 0 0 0 0,-1 0 0 0 0,0 1 0 0 0,1-1 0 0 0,-1 1 0 0 0,0-1 0 0 0,1 0 1 0 0,-1 1-1 0 0,0-1 0 0 0,0 1 0 0 0,0 0 0 0 0,1-1 0 0 0,-1 1 0 0 0,0 0 0 0 0,0-1 1 0 0,0 1-1 0 0,0 0 0 0 0,0 0 0 0 0,0 0 0 0 0,-1 0 0 0 0,2 0-9 0 0,0 1 0 0 0,-1-1 0 0 0,1 1 1 0 0,0 0-1 0 0,0-1 0 0 0,-1 1 0 0 0,1 0 0 0 0,0-1 0 0 0,0 1 0 0 0,0 0 0 0 0,0-1 1 0 0,0 1-1 0 0,0 0 0 0 0,0-1 0 0 0,0 1 0 0 0,0 0 0 0 0,0 0 0 0 0,1-1 0 0 0,-1 1 1 0 0,0 1-1 0 0,17 44 737 0 0,-16-43-846 0 0,4 9 84 0 0,1-1-1 0 0,0 1 1 0 0,1-1 0 0 0,0 0 0 0 0,0 0-1 0 0,1-1 1 0 0,1 0 0 0 0,0 0-1 0 0,15 12 1 0 0,-18-18-27 0 0,0 1-1 0 0,1-1 1 0 0,-1 0-1 0 0,1 0 1 0 0,0-1-1 0 0,0 0 1 0 0,0 0-1 0 0,0 0 1 0 0,1-1-1 0 0,-1-1 1 0 0,1 1-1 0 0,-1-1 1 0 0,1 0-1 0 0,0-1 1 0 0,-1 0 0 0 0,1 0-1 0 0,12-2 1 0 0,-17 1-9 0 0,1 1 0 0 0,-1-1 0 0 0,1 0 0 0 0,-1-1 0 0 0,1 1 0 0 0,-1-1 0 0 0,0 1 0 0 0,0-1 0 0 0,0 0 0 0 0,0 0 0 0 0,0-1 0 0 0,0 1 0 0 0,0 0 0 0 0,-1-1 0 0 0,1 0 0 0 0,-1 1 0 0 0,0-1 0 0 0,0 0 0 0 0,0 0 0 0 0,0-1 0 0 0,-1 1 0 0 0,1 0 0 0 0,-1-1 0 0 0,1 1 0 0 0,-1 0 0 0 0,0-1 0 0 0,0-4 0 0 0,2-10-7 0 0,-1 0 0 0 0,-1 0 0 0 0,-1-1-1 0 0,-2-22 1 0 0,1 12 90 0 0,-3-32 175 0 0,2 38 113 0 0,0 0 0 0 0,2 0 0 0 0,1 0 0 0 0,6-43 0 0 0,-7 65-323 0 0,0 1-1 0 0,1 0 1 0 0,-1 0 0 0 0,0-1 0 0 0,1 1 0 0 0,-1 0-1 0 0,0-1 1 0 0,1 1 0 0 0,-1 0 0 0 0,0 0-1 0 0,1 0 1 0 0,-1-1 0 0 0,0 1 0 0 0,1 0-1 0 0,-1 0 1 0 0,0 0 0 0 0,1 0 0 0 0,-1 0 0 0 0,1-1-1 0 0,-1 1 1 0 0,1 0 0 0 0,-1 0 0 0 0,0 0-1 0 0,1 0 1 0 0,-1 0 0 0 0,1 1 0 0 0,-1-1-1 0 0,0 0 1 0 0,1 0 0 0 0,-1 0 0 0 0,1 0 0 0 0,-1 0-1 0 0,0 0 1 0 0,1 1 0 0 0,-1-1 0 0 0,0 0-1 0 0,1 0 1 0 0,-1 1 0 0 0,0-1 0 0 0,1 0-1 0 0,-1 0 1 0 0,0 1 0 0 0,1 0 0 0 0,22 16 216 0 0,-15-12-145 0 0,10 6-24 0 0,1-1 0 0 0,36 13-1 0 0,-38-16 90 0 0,0 0-1 0 0,-1 0 1 0 0,1 2-1 0 0,25 17 1 0 0,-50-29 1384 0 0,-8-12-1157 0 0,8 3-286 0 0,1-2-1 0 0,0 1 0 0 0,1-1 1 0 0,1 0-1 0 0,0 0 0 0 0,0 0 0 0 0,2-1 1 0 0,0 1-1 0 0,1-1 0 0 0,-2-27 1 0 0,4 27-364 0 0,0 1 0 0 0,1-1 0 0 0,0 0 0 0 0,1 1 0 0 0,0 0 1 0 0,2-1-1 0 0,-1 1 0 0 0,2 0 0 0 0,0 0 0 0 0,1 1 0 0 0,7-15 1 0 0,1 9-7515 0 0</inkml:trace>
</inkml:ink>
</file>

<file path=ppt/ink/ink2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8:55.8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130 124 1840 0 0,'0'-3'201'0'0,"-11"-60"2856"0"0,10 59-2644 0 0,0 0 0 0 0,0 1-1 0 0,-1-1 1 0 0,1 0-1 0 0,-1 1 1 0 0,0-1-1 0 0,0 1 1 0 0,0-1-1 0 0,0 1 1 0 0,-1 0 0 0 0,1 0-1 0 0,-1 0 1 0 0,-5-4-1 0 0,8 6-220 0 0,-1 1 0 0 0,0-1-1 0 0,-1 1 1 0 0,1-1-1 0 0,0 0 1 0 0,0 1-1 0 0,0 0 1 0 0,0-1 0 0 0,0 1-1 0 0,0 0 1 0 0,0 0-1 0 0,-1-1 1 0 0,1 1 0 0 0,0 0-1 0 0,0 0 1 0 0,0 0-1 0 0,-1 0 1 0 0,1 1 0 0 0,0-1-1 0 0,0 0 1 0 0,0 0-1 0 0,0 1 1 0 0,0-1 0 0 0,-2 1-1 0 0,1 1 31 0 0,-1 0 0 0 0,1-1 0 0 0,0 1 0 0 0,0 0 0 0 0,0 0 0 0 0,1 0 0 0 0,-1 0 0 0 0,0 0 0 0 0,1 0 0 0 0,-3 4 0 0 0,0 4 116 0 0,0-1 0 0 0,0 1 0 0 0,0 0 0 0 0,-2 16 0 0 0,1 3-125 0 0,1-1 0 0 0,2 1 0 0 0,1 0 1 0 0,1 0-1 0 0,2 0 0 0 0,7 47 0 0 0,-5-57-169 0 0,1 1 0 0 0,0-2 1 0 0,1 1-1 0 0,1 0 0 0 0,1-1 1 0 0,1-1-1 0 0,0 1 0 0 0,1-2 1 0 0,1 1-1 0 0,22 25 0 0 0,-27-36-18 0 0,0 0 1 0 0,0-1-1 0 0,0 0 0 0 0,1 0 0 0 0,0 0 0 0 0,0-1 0 0 0,14 7 1 0 0,-18-10-11 0 0,0 1 0 0 0,1-1 0 0 0,-1 0 1 0 0,0-1-1 0 0,0 1 0 0 0,1-1 1 0 0,-1 1-1 0 0,1-1 0 0 0,-1 0 1 0 0,0 0-1 0 0,1 0 0 0 0,-1-1 1 0 0,1 1-1 0 0,-1-1 0 0 0,0 0 1 0 0,0 0-1 0 0,1 0 0 0 0,-1 0 1 0 0,0-1-1 0 0,0 1 0 0 0,5-4 0 0 0,-5 2-11 0 0,0 0-1 0 0,-1 0 1 0 0,1 0-1 0 0,-1 0 1 0 0,1 0-1 0 0,-1-1 0 0 0,0 1 1 0 0,0-1-1 0 0,-1 0 1 0 0,1 1-1 0 0,-1-1 1 0 0,0 0-1 0 0,0 0 0 0 0,0 0 1 0 0,0 0-1 0 0,-1 0 1 0 0,0-5-1 0 0,1-11-79 0 0,-1 0-1 0 0,-3-22 1 0 0,3 32 19 0 0,-3-12 7 0 0,-1 1 0 0 0,0 1 1 0 0,-2-1-1 0 0,0 1 0 0 0,-1 0 0 0 0,-1 0 1 0 0,-1 1-1 0 0,-1 0 0 0 0,0 0 0 0 0,-18-22 1 0 0,27 39 42 0 0,-1 0 1 0 0,1 0 0 0 0,0 0 0 0 0,0 0-1 0 0,0 0 1 0 0,0-1 0 0 0,0 1 0 0 0,1 0 0 0 0,-1-1-1 0 0,0 1 1 0 0,1-1 0 0 0,0 1 0 0 0,0-1-1 0 0,0 1 1 0 0,0-1 0 0 0,0 1 0 0 0,0 0 0 0 0,1-1-1 0 0,-1 1 1 0 0,1-1 0 0 0,-1 1 0 0 0,1 0-1 0 0,0-1 1 0 0,0 1 0 0 0,0 0 0 0 0,0 0-1 0 0,1 0 1 0 0,-1-1 0 0 0,0 2 0 0 0,1-1 0 0 0,0 0-1 0 0,-1 0 1 0 0,1 0 0 0 0,0 1 0 0 0,0-1-1 0 0,0 1 1 0 0,0-1 0 0 0,0 1 0 0 0,0 0-1 0 0,0 0 1 0 0,1 0 0 0 0,-1 0 0 0 0,0 0 0 0 0,1 0-1 0 0,-1 1 1 0 0,1-1 0 0 0,-1 1 0 0 0,0 0-1 0 0,1-1 1 0 0,-1 1 0 0 0,1 0 0 0 0,-1 1 0 0 0,1-1-1 0 0,-1 0 1 0 0,1 1 0 0 0,-1-1 0 0 0,0 1-1 0 0,1 0 1 0 0,-1 0 0 0 0,0 0 0 0 0,1 0-1 0 0,3 3 1 0 0,19 13 195 0 0,-1 1 1 0 0,0 2-1 0 0,-2 0 0 0 0,0 2 0 0 0,-2 0 0 0 0,0 1 1 0 0,19 29-1 0 0,-30-37-144 0 0,-1 0 0 0 0,0 0 0 0 0,10 28 0 0 0,-12-28-38 0 0,-6-14-121 0 0,1 0-1 0 0,-1 0 1 0 0,1 0 0 0 0,-1 0 0 0 0,1 0-1 0 0,0 0 1 0 0,-1 0 0 0 0,1 0 0 0 0,0-1-1 0 0,-1 1 1 0 0,1 0 0 0 0,0 0 0 0 0,0-1-1 0 0,0 1 1 0 0,0 0 0 0 0,0-1 0 0 0,0 1-1 0 0,0-1 1 0 0,0 1 0 0 0,0-1 0 0 0,0 0-1 0 0,0 1 1 0 0,0-1 0 0 0,0 0 0 0 0,1 0-1 0 0,-1 0 1 0 0,0 0 0 0 0,0 0 0 0 0,0 0-1 0 0,0 0 1 0 0,0 0 0 0 0,0 0 0 0 0,1 0-1 0 0,-1-1 1 0 0,0 1 0 0 0,2-1 0 0 0</inkml:trace>
</inkml:ink>
</file>

<file path=ppt/ink/ink2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8:56.4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1 109 5065 0 0,'1'-2'4481'0'0,"8"5"-2446"0"0,11 5-301 0 0,-10-1-1008 0 0,-1 0 0 0 0,1 0 0 0 0,-2 1 0 0 0,1 1 0 0 0,-1-1 0 0 0,8 11-1 0 0,-8-8-373 0 0,-1-1 0 0 0,0 2 1 0 0,0-1-1 0 0,-2 1 0 0 0,1 0 0 0 0,-1 0 0 0 0,-1 1 0 0 0,6 25 0 0 0,-12-33 196 0 0,-6-11-301 0 0,-6-9-34 0 0,7 3-182 0 0,0 0 0 0 0,1 0 1 0 0,1-1-1 0 0,0 0 0 0 0,1 0 1 0 0,0 0-1 0 0,1 0 0 0 0,-2-14 1 0 0,2 1-666 0 0,1 1 1 0 0,1-1 0 0 0,3-35 0 0 0,2 29-1117 0 0</inkml:trace>
</inkml:ink>
</file>

<file path=ppt/ink/ink2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8:57.1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49 205 3225 0 0,'-3'-5'8854'0'0,"-11"-9"-4084"0"0,13 13-4529 0 0,0 0 1 0 0,0 0-1 0 0,0 0 1 0 0,0 0-1 0 0,0 0 1 0 0,0 0-1 0 0,0 0 1 0 0,-1 1-1 0 0,1-1 1 0 0,0 0-1 0 0,0 1 1 0 0,-1-1-1 0 0,1 1 1 0 0,0-1-1 0 0,-1 1 1 0 0,1 0 0 0 0,-1 0-1 0 0,1 0 1 0 0,0-1-1 0 0,-1 1 1 0 0,-2 1-1 0 0,4 1-204 0 0,-1 0-1 0 0,1 0 1 0 0,-1 0-1 0 0,1-1 1 0 0,0 1-1 0 0,0 0 1 0 0,0 0-1 0 0,0 0 1 0 0,1 0 0 0 0,-1 0-1 0 0,1 0 1 0 0,-1 0-1 0 0,2 4 1 0 0,-1-2 7 0 0,3 13-41 0 0,1 1-1 0 0,0-1 1 0 0,1 0 0 0 0,1 0-1 0 0,1-1 1 0 0,14 22 0 0 0,-17-29-4 0 0,1-1 1 0 0,0 0 0 0 0,1-1-1 0 0,-1 1 1 0 0,1-1 0 0 0,1-1 0 0 0,-1 1-1 0 0,1-1 1 0 0,1-1 0 0 0,-1 1 0 0 0,1-1-1 0 0,0-1 1 0 0,12 5 0 0 0,-19-8-7 0 0,-1 0 0 0 0,0-1 1 0 0,1 1-1 0 0,-1-1 0 0 0,0 1 1 0 0,1-1-1 0 0,-1 0 0 0 0,1 1 1 0 0,-1-1-1 0 0,1 0 0 0 0,-1 0 1 0 0,1 0-1 0 0,-1 0 0 0 0,1 0 1 0 0,-1-1-1 0 0,0 1 0 0 0,1 0 0 0 0,-1-1 1 0 0,1 1-1 0 0,-1-1 0 0 0,0 1 1 0 0,3-2-1 0 0,-4 1-10 0 0,1 0 0 0 0,0 0-1 0 0,-1-1 1 0 0,1 1 0 0 0,-1 0 0 0 0,1 0 0 0 0,-1 0-1 0 0,0-1 1 0 0,1 1 0 0 0,-1 0 0 0 0,0 0-1 0 0,0-1 1 0 0,0 1 0 0 0,0 0 0 0 0,0-1 0 0 0,0 1-1 0 0,0 0 1 0 0,-1 0 0 0 0,0-3 0 0 0,-2-7-95 0 0,-1 0 1 0 0,0 0-1 0 0,-1 1 0 0 0,-7-13 1 0 0,-1-1-67 0 0,-1 2-264 0 0,2 0 0 0 0,0-1 0 0 0,1-1 0 0 0,2 0 0 0 0,-8-27 0 0 0,17 46 400 0 0,-1 0 1 0 0,1 0 0 0 0,0-1-1 0 0,0 1 1 0 0,1 0-1 0 0,0 0 1 0 0,0 0 0 0 0,0 1-1 0 0,0-1 1 0 0,1 0-1 0 0,-1 0 1 0 0,1 1 0 0 0,3-6-1 0 0,-1 3-15 0 0,1 0 0 0 0,-1 0 0 0 0,1 0 1 0 0,0 1-1 0 0,0 0 0 0 0,1 0 0 0 0,9-8 0 0 0,-14 14 63 0 0,-1-1 0 0 0,1 1 0 0 0,0-1 0 0 0,0 1 0 0 0,-1-1 0 0 0,1 1 0 0 0,0 0 0 0 0,0-1 0 0 0,0 1 0 0 0,0 0 0 0 0,-1 0 0 0 0,1-1 1 0 0,0 1-1 0 0,0 0 0 0 0,0 0 0 0 0,0 0 0 0 0,0 0 0 0 0,0 0 0 0 0,-1 0 0 0 0,1 0 0 0 0,0 1 0 0 0,0-1 0 0 0,0 0 0 0 0,1 1 0 0 0,0 0 30 0 0,0 0 0 0 0,0 0-1 0 0,0 1 1 0 0,-1-1 0 0 0,1 1-1 0 0,0-1 1 0 0,-1 1 0 0 0,1 0-1 0 0,1 3 1 0 0,4 5 212 0 0,-2 1 1 0 0,10 22-1 0 0,-12-24-165 0 0,13 32 204 0 0,13 31 498 0 0,-27-67-751 0 0,0-1 1 0 0,1 1-1 0 0,0-1 1 0 0,0 0-1 0 0,0 0 1 0 0,0 0-1 0 0,1 0 1 0 0,0-1-1 0 0,-1 0 1 0 0,1 1-1 0 0,0-1 1 0 0,6 3-1 0 0,-9-6-27 0 0,0 1-1 0 0,0-1 0 0 0,0 1 1 0 0,0-1-1 0 0,0 1 0 0 0,0-1 1 0 0,0 0-1 0 0,0 0 0 0 0,0 1 1 0 0,1-1-1 0 0,-1 0 0 0 0,0 0 1 0 0,0 0-1 0 0,0 0 0 0 0,0 0 1 0 0,0-1-1 0 0,0 1 0 0 0,1 0 1 0 0,-1 0-1 0 0,0-1 0 0 0,0 1 1 0 0,0-1-1 0 0,2 0 0 0 0,-2 0 21 0 0,1-1 1 0 0,-1 1-1 0 0,1-1 0 0 0,-1 1 0 0 0,0-1 1 0 0,0 0-1 0 0,1 0 0 0 0,-1 1 0 0 0,0-1 0 0 0,-1 0 1 0 0,1 0-1 0 0,1-3 0 0 0,1-8 150 0 0,0 0-1 0 0,-1 0 1 0 0,2-20 0 0 0,-3 17-108 0 0,3-28-68 0 0,-3 24 90 0 0,1 1 0 0 0,1 0-1 0 0,7-27 1 0 0,-10 46-85 0 0,1-1-1 0 0,0 0 1 0 0,-1 0-1 0 0,1 1 1 0 0,0-1 0 0 0,0 0-1 0 0,-1 1 1 0 0,1-1-1 0 0,0 1 1 0 0,0-1 0 0 0,0 1-1 0 0,0-1 1 0 0,0 1-1 0 0,0 0 1 0 0,0 0 0 0 0,0-1-1 0 0,0 1 1 0 0,0 0-1 0 0,0 0 1 0 0,0 0 0 0 0,0 0-1 0 0,0 0 1 0 0,0 0-1 0 0,0 0 1 0 0,0 0-1 0 0,0 0 1 0 0,1 1 0 0 0,36 7 201 0 0,-26-5-176 0 0,7 1-154 0 0,-14-2-4 0 0,-1-1-1 0 0,0 1 0 0 0,1-1 0 0 0,-1 0 0 0 0,1-1 0 0 0,0 1 1 0 0,-1-1-1 0 0,1 0 0 0 0,-1 0 0 0 0,1 0 0 0 0,-1-1 0 0 0,1 0 0 0 0,0 0 1 0 0,-1 0-1 0 0,0 0 0 0 0,1-1 0 0 0,-1 1 0 0 0,0-1 0 0 0,8-5 1 0 0,-3 0-1275 0 0</inkml:trace>
</inkml:ink>
</file>

<file path=ppt/ink/ink2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8:58.3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3 602 10594 0 0,'0'0'43'0'0,"0"-1"0"0"0,0 1 0 0 0,-1 0 0 0 0,1-1 0 0 0,0 1 0 0 0,0-1 0 0 0,0 1 0 0 0,-1 0 0 0 0,1-1-1 0 0,0 1 1 0 0,0-1 0 0 0,0 1 0 0 0,0-1 0 0 0,0 1 0 0 0,0-1 0 0 0,0 1 0 0 0,0-1 0 0 0,0 1 0 0 0,0-1 0 0 0,0 1 0 0 0,0 0 0 0 0,1-1-1 0 0,-1 1 1 0 0,0-1 0 0 0,0 1 0 0 0,0-1 0 0 0,0 1 0 0 0,1 0 0 0 0,-1-1 0 0 0,0 1 0 0 0,1-1 0 0 0,-1 1 0 0 0,0 0 0 0 0,1-1 0 0 0,-1 1-1 0 0,0 0 1 0 0,1-1 0 0 0,-1 1 0 0 0,0 0 0 0 0,1 0 0 0 0,-1 0 0 0 0,1-1 0 0 0,-1 1 0 0 0,1 0 0 0 0,-1 0 0 0 0,0 0 0 0 0,1 0 0 0 0,-1 0-1 0 0,1 0 1 0 0,-1 0 0 0 0,1 0 0 0 0,0 0 0 0 0,1-1 196 0 0,0 1 0 0 0,0 0 0 0 0,0 0 0 0 0,0 1-1 0 0,0-1 1 0 0,0 0 0 0 0,0 1 0 0 0,0-1 0 0 0,0 1 0 0 0,0 0 0 0 0,2 1-1 0 0,7 6 349 0 0,0 1 0 0 0,-1 1 0 0 0,-1 0-1 0 0,1 0 1 0 0,-2 1 0 0 0,1 0 0 0 0,-1 0-1 0 0,10 22 1 0 0,-7-13-393 0 0,28 34 1 0 0,-39-54-197 0 0,0 1 0 0 0,0-1 0 0 0,0 0 0 0 0,1 1 1 0 0,-1-1-1 0 0,0 0 0 0 0,0 0 0 0 0,1 1 1 0 0,-1-1-1 0 0,0 0 0 0 0,0 0 0 0 0,1 1 1 0 0,-1-1-1 0 0,0 0 0 0 0,0 0 0 0 0,1 0 0 0 0,-1 0 1 0 0,0 1-1 0 0,1-1 0 0 0,-1 0 0 0 0,0 0 1 0 0,1 0-1 0 0,-1 0 0 0 0,0 0 0 0 0,1 0 1 0 0,-1 0-1 0 0,1 0 0 0 0,-1 0 0 0 0,0 0 0 0 0,1 0 1 0 0,-1 0-1 0 0,0 0 0 0 0,1 0 0 0 0,-1 0 1 0 0,0 0-1 0 0,1-1 0 0 0,5-12-179 0 0,-4-20-233 0 0,-3 4 170 0 0,-9-45 0 0 0,5 41-104 0 0,-2-37-1 0 0,7 61 310 0 0,0-1-1 0 0,1 1 1 0 0,0 0-1 0 0,0-1 1 0 0,1 1 0 0 0,0 0-1 0 0,1 0 1 0 0,5-14-1 0 0,-8 23 43 0 0,0-1-1 0 0,0 0 1 0 0,0 0 0 0 0,1 1-1 0 0,-1-1 1 0 0,0 1-1 0 0,0-1 1 0 0,1 0 0 0 0,-1 1-1 0 0,0-1 1 0 0,1 0-1 0 0,-1 1 1 0 0,0-1 0 0 0,1 1-1 0 0,-1-1 1 0 0,1 1-1 0 0,-1-1 1 0 0,1 1 0 0 0,-1-1-1 0 0,1 1 1 0 0,-1 0-1 0 0,1-1 1 0 0,0 1 0 0 0,-1 0-1 0 0,1-1 1 0 0,0 1-1 0 0,-1 0 1 0 0,1 0 0 0 0,0 0-1 0 0,-1 0 1 0 0,1 0-1 0 0,0-1 1 0 0,-1 1 0 0 0,1 0-1 0 0,0 0 1 0 0,-1 0-1 0 0,1 1 1 0 0,0-1 0 0 0,-1 0-1 0 0,1 0 1 0 0,0 0-1 0 0,-1 0 1 0 0,1 1 0 0 0,0-1-1 0 0,-1 0 1 0 0,1 1-1 0 0,-1-1 1 0 0,1 0 0 0 0,0 1-1 0 0,-1-1 1 0 0,1 1-1 0 0,-1-1 1 0 0,1 1 0 0 0,-1-1-1 0 0,0 1 1 0 0,1-1 0 0 0,-1 1-1 0 0,1 0 1 0 0,-1-1-1 0 0,0 2 1 0 0,6 6 61 0 0,-1 1 0 0 0,0 0 0 0 0,5 13 0 0 0,-4-8-8 0 0,-1-4-200 0 0,1-1 1 0 0,0 0 0 0 0,1-1-1 0 0,-1 0 1 0 0,1 0 0 0 0,1 0-1 0 0,0-1 1 0 0,15 12-1 0 0,-19-16-323 0 0,1-1-1 0 0,-1 1 0 0 0,1 0 0 0 0,0-1 0 0 0,-1 0 0 0 0,1 0 0 0 0,0-1 0 0 0,0 1 0 0 0,0-1 0 0 0,0 0 0 0 0,1-1 0 0 0,-1 1 0 0 0,0-1 0 0 0,0 0 1 0 0,0 0-1 0 0,0 0 0 0 0,1-1 0 0 0,-1 0 0 0 0,9-3 0 0 0,-11 3 268 0 0,0 0 0 0 0,-1-1 0 0 0,1 0 0 0 0,-1 0 0 0 0,1 1 0 0 0,-1-2 0 0 0,0 1 1 0 0,0 0-1 0 0,0 0 0 0 0,0 0 0 0 0,-1-1 0 0 0,1 1 0 0 0,0-1 0 0 0,-1 0 0 0 0,0 1 0 0 0,0-1 0 0 0,1 0 0 0 0,-2 0 0 0 0,1 0 1 0 0,0 0-1 0 0,-1 0 0 0 0,1 0 0 0 0,-1 0 0 0 0,0-4 0 0 0,1-11-12 0 0,-1 0 0 0 0,-4-34 0 0 0,2 36 149 0 0,1 3 211 0 0,-6-37 730 0 0,7 48-673 0 0,0 0 1 0 0,-1 0-1 0 0,1 0 0 0 0,-1 0 1 0 0,0 0-1 0 0,0 0 0 0 0,0 0 1 0 0,0 0-1 0 0,0 0 0 0 0,0 0 1 0 0,0 1-1 0 0,0-1 0 0 0,-1 0 1 0 0,1 1-1 0 0,-1-1 0 0 0,1 1 1 0 0,-1-1-1 0 0,0 1 0 0 0,-2-1 127 0 0,4 1-206 0 0,0 1 1 0 0,-1 0-1 0 0,1 0 0 0 0,0 0 1 0 0,-1 0-1 0 0,1 0 0 0 0,0 0 0 0 0,0-1 1 0 0,-1 1-1 0 0,1 0 0 0 0,-1 0 1 0 0,1 0-1 0 0,0 0 0 0 0,-1 0 0 0 0,1 0 1 0 0,0 0-1 0 0,-5 3 1895 0 0,5-2-1895 0 0,-2 13 2069 0 0,9 16-615 0 0,-2-15-1046 0 0,2 0 1 0 0,12 21 0 0 0,-17-31-437 0 0,1-1 1 0 0,0 0 0 0 0,0 0 0 0 0,0-1 0 0 0,0 1 0 0 0,1-1-1 0 0,-1 1 1 0 0,1-1 0 0 0,0 0 0 0 0,0 0 0 0 0,0-1 0 0 0,0 1-1 0 0,5 1 1 0 0,-8-4-109 0 0,0 1 0 0 0,0-1 0 0 0,0 0 1 0 0,0 1-1 0 0,-1-1 0 0 0,1 0 0 0 0,0 0 0 0 0,0 0 0 0 0,0 0 0 0 0,0 0 0 0 0,0 0 0 0 0,0 0 0 0 0,0 0 1 0 0,0 0-1 0 0,0 0 0 0 0,0 0 0 0 0,0-1 0 0 0,0 1 0 0 0,0 0 0 0 0,0-1 0 0 0,-1 1 0 0 0,1-1 0 0 0,0 1 1 0 0,0-1-1 0 0,0 1 0 0 0,1-2 0 0 0,-1 1-41 0 0,0-1 1 0 0,0 0 0 0 0,0 0-1 0 0,0 0 1 0 0,0 1-1 0 0,0-1 1 0 0,-1 0 0 0 0,1 0-1 0 0,-1 0 1 0 0,1 0-1 0 0,0-4 1 0 0,-1-2-123 0 0,0 0-1 0 0,0 0 1 0 0,0 0 0 0 0,-1 0-1 0 0,-3-12 1 0 0,-6-11 54 0 0,-1 0 0 0 0,-1 0 0 0 0,-24-39 0 0 0,-60-84 1511 0 0,47 77 316 0 0,44 74-429 0 0,4 10-521 0 0,3 11-249 0 0,9 21-282 0 0,2 0 1 0 0,1 0-1 0 0,2-1 0 0 0,2-1 0 0 0,1-1 1 0 0,34 48-1 0 0,164 186-1 0 0,-204-255-164 0 0,123 148-594 0 0,-107-126 80 0 0</inkml:trace>
</inkml:ink>
</file>

<file path=ppt/ink/ink2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02.9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357 62 920 0 0,'-25'-22'5376'0'0,"19"16"-4412"0"0,-1 1 1 0 0,1 0-1 0 0,-1 0 0 0 0,-12-7 0 0 0,16 11-783 0 0,0 0 0 0 0,0 0 0 0 0,0 0 0 0 0,0 0 0 0 0,0 1 0 0 0,0-1 0 0 0,0 1 0 0 0,0-1 0 0 0,0 1 0 0 0,-1 0 1 0 0,1 1-1 0 0,0-1 0 0 0,0 0 0 0 0,0 1 0 0 0,0 0 0 0 0,-4 1 0 0 0,-4 2-93 0 0,1 0 0 0 0,1 0-1 0 0,-1 1 1 0 0,1 1 0 0 0,0-1 0 0 0,0 2-1 0 0,0-1 1 0 0,1 1 0 0 0,0 0 0 0 0,-10 12-1 0 0,8-6 155 0 0,0 0-1 0 0,0 1 0 0 0,2 1 0 0 0,0-1 0 0 0,0 1 0 0 0,-5 17 0 0 0,1 6 222 0 0,1 1 0 0 0,2 1 1 0 0,1 0-1 0 0,-3 68 0 0 0,10-91-398 0 0,0-1-1 0 0,1 1 1 0 0,0-1 0 0 0,2 1-1 0 0,3 16 1 0 0,-4-28-42 0 0,0-1-1 0 0,1 1 1 0 0,-1-1 0 0 0,1 1 0 0 0,0-1 0 0 0,1 0 0 0 0,-1 0-1 0 0,1 0 1 0 0,0 0 0 0 0,0 0 0 0 0,0 0 0 0 0,0-1-1 0 0,1 0 1 0 0,-1 1 0 0 0,1-1 0 0 0,0 0 0 0 0,0-1-1 0 0,0 1 1 0 0,0-1 0 0 0,1 0 0 0 0,7 3 0 0 0,-2-2 72 0 0,0-1 0 0 0,0 0 1 0 0,0-1-1 0 0,0 0 1 0 0,0 0-1 0 0,1-1 0 0 0,-1 0 1 0 0,0-1-1 0 0,0-1 1 0 0,0 1-1 0 0,0-1 0 0 0,0-1 1 0 0,0 0-1 0 0,0 0 1 0 0,-1-1-1 0 0,1 0 0 0 0,15-11 1 0 0,-1 1-490 0 0,-1-1 0 0 0,-1-2 0 0 0,0 0 1 0 0,-1-2-1 0 0,26-28 0 0 0,-34 32-1692 0 0</inkml:trace>
</inkml:ink>
</file>

<file path=ppt/ink/ink2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03.2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33 10594 0 0,'-1'-2'246'0'0,"1"1"-1"0"0,-1-1 1 0 0,0 1-1 0 0,1-1 1 0 0,-1 0-1 0 0,1 1 1 0 0,0-1-1 0 0,0 0 1 0 0,-1 1-1 0 0,1-1 1 0 0,0 0-1 0 0,10-10 4708 0 0,-10 12-4866 0 0,11 18 1120 0 0,36 121 78 0 0,-30-85-591 0 0,26 61 1 0 0,-41-112-696 0 0,13 31-863 0 0,1-1 0 0 0,1-1 1 0 0,2 0-1 0 0,40 50 0 0 0</inkml:trace>
</inkml:ink>
</file>

<file path=ppt/ink/ink2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03.5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7 143 6913 0 0,'-5'-1'3768'0'0,"4"8"-1964"0"0,3 15-1181 0 0,-1-17-491 0 0,1 8 173 0 0,0 0-1 0 0,0 0 0 0 0,2 0 1 0 0,0 0-1 0 0,0 0 1 0 0,10 20-1 0 0,-12-29-215 0 0,0-1-1 0 0,0 1 1 0 0,0-1 0 0 0,0 1-1 0 0,1-1 1 0 0,-1 0 0 0 0,1 0-1 0 0,0 0 1 0 0,0 0 0 0 0,0 0-1 0 0,0-1 1 0 0,0 1 0 0 0,1-1-1 0 0,-1 0 1 0 0,1 0 0 0 0,-1 0-1 0 0,1-1 1 0 0,0 1 0 0 0,0-1-1 0 0,0 0 1 0 0,0 0 0 0 0,0 0-1 0 0,0 0 1 0 0,8 0 0 0 0,-9-2-11 0 0,0 0 0 0 0,-1 0 0 0 0,1 0 0 0 0,0 0 0 0 0,-1 0 0 0 0,1 0 1 0 0,0-1-1 0 0,-1 1 0 0 0,1-1 0 0 0,-1 1 0 0 0,0-1 0 0 0,0 0 0 0 0,0 0 0 0 0,0 0 0 0 0,0-1 0 0 0,0 1 1 0 0,0 0-1 0 0,-1-1 0 0 0,1 1 0 0 0,-1-1 0 0 0,1 1 0 0 0,-1-1 0 0 0,0 0 0 0 0,0 0 0 0 0,1-5 1 0 0,1-5 114 0 0,0 0 0 0 0,0 0 1 0 0,-1 0-1 0 0,0-18 1 0 0,-2 15-89 0 0,-1 0 1 0 0,0 0-1 0 0,-2 0 1 0 0,1 0 0 0 0,-6-17-1 0 0,6 27-128 0 0,1 1 0 0 0,-1-1 0 0 0,0 1 0 0 0,0 0 0 0 0,-1-1 0 0 0,0 1 0 0 0,0 0 0 0 0,0 0 0 0 0,0 1 0 0 0,-1-1 0 0 0,0 1 0 0 0,1-1 0 0 0,-2 1 0 0 0,1 1 0 0 0,0-1 0 0 0,-1 0-1 0 0,-7-3 1 0 0,10 6-165 0 0,0 0 0 0 0,0 0 0 0 0,0 1 0 0 0,-1-1 0 0 0,1 1 1 0 0,0-1-1 0 0,0 1 0 0 0,0 0 0 0 0,-1 0 0 0 0,1 0 0 0 0,0 0 0 0 0,0 0 0 0 0,0 0 0 0 0,-1 1 0 0 0,1-1 0 0 0,0 1 0 0 0,0 0 0 0 0,0 0 0 0 0,0-1 0 0 0,0 1 0 0 0,0 0 0 0 0,0 1 0 0 0,0-1 0 0 0,0 0 0 0 0,1 0 0 0 0,-1 1 0 0 0,0-1 0 0 0,1 1 0 0 0,-1 0 0 0 0,1-1 0 0 0,-1 1 0 0 0,-1 3 0 0 0,0 0-606 0 0,1 0 0 0 0,-1 0 1 0 0,1 0-1 0 0,0 1 1 0 0,0-1-1 0 0,0 0 0 0 0,1 1 1 0 0,0 0-1 0 0,0-1 0 0 0,0 1 1 0 0,1 9-1 0 0,1 0-82 0 0</inkml:trace>
</inkml:ink>
</file>

<file path=ppt/ink/ink2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03.8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92 74 456 0 0,'1'-8'-457'0'0,"3"-28"6881"0"0,-4 35-6121 0 0,0-1 1 0 0,0 1-1 0 0,0-1 0 0 0,-1 1 0 0 0,1-1 0 0 0,0 1 1 0 0,-1-1-1 0 0,1 1 0 0 0,-1-1 0 0 0,1 1 0 0 0,-1-1 1 0 0,0 1-1 0 0,1 0 0 0 0,-1-1 0 0 0,0 1 0 0 0,0 0 1 0 0,0 0-1 0 0,-2-3 0 0 0,2 4-209 0 0,0 0-1 0 0,0 0 1 0 0,1-1 0 0 0,-1 1 0 0 0,0 0-1 0 0,0 0 1 0 0,0 0 0 0 0,0 0 0 0 0,1 0-1 0 0,-1 1 1 0 0,0-1 0 0 0,0 0 0 0 0,0 0-1 0 0,1 0 1 0 0,-1 1 0 0 0,0-1 0 0 0,0 0-1 0 0,0 1 1 0 0,1-1 0 0 0,-1 1-1 0 0,0-1 1 0 0,1 0 0 0 0,-1 1 0 0 0,1 0-1 0 0,-1-1 1 0 0,0 1 0 0 0,1-1 0 0 0,-1 1-1 0 0,1 0 1 0 0,-1 1 0 0 0,-16 21 1150 0 0,10-10-958 0 0,0 0-1 0 0,2 0 1 0 0,-1 1-1 0 0,2 0 1 0 0,0 0 0 0 0,0 0-1 0 0,1 0 1 0 0,1 0-1 0 0,1 1 1 0 0,0-1-1 0 0,1 1 1 0 0,1 14 0 0 0,-1-21-272 0 0,1 0 0 0 0,0-1 1 0 0,0 1-1 0 0,1 0 1 0 0,0-1-1 0 0,1 1 0 0 0,-1-1 1 0 0,1 0-1 0 0,1 0 1 0 0,-1 0-1 0 0,1 0 1 0 0,1 0-1 0 0,-1-1 0 0 0,1 0 1 0 0,0 0-1 0 0,0 0 1 0 0,1 0-1 0 0,0-1 0 0 0,0 0 1 0 0,0 0-1 0 0,0-1 1 0 0,1 0-1 0 0,12 6 0 0 0,-15-8-36 0 0,0-1 0 0 0,0 0 0 0 0,0 0 0 0 0,0 0 0 0 0,0 0 0 0 0,1-1-1 0 0,-1 0 1 0 0,0 1 0 0 0,0-2 0 0 0,1 1 0 0 0,-1 0 0 0 0,0-1 0 0 0,0 0 0 0 0,0 0 0 0 0,0 0-1 0 0,0 0 1 0 0,0-1 0 0 0,0 1 0 0 0,0-1 0 0 0,0 0 0 0 0,-1-1 0 0 0,7-4 0 0 0,0-1-607 0 0,-1 0 0 0 0,-1-1 1 0 0,1 0-1 0 0,-1-1 1 0 0,-1 1-1 0 0,11-19 0 0 0,-4 4-747 0 0</inkml:trace>
</inkml:ink>
</file>

<file path=ppt/ink/ink2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04.1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36 7 3681 0 0,'-35'-6'16617'0'0,"36"18"-16756"0"0,19 55 769 0 0,3 0 1 0 0,2-2-1 0 0,44 79 1 0 0,-31-64-387 0 0,-34-72-250 0 0,7 17-303 0 0,1 0 0 0 0,1-1 0 0 0,1 0 0 0 0,1-2 1 0 0,23 29-1 0 0,-24-38-1113 0 0</inkml:trace>
</inkml:ink>
</file>

<file path=ppt/ink/ink2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04.3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177 19 7834 0 0,'0'-1'53'0'0,"0"1"1"0"0,0-1 0 0 0,1 1-1 0 0,-1-1 1 0 0,0 1-1 0 0,0-1 1 0 0,0 0 0 0 0,0 1-1 0 0,0-1 1 0 0,0 1-1 0 0,0-1 1 0 0,0 1 0 0 0,0-1-1 0 0,-1 0 1 0 0,1 1-1 0 0,0-1 1 0 0,0 1 0 0 0,0-1-1 0 0,-1 1 1 0 0,1-1-1 0 0,0 1 1 0 0,0-1 0 0 0,-1 1-1 0 0,1-1 1 0 0,-1 1 0 0 0,1-1-1 0 0,0 1 1 0 0,-1 0-1 0 0,1-1 1 0 0,-1 1 0 0 0,1 0-1 0 0,-1-1 1 0 0,1 1-1 0 0,-1 0 1 0 0,1 0 0 0 0,-1-1-1 0 0,1 1 1 0 0,-1 0-1 0 0,1 0 1 0 0,-1 0 0 0 0,0 0-1 0 0,1 0 1 0 0,-1 0-1 0 0,1 0 1 0 0,-2 0 0 0 0,-1 1 202 0 0,0 0 0 0 0,1 0 0 0 0,-1 0 0 0 0,0 1 0 0 0,0-1 0 0 0,1 1 0 0 0,-6 4 0 0 0,-6 5 417 0 0,1 1-1 0 0,0 1 1 0 0,1 0-1 0 0,-21 29 1 0 0,26-32-341 0 0,0 0 0 0 0,1 1 1 0 0,0-1-1 0 0,1 1 0 0 0,1 0 0 0 0,0 1 1 0 0,0-1-1 0 0,-3 18 0 0 0,7-27-232 0 0,-1 0 0 0 0,1-1-1 0 0,0 1 1 0 0,0 0 0 0 0,0 0-1 0 0,0 0 1 0 0,1 0 0 0 0,-1 0 0 0 0,0-1-1 0 0,1 1 1 0 0,-1 0 0 0 0,1 0-1 0 0,0 0 1 0 0,-1-1 0 0 0,1 1-1 0 0,0 0 1 0 0,0-1 0 0 0,0 1 0 0 0,0-1-1 0 0,0 1 1 0 0,3 1 0 0 0,-1-1 1 0 0,-1 0 1 0 0,1 0 0 0 0,0-1 0 0 0,0 1 0 0 0,0-1 0 0 0,0 0 0 0 0,0 0-1 0 0,0 0 1 0 0,0 0 0 0 0,1 0 0 0 0,4 0 0 0 0,5-1 0 0 0,-1 0 1 0 0,1 0 0 0 0,0-1-1 0 0,-1-1 1 0 0,17-4 0 0 0,-6-1-55 0 0,-1 0 1 0 0,0-2 0 0 0,24-14-1 0 0,35-13-2676 0 0,-62 29-4700 0 0</inkml:trace>
</inkml:ink>
</file>

<file path=ppt/ink/ink2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05.5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14283 0 0,'0'2'67'0'0,"0"0"-1"0"0,0 1 1 0 0,1-1-1 0 0,-1 0 1 0 0,1 1 0 0 0,0-1-1 0 0,-1 0 1 0 0,1 0 0 0 0,2 4-1 0 0,-1-2 144 0 0,33 97 524 0 0,74 149-1 0 0,-60-157-5546 0 0,-42-78 314 0 0</inkml:trace>
</inkml:ink>
</file>

<file path=ppt/ink/ink2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05.8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0 215 6913 0 0,'1'-6'139'0'0,"-1"1"-1"0"0,2 0 0 0 0,-1-1 1 0 0,0 1-1 0 0,1 0 0 0 0,0 0 1 0 0,0 0-1 0 0,1 0 0 0 0,-1 0 1 0 0,4-4-1 0 0,35-47 988 0 0,-32 45-772 0 0,-3 3-49 0 0,0 1-1 0 0,1 0 0 0 0,0 0 1 0 0,0 0-1 0 0,0 1 0 0 0,1 0 1 0 0,0 0-1 0 0,0 1 0 0 0,0 0 0 0 0,1 1 1 0 0,-1 0-1 0 0,15-5 0 0 0,-16 7-93 0 0,1 1-1 0 0,-1 0 1 0 0,0 0-1 0 0,1 1 1 0 0,-1-1-1 0 0,1 2 1 0 0,-1-1-1 0 0,1 1 0 0 0,-1 0 1 0 0,0 1-1 0 0,1-1 1 0 0,-1 2-1 0 0,0-1 1 0 0,0 1-1 0 0,0 0 1 0 0,12 7-1 0 0,-9-4-98 0 0,-1 0 0 0 0,0 0 0 0 0,0 1 0 0 0,-1 1 1 0 0,0-1-1 0 0,0 1 0 0 0,-1 0 0 0 0,0 1 0 0 0,0 0 0 0 0,-1 0 0 0 0,0 0 0 0 0,0 1 0 0 0,-1 0 0 0 0,-1 0 1 0 0,1 0-1 0 0,-2 1 0 0 0,1-1 0 0 0,-2 1 0 0 0,3 14 0 0 0,-3-6-17 0 0,-1 0 1 0 0,-1-1-1 0 0,-1 1 1 0 0,-1 0-1 0 0,0-1 0 0 0,-1 1 1 0 0,-1-1-1 0 0,-1 0 1 0 0,0 0-1 0 0,-14 29 0 0 0,-2-2 49 0 0,-2 0 0 0 0,-2-2-1 0 0,-48 63 1 0 0,-5-17-4425 0 0</inkml:trace>
</inkml:ink>
</file>

<file path=ppt/ink/ink2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06.2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96 90 3225 0 0,'1'-1'128'0'0,"-1"0"-1"0"0,0-1 1 0 0,0 1 0 0 0,0-1 0 0 0,0 1 0 0 0,0 0 0 0 0,-1-1 0 0 0,1 1-1 0 0,0 0 1 0 0,-1-1 0 0 0,1 1 0 0 0,-1 0 0 0 0,1 0 0 0 0,-1-1 0 0 0,1 1-1 0 0,-1 0 1 0 0,-1-1 0 0 0,-15-25 2186 0 0,13 23-1483 0 0,2 0-177 0 0,-1 1 0 0 0,0-1-1 0 0,1 1 1 0 0,-2 0 0 0 0,1 0-1 0 0,0 0 1 0 0,0 0 0 0 0,-8-4 0 0 0,11 7-497 0 0,-1 0 0 0 0,0-1 1 0 0,1 1-1 0 0,-1 0 1 0 0,0 0-1 0 0,1 0 0 0 0,-1 0 1 0 0,0-1-1 0 0,1 1 1 0 0,-1 0-1 0 0,0 0 0 0 0,0 0 1 0 0,1 0-1 0 0,-1 0 1 0 0,0 1-1 0 0,1-1 0 0 0,-1 0 1 0 0,0 0-1 0 0,1 0 1 0 0,-1 1-1 0 0,0-1 0 0 0,0 1 1 0 0,0 0-36 0 0,-1 0 0 0 0,1 0 1 0 0,1 0-1 0 0,-1 1 0 0 0,0-1 0 0 0,0 0 1 0 0,0 1-1 0 0,1-1 0 0 0,-1 0 0 0 0,1 1 1 0 0,-1-1-1 0 0,1 1 0 0 0,-1-1 0 0 0,1 1 1 0 0,0 1-1 0 0,-4 26 156 0 0,1 1 1 0 0,2-1-1 0 0,1 1 1 0 0,2 0-1 0 0,9 57 1 0 0,0-52-192 0 0,-11-34-104 0 0,0 0 0 0 0,1 0 0 0 0,-1 0 0 0 0,0 0 0 0 0,1 0 0 0 0,-1 0 0 0 0,0 0 0 0 0,1-1 0 0 0,-1 1 0 0 0,1 0 1 0 0,-1 0-1 0 0,1 0 0 0 0,0-1 0 0 0,-1 1 0 0 0,1 0 0 0 0,0-1 0 0 0,-1 1 0 0 0,1-1 0 0 0,0 1 0 0 0,0-1 0 0 0,0 1 0 0 0,-1-1 1 0 0,1 1-1 0 0,0-1 0 0 0,0 0 0 0 0,0 1 0 0 0,0-1 0 0 0,0 0 0 0 0,0 0 0 0 0,0 0 0 0 0,0 0 0 0 0,0 0 0 0 0,0 0 0 0 0,1 0 1 0 0,1-3-76 0 0,0 0 1 0 0,0 0 0 0 0,0-1 0 0 0,0 1 0 0 0,-1-1 0 0 0,1 0 0 0 0,-1 0 0 0 0,0 0 0 0 0,0 0-1 0 0,-1 0 1 0 0,1 0 0 0 0,1-5 0 0 0,-2 4 31 0 0,20-64-66 0 0,5-17 320 0 0,-23 78-97 0 0,1 0 0 0 0,-1-1-1 0 0,2 2 1 0 0,-1-1 0 0 0,1 0-1 0 0,1 1 1 0 0,7-9 0 0 0,-11 14-57 0 0,-1 1 1 0 0,1 0-1 0 0,-1-1 0 0 0,1 1 1 0 0,-1 0-1 0 0,1 0 1 0 0,0 0-1 0 0,0 0 0 0 0,-1 1 1 0 0,1-1-1 0 0,0 0 1 0 0,0 1-1 0 0,0-1 0 0 0,0 1 1 0 0,0 0-1 0 0,-1-1 1 0 0,1 1-1 0 0,0 0 1 0 0,0 0-1 0 0,0 1 0 0 0,0-1 1 0 0,0 0-1 0 0,0 0 1 0 0,0 1-1 0 0,0-1 0 0 0,-1 1 1 0 0,1 0-1 0 0,0 0 1 0 0,0-1-1 0 0,-1 1 0 0 0,1 0 1 0 0,0 1-1 0 0,-1-1 1 0 0,3 2-1 0 0,6 5 27 0 0,-1 1 0 0 0,0 1-1 0 0,0-1 1 0 0,9 15 0 0 0,-2-4-179 0 0,-3-5-332 0 0,1-2 0 0 0,23 20 0 0 0,14-1-3582 0 0,-32-23-2360 0 0</inkml:trace>
</inkml:ink>
</file>

<file path=ppt/ink/ink2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06.4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 39 8754 0 0,'-10'-17'-590'0'0,"-2"-5"6055"0"0,20 41 323 0 0,68 144-2475 0 0,51 75-2554 0 0,-123-230-907 0 0,35 54 46 0 0,-35-57-167 0 0,-1 0 0 0 0,1-1 0 0 0,0 1 0 0 0,0-1 0 0 0,1 0 0 0 0,-1 0 0 0 0,1-1-1 0 0,0 0 1 0 0,0 1 0 0 0,5 1 0 0 0,-3-3-1636 0 0</inkml:trace>
</inkml:ink>
</file>

<file path=ppt/ink/ink2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06.9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58 376 2761 0 0,'-3'0'200'0'0,"0"-1"1"0"0,-1 0 0 0 0,1 0 0 0 0,0 0 0 0 0,0 0 0 0 0,0 0 0 0 0,0-1-1 0 0,0 0 1 0 0,0 1 0 0 0,1-1 0 0 0,-1 0 0 0 0,0-1 0 0 0,1 1 0 0 0,0 0-1 0 0,-1-1 1 0 0,1 1 0 0 0,-3-6 0 0 0,4 6-37 0 0,0 0 0 0 0,1 0-1 0 0,-1 0 1 0 0,0 0 0 0 0,1-1 0 0 0,0 1-1 0 0,0 0 1 0 0,0 0 0 0 0,0-1 0 0 0,0 1-1 0 0,0 0 1 0 0,0 0 0 0 0,1-1 0 0 0,-1 1-1 0 0,1 0 1 0 0,0 0 0 0 0,-1 0 0 0 0,1 0-1 0 0,0 0 1 0 0,0 0 0 0 0,0 0 0 0 0,1 0-1 0 0,-1 0 1 0 0,0 0 0 0 0,1 0 0 0 0,-1 1-1 0 0,3-2 1 0 0,31-33 950 0 0,60-47-1 0 0,-1 3-170 0 0,-86 72-844 0 0,-5 3-51 0 0,1 1 0 0 0,0 1-1 0 0,-1-1 1 0 0,1 0 0 0 0,1 1 0 0 0,-1 0 0 0 0,0 0-1 0 0,1 0 1 0 0,0 1 0 0 0,-1 0 0 0 0,1-1 0 0 0,0 2-1 0 0,9-3 1 0 0,-14 4-35 0 0,0 0 0 0 0,1 1 0 0 0,-1-1 0 0 0,1 0 0 0 0,-1 1 0 0 0,1-1 1 0 0,-1 1-1 0 0,0-1 0 0 0,1 1 0 0 0,-1-1 0 0 0,0 1 0 0 0,0-1 0 0 0,1 1 0 0 0,-1-1 0 0 0,0 1 0 0 0,0-1 0 0 0,0 1 0 0 0,1-1 0 0 0,-1 1 0 0 0,0-1 0 0 0,0 1 0 0 0,0-1 0 0 0,0 1 0 0 0,0 0 0 0 0,0-1 0 0 0,0 1 0 0 0,0-1 1 0 0,-1 1-1 0 0,1-1 0 0 0,0 1 0 0 0,0-1 0 0 0,-1 2 0 0 0,-4 25 220 0 0,4-22-177 0 0,0 0-25 0 0,-5 18 451 0 0,-2 42 0 0 0,7-59-432 0 0,1-1 0 0 0,0 0-1 0 0,0 1 1 0 0,0-1-1 0 0,1 1 1 0 0,0-1 0 0 0,0 0-1 0 0,0 1 1 0 0,1-1 0 0 0,0 0-1 0 0,0 0 1 0 0,0 0-1 0 0,6 9 1 0 0,-8-13-51 0 0,1 0 0 0 0,0 0 1 0 0,-1-1-1 0 0,1 1 0 0 0,0 0 0 0 0,0 0 0 0 0,-1 0 1 0 0,1-1-1 0 0,0 1 0 0 0,0 0 0 0 0,0-1 1 0 0,0 1-1 0 0,0-1 0 0 0,0 1 0 0 0,0-1 0 0 0,0 1 1 0 0,0-1-1 0 0,0 0 0 0 0,0 0 0 0 0,0 1 0 0 0,0-1 1 0 0,1 0-1 0 0,-1 0 0 0 0,0 0 0 0 0,0 0 0 0 0,0 0 1 0 0,2-1-1 0 0,-1 1 17 0 0,0-1-1 0 0,-1-1 1 0 0,1 1-1 0 0,0 0 1 0 0,0 0 0 0 0,0-1-1 0 0,-1 1 1 0 0,1-1 0 0 0,0 1-1 0 0,-1-1 1 0 0,0 0-1 0 0,3-3 1 0 0,2-4 103 0 0,-1-1 1 0 0,0 0-1 0 0,-1 0 0 0 0,5-14 1 0 0,-4 2 7 0 0,4-41 1 0 0,-6 43 55 0 0,0 0 1 0 0,8-31-1 0 0,-11 51-135 0 0,1 0 1 0 0,-1-1-1 0 0,0 1 0 0 0,0-1 1 0 0,0 1-1 0 0,0 0 0 0 0,1-1 0 0 0,-1 1 1 0 0,0 0-1 0 0,0-1 0 0 0,1 1 1 0 0,-1 0-1 0 0,0-1 0 0 0,1 1 1 0 0,-1 0-1 0 0,0 0 0 0 0,1-1 1 0 0,-1 1-1 0 0,0 0 0 0 0,1 0 0 0 0,-1-1 1 0 0,1 1-1 0 0,-1 0 0 0 0,0 0 1 0 0,1 0-1 0 0,-1 0 0 0 0,1 0 1 0 0,-1 0-1 0 0,0 0 0 0 0,1 0 1 0 0,0 0-1 0 0,16 7 868 0 0,13 18-118 0 0,-28-23-729 0 0,56 59 799 0 0,-41-42-897 0 0,0-1 0 0 0,1 0 0 0 0,1-1 0 0 0,26 18 0 0 0,0-8-327 0 0,-7-3-1628 0 0,-14-9-2706 0 0,4 5-2158 0 0</inkml:trace>
</inkml:ink>
</file>

<file path=ppt/ink/ink2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07.5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14283 0 0,'0'0'1103'0'0,"13"10"1722"0"0,-1 7-2190 0 0,-1 2 0 0 0,-1 0 1 0 0,0 0-1 0 0,-2 1 0 0 0,9 27 1 0 0,2 5-405 0 0,94 168-956 0 0,-100-197-45 0 0,-7-13-1210 0 0</inkml:trace>
</inkml:ink>
</file>

<file path=ppt/ink/ink2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07.7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 35 10594 0 0,'-6'-3'472'0'0,"3"2"96"0"0,0-1-455 0 0,0-1-113 0 0,2 2 0 0 0,1 0 0 0 0,0-1 64 0 0,0-1 0 0 0,-2-1-64 0 0,2 0 96 0 0,2-1-953 0 0,1 1-191 0 0,1 3-40 0 0,3 1 0 0 0,2 1 896 0 0,1 2 192 0 0,0 1 0 0 0</inkml:trace>
</inkml:ink>
</file>

<file path=ppt/ink/ink2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08.2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10594 0 0,'7'10'240'0'0,"0"-1"-1"0"0,0 1 0 0 0,-1 1 0 0 0,-1-1 1 0 0,1 1-1 0 0,4 15 0 0 0,-1-4 456 0 0,14 34 88 0 0,10 23-975 0 0,-6-33-760 0 0,-23-47 418 0 0,-2-10 319 0 0,0-10 50 0 0,-1-29-18 0 0,2-41-52 0 0,-2 82 365 0 0,0 0 1 0 0,1 0 0 0 0,0 0 0 0 0,1 1 0 0 0,-1-1 0 0 0,2 0-1 0 0,5-11 1 0 0,-8 18 10 0 0,1 0 0 0 0,-1 0 0 0 0,0 0 0 0 0,1 0 0 0 0,-1 0 1 0 0,1 0-1 0 0,-1 1 0 0 0,1-1 0 0 0,0 0 0 0 0,0 1 0 0 0,0 0 0 0 0,0-1 0 0 0,0 1 0 0 0,0 0 0 0 0,0 0 0 0 0,0 0 0 0 0,1 0 0 0 0,-1 0 0 0 0,0 1 0 0 0,0-1 0 0 0,1 1 0 0 0,-1-1 0 0 0,0 1 0 0 0,1 0 0 0 0,-1 0 0 0 0,1 0 0 0 0,-1 0 0 0 0,0 1 0 0 0,1-1 1 0 0,-1 0-1 0 0,0 1 0 0 0,1 0 0 0 0,-1-1 0 0 0,0 1 0 0 0,0 0 0 0 0,0 0 0 0 0,0 1 0 0 0,1-1 0 0 0,1 2 0 0 0,10 7-36 0 0,0 0 1 0 0,-1 1 0 0 0,0 0-1 0 0,16 19 1 0 0,-15-15-1497 0 0,-4-5-2868 0 0</inkml:trace>
</inkml:ink>
</file>

<file path=ppt/ink/ink2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08.4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22 4145 0 0,'13'-22'6167'0'0,"0"35"-420"0"0,-3 1-5366 0 0,39 75 3615 0 0,-31-54-3423 0 0,2 0-1 0 0,24 31 1 0 0,49 62-1016 0 0,-55-72-5843 0 0,-20-31-353 0 0</inkml:trace>
</inkml:ink>
</file>

<file path=ppt/ink/ink2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08.6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76 301 6913 0 0,'-4'-1'239'0'0,"0"0"0"0"0,0 0 0 0 0,0-1 0 0 0,0 1 0 0 0,1-1 0 0 0,-1 0 0 0 0,0 0 0 0 0,1-1 0 0 0,0 1 0 0 0,-1-1 0 0 0,1 1 0 0 0,0-1 0 0 0,0 0-1 0 0,0-1 1 0 0,1 1 0 0 0,-1 0 0 0 0,1-1 0 0 0,0 1 0 0 0,0-1 0 0 0,0 0 0 0 0,0 0 0 0 0,1 1 0 0 0,-1-1 0 0 0,1 0 0 0 0,0-1 0 0 0,0 1-1 0 0,0 0 1 0 0,1 0 0 0 0,0 0 0 0 0,0 0 0 0 0,0-7 0 0 0,1 2-113 0 0,1 0 0 0 0,-1 0 0 0 0,2 1 0 0 0,-1-1 0 0 0,1 1 0 0 0,0-1 0 0 0,1 1 1 0 0,0 0-1 0 0,0 0 0 0 0,8-9 0 0 0,24-26-977 0 0,5 7-3367 0 0,-19 20-458 0 0</inkml:trace>
</inkml:ink>
</file>

<file path=ppt/ink/ink2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09.0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0 593 8290 0 0,'0'4'225'0'0,"0"-1"0"0"0,0 1 0 0 0,1-1 0 0 0,-1 0 0 0 0,1 1 0 0 0,0-1 0 0 0,2 6 0 0 0,-3-8-168 0 0,1-1-1 0 0,-1 1 1 0 0,0-1 0 0 0,0 0 0 0 0,1 1 0 0 0,-1-1 0 0 0,0 1 0 0 0,1-1 0 0 0,-1 0 0 0 0,0 1 0 0 0,1-1 0 0 0,-1 0 0 0 0,1 0 0 0 0,-1 1 0 0 0,0-1 0 0 0,1 0 0 0 0,-1 0 0 0 0,1 1 0 0 0,-1-1 0 0 0,1 0 0 0 0,-1 0 0 0 0,1 0 0 0 0,-1 0 0 0 0,1 0-1 0 0,0 0 55 0 0,1 0-1 0 0,-1 0 0 0 0,0-1 0 0 0,0 1 0 0 0,0-1 0 0 0,0 1 0 0 0,0-1 0 0 0,0 1 0 0 0,0-1 0 0 0,0 0 0 0 0,0 0 0 0 0,0 1 1 0 0,-1-1-1 0 0,1 0 0 0 0,1-1 0 0 0,3-5 85 0 0,0 0 0 0 0,0-1 0 0 0,-1 1 1 0 0,0-1-1 0 0,-1 0 0 0 0,1 0 0 0 0,-1 0 1 0 0,-1 0-1 0 0,3-12 0 0 0,-1-6-254 0 0,4-47 0 0 0,-7 53-67 0 0,1 5-81 0 0,-1-1-1 0 0,-1 0 1 0 0,0 1 0 0 0,-1-1-1 0 0,-1 0 1 0 0,0 1 0 0 0,-9-30-1 0 0,11 44 204 0 0,0 0-1 0 0,0 1 1 0 0,-1-1-1 0 0,1 1 1 0 0,0-1-1 0 0,0 0 0 0 0,-1 1 1 0 0,1-1-1 0 0,0 1 1 0 0,-1-1-1 0 0,1 1 1 0 0,0-1-1 0 0,-1 1 1 0 0,1-1-1 0 0,-1 1 1 0 0,1 0-1 0 0,-1-1 1 0 0,1 1-1 0 0,-1 0 1 0 0,1-1-1 0 0,-1 1 1 0 0,1 0-1 0 0,-2-1 1 0 0,-4 10 649 0 0,1 23 833 0 0,7-27-1350 0 0,-1 0-1 0 0,1 0 1 0 0,0-1-1 0 0,0 1 1 0 0,0-1 0 0 0,1 0-1 0 0,-1 0 1 0 0,1 0-1 0 0,0 0 1 0 0,0 0-1 0 0,1 0 1 0 0,-1-1-1 0 0,1 1 1 0 0,0-1-1 0 0,0 0 1 0 0,0 0 0 0 0,0-1-1 0 0,0 1 1 0 0,1-1-1 0 0,-1 0 1 0 0,1 0-1 0 0,6 1 1 0 0,-8-1-77 0 0,1-1 0 0 0,0 0 1 0 0,-1 1-1 0 0,1-2 0 0 0,0 1 0 0 0,0 0 1 0 0,0-1-1 0 0,-1 0 0 0 0,1 0 0 0 0,0 0 1 0 0,0 0-1 0 0,0-1 0 0 0,0 1 0 0 0,-1-1 0 0 0,1 0 1 0 0,0 0-1 0 0,0-1 0 0 0,-1 1 0 0 0,1-1 1 0 0,-1 1-1 0 0,0-1 0 0 0,1 0 0 0 0,-1-1 1 0 0,0 1-1 0 0,0 0 0 0 0,0-1 0 0 0,0 0 1 0 0,3-5-1 0 0,10-20 226 0 0,-1-2 0 0 0,-2 0 0 0 0,-2 0 0 0 0,0-1 0 0 0,6-34 0 0 0,14-40-6408 0 0,-21 80-437 0 0</inkml:trace>
</inkml:ink>
</file>

<file path=ppt/ink/ink2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09.5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3 184 5985 0 0,'-3'-24'12884'0'0,"14"29"-11182"0"0,15 18-1293 0 0,0 2-1 0 0,-2 1 1 0 0,30 41-1 0 0,-14-17-144 0 0,-46-61-410 0 0,-1 0 1 0 0,2 0 0 0 0,0 0 0 0 0,0-1-1 0 0,1 0 1 0 0,1 0 0 0 0,0 0-1 0 0,0 0 1 0 0,1-1 0 0 0,0-12-1 0 0,0 3-275 0 0,1 0-1 0 0,0-1 0 0 0,2 1 0 0 0,1 0 1 0 0,7-38-1 0 0,-1 38-1461 0 0,1 2-19 0 0</inkml:trace>
</inkml:ink>
</file>

<file path=ppt/ink/ink2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10.0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1 131 3225 0 0,'4'-15'10338'0'0,"0"14"-10029"0"0,1 0 1 0 0,0 1 0 0 0,0-1-1 0 0,0 1 1 0 0,0 0-1 0 0,0 0 1 0 0,0 0 0 0 0,-1 1-1 0 0,1 0 1 0 0,0 0-1 0 0,5 1 1 0 0,-6-1-196 0 0,-1 0 0 0 0,1 1 1 0 0,0-1-1 0 0,-1 1 0 0 0,1-1 0 0 0,-1 1 1 0 0,0 0-1 0 0,1 0 0 0 0,-1 1 0 0 0,0-1 1 0 0,0 1-1 0 0,-1-1 0 0 0,1 1 0 0 0,0 0 1 0 0,-1 0-1 0 0,3 4 0 0 0,-13-10 1998 0 0,-4-9-1591 0 0,9 6-649 0 0,0 0 1 0 0,1 0 0 0 0,0 0 0 0 0,0-1 0 0 0,0 1 0 0 0,0-1-1 0 0,1 0 1 0 0,0 1 0 0 0,1-1 0 0 0,0 0 0 0 0,0 0-1 0 0,0 1 1 0 0,0-1 0 0 0,1 0 0 0 0,4-13 0 0 0,1-5-7048 0 0</inkml:trace>
</inkml:ink>
</file>

<file path=ppt/ink/ink2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10.5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1 1840 0 0,'-1'8'1316'0'0,"0"1"0"0"0,1 0-1 0 0,0-1 1 0 0,1 11-1 0 0,1-7-556 0 0,-1-1-1 0 0,2 0 0 0 0,0 1 1 0 0,0-1-1 0 0,1 0 1 0 0,0 0-1 0 0,1-1 0 0 0,0 1 1 0 0,10 13-1 0 0,-14-23-737 0 0,-1 0-1 0 0,1 0 1 0 0,-1-1-1 0 0,1 1 1 0 0,0 0-1 0 0,0 0 1 0 0,-1-1-1 0 0,1 1 1 0 0,0-1-1 0 0,0 1 1 0 0,0-1-1 0 0,0 1 1 0 0,0-1-1 0 0,0 1 1 0 0,0-1-1 0 0,-1 0 1 0 0,1 0-1 0 0,0 1 1 0 0,0-1-1 0 0,0 0 1 0 0,0 0-1 0 0,0 0 1 0 0,0 0-1 0 0,0 0 1 0 0,0 0-1 0 0,0 0 1 0 0,2-1-1 0 0,-1 0 78 0 0,1 0 0 0 0,0 0 0 0 0,-1-1 0 0 0,0 1 0 0 0,1-1 0 0 0,-1 1 0 0 0,0-1 0 0 0,0 0 0 0 0,4-4 0 0 0,1-1 169 0 0,-1-1 0 0 0,0 0 1 0 0,-1 0-1 0 0,9-18 0 0 0,-9 10-149 0 0,-4 12-17 0 0,1 1 0 0 0,-1-1 0 0 0,1 0-1 0 0,-1 1 1 0 0,1-1 0 0 0,5-6-1 0 0,-7 10-85 0 0,1-1-1 0 0,0 1 1 0 0,-1-1-1 0 0,1 1 0 0 0,0-1 1 0 0,-1 1-1 0 0,1 0 0 0 0,0-1 1 0 0,0 1-1 0 0,0 0 1 0 0,-1 0-1 0 0,1-1 0 0 0,0 1 1 0 0,0 0-1 0 0,0 0 1 0 0,0 0-1 0 0,-1 0 0 0 0,1 0 1 0 0,0 0-1 0 0,0 0 0 0 0,0 1 1 0 0,0-1-1 0 0,-1 0 1 0 0,1 0-1 0 0,0 1 0 0 0,0-1 1 0 0,-1 0-1 0 0,1 1 0 0 0,0-1 1 0 0,0 1-1 0 0,-1-1 1 0 0,1 1-1 0 0,-1-1 0 0 0,1 1 1 0 0,0-1-1 0 0,-1 1 1 0 0,1 0-1 0 0,0 0 0 0 0,23 25 747 0 0,-20-21-651 0 0,1 1 0 0 0,0-1 0 0 0,0-1 0 0 0,9 8 0 0 0,-12-11-203 0 0,0 0 0 0 0,0 1 0 0 0,0-1 1 0 0,1 0-1 0 0,-1-1 0 0 0,0 1 1 0 0,1 0-1 0 0,-1-1 0 0 0,0 1 0 0 0,1-1 1 0 0,-1 0-1 0 0,1 0 0 0 0,-1 0 0 0 0,0 0 1 0 0,1 0-1 0 0,-1-1 0 0 0,4 0 1 0 0,4-2-1118 0 0</inkml:trace>
</inkml:ink>
</file>

<file path=ppt/ink/ink2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10.7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0 3225 0 0,'-2'6'6942'0'0,"8"7"-3777"0"0,9 13-509 0 0,-15-26-2474 0 0,57 82 4043 0 0,-33-49-3659 0 0,0 2 0 0 0,-2 0 0 0 0,24 55 1 0 0,-42-75-685 0 0,-3-15 32 0 0,-1 0 0 0 0,0 0 0 0 0,0 1 0 0 0,0-1 0 0 0,0 0 0 0 0,0 0 0 0 0,0 1 0 0 0,0-1-1 0 0,0 0 1 0 0,0 0 0 0 0,0 1 0 0 0,0-1 0 0 0,0 0 0 0 0,0 0 0 0 0,0 0 0 0 0,0 1 0 0 0,0-1 0 0 0,0 0 0 0 0,0 0 0 0 0,0 1 0 0 0,0-1 0 0 0,0 0 0 0 0,0 0 0 0 0,0 0 0 0 0,0 1 0 0 0,-1-1 0 0 0,-3 2-1635 0 0,4-2 1635 0 0,0 0 0 0 0,0 0-1 0 0,-1 0 1 0 0,1 0 0 0 0,0 0 0 0 0,0 0 0 0 0,0 0 0 0 0,-1 0 0 0 0,1 0 0 0 0</inkml:trace>
</inkml:ink>
</file>

<file path=ppt/ink/ink2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10.9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1 144 3225 0 0,'2'-10'182'0'0,"1"0"1"0"0,0 0-1 0 0,1 0 1 0 0,0 1-1 0 0,0 0 1 0 0,1 0-1 0 0,7-10 1 0 0,-9 14 187 0 0,0 1 1 0 0,0-1-1 0 0,0 1 0 0 0,1 0 1 0 0,0 0-1 0 0,0 0 1 0 0,0 0-1 0 0,0 1 0 0 0,1 0 1 0 0,-1-1-1 0 0,1 2 1 0 0,0-1-1 0 0,0 0 0 0 0,8-2 1 0 0,-12 5-174 0 0,1 0 0 0 0,0-1 0 0 0,-1 1 0 0 0,1 0 0 0 0,0 0 0 0 0,-1 0 0 0 0,1 0 0 0 0,-1 0 0 0 0,1 1 1 0 0,0-1-1 0 0,-1 0 0 0 0,1 1 0 0 0,-1-1 0 0 0,1 1 0 0 0,-1 0 0 0 0,1-1 0 0 0,-1 1 0 0 0,0 0 0 0 0,1 0 0 0 0,1 1 0 0 0,-1 1 79 0 0,1-1-1 0 0,-1 1 0 0 0,0 0 0 0 0,0-1 1 0 0,-1 1-1 0 0,1 0 0 0 0,0 0 0 0 0,-1 0 1 0 0,2 5-1 0 0,0 3 229 0 0,0-1 1 0 0,-1 1-1 0 0,-1 0 1 0 0,1 0-1 0 0,-1 12 1 0 0,-2-1-186 0 0,-1 1 0 0 0,0-2-1 0 0,-2 1 1 0 0,-1 0 0 0 0,-7 23 0 0 0,-14 16-7454 0 0</inkml:trace>
</inkml:ink>
</file>

<file path=ppt/ink/ink2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11.1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43 10594 0 0,'-1'-4'294'0'0,"0"0"-1"0"0,0 0 1 0 0,1 0-1 0 0,0 0 0 0 0,-1 0 1 0 0,2 0-1 0 0,-1-5 1 0 0,0 9-230 0 0,1 0-1 0 0,-1-1 1 0 0,0 1 0 0 0,0 0-1 0 0,0 0 1 0 0,0-1 0 0 0,0 1-1 0 0,0 0 1 0 0,0 0 0 0 0,0-1 0 0 0,0 1-1 0 0,1 0 1 0 0,-1 0 0 0 0,0 0-1 0 0,0-1 1 0 0,0 1 0 0 0,0 0-1 0 0,1 0 1 0 0,-1 0 0 0 0,0-1 0 0 0,0 1-1 0 0,0 0 1 0 0,1 0 0 0 0,-1 0-1 0 0,0 0 1 0 0,0 0 0 0 0,1 0-1 0 0,-1 0 1 0 0,0 0 0 0 0,0-1 0 0 0,1 1-1 0 0,-1 0 1 0 0,0 0 0 0 0,1 0-1 0 0,-1 0 1 0 0,0 0 0 0 0,0 0-1 0 0,1 1 1 0 0,15 13 2243 0 0,54 90 1723 0 0,-50-71-3449 0 0,44 55 0 0 0,73 50-622 0 0,-92-96-1118 0 0,-29-27-26 0 0</inkml:trace>
</inkml:ink>
</file>

<file path=ppt/ink/ink2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11.2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0 487 14283 0 0,'0'-1'1272'0'0,"2"-2"-1016"0"0,2 0-256 0 0,0-1 0 0 0,2-1 368 0 0,3-2 25 0 0,6-4 7 0 0,10-12 0 0 0,11-9 176 0 0,5-6 32 0 0,5-5 0 0 0,1-3 8 0 0,4-2-616 0 0,2-3-208 0 0,4-4 0 0 0,11-4 0 0 0,6 2 144 0 0</inkml:trace>
</inkml:ink>
</file>

<file path=ppt/ink/ink2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14.1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1600 320 2304 0 0,'-184'-123'5045'0'0,"41"25"295"0"0,42 43-5004 0 0,77 46-213 0 0,0 1-1 0 0,0 1 0 0 0,0 1 0 0 0,-1 1 0 0 0,0 1 0 0 0,0 1 0 0 0,0 2 1 0 0,-1 0-1 0 0,1 2 0 0 0,0 1 0 0 0,-30 5 0 0 0,-30 10-691 0 0,-153 51 1 0 0,198-55 654 0 0,0 2 1 0 0,2 1 0 0 0,0 2 0 0 0,1 2-1 0 0,-42 30 1 0 0,60-36 172 0 0,0 1 1 0 0,1 1-1 0 0,0 1 0 0 0,2 1 0 0 0,0 0 1 0 0,1 1-1 0 0,1 0 0 0 0,0 1 1 0 0,2 1-1 0 0,-15 34 0 0 0,14-20-238 0 0,1 0 0 0 0,2 2-1 0 0,1-1 1 0 0,3 1 0 0 0,0 0 0 0 0,3 1-1 0 0,1-1 1 0 0,4 58 0 0 0,3-41-182 0 0,2 1 0 0 0,2-1 0 0 0,3-1 0 0 0,2 0 0 0 0,26 63 0 0 0,-29-89 166 0 0,1 0 0 0 0,1-1 0 0 0,1-1 0 0 0,2 0 0 0 0,22 28 0 0 0,-26-40-75 0 0,0 0 1 0 0,0-1-1 0 0,2 0 1 0 0,-1-1-1 0 0,1 0 1 0 0,1-1-1 0 0,0-1 1 0 0,0-1-1 0 0,33 14 1 0 0,-18-12-10 0 0,-1-2 0 0 0,1-1-1 0 0,1-1 1 0 0,-1-2 0 0 0,1-1 0 0 0,54-2 0 0 0,-30-4 242 0 0,0-2 1 0 0,105-25 0 0 0,-35-6-52 0 0,179-79-1 0 0,57-72 379 0 0,-278 139-339 0 0,142-90 230 0 0,-194 115-188 0 0,0-1 0 0 0,-1-1 0 0 0,-1-2 0 0 0,42-52 0 0 0,-62 67-52 0 0,0 0 1 0 0,-2 0-1 0 0,1-1 0 0 0,-1 0 0 0 0,-1 0 1 0 0,-1-1-1 0 0,0 0 0 0 0,0 0 0 0 0,-1 0 1 0 0,-1 0-1 0 0,2-27 0 0 0,-4 23 73 0 0,-2 0-1 0 0,0 1 1 0 0,-1-1-1 0 0,0 1 1 0 0,-2 0-1 0 0,0-1 1 0 0,-1 2-1 0 0,-1-1 1 0 0,-11-24-1 0 0,4 15-58 0 0,-2 2-1 0 0,0-1 1 0 0,-1 2-1 0 0,-2 0 1 0 0,0 1-1 0 0,-2 1 1 0 0,0 1-1 0 0,-1 0 1 0 0,-41-28-1 0 0,24 23-234 0 0,0 1 1 0 0,-2 2-1 0 0,-1 2 0 0 0,-1 2 0 0 0,-62-19 0 0 0,77 29-187 0 0,-1 1 0 0 0,0 2 0 0 0,0 1 1 0 0,-1 1-1 0 0,1 1 0 0 0,-51 4 0 0 0,43 2-2032 0 0,1 2 0 0 0,-60 16 0 0 0,21 2-3563 0 0</inkml:trace>
</inkml:ink>
</file>

<file path=ppt/ink/ink2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15.0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1593 232 456 0 0,'-23'-14'636'0'0,"-32"-16"-1"0"0,-143-46 11262 0 0,151 60-12213 0 0,-31-10 555 0 0,-145-29 0 0 0,183 48-468 0 0,0 3 0 0 0,0 1 0 0 0,0 2 0 0 0,-1 2 0 0 0,-68 10 0 0 0,75-5 406 0 0,0 2-1 0 0,0 2 1 0 0,2 0 0 0 0,-1 2 0 0 0,-43 23-1 0 0,53-22-159 0 0,1 1 0 0 0,0 0 0 0 0,1 2 0 0 0,1 0 0 0 0,0 2 0 0 0,2 0 0 0 0,-31 37 0 0 0,13-7-137 0 0,3 1 0 0 0,1 2-1 0 0,3 1 1 0 0,-34 85 0 0 0,56-116 102 0 0,1 1 1 0 0,1-1 0 0 0,1 1-1 0 0,1 0 1 0 0,1 1 0 0 0,1-1-1 0 0,1 0 1 0 0,6 45-1 0 0,2-14 125 0 0,3-1 0 0 0,27 81 0 0 0,-28-109-27 0 0,0 1 0 0 0,2-2-1 0 0,1 0 1 0 0,0 0 0 0 0,2-1 0 0 0,0-1 0 0 0,22 23 0 0 0,138 123 449 0 0,-141-137-587 0 0,2-3 1 0 0,1 0-1 0 0,0-3 1 0 0,67 33-1 0 0,-76-45 22 0 0,0-1 0 0 0,0-2 0 0 0,1 0 0 0 0,0-2 0 0 0,1-1 0 0 0,0-2 0 0 0,57 2 0 0 0,-14-6 381 0 0,1-4-1 0 0,117-22 1 0 0,-150 17-183 0 0,0-1 0 0 0,-1-3 0 0 0,-1-1 0 0 0,0-2 0 0 0,-1-1 0 0 0,40-26 0 0 0,191-137 1669 0 0,-180 119-1454 0 0,-40 28-236 0 0,-2-2 0 0 0,44-43 0 0 0,-76 63-99 0 0,-1 0 1 0 0,0 0-1 0 0,-1-1 1 0 0,-1-1-1 0 0,-1 0 1 0 0,0-1-1 0 0,-1 0 1 0 0,-1-1-1 0 0,9-28 1 0 0,-7 6 240 0 0,-3-1 0 0 0,-1-1 0 0 0,-3 1 0 0 0,-1-1 0 0 0,-2 0 0 0 0,-2 0 0 0 0,-2 1 0 0 0,-1-1 1 0 0,-3 1-1 0 0,-13-49 0 0 0,16 76-295 0 0,0 1 1 0 0,-1 0 0 0 0,-1 0-1 0 0,0 1 1 0 0,-1-1-1 0 0,0 1 1 0 0,-1 1 0 0 0,-1-1-1 0 0,0 2 1 0 0,-14-16 0 0 0,10 15-55 0 0,0 2 1 0 0,0-1 0 0 0,-1 2 0 0 0,0 0-1 0 0,-1 0 1 0 0,0 2 0 0 0,0 0 0 0 0,-32-11 0 0 0,-21-2-216 0 0,0 3 1 0 0,-110-13 0 0 0,130 25-554 0 0,1 3 0 0 0,-1 1 0 0 0,0 3 0 0 0,-83 13 0 0 0,63 0-5190 0 0</inkml:trace>
</inkml:ink>
</file>

<file path=ppt/ink/ink2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15.9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1352 151 11522 0 0,'-49'-48'3327'0'0,"42"40"-3585"0"0,-1 0 1 0 0,1 0-1 0 0,-1 0 0 0 0,-1 1 1 0 0,0 1-1 0 0,0-1 1 0 0,0 2-1 0 0,0-1 1 0 0,-15-5-1 0 0,5 4-516 0 0,-1 2 0 0 0,0 0 0 0 0,-23-2 0 0 0,13 4 1539 0 0,-49 1 0 0 0,29 6 1270 0 0,0 1 0 0 0,-64 16 0 0 0,84-13-1881 0 0,0 1 0 0 0,1 1 1 0 0,0 2-1 0 0,0 0 0 0 0,1 2 1 0 0,1 2-1 0 0,0 0 0 0 0,2 2 0 0 0,0 0 1 0 0,0 2-1 0 0,2 1 0 0 0,1 1 1 0 0,-25 30-1 0 0,-3 7-219 0 0,4 1-1 0 0,2 3 1 0 0,2 1 0 0 0,4 3-1 0 0,-38 88 1 0 0,55-104 44 0 0,2 0-1 0 0,-18 82 1 0 0,34-115 16 0 0,0-1-1 0 0,1 1 1 0 0,1-1 0 0 0,1 1-1 0 0,0 0 1 0 0,2-1 0 0 0,0 1-1 0 0,1-1 1 0 0,0 1 0 0 0,2-1-1 0 0,12 33 1 0 0,-7-28 43 0 0,1-1 0 0 0,1 0 0 0 0,0-1 1 0 0,2 0-1 0 0,1-1 0 0 0,0-1 0 0 0,1 0 0 0 0,1-1 1 0 0,33 26-1 0 0,-20-21 46 0 0,1-3 1 0 0,1 0 0 0 0,0-2-1 0 0,2-1 1 0 0,60 19-1 0 0,-31-15 82 0 0,2-3 0 0 0,0-2-1 0 0,1-4 1 0 0,0-2-1 0 0,1-3 1 0 0,0-4-1 0 0,131-10 1 0 0,-146-1-182 0 0,-1-2-1 0 0,-1-2 1 0 0,0-3 0 0 0,95-43 0 0 0,-36 4 410 0 0,100-69 1 0 0,-137 79-123 0 0,-6 5-49 0 0,-2-2 1 0 0,-2-3-1 0 0,66-62 0 0 0,-107 84-156 0 0,-1-2-1 0 0,0 0 0 0 0,-2-1 0 0 0,-1-1 0 0 0,-1 0 1 0 0,-2-1-1 0 0,-1-1 0 0 0,0 0 0 0 0,-3-1 0 0 0,0 0 1 0 0,-2-1-1 0 0,-1 0 0 0 0,-2 0 0 0 0,-1-1 0 0 0,-1 1 1 0 0,-2-1-1 0 0,-1 0 0 0 0,-6-45 0 0 0,2 54-38 0 0,-2 0 0 0 0,-1 0-1 0 0,0 1 1 0 0,-2 0 0 0 0,0 1 0 0 0,-2 0 0 0 0,0 0-1 0 0,-2 1 1 0 0,0 0 0 0 0,-16-17 0 0 0,16 21-20 0 0,-1 1 0 0 0,-1 0 0 0 0,-1 1 0 0 0,0 1 0 0 0,-1 0 0 0 0,0 1 0 0 0,0 1 0 0 0,-2 1 0 0 0,1 1 0 0 0,-1 0 0 0 0,-31-9-1 0 0,14 9-103 0 0,0 2 0 0 0,0 1 0 0 0,0 2 0 0 0,-1 2 0 0 0,0 1 0 0 0,-60 7 0 0 0,40 1-602 0 0,2 3 1 0 0,-1 2 0 0 0,-86 32-1 0 0,76-17-435 0 0,3 7-10 0 0</inkml:trace>
</inkml:ink>
</file>

<file path=ppt/ink/ink2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39.8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351 116 7370 0 0,'0'-19'922'0'0,"1"11"-227"0"0,-1 1-1 0 0,1-1 1 0 0,-2 1-1 0 0,1-1 1 0 0,-1 1-1 0 0,0 0 1 0 0,-1-1-1 0 0,0 1 0 0 0,0 0 1 0 0,-4-11-1 0 0,6 18-629 0 0,-1 0-1 0 0,1-1 1 0 0,0 1-1 0 0,0 0 1 0 0,0-1-1 0 0,-1 1 1 0 0,1 0-1 0 0,0 0 1 0 0,0-1-1 0 0,-1 1 1 0 0,1 0-1 0 0,0 0 1 0 0,0 0-1 0 0,-1 0 1 0 0,1-1-1 0 0,0 1 1 0 0,-1 0 0 0 0,1 0-1 0 0,0 0 1 0 0,-1 0-1 0 0,1 0 1 0 0,0 0-1 0 0,-1 0 1 0 0,1 0-1 0 0,0 0 1 0 0,-1 0-1 0 0,1 0 1 0 0,0 0-1 0 0,-1 0 1 0 0,1 0-1 0 0,0 0 1 0 0,-1 0-1 0 0,1 0 1 0 0,-1 0-1 0 0,-11 11 1099 0 0,-7 21-180 0 0,17-29-778 0 0,-16 34 176 0 0,1 1-1 0 0,-18 62 1 0 0,-13 87-103 0 0,32-119-185 0 0,-16 57-70 0 0,-48 215-12 0 0,61-238-16 0 0,-9 139 0 0 0,29-222-690 0 0,-2-19 627 0 0,1 0 1 0 0,0 0 0 0 0,0 1-1 0 0,0-1 1 0 0,0 0 0 0 0,0 0 0 0 0,0 1-1 0 0,0-1 1 0 0,0 0 0 0 0,0 1-1 0 0,0-1 1 0 0,0 0 0 0 0,0 0-1 0 0,0 1 1 0 0,0-1 0 0 0,0 0 0 0 0,0 0-1 0 0,0 1 1 0 0,0-1 0 0 0,0 0-1 0 0,0 1 1 0 0,0-1 0 0 0,0 0 0 0 0,0 0-1 0 0,0 1 1 0 0,1-1 0 0 0,-1 0-1 0 0,0 0 1 0 0,0 0 0 0 0,0 1-1 0 0,1-1 1 0 0,-1 0 0 0 0,0 0 0 0 0,0 0-1 0 0,0 1 1 0 0,1-1 0 0 0,-1 0-1 0 0,0 0 1 0 0,0 0 0 0 0,1 0 0 0 0,-1 0-1 0 0,1 0 1 0 0</inkml:trace>
</inkml:ink>
</file>

<file path=ppt/ink/ink2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40.0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1 217 2761 0 0,'0'-1'-48'0'0,"0"-28"1112"0"0,6-52 1 0 0,-5 73-401 0 0,1 0 0 0 0,0 0 0 0 0,0 0 0 0 0,1 0 0 0 0,0 0 0 0 0,0 1 0 0 0,1-1 0 0 0,-1 1 0 0 0,2 0 0 0 0,-1 0-1 0 0,8-8 1 0 0,-11 14-564 0 0,-1 1 0 0 0,1-1-1 0 0,0 1 1 0 0,0-1-1 0 0,-1 0 1 0 0,1 1 0 0 0,0 0-1 0 0,0-1 1 0 0,0 1 0 0 0,0-1-1 0 0,0 1 1 0 0,0 0-1 0 0,0 0 1 0 0,-1-1 0 0 0,1 1-1 0 0,0 0 1 0 0,0 0 0 0 0,0 0-1 0 0,0 0 1 0 0,0 0-1 0 0,0 1 1 0 0,0-1 0 0 0,0 0-1 0 0,0 0 1 0 0,0 0-1 0 0,0 1 1 0 0,0-1 0 0 0,0 1-1 0 0,-1-1 1 0 0,1 0 0 0 0,0 1-1 0 0,0 0 1 0 0,0-1-1 0 0,-1 1 1 0 0,1-1 0 0 0,0 1-1 0 0,-1 0 1 0 0,1 0-1 0 0,0-1 1 0 0,-1 1 0 0 0,1 0-1 0 0,-1 0 1 0 0,1 1 0 0 0,26 44 1601 0 0,-24-40-1440 0 0,149 311 2643 0 0,76 146-2412 0 0,-110-256-752 0 0,-117-207 272 0 0,-1 0-110 0 0,0 1 1 0 0,1-1-1 0 0,-1 0 1 0 0,0 1-1 0 0,0-1 1 0 0,1 0-1 0 0,-1 1 1 0 0,0-1 0 0 0,0 0-1 0 0,0 1 1 0 0,1-1-1 0 0,-1 1 1 0 0,0-1-1 0 0,0 0 1 0 0,0 1-1 0 0,0-1 1 0 0,0 1-1 0 0,0-1 1 0 0,0 0 0 0 0,0 1-1 0 0,0-1 1 0 0,0 1-1 0 0,0-1 1 0 0,0 0-1 0 0,0 1 1 0 0,0-1-1 0 0,0 1 1 0 0,0-1-1 0 0,0 0 1 0 0,-1 1 0 0 0,1-1-1 0 0,0 1 1 0 0,0-1-1 0 0,-1 0 1 0 0,1 1-1 0 0,0-1 1 0 0,0 0-1 0 0,-1 0 1 0 0,1 1-1 0 0,0-1 1 0 0,-1 0 0 0 0,1 1-1 0 0,0-1 1 0 0,-1 0-1 0 0</inkml:trace>
</inkml:ink>
</file>

<file path=ppt/ink/ink2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40.2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18 190 7834 0 0,'-1'0'92'0'0,"1"0"0"0"0,-1 1 0 0 0,1-1 0 0 0,-1 0 0 0 0,0 0 0 0 0,1 0 0 0 0,-1 0 0 0 0,1 0 0 0 0,-1 0 0 0 0,1 0 0 0 0,-1 0 1 0 0,1 0-1 0 0,-1 0 0 0 0,1 0 0 0 0,-1 0 0 0 0,0 0 0 0 0,1 0 0 0 0,-1-1 0 0 0,1 1 0 0 0,-1 0 0 0 0,1 0 0 0 0,-1-1 0 0 0,1 1 0 0 0,0 0 0 0 0,-1 0 1 0 0,1-1-1 0 0,-1 1 0 0 0,1-1 0 0 0,0 1 0 0 0,-1 0 0 0 0,1-1 0 0 0,0 1 0 0 0,-1-1 0 0 0,1 1 0 0 0,0-1 0 0 0,-1 1 0 0 0,1-1 0 0 0,0-1 142 0 0,0 0 0 0 0,0 0 0 0 0,1 0 0 0 0,-1 0 0 0 0,0 0 0 0 0,1 0 1 0 0,0 1-1 0 0,-1-1 0 0 0,1 0 0 0 0,0 0 0 0 0,1-1 0 0 0,4-7 625 0 0,0 0 1 0 0,0 1-1 0 0,10-10 0 0 0,-5 9-366 0 0,0-1-1 0 0,1 2 0 0 0,0 0 0 0 0,1 0 0 0 0,0 1 0 0 0,0 1 1 0 0,16-7-1 0 0,14-2-1696 0 0,2 5-3665 0 0,-11 5-1756 0 0</inkml:trace>
</inkml:ink>
</file>

<file path=ppt/ink/ink2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40.5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1 405 6913 0 0,'7'-6'1574'0'0,"1"0"-1"0"0,0 1 0 0 0,0 0 0 0 0,17-8 0 0 0,-17 10-1248 0 0,0 0 1 0 0,0 1-1 0 0,0 0 0 0 0,1 0 1 0 0,-1 1-1 0 0,1 0 0 0 0,-1 0 1 0 0,1 1-1 0 0,-1 0 0 0 0,0 1 0 0 0,1 0 1 0 0,-1 0-1 0 0,1 1 0 0 0,-1 0 1 0 0,0 0-1 0 0,0 1 0 0 0,0 0 1 0 0,0 0-1 0 0,-1 1 0 0 0,1 0 0 0 0,-1 0 1 0 0,0 1-1 0 0,0 0 0 0 0,0 0 1 0 0,9 11-1 0 0,-23-25-269 0 0,0 0 0 0 0,1-1 0 0 0,0 0 0 0 0,0 0 0 0 0,1 0 0 0 0,0-1 0 0 0,1 0 0 0 0,0 0 1 0 0,1 0-1 0 0,0 0 0 0 0,-2-21 0 0 0,2 11 23 0 0,1-1 1 0 0,1 0-1 0 0,1 0 1 0 0,1 1-1 0 0,6-38 1 0 0,1 23-1636 0 0,2 1-3937 0 0,3 2-1963 0 0</inkml:trace>
</inkml:ink>
</file>

<file path=ppt/ink/ink2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41.1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233 510 3225 0 0,'-19'0'3458'0'0,"-68"2"7245"0"0,76-1-9824 0 0,0 0 0 0 0,0 1 1 0 0,0 0-1 0 0,1 1 0 0 0,-18 6 0 0 0,25-7-863 0 0,0-1 0 0 0,0 1 1 0 0,0 0-1 0 0,1 0 0 0 0,-1 0 0 0 0,1 1 1 0 0,-1-1-1 0 0,1 1 0 0 0,0-1 0 0 0,-1 1 0 0 0,1 0 1 0 0,1 0-1 0 0,-1-1 0 0 0,0 2 0 0 0,1-1 1 0 0,-1 0-1 0 0,1 0 0 0 0,0 0 0 0 0,0 1 1 0 0,0-1-1 0 0,1 0 0 0 0,-1 1 0 0 0,1-1 1 0 0,0 0-1 0 0,0 1 0 0 0,0-1 0 0 0,0 1 1 0 0,1-1-1 0 0,-1 1 0 0 0,1-1 0 0 0,2 6 0 0 0,-2-6-43 0 0,0 1 1 0 0,0-1-1 0 0,0 1 0 0 0,1-1 0 0 0,-1 1 0 0 0,1-1 0 0 0,0 0 0 0 0,0 0 0 0 0,0 0 0 0 0,1 0 0 0 0,-1 0 0 0 0,1 0 0 0 0,-1-1 0 0 0,1 1 0 0 0,0-1 0 0 0,0 0 0 0 0,0 0 0 0 0,0 0 0 0 0,1 0 0 0 0,-1 0 0 0 0,1-1 0 0 0,-1 0 0 0 0,1 1 0 0 0,-1-1 0 0 0,1 0 0 0 0,-1-1 0 0 0,1 1 0 0 0,0-1 0 0 0,4 1 0 0 0,-3-2-25 0 0,1 1-1 0 0,-1-1 0 0 0,1 0 0 0 0,-1-1 0 0 0,0 1 0 0 0,0-1 0 0 0,1 0 0 0 0,-1 0 0 0 0,0-1 0 0 0,0 1 0 0 0,-1-1 0 0 0,1 0 0 0 0,-1-1 0 0 0,6-4 0 0 0,-3 1 22 0 0,-1 0 0 0 0,0 0 0 0 0,0-1 0 0 0,-1 1 0 0 0,0-1-1 0 0,-1-1 1 0 0,8-16 0 0 0,-5 5 20 0 0,-1 0-1 0 0,-1 0 0 0 0,0-1 1 0 0,-2 0-1 0 0,0 0 1 0 0,-1-38-1 0 0,-5 25 101 0 0,-1 0 0 0 0,-2 1 0 0 0,-1 0 0 0 0,-1 0 0 0 0,-2 1 0 0 0,-2 0 0 0 0,0 1 0 0 0,-2 0 0 0 0,-19-29 0 0 0,28 50 11 0 0,2 5-16 0 0,1 0 1 0 0,-1 1-1 0 0,0-1 0 0 0,0 1 0 0 0,0 0 0 0 0,-5-5 0 0 0,8 14 92 0 0,0 1 1 0 0,1-1-1 0 0,0 1 0 0 0,0-1 1 0 0,2 8-1 0 0,9 33-52 0 0,2 0 1 0 0,2-2 0 0 0,2 0 0 0 0,2 0-1 0 0,2-2 1 0 0,1-1 0 0 0,44 58-1 0 0,6-1 463 0 0,-31-29-3405 0 0,-27-38-5381 0 0</inkml:trace>
</inkml:ink>
</file>

<file path=ppt/ink/ink2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41.5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139 394 9218 0 0,'-15'0'255'0'0,"-1"0"-1"0"0,1-1 1 0 0,-1-1 0 0 0,1 0 0 0 0,0-2-1 0 0,-28-8 1 0 0,43 12-226 0 0,0 0-1 0 0,-1 0 1 0 0,1 0 0 0 0,0-1-1 0 0,0 1 1 0 0,0 0 0 0 0,0 0-1 0 0,-1 0 1 0 0,1 0 0 0 0,0 0-1 0 0,0 0 1 0 0,0 0 0 0 0,0 0-1 0 0,0-1 1 0 0,-1 1 0 0 0,1 0-1 0 0,0 0 1 0 0,0 0 0 0 0,0 0-1 0 0,0 0 1 0 0,0-1 0 0 0,0 1-1 0 0,0 0 1 0 0,0 0 0 0 0,-1 0-1 0 0,1 0 1 0 0,0-1 0 0 0,0 1-1 0 0,0 0 1 0 0,0 0 0 0 0,0 0-1 0 0,0-1 1 0 0,0 1 0 0 0,0 0-1 0 0,0 0 1 0 0,0 0 0 0 0,0-1-1 0 0,0 1 1 0 0,0 0 0 0 0,1 0-1 0 0,-1 0 1 0 0,0 0-1 0 0,0-1 1 0 0,0 1 0 0 0,0 0-1 0 0,0 0 1 0 0,0 0 0 0 0,0 0-1 0 0,0 0 1 0 0,1-1 0 0 0,-1 1-1 0 0,0 0 1 0 0,0 0 0 0 0,0 0-1 0 0,16-10 654 0 0,19-3-155 0 0,12-2-32 0 0,84-27 922 0 0,164-30 1 0 0,110 12 539 0 0,-280 47-1205 0 0,158 5-1 0 0,-222 10-715 0 0,363 4 240 0 0,-3-36-128 0 0,-151-19-66 0 0,-7 1-3 0 0,-236 43-1070 0 0,0 1 0 0 0,0 2 0 0 0,0 1 0 0 0,1 1 0 0 0,38 4 0 0 0</inkml:trace>
</inkml:ink>
</file>

<file path=ppt/ink/ink2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42.1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2230 0 9674 0 0,'2'20'1064'0'0,"1"1"0"0"0,0-1 0 0 0,1 0 0 0 0,2-1 0 0 0,6 20 0 0 0,6 19 1162 0 0,65 278 1356 0 0,31 170-3212 0 0,-40-171-204 0 0,-36-149-151 0 0,-8 1 0 0 0,-8 1 0 0 0,-8 1 0 0 0,-18 314 0 0 0,-2-394 195 0 0,-6 0 0 0 0,-4 0 0 0 0,-43 148 0 0 0,50-226-151 0 0,5-14-17 0 0,-1-1 1 0 0,0 1 0 0 0,-1-1-1 0 0,0-1 1 0 0,-2 1 0 0 0,0-1-1 0 0,-15 21 1 0 0,21-33-36 0 0,0-1-1 0 0,0 0 1 0 0,-1-1 0 0 0,1 1-1 0 0,0 0 1 0 0,-1-1 0 0 0,1 1-1 0 0,-1-1 1 0 0,1 0 0 0 0,-1 0-1 0 0,0 0 1 0 0,1 0-1 0 0,-1 0 1 0 0,0-1 0 0 0,0 1-1 0 0,-5 0 1 0 0,-3-1 47 0 0,1-1-1 0 0,-1 0 1 0 0,-14-3 0 0 0,17 2-32 0 0,0 1-1 0 0,0 0 1 0 0,0 0 0 0 0,0 1 0 0 0,-15 0 0 0 0,7 4-44 0 0,0 0 1 0 0,1 1 0 0 0,0 1-1 0 0,0 0 1 0 0,-15 9-1 0 0,-70 46-48 0 0,-10 6 37 0 0,-315 116 78 0 0,51-58 555 0 0,278-96-596 0 0,-2-4 1 0 0,0-4-1 0 0,-2-4 0 0 0,0-5 0 0 0,0-4 0 0 0,-154-8 1 0 0,193-3-457 0 0,-70-7-415 0 0,113 7 266 0 0,1 0 1 0 0,0-1 0 0 0,0-1-1 0 0,0-1 1 0 0,-21-10 0 0 0,3-4-6591 0 0</inkml:trace>
</inkml:ink>
</file>

<file path=ppt/ink/ink2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42.65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107 176 2304 0 0,'-5'-16'338'0'0,"1"-2"1153"0"0,-2 1-1 0 0,0-1 0 0 0,0 1 1 0 0,-2 0-1 0 0,0 1 0 0 0,-19-29 1 0 0,26 44-1358 0 0,1 0 1 0 0,-1 0 0 0 0,1 1-1 0 0,-1-1 1 0 0,1 0 0 0 0,-1 1-1 0 0,1-1 1 0 0,-1 0 0 0 0,0 1-1 0 0,0-1 1 0 0,1 1 0 0 0,-1-1-1 0 0,0 1 1 0 0,0-1 0 0 0,1 1-1 0 0,-1 0 1 0 0,0-1 0 0 0,0 1-1 0 0,0 0 1 0 0,0 0 0 0 0,0 0-1 0 0,1-1 1 0 0,-3 1 0 0 0,2 1-30 0 0,0-1 1 0 0,1 1-1 0 0,-1-1 1 0 0,0 1-1 0 0,1-1 1 0 0,-1 1-1 0 0,0 0 1 0 0,1-1-1 0 0,-1 1 1 0 0,1 0-1 0 0,-1 0 1 0 0,1-1-1 0 0,-1 1 1 0 0,1 0-1 0 0,0 0 1 0 0,-1 0-1 0 0,1-1 1 0 0,0 1-1 0 0,-1 1 1 0 0,-5 48 1262 0 0,6-47-1403 0 0,1 150 508 0 0,30 230 0 0 0,-20-284-436 0 0,105 871 70 0 0,-68-590 278 0 0,-25-136 136 0 0,-10 0-1 0 0,-27 365 1 0 0,4-531-376 0 0,9-69-119 0 0,-1-1 0 0 0,-1 0 0 0 0,1 1 0 0 0,-2-1 1 0 0,1 0-1 0 0,-9 14 0 0 0,11-21-12 0 0,0-1-1 0 0,1 1 1 0 0,-1-1-1 0 0,0 1 1 0 0,0-1 0 0 0,0 1-1 0 0,0-1 1 0 0,0 0-1 0 0,0 1 1 0 0,0-1-1 0 0,0 0 1 0 0,0 0 0 0 0,0 0-1 0 0,0 0 1 0 0,0 1-1 0 0,0-1 1 0 0,-2-1 0 0 0</inkml:trace>
</inkml:ink>
</file>

<file path=ppt/ink/ink2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44.5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278 1 6913 0 0,'-36'0'1209'0'0,"-60"8"0"0"0,81-5-513 0 0,1 0-1 0 0,0 1 1 0 0,0 0 0 0 0,0 1 0 0 0,0 0 0 0 0,-24 14 0 0 0,37-18-628 0 0,-1 0 1 0 0,1-1 0 0 0,0 1-1 0 0,-1 0 1 0 0,1 0 0 0 0,0 0-1 0 0,0 0 1 0 0,-1 0 0 0 0,1 0-1 0 0,0 0 1 0 0,0 0 0 0 0,0 0-1 0 0,0 1 1 0 0,1-1 0 0 0,-1 0-1 0 0,0 0 1 0 0,0 1 0 0 0,1-1-1 0 0,-1 1 1 0 0,1-1 0 0 0,-1 1-1 0 0,1-1 1 0 0,0 1 0 0 0,-1 1-1 0 0,2-1-35 0 0,-1 0 0 0 0,1 0 0 0 0,0 0 0 0 0,0-1 0 0 0,0 1 0 0 0,0 0 0 0 0,0-1-1 0 0,0 1 1 0 0,0-1 0 0 0,0 1 0 0 0,0-1 0 0 0,1 1 0 0 0,-1-1 0 0 0,1 0 0 0 0,-1 0 0 0 0,4 2-1 0 0,8 5-25 0 0,0-1-1 0 0,1-1 0 0 0,25 9 1 0 0,-34-13 46 0 0,57 17 115 0 0,0-2 1 0 0,1-4-1 0 0,1-1 0 0 0,0-4 1 0 0,78 0-1 0 0,307 14 1419 0 0,-115 9-1321 0 0,-55-2-131 0 0,-181-23-76 0 0,569 20 250 0 0,-60-34-14 0 0,324 5 172 0 0,-510 29-472 0 0,-30-1 64 0 0,-42-17 9 0 0,155 7 26 0 0,199-1 58 0 0,39 2 49 0 0,381 11-81 0 0,-570-9-56 0 0,-524-18-64 0 0,297-6 0 0 0,633-52 360 0 0,-840 50-319 0 0,61-1 12 0 0,355 31-3 0 0,-453-19-50 0 0,-1 4 0 0 0,0 4 0 0 0,132 35 0 0 0,-143-30 2 0 0,1-3 0 0 0,0-4 0 0 0,1-2 0 0 0,111-5 0 0 0,-139-2 45 0 0,1 2-1 0 0,-1 2 0 0 0,0 1 0 0 0,0 3 1 0 0,69 20-1 0 0,-84-18-8 0 0,1-1 1 0 0,0-1-1 0 0,0-2 1 0 0,1-1-1 0 0,0-2 1 0 0,61 0-1 0 0,-73-5-24 0 0,0-1 1 0 0,0-1-1 0 0,-1 0 0 0 0,1-1 0 0 0,-1-1 0 0 0,31-15 1 0 0,-3-5-813 0 0,51-35 0 0 0,-94 59 735 0 0,22-12-2395 0 0</inkml:trace>
</inkml:ink>
</file>

<file path=ppt/ink/ink2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44.9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145 85 2761 0 0,'0'-3'238'0'0,"-1"0"1"0"0,0 1-1 0 0,0-1 1 0 0,0 0 0 0 0,0 1-1 0 0,0-1 1 0 0,-1 1-1 0 0,1-1 1 0 0,-1 1-1 0 0,0 0 1 0 0,1 0 0 0 0,-1-1-1 0 0,0 1 1 0 0,-4-3-1 0 0,-33-24 3683 0 0,33 26-3077 0 0,0 1 1 0 0,-1 0 0 0 0,1 0-1 0 0,-1 0 1 0 0,1 1 0 0 0,-1 0-1 0 0,0 0 1 0 0,1 0 0 0 0,-1 1-1 0 0,-9 1 1 0 0,15-1-760 0 0,6 1 198 0 0,0 0-1 0 0,0 0 1 0 0,-1 0-1 0 0,1 1 1 0 0,-1 0-1 0 0,1 0 1 0 0,-1 1-1 0 0,0-1 1 0 0,0 1 0 0 0,0 0-1 0 0,7 6 1 0 0,49 47-832 0 0,-50-46 796 0 0,191 206-247 0 0,-199-215 13 0 0,-1 0 0 0 0,0 0 1 0 0,0 1-1 0 0,0-1 0 0 0,0 0 1 0 0,0 0-1 0 0,0 0 0 0 0,0 1 1 0 0,0-1-1 0 0,0 0 0 0 0,0 1 1 0 0,-1-1-1 0 0,1 1 0 0 0,-1-1 1 0 0,1 1-1 0 0,-1-1 0 0 0,0 1 1 0 0,1 0-1 0 0,-1-1 0 0 0,0 1 1 0 0,0-1-1 0 0,0 1 0 0 0,0 0 0 0 0,0-1 1 0 0,-1 1-1 0 0,0 2 0 0 0,-1 0 20 0 0,0 0-1 0 0,-1 0 1 0 0,0 0-1 0 0,0-1 1 0 0,0 1-1 0 0,0-1 1 0 0,-1 0-1 0 0,-4 4 1 0 0,-50 38-182 0 0,-92 55 0 0 0,95-65-1523 0 0,27-18-6020 0 0</inkml:trace>
</inkml:ink>
</file>

<file path=ppt/ink/ink2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45.96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445 191 2304 0 0,'5'-13'719'0'0,"0"0"-1"0"0,-1-1 1 0 0,0 0-1 0 0,1-15 1 0 0,8-25 2162 0 0,-12 50-2553 0 0,0 1 0 0 0,0-1 0 0 0,0 1 0 0 0,0-1 0 0 0,-1 1 0 0 0,1-1 0 0 0,-1 0 0 0 0,0 1 0 0 0,0-1 0 0 0,-1-4 0 0 0,1 8-209 0 0,0-1 1 0 0,0 1-1 0 0,-1-1 1 0 0,1 1-1 0 0,0-1 1 0 0,-1 1-1 0 0,1-1 1 0 0,0 1-1 0 0,-1-1 1 0 0,1 1-1 0 0,0-1 1 0 0,-1 1-1 0 0,1 0 1 0 0,-1-1-1 0 0,1 1 1 0 0,0 0-1 0 0,-1-1 1 0 0,1 1-1 0 0,-1 0 1 0 0,1 0-1 0 0,-1-1 1 0 0,0 1-1 0 0,1 0 1 0 0,-1 0-1 0 0,0 0 1 0 0,-1 0 49 0 0,0 0-1 0 0,0 0 1 0 0,0 0-1 0 0,0 0 1 0 0,0 1-1 0 0,1-1 1 0 0,-1 1-1 0 0,0-1 1 0 0,0 1 0 0 0,0 0-1 0 0,-2 1 1 0 0,-15 10 85 0 0,0 0 0 0 0,1 2 0 0 0,1 0 1 0 0,0 1-1 0 0,0 1 0 0 0,-14 19 0 0 0,13-16-185 0 0,-25 26-69 0 0,0-2 0 0 0,2 1 0 0 0,2 3 0 0 0,-47 72 0 0 0,80-108-1 0 0,-1 0 0 0 0,2 1-1 0 0,-1-1 1 0 0,2 1 0 0 0,-1 0-1 0 0,-2 16 1 0 0,6-25 3 0 0,1 0-1 0 0,0 1 1 0 0,-1-1 0 0 0,1 1-1 0 0,0-1 1 0 0,1 1-1 0 0,-1-1 1 0 0,1 1 0 0 0,0-1-1 0 0,-1 0 1 0 0,1 1-1 0 0,1-1 1 0 0,-1 0 0 0 0,0 0-1 0 0,1 1 1 0 0,0-1-1 0 0,-1 0 1 0 0,1-1 0 0 0,1 1-1 0 0,-1 0 1 0 0,0-1 0 0 0,1 1-1 0 0,-1-1 1 0 0,1 1-1 0 0,0-1 1 0 0,-1 0 0 0 0,5 2-1 0 0,10 4 313 0 0,1 0-1 0 0,0 0 0 0 0,0-2 1 0 0,1 0-1 0 0,30 5 1 0 0,35 11 162 0 0,-63-15-545 0 0,0 2 0 0 0,-1 0 0 0 0,0 1 0 0 0,-1 1 1 0 0,27 20-1 0 0,-31-19-769 0 0,-1 1 0 0 0,0 0 1 0 0,21 28-1 0 0,-18-18-800 0 0</inkml:trace>
</inkml:ink>
</file>

<file path=ppt/ink/ink2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47.6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106 1 6913 0 0,'-12'6'599'0'0,"0"1"-1"0"0,1 0 0 0 0,0 1 0 0 0,0 1 0 0 0,1 0 0 0 0,0 0 0 0 0,-17 21 1 0 0,26-29-527 0 0,1 0 0 0 0,0 0 0 0 0,0 0 0 0 0,0 0 0 0 0,-1 0 0 0 0,1 0 0 0 0,0 0 0 0 0,0 0 0 0 0,0 0 0 0 0,1 0 0 0 0,-1 0 0 0 0,0 0 0 0 0,0-1 0 0 0,0 1 0 0 0,1 0 0 0 0,-1 0 0 0 0,0 0 0 0 0,1 0 0 0 0,-1 0 0 0 0,1 0 0 0 0,-1-1 0 0 0,1 1 0 0 0,-1 0 0 0 0,1 0 0 0 0,0-1 0 0 0,-1 1 0 0 0,1 0 0 0 0,0-1 0 0 0,0 1 0 0 0,0-1 0 0 0,-1 1 0 0 0,1-1 0 0 0,0 1 0 0 0,1 0 1 0 0,34 20 493 0 0,-33-20-473 0 0,35 14 471 0 0,-1-1-1 0 0,2-2 0 0 0,0-2 1 0 0,58 9-1 0 0,4 0 1 0 0,560 110 1196 0 0,-312-56-1237 0 0,-229-43-464 0 0,213 25-1 0 0,180 3-63 0 0,-154-14 10 0 0,-11-31 244 0 0,-137-9-298 0 0,-130-1 19 0 0,305 24 126 0 0,3 11-175 0 0,-82-10 99 0 0,122 5 123 0 0,-299-25-125 0 0,154 9-54 0 0,291 22-50 0 0,-411-26 97 0 0,257 26-12 0 0,328 64 1 0 0,-51-7 0 0 0,-145-34 6 0 0,1-35 194 0 0,-50-35 131 0 0,-472 8-331 0 0,477 26 0 0 0,-425-15 0 0 0,257 29 0 0 0,-251-34 0 0 0,160-9 0 0 0,180-4 0 0 0,-215 1 0 0 0,-118 2 0 0 0,125 9 0 0 0,-93 10 0 0 0,-56-5 0 0 0,0-3 0 0 0,86-4 0 0 0,-91-5-159 0 0,-26 1-125 0 0,-1-1 0 0 0,1-2 1 0 0,-1-1-1 0 0,61-18 0 0 0,-95 21-50 0 0,63-24-3928 0 0,-25 1-2082 0 0,-44 10 7944 0 0,-6 9-2585 0 0,3 4 1065 0 0,0 0 0 0 0,0 0 0 0 0,-1 0 0 0 0,1 0 0 0 0,0 0 1 0 0,-1 0-1 0 0,1 1 0 0 0,-1 0 0 0 0,0-1 0 0 0,1 1 0 0 0,-1 0 0 0 0,0 0 0 0 0,0 0 0 0 0,0 1 0 0 0,0-1 0 0 0,0 1 0 0 0,1-1 0 0 0,-5 1 0 0 0,3 0 503 0 0,1 0 0 0 0,-1-1-1 0 0,-18-14 8897 0 0,30 17-9446 0 0,-1 1-1 0 0,1-1 1 0 0,-1 1 0 0 0,1 1-1 0 0,-1 0 1 0 0,0 0 0 0 0,0 0-1 0 0,-1 1 1 0 0,1 0 0 0 0,-1 0 0 0 0,0 0-1 0 0,-1 1 1 0 0,1 0 0 0 0,-1 0-1 0 0,0 1 1 0 0,7 12 0 0 0,-2-3 38 0 0,-1 0 1 0 0,-1 0 0 0 0,0 1 0 0 0,-1 1 0 0 0,-1-1 0 0 0,6 30 0 0 0,-10-39-215 0 0,0 1 0 0 0,-1-1 1 0 0,-1 0-1 0 0,1 0 0 0 0,-1 0 0 0 0,0 1 1 0 0,-1-1-1 0 0,0 0 0 0 0,-1 0 0 0 0,1 0 1 0 0,-1 0-1 0 0,-1 0 0 0 0,0 0 0 0 0,0 0 1 0 0,0-1-1 0 0,-1 1 0 0 0,0-1 0 0 0,-1 0 1 0 0,1-1-1 0 0,-1 1 0 0 0,-1-1 0 0 0,1 0 1 0 0,-9 8-1 0 0,-6 5-1441 0 0,-2 2-15 0 0</inkml:trace>
</inkml:ink>
</file>

<file path=ppt/ink/ink2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48.6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76 10594 0 0,'-1'-14'871'0'0,"2"-26"-675"0"0,3 18 2883 0 0,11 46-971 0 0,3 16-1839 0 0,3 0 0 0 0,1-1 0 0 0,29 38 1 0 0,-37-59-283 0 0,1 0 1 0 0,1-1 0 0 0,0-1 0 0 0,1 0-1 0 0,1-1 1 0 0,1-1 0 0 0,34 20-1 0 0,-33-24-83 0 0,-1-1-1 0 0,1-1 0 0 0,27 6 0 0 0,-38-11-74 0 0,-8-3-157 0 0,8 4 396 0 0</inkml:trace>
</inkml:ink>
</file>

<file path=ppt/ink/ink2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48.75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2 225 6913 0 0,'0'-1'14'0'0,"-1"-1"0"0"0,1 1 0 0 0,0 0-1 0 0,0-1 1 0 0,0 1 0 0 0,0 0 0 0 0,0-1-1 0 0,0 1 1 0 0,0 0 0 0 0,0-1 0 0 0,0 1-1 0 0,1 0 1 0 0,-1-1 0 0 0,0 1 0 0 0,1 0-1 0 0,0 0 1 0 0,-1 0 0 0 0,1-1 0 0 0,-1 1-1 0 0,1 0 1 0 0,0 0 0 0 0,0 0 0 0 0,0 0-1 0 0,0 0 1 0 0,0 0 0 0 0,0 0 0 0 0,0 0-1 0 0,0 0 1 0 0,1 0 0 0 0,40-33-9 0 0,-36 29 495 0 0,25-17 1303 0 0,1 0 1 0 0,1 2-1 0 0,66-30 1 0 0,-81 42-1834 0 0,0 2 1 0 0,1 0 0 0 0,-1 2-1 0 0,1 0 1 0 0,0 0 0 0 0,0 2-1 0 0,1 1 1 0 0,-1 0 0 0 0,34 4-1 0 0,-30 0-1166 0 0</inkml:trace>
</inkml:ink>
</file>

<file path=ppt/ink/ink2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50.8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12084 1351 2304 0 0,'10'-18'624'0'0,"-6"13"467"0"0,-1-1-1 0 0,0 1 1 0 0,0-1 0 0 0,-1 0 0 0 0,1 0 0 0 0,-1-1 0 0 0,0 1 0 0 0,1-11-1 0 0,-3 17-908 0 0,-1-1-1 0 0,1 1 0 0 0,0-1 1 0 0,-1 1-1 0 0,1-1 0 0 0,-1 1 0 0 0,1-1 1 0 0,0 1-1 0 0,-1 0 0 0 0,1-1 1 0 0,-1 1-1 0 0,1 0 0 0 0,-1-1 1 0 0,1 1-1 0 0,-1 0 0 0 0,0 0 0 0 0,1-1 1 0 0,-1 1-1 0 0,1 0 0 0 0,-1 0 1 0 0,1 0-1 0 0,-1 0 0 0 0,0 0 0 0 0,1 0 1 0 0,-1 0-1 0 0,1 0 0 0 0,-1 0 1 0 0,0 0-1 0 0,0 0 0 0 0,-26 1 865 0 0,22 0-1053 0 0,-66 0 600 0 0,-1-4-1 0 0,-117-18 1 0 0,-14-2 183 0 0,10 11-643 0 0,-458-35 114 0 0,293 19 203 0 0,-159-19-76 0 0,255 13-398 0 0,-868-107-336 0 0,321 42 384 0 0,598 69 49 0 0,-198-23-178 0 0,214 35-16 0 0,-173-14-436 0 0,63 1 341 0 0,81 7 91 0 0,-32-2 226 0 0,-213-15 321 0 0,-1208 17-670 0 0,1401 44 255 0 0,-20 1 2 0 0,206-21-25 0 0,-95-13 0 0 0,-91-25-34 0 0,50 6 41 0 0,8-2 137 0 0,-250-71 0 0 0,-26 3 27 0 0,403 87-124 0 0,18 5 55 0 0,1-4-1 0 0,-128-42 1 0 0,167 43-86 0 0,-1 1 0 0 0,0 1 0 0 0,-1 2 0 0 0,0 2 0 0 0,-59-6 0 0 0,70 11 0 0 0,-1-2 0 0 0,1 0 0 0 0,-31-11 1 0 0,25 7-90 0 0,-42-7-1 0 0,70 15-347 0 0,-1 0-1 0 0,0-1 1 0 0,1 1-1 0 0,-1 0 0 0 0,0-1 1 0 0,1 0-1 0 0,-1 0 0 0 0,1 0 1 0 0,-1 0-1 0 0,-2-2 1 0 0,4 2-24 0 0,0 0 1 0 0,0-1 0 0 0,0 0-1 0 0,0 1 1 0 0,0-1 0 0 0,0 0 0 0 0,1 1-1 0 0,-1-1 1 0 0,0 0 0 0 0,1 0-1 0 0,0 0 1 0 0,-1 1 0 0 0,1-1-1 0 0,0 0 1 0 0,0-3 0 0 0</inkml:trace>
</inkml:ink>
</file>

<file path=ppt/ink/ink2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51.51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112 51 1840 0 0,'-30'12'10631'0'0,"31"-12"-10482"0"0,0 1 95 0 0,-1 1-200 0 0,0 1 0 0 0,1-1-1 0 0,-1 0 1 0 0,1 0 0 0 0,0 0 0 0 0,-1 0-1 0 0,1 0 1 0 0,0 0 0 0 0,2 3-1 0 0,6 14 338 0 0,7 25 251 0 0,1 0 0 0 0,2-1 1 0 0,2-1-1 0 0,2-1 0 0 0,1-1 1 0 0,36 44-1 0 0,-49-69-570 0 0,-6-8-32 0 0,1 0 0 0 0,0 0 0 0 0,0-1 0 0 0,9 9 0 0 0,-49-38 137 0 0,12 5-317 0 0,2-1 1 0 0,0-1 0 0 0,1-1 0 0 0,1 0 0 0 0,-22-36 0 0 0,-36-42-167 0 0,47 75 352 0 0,-5-5 15 0 0,32 27 10 0 0,0 1 0 0 0,1-1 0 0 0,-1 0 0 0 0,1 0 0 0 0,0 1 0 0 0,0-1-1 0 0,0 0 1 0 0,0 0 0 0 0,0 0 0 0 0,0 0 0 0 0,0 0 0 0 0,0 0 0 0 0,1-1 0 0 0,-1 1-1 0 0,1-3 1 0 0,0 4-30 0 0,0-1-1 0 0,0 1 0 0 0,0-1 0 0 0,1 1 1 0 0,-1-1-1 0 0,1 1 0 0 0,-1-1 0 0 0,1 1 1 0 0,0 0-1 0 0,-1-1 0 0 0,1 1 0 0 0,0 0 1 0 0,0-1-1 0 0,0 1 0 0 0,0 0 0 0 0,0 0 1 0 0,0 0-1 0 0,0 0 0 0 0,0 0 1 0 0,0 0-1 0 0,1 0 0 0 0,-1 0 0 0 0,0 0 1 0 0,1 1-1 0 0,-1-1 0 0 0,0 0 0 0 0,1 1 1 0 0,-1 0-1 0 0,1-1 0 0 0,-1 1 0 0 0,3-1 1 0 0,6 0 79 0 0,0-1 0 0 0,1 2 1 0 0,17 0-1 0 0,-12 0 75 0 0,28-3 376 0 0,0-2-1 0 0,60-14 0 0 0,84-33 450 0 0,-149 41-995 0 0,-30 8-792 0 0,0 1 0 0 0,0 0 0 0 0,19 0 0 0 0,-19 2-708 0 0,-1 0 0 0 0,0 1 0 0 0,0 0 0 0 0,0 0 0 0 0,0 1 0 0 0,0 0 0 0 0,0 0 0 0 0,8 5 0 0 0,-6-4 809 0 0,-3-2 508 0 0</inkml:trace>
</inkml:ink>
</file>

<file path=ppt/ink/ink2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52.8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2656 10 6913 0 0,'-1'-1'169'0'0,"1"0"-1"0"0,-1 1 0 0 0,1-1 0 0 0,-1 0 0 0 0,1 1 1 0 0,-1-1-1 0 0,1 1 0 0 0,-1-1 0 0 0,0 1 0 0 0,1-1 0 0 0,-1 1 1 0 0,0-1-1 0 0,1 1 0 0 0,-1 0 0 0 0,0-1 0 0 0,0 1 0 0 0,1 0 1 0 0,-1 0-1 0 0,0 0 0 0 0,0-1 0 0 0,0 1 0 0 0,1 0 1 0 0,-1 0-1 0 0,0 0 0 0 0,0 0 0 0 0,0 0 0 0 0,1 0 0 0 0,-1 1 1 0 0,0-1-1 0 0,0 0 0 0 0,0 0 0 0 0,1 0 0 0 0,-2 1 1 0 0,1 1 1 0 0,-1 0 1 0 0,1-1-1 0 0,-1 1 1 0 0,1 0 0 0 0,0 0-1 0 0,0 0 1 0 0,0 0 0 0 0,0 0-1 0 0,0 1 1 0 0,1-1 0 0 0,-1 0-1 0 0,0 3 1 0 0,-5 24 520 0 0,0 1-1 0 0,3 0 1 0 0,-1 45 0 0 0,10 95-130 0 0,-3-118-427 0 0,58 508-69 0 0,-29-316-58 0 0,35 207-7 0 0,-54-334 0 0 0,-3 179 0 0 0,-8-171 0 0 0,16 207 1831 0 0,-13-290-169 0 0,-104-49-946 0 0,50 9-701 0 0,1 3-1 0 0,-92 21 1 0 0,14-1-99 0 0,83-20 63 0 0,0-2 0 0 0,0-1 0 0 0,-46-6 0 0 0,-131-21 114 0 0,45 3 322 0 0,-41 6-396 0 0,-94-10-22 0 0,-244-61 3 0 0,448 68 80 0 0,0 4 1 0 0,-115 0-1 0 0,201 17-136 0 0,1 0 1 0 0,-1 0-1 0 0,1 2 0 0 0,0 1 0 0 0,0 0 0 0 0,-28 12 0 0 0,-16 12-3371 0 0</inkml:trace>
</inkml:ink>
</file>

<file path=ppt/ink/ink2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53.4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48 0 6913 0 0,'-1'3'-25'0'0,"0"-1"-1"0"0,0 0 0 0 0,0 1 1 0 0,0-1-1 0 0,1 0 0 0 0,-1 1 1 0 0,1-1-1 0 0,-1 6 0 0 0,1 0 244 0 0,-17 89 1726 0 0,5 1-1 0 0,0 151 0 0 0,37 196-630 0 0,-15-340-1089 0 0,47 552 1584 0 0,-41-102-1285 0 0,-25-482-328 0 0,1 3 1672 0 0,8-76-1877 0 0,0 0 1 0 0,0 1-1 0 0,0-1 1 0 0,0 0-1 0 0,0 0 0 0 0,0 0 1 0 0,0 0-1 0 0,0 0 0 0 0,0 0 1 0 0,0 1-1 0 0,0-1 1 0 0,0 0-1 0 0,0 0 0 0 0,0 0 1 0 0,0 0-1 0 0,0 0 1 0 0,0 1-1 0 0,0-1 0 0 0,0 0 1 0 0,0 0-1 0 0,0 0 1 0 0,0 0-1 0 0,0 0 0 0 0,0 0 1 0 0,1 0-1 0 0,-1 1 0 0 0,0-1 1 0 0,0 0-1 0 0,0 0 1 0 0,0 0-1 0 0,0 0 0 0 0,0 0 1 0 0,0 0-1 0 0,1 0 1 0 0,-1 0-1 0 0,0 0 0 0 0,0 0 1 0 0,0 0-1 0 0,0 0 1 0 0,0 0-1 0 0,1 0 0 0 0,-1 0 1 0 0,0 0-1 0 0,0 0 0 0 0,0 0 1 0 0,0 0-1 0 0,0 0 1 0 0,1 0-1 0 0,-1 0 0 0 0,0 0 1 0 0,0 0-1 0 0,0 0 1 0 0,0 0-1 0 0,0 0 0 0 0,0 0 1 0 0,1 0-1 0 0,-1 0 1 0 0,0 0-1 0 0,0 0 0 0 0,0 0 1 0 0,0-1-1 0 0,0 1 0 0 0,0 0 1 0 0,0 0-1 0 0,0 0 1 0 0,1 0-1 0 0</inkml:trace>
</inkml:ink>
</file>

<file path=ppt/ink/ink2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53.5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51 10594 0 0,'0'0'1040'0'0,"0"-2"-927"0"0,1 1-113 0 0,0-1 0 0 0,1 1 0 0 0,1 0-369 0 0,1-4-95 0 0,3 0-16 0 0,5-4-8 0 0,2-3 400 0 0,0 0 88 0 0</inkml:trace>
</inkml:ink>
</file>

<file path=ppt/ink/ink2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54.6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60 10594 0 0,'0'-9'902'0'0,"1"-23"384"0"0,4 13 2358 0 0,8 50-814 0 0,86 483-346 0 0,-23-93-2406 0 0,-47-305-47 0 0,15 69 27 0 0,-36-143-635 0 0,-2 0 1 0 0,0 60 0 0 0,-6-82-784 0 0,-3 0-3408 0 0,0-5-1288 0 0</inkml:trace>
</inkml:ink>
</file>

<file path=ppt/ink/ink2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54.9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27 267 3225 0 0,'-26'2'3702'0'0,"33"-12"-191"0"0,-6 9-3266 0 0,1 0-1 0 0,-1 0 1 0 0,1 0 0 0 0,0 0-1 0 0,-1 1 1 0 0,1-1-1 0 0,0 1 1 0 0,-1-1 0 0 0,1 1-1 0 0,0-1 1 0 0,0 1-1 0 0,0 0 1 0 0,0 0 0 0 0,-1 0-1 0 0,1 0 1 0 0,0 0-1 0 0,0 0 1 0 0,0 1 0 0 0,0-1-1 0 0,-1 1 1 0 0,1-1-1 0 0,0 1 1 0 0,-1-1 0 0 0,1 1-1 0 0,3 2 1 0 0,1 0-72 0 0,0 0-1 0 0,0 1 1 0 0,-1 0 0 0 0,1 0 0 0 0,8 8-1 0 0,-5-2-20 0 0,13 13 384 0 0,28 22-1 0 0,-40-37-468 0 0,0-1-1 0 0,1 0 0 0 0,0 0 1 0 0,0-2-1 0 0,0 1 0 0 0,14 3 1 0 0,-6-2 76 0 0,1-1 1 0 0,1-1 0 0 0,-1-1 0 0 0,1-1 0 0 0,0-1 0 0 0,-1-1 0 0 0,37-2 0 0 0,-49 1-46 0 0,0-1-1 0 0,0 0 1 0 0,0-1-1 0 0,0 0 1 0 0,0 0-1 0 0,-1-1 1 0 0,1 0-1 0 0,-1 0 1 0 0,0-1-1 0 0,0 0 1 0 0,0 0-1 0 0,0 0 1 0 0,0-1-1 0 0,-1 0 1 0 0,0-1-1 0 0,0 1 1 0 0,-1-1-1 0 0,1 0 1 0 0,-1 0-1 0 0,-1-1 1 0 0,1 0-1 0 0,5-10 1 0 0,0-11-81 0 0,0 0 1 0 0,-2-1-1 0 0,-1 1 1 0 0,6-55 0 0 0,5-22-1627 0 0,-8 68 930 0 0</inkml:trace>
</inkml:ink>
</file>

<file path=ppt/ink/ink2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55.3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35 21 11522 0 0,'-1'-1'-34'0'0,"-26"-17"2060"0"0,26 18-1981 0 0,1 0 0 0 0,0 0 0 0 0,0-1 1 0 0,0 1-1 0 0,0 0 0 0 0,0 0 0 0 0,0 0 0 0 0,-1 0 0 0 0,1 0 0 0 0,0 0 1 0 0,0 0-1 0 0,0 0 0 0 0,0 0 0 0 0,0 0 0 0 0,-1 0 0 0 0,1 0 0 0 0,0 0 0 0 0,0 0 1 0 0,0 0-1 0 0,0 0 0 0 0,-1 0 0 0 0,1 0 0 0 0,0 0 0 0 0,0 0 0 0 0,0 0 0 0 0,0 0 1 0 0,0 0-1 0 0,0 0 0 0 0,-1 1 0 0 0,1-1 0 0 0,0 0 0 0 0,0 0 0 0 0,0 0 0 0 0,0 0 1 0 0,0 0-1 0 0,0 0 0 0 0,-1 0 0 0 0,1 0 0 0 0,0 1 0 0 0,0-1 0 0 0,0 0 1 0 0,0 0-1 0 0,0 0 0 0 0,0 0 0 0 0,0 0 0 0 0,0 1 0 0 0,0-1 0 0 0,0 0 0 0 0,0 0 1 0 0,0 0-1 0 0,0 1 0 0 0,7 18 1947 0 0,12 11-1384 0 0,0-1-1 0 0,2-1 1 0 0,1-1-1 0 0,28 26 1 0 0,26 33 42 0 0,56 88 198 0 0,-103-131-859 0 0,-1 1 0 0 0,24 56-1 0 0,-44-83-1134 0 0,-1 1 0 0 0,7 28 0 0 0</inkml:trace>
</inkml:ink>
</file>

<file path=ppt/ink/ink2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55.5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1 144 6913 0 0,'2'-7'225'0'0,"1"0"0"0"0,1 0-1 0 0,0 0 1 0 0,0 0-1 0 0,0 1 1 0 0,0 0 0 0 0,1 0-1 0 0,0 0 1 0 0,1 1 0 0 0,-1-1-1 0 0,1 1 1 0 0,7-4-1 0 0,-1 0 599 0 0,1 0 0 0 0,0 1 0 0 0,1 1-1 0 0,-1 0 1 0 0,17-5 0 0 0,-27 10-708 0 0,1 1 1 0 0,-1 0-1 0 0,1 0 1 0 0,-1 0-1 0 0,1 1 0 0 0,-1-1 1 0 0,1 1-1 0 0,-1 0 1 0 0,1-1-1 0 0,0 2 1 0 0,-1-1-1 0 0,1 0 1 0 0,-1 1-1 0 0,1 0 0 0 0,-1 0 1 0 0,1 0-1 0 0,-1 0 1 0 0,0 0-1 0 0,1 1 1 0 0,-1-1-1 0 0,0 1 0 0 0,0 0 1 0 0,0 0-1 0 0,0 0 1 0 0,0 0-1 0 0,-1 1 1 0 0,1-1-1 0 0,-1 1 1 0 0,1 0-1 0 0,-1-1 0 0 0,0 1 1 0 0,0 0-1 0 0,0 0 1 0 0,0 1-1 0 0,1 3 1 0 0,1 4-47 0 0,0 0 1 0 0,0 0 0 0 0,-1 1-1 0 0,-1-1 1 0 0,0 1 0 0 0,0 0 0 0 0,-1-1-1 0 0,-1 1 1 0 0,-1 19 0 0 0,-3-2-167 0 0,0-1 0 0 0,-3 0 0 0 0,-15 44 1 0 0,-2-7-3867 0 0,18-48 1938 0 0,-3 8-3677 0 0</inkml:trace>
</inkml:ink>
</file>

<file path=ppt/ink/ink2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55.9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62 5985 0 0,'0'-1'59'0'0,"0"1"0"0"0,1 0-1 0 0,-1-1 1 0 0,1 1 0 0 0,-1 0 0 0 0,1-1-1 0 0,-1 1 1 0 0,1 0 0 0 0,0 0 0 0 0,-1 0-1 0 0,1-1 1 0 0,-1 1 0 0 0,1 0 0 0 0,-1 0-1 0 0,1 0 1 0 0,0 0 0 0 0,-1 0 0 0 0,1 0-1 0 0,-1 0 1 0 0,1 0 0 0 0,0 0 0 0 0,-1 0-1 0 0,1 1 1 0 0,-1-1 0 0 0,1 0-1 0 0,-1 0 1 0 0,1 0 0 0 0,-1 1 0 0 0,1-1-1 0 0,0 1 1 0 0,12 18 1388 0 0,3 39 799 0 0,-14-47-1662 0 0,2 4-323 0 0,0 0 0 0 0,0-1 0 0 0,2 1 0 0 0,0-1 0 0 0,0-1 0 0 0,1 1 1 0 0,10 12-1 0 0,-15-22-237 0 0,2 0 1 0 0,-1 0 0 0 0,0 0-1 0 0,1 0 1 0 0,0 0-1 0 0,0-1 1 0 0,0 0 0 0 0,0 0-1 0 0,0 0 1 0 0,1 0 0 0 0,-1-1-1 0 0,1 0 1 0 0,0 0-1 0 0,0 0 1 0 0,0 0 0 0 0,0-1-1 0 0,0 1 1 0 0,0-1-1 0 0,0-1 1 0 0,0 1 0 0 0,0-1-1 0 0,1 0 1 0 0,-1 0 0 0 0,6-1-1 0 0,-7 0 96 0 0,-1 1 0 0 0,1-1 0 0 0,0-1 0 0 0,-1 1-1 0 0,1 0 1 0 0,-1-1 0 0 0,1 0 0 0 0,-1 1 0 0 0,0-1 0 0 0,1-1-1 0 0,-1 1 1 0 0,0 0 0 0 0,0-1 0 0 0,-1 0 0 0 0,4-3 0 0 0,-2 1 57 0 0,0-1 0 0 0,-1 1 0 0 0,1-1 0 0 0,-1 0 0 0 0,0 0 0 0 0,-1-1 0 0 0,0 1 0 0 0,2-9 0 0 0,-1 4 19 0 0,-1 1 1 0 0,-1-1-1 0 0,0 1 1 0 0,-1-1-1 0 0,0 0 1 0 0,0 0-1 0 0,-1 1 1 0 0,0-1-1 0 0,-1 0 1 0 0,-6-18-1 0 0,5 23-179 0 0,1 0 1 0 0,-1 0-1 0 0,0 0 1 0 0,-1 1-1 0 0,0-1 0 0 0,1 1 1 0 0,-2 0-1 0 0,1 0 1 0 0,-1 0-1 0 0,1 1 0 0 0,-1 0 1 0 0,-1 0-1 0 0,1 0 0 0 0,0 0 1 0 0,-1 1-1 0 0,0 0 1 0 0,0 0-1 0 0,0 0 0 0 0,0 1 1 0 0,0 0-1 0 0,0 0 1 0 0,-1 1-1 0 0,-6-2 0 0 0,7 3-267 0 0,0 0-1 0 0,1 0 0 0 0,-1 0 0 0 0,0 1 0 0 0,1 0 1 0 0,-1 0-1 0 0,1 0 0 0 0,-1 1 0 0 0,1-1 0 0 0,0 1 1 0 0,-1 1-1 0 0,1-1 0 0 0,0 1 0 0 0,1 0 1 0 0,-1 0-1 0 0,0 0 0 0 0,-7 8 0 0 0,2 0-1092 0 0</inkml:trace>
</inkml:ink>
</file>

<file path=ppt/ink/ink2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56.3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0 305 3225 0 0,'27'30'6500'0'0,"-23"-27"-6088"0"0,1 0 1 0 0,-1-1-1 0 0,1 1 0 0 0,0-1 1 0 0,0 0-1 0 0,0 0 0 0 0,1-1 1 0 0,-1 0-1 0 0,0 0 1 0 0,0 0-1 0 0,1 0 0 0 0,5-1 1 0 0,-9 0-325 0 0,-1 0 1 0 0,1 0 0 0 0,0 0 0 0 0,-1-1-1 0 0,1 1 1 0 0,-1-1 0 0 0,1 1 0 0 0,-1-1-1 0 0,1 1 1 0 0,-1-1 0 0 0,1 0 0 0 0,-1 0-1 0 0,0 0 1 0 0,1 0 0 0 0,-1 0 0 0 0,0 0-1 0 0,2-2 1 0 0,-2 1 36 0 0,0 0 0 0 0,0 0-1 0 0,0 0 1 0 0,0 0 0 0 0,0 0-1 0 0,-1 0 1 0 0,1 0 0 0 0,-1 0-1 0 0,1 0 1 0 0,-1-1 0 0 0,0 1-1 0 0,0 0 1 0 0,0 0 0 0 0,0 0-1 0 0,0 0 1 0 0,-2-4 0 0 0,-1-11 23 0 0,-2 1 1 0 0,0 0-1 0 0,-13-28 1 0 0,12 30-407 0 0,0-1 0 0 0,0 0 0 0 0,1 0 0 0 0,-3-23 0 0 0,8 38 240 0 0,-1-1 1 0 0,1 1-1 0 0,0 0 1 0 0,0 0-1 0 0,0 0 1 0 0,0 0-1 0 0,0-1 1 0 0,0 1-1 0 0,0 0 1 0 0,0 0 0 0 0,0 0-1 0 0,0 0 1 0 0,0-1-1 0 0,0 1 1 0 0,0 0-1 0 0,1 0 1 0 0,-1 0-1 0 0,0 0 1 0 0,0-1-1 0 0,0 1 1 0 0,0 0 0 0 0,0 0-1 0 0,0 0 1 0 0,0 0-1 0 0,0 0 1 0 0,0-1-1 0 0,1 1 1 0 0,-1 0-1 0 0,0 0 1 0 0,0 0-1 0 0,0 0 1 0 0,0 0-1 0 0,0 0 1 0 0,1 0 0 0 0,-1 0-1 0 0,0-1 1 0 0,0 1-1 0 0,0 0 1 0 0,0 0-1 0 0,1 0 1 0 0,-1 0-1 0 0,0 0 1 0 0,0 0-1 0 0,0 0 1 0 0,1 0 0 0 0,10 4-630 0 0,9 9-191 0 0,-4-2 479 0 0,0 0 0 0 0,1 0 0 0 0,22 9 0 0 0,-31-17 484 0 0,0 0 0 0 0,0 0 0 0 0,0 0-1 0 0,0-1 1 0 0,0-1 0 0 0,1 1-1 0 0,-1-1 1 0 0,1-1 0 0 0,-1 1 0 0 0,9-2-1 0 0,-14 1 18 0 0,-1 0-1 0 0,0-1 1 0 0,0 1-1 0 0,0-1 1 0 0,1 1-1 0 0,-1-1 1 0 0,0 0-1 0 0,0 0 1 0 0,0 0-1 0 0,0 0 1 0 0,0 0-1 0 0,0 0 1 0 0,-1 0-1 0 0,1-1 0 0 0,0 1 1 0 0,-1-1-1 0 0,1 1 1 0 0,-1-1-1 0 0,1 0 1 0 0,2-3-1 0 0,-3 2 13 0 0,0 0-1 0 0,0-1 0 0 0,0 1 0 0 0,0 0 1 0 0,0-1-1 0 0,-1 1 0 0 0,1-1 0 0 0,-1 1 0 0 0,0 0 1 0 0,0-1-1 0 0,0 1 0 0 0,-1-5 0 0 0,-1-3-52 0 0,-1 1-1 0 0,0-1 1 0 0,0 1-1 0 0,-1-1 1 0 0,-1 1-1 0 0,1 1 0 0 0,-10-15 1 0 0,-8-3-5022 0 0</inkml:trace>
</inkml:ink>
</file>

<file path=ppt/ink/ink2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56.8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23 330 6913 0 0,'0'1'48'0'0,"1"-1"-1"0"0,-1 0 0 0 0,1 0 1 0 0,-1 0-1 0 0,0 0 0 0 0,1 0 0 0 0,-1 1 1 0 0,0-1-1 0 0,1 0 0 0 0,-1 0 1 0 0,1 0-1 0 0,-1 0 0 0 0,0 0 0 0 0,1 0 1 0 0,-1 0-1 0 0,1-1 0 0 0,-1 1 1 0 0,0 0-1 0 0,1 0 0 0 0,-1 0 0 0 0,1 0 1 0 0,-1 0-1 0 0,0-1 0 0 0,1 1 1 0 0,-1 0-1 0 0,0 0 0 0 0,1-1 0 0 0,-1 1 1 0 0,0 0-1 0 0,0 0 0 0 0,1-1 1 0 0,-1 1-1 0 0,0 0 0 0 0,1-1 0 0 0,13-10 1993 0 0,-9 5-1494 0 0,-1-1 1 0 0,0 1-1 0 0,0-1 1 0 0,-1 1-1 0 0,0-1 1 0 0,0 0-1 0 0,0 0 1 0 0,-1-1-1 0 0,0 1 1 0 0,0 0-1 0 0,-1-1 1 0 0,0 1-1 0 0,0-1 1 0 0,-1-13-1 0 0,-1 4-196 0 0,0 0 0 0 0,-1 0 1 0 0,-1 0-1 0 0,0 0 0 0 0,-9-22 0 0 0,12 36-325 0 0,-18-39 355 0 0,17 40-374 0 0,0 0-1 0 0,0 1 0 0 0,0-1 1 0 0,0 0-1 0 0,0 1 0 0 0,0-1 1 0 0,0 1-1 0 0,0 0 0 0 0,-1-1 1 0 0,1 1-1 0 0,0 0 0 0 0,-1 0 1 0 0,1 0-1 0 0,-1 0 0 0 0,1 0 1 0 0,-1 0-1 0 0,0 0 0 0 0,0 0 1 0 0,1 1-1 0 0,-1-1 0 0 0,-2 0 1 0 0,3 1-29 0 0,1 0 1 0 0,-1 0 0 0 0,1 0 0 0 0,-1 0 0 0 0,0 0 0 0 0,1 1 0 0 0,-1-1-1 0 0,1 0 1 0 0,-1 0 0 0 0,1 0 0 0 0,-1 1 0 0 0,1-1 0 0 0,-1 0-1 0 0,1 1 1 0 0,-1-1 0 0 0,1 0 0 0 0,-1 1 0 0 0,1-1 0 0 0,-1 1 0 0 0,1-1-1 0 0,0 1 1 0 0,-1-1 0 0 0,1 0 0 0 0,0 1 0 0 0,0 0 0 0 0,-1-1 0 0 0,1 2-1 0 0,-3 20-703 0 0,4-17 486 0 0,0 1 0 0 0,0 0 0 0 0,0-1 0 0 0,0 1 0 0 0,5 8 1 0 0,-2-7 87 0 0,0-1 0 0 0,0-1 1 0 0,0 1-1 0 0,1-1 0 0 0,0 1 1 0 0,0-1-1 0 0,1-1 1 0 0,0 1-1 0 0,-1-1 0 0 0,1 0 1 0 0,1 0-1 0 0,-1-1 0 0 0,1 1 1 0 0,-1-2-1 0 0,1 1 0 0 0,0-1 1 0 0,0 0-1 0 0,0 0 0 0 0,0-1 1 0 0,0 1-1 0 0,0-2 1 0 0,0 1-1 0 0,1-1 0 0 0,-1 0 1 0 0,0-1-1 0 0,0 0 0 0 0,0 0 1 0 0,1 0-1 0 0,-1-1 0 0 0,8-3 1 0 0,-9 3-161 0 0,0-1 0 0 0,1 0 0 0 0,-2 0 0 0 0,1 0 0 0 0,0-1 0 0 0,-1 0 1 0 0,1 0-1 0 0,-1 0 0 0 0,0 0 0 0 0,-1-1 0 0 0,1 0 0 0 0,-1 0 0 0 0,4-6 0 0 0,1-4-1064 0 0,-2 1-1742 0 0</inkml:trace>
</inkml:ink>
</file>

<file path=ppt/ink/ink2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57.1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1 364 920 0 0,'0'-1'216'0'0,"1"0"0"0"0,0 0-1 0 0,0 0 1 0 0,-1-1 0 0 0,1 1-1 0 0,0 0 1 0 0,0 0 0 0 0,0 0 0 0 0,0 0-1 0 0,0 0 1 0 0,0 0 0 0 0,0 1-1 0 0,0-1 1 0 0,1 0 0 0 0,-1 0 0 0 0,0 1-1 0 0,0-1 1 0 0,1 1 0 0 0,-1-1 0 0 0,0 1-1 0 0,1 0 1 0 0,-1-1 0 0 0,3 1-1 0 0,36-7 3290 0 0,-28 7-2594 0 0,0 0-1 0 0,1 0 1 0 0,-1 2 0 0 0,0-1 0 0 0,0 1-1 0 0,15 5 1 0 0,-13-2-374 0 0,0 1-1 0 0,0 0 1 0 0,0 0-1 0 0,21 16 1 0 0,-38-26-357 0 0,0 1-1 0 0,0 0 1 0 0,0-1 0 0 0,1 0 0 0 0,-1 1-1 0 0,1-1 1 0 0,0 0 0 0 0,0 0 0 0 0,-2-7-1 0 0,-14-44 931 0 0,13 34-994 0 0,1 0 0 0 0,1 0-1 0 0,1-1 1 0 0,1 1-1 0 0,0-1 1 0 0,4-23 0 0 0,6-30-6310 0 0,-2 27-755 0 0</inkml:trace>
</inkml:ink>
</file>

<file path=ppt/ink/ink2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57.9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55 12443 0 0,'6'-21'2259'0'0,"-6"17"-1871"0"0,1 1 1 0 0,0 0-1 0 0,0-1 0 0 0,0 1 0 0 0,0 0 0 0 0,0-1 1 0 0,1 1-1 0 0,2-4 0 0 0,-4 7-316 0 0,1 0-1 0 0,-1 1 1 0 0,1-1 0 0 0,-1 0 0 0 0,1 0 0 0 0,0 0-1 0 0,-1 0 1 0 0,1 0 0 0 0,-1 1 0 0 0,1-1-1 0 0,-1 0 1 0 0,1 0 0 0 0,-1 1 0 0 0,1-1-1 0 0,-1 0 1 0 0,1 1 0 0 0,-1-1 0 0 0,1 0 0 0 0,-1 1-1 0 0,0-1 1 0 0,1 1 0 0 0,-1-1 0 0 0,0 1-1 0 0,1-1 1 0 0,-1 1 0 0 0,0-1 0 0 0,0 1 0 0 0,1-1-1 0 0,-1 1 1 0 0,0 0 0 0 0,0-1 0 0 0,0 1-1 0 0,0 0 1 0 0,11 21 391 0 0,17 59 130 0 0,-3 0-1 0 0,15 92 1 0 0,10 169-366 0 0,23 299-2049 0 0,-73-618-1631 0 0</inkml:trace>
</inkml:ink>
</file>

<file path=ppt/ink/ink2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58.2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153 208 3225 0 0,'-1'-4'90'0'0,"-1"0"1"0"0,1 0-1 0 0,-1 0 1 0 0,0 0-1 0 0,0 0 1 0 0,0 1-1 0 0,0-1 1 0 0,0 1-1 0 0,-1-1 1 0 0,0 1-1 0 0,-3-3 1 0 0,4 5 6 0 0,1 0 0 0 0,-1 0 0 0 0,0 0-1 0 0,0 1 1 0 0,1-1 0 0 0,-1 0 0 0 0,0 1 0 0 0,0 0 0 0 0,0-1 0 0 0,1 1 0 0 0,-1 0 0 0 0,0 0 0 0 0,0 0 0 0 0,0 0 0 0 0,0 0 0 0 0,0 1-1 0 0,1-1 1 0 0,-1 1 0 0 0,0-1 0 0 0,0 1 0 0 0,0-1 0 0 0,1 1 0 0 0,-1 0 0 0 0,0 0 0 0 0,1 0 0 0 0,-1 0 0 0 0,1 0 0 0 0,-2 2 0 0 0,-2 1 43 0 0,0 0 1 0 0,0 0 0 0 0,0 1 0 0 0,1 0-1 0 0,0 0 1 0 0,0 0 0 0 0,0 1 0 0 0,1-1 0 0 0,0 1-1 0 0,0 0 1 0 0,0 0 0 0 0,-2 6 0 0 0,1 1 129 0 0,0 0-1 0 0,1 0 1 0 0,0 0 0 0 0,-2 25 0 0 0,5-37-244 0 0,0 0 0 0 0,0 0 0 0 0,-1 0 0 0 0,1 0 0 0 0,0 0 0 0 0,0 0 0 0 0,0 0 0 0 0,0 0 0 0 0,0 0 0 0 0,0-1 0 0 0,1 1 0 0 0,-1 0 1 0 0,0 0-1 0 0,0 0 0 0 0,1 0 0 0 0,-1 0 0 0 0,0 0 0 0 0,1 0 0 0 0,-1 0 0 0 0,1-1 0 0 0,-1 1 0 0 0,1 0 0 0 0,0 0 0 0 0,-1-1 0 0 0,1 1 0 0 0,0 0 0 0 0,0-1 0 0 0,0 2 0 0 0,1-2 27 0 0,-1 0 0 0 0,1 0 0 0 0,-1-1-1 0 0,0 1 1 0 0,1 0 0 0 0,-1 0 0 0 0,1-1 0 0 0,-1 1-1 0 0,0 0 1 0 0,1-1 0 0 0,-1 0 0 0 0,0 1-1 0 0,0-1 1 0 0,1 0 0 0 0,-1 1 0 0 0,2-3 0 0 0,8-6 430 0 0,0 0 1 0 0,17-19-1 0 0,-26 26-412 0 0,50-57 3232 0 0,75-111 1 0 0,-116 151-2674 0 0,-9 14-409 0 0,1-1 0 0 0,1 1 0 0 0,-1 0 0 0 0,1 0 0 0 0,-1 1 0 0 0,1-1 0 0 0,5-4 0 0 0,-7 8-198 0 0,-1 1 1 0 0,0-1 0 0 0,1 1 0 0 0,-1-1-1 0 0,0 1 1 0 0,1-1 0 0 0,-1 1-1 0 0,1-1 1 0 0,-1 1 0 0 0,0 0-1 0 0,1 0 1 0 0,-1 0 0 0 0,1 0 0 0 0,-1 0-1 0 0,1 0 1 0 0,-1 0 0 0 0,1 1-1 0 0,-1-1 1 0 0,0 0 0 0 0,1 1-1 0 0,-1-1 1 0 0,0 1 0 0 0,1 0 0 0 0,-1-1-1 0 0,0 1 1 0 0,0 0 0 0 0,1 0-1 0 0,-1 0 1 0 0,0 0 0 0 0,0 0-1 0 0,0 0 1 0 0,0 0 0 0 0,0 0 0 0 0,0 0-1 0 0,1 2 1 0 0,48 61-601 0 0,-33-47-38 0 0</inkml:trace>
</inkml:ink>
</file>

<file path=ppt/ink/ink2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58.9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393 172 5065 0 0,'-32'-45'2163'0'0,"18"24"-21"0"0,-29-33-1 0 0,38 49-1746 0 0,0 0-1 0 0,0 0 1 0 0,0 0-1 0 0,-1 1 1 0 0,0 0-1 0 0,0 0 0 0 0,0 0 1 0 0,-1 1-1 0 0,1 0 1 0 0,-11-3-1 0 0,14 5-218 0 0,-1 0 0 0 0,1 1 0 0 0,0-1 0 0 0,0 1 1 0 0,0 0-1 0 0,0 0 0 0 0,0 0 0 0 0,-1 0 0 0 0,1 1 0 0 0,0-1 0 0 0,0 1 0 0 0,0 0 0 0 0,0 0 0 0 0,0 0 0 0 0,-5 2 1 0 0,3 1 17 0 0,0-1 0 0 0,0 1 1 0 0,0-1-1 0 0,0 1 1 0 0,0 1-1 0 0,1-1 1 0 0,-6 8-1 0 0,-2 4 87 0 0,2 1 0 0 0,-1 0-1 0 0,-13 34 1 0 0,9-16-223 0 0,2 1 1 0 0,2 0-1 0 0,1 0 1 0 0,1 1 0 0 0,2 0-1 0 0,2 1 1 0 0,2 0-1 0 0,2 74 1 0 0,2-103-101 0 0,0-1 0 0 0,0 1 0 0 0,1-1 0 0 0,0 0 0 0 0,1 0 0 0 0,0 0 0 0 0,0 0 0 0 0,0 0 0 0 0,1-1 0 0 0,1 1 0 0 0,-1-1 0 0 0,9 11 0 0 0,-10-15-36 0 0,0 0 0 0 0,0-1 0 0 0,0 1 1 0 0,1 0-1 0 0,-1-1 0 0 0,1 0 0 0 0,-1 0 0 0 0,1 0 0 0 0,0 0 0 0 0,0-1 0 0 0,0 1 1 0 0,0-1-1 0 0,0 0 0 0 0,0 0 0 0 0,0 0 0 0 0,0-1 0 0 0,0 0 0 0 0,1 1 1 0 0,-1-2-1 0 0,0 1 0 0 0,0 0 0 0 0,0-1 0 0 0,0 0 0 0 0,0 1 0 0 0,0-2 0 0 0,0 1 1 0 0,5-2-1 0 0,6-4-211 0 0,0-1 0 0 0,-1 0 1 0 0,1 0-1 0 0,-2-2 0 0 0,1 0 0 0 0,-1 0 1 0 0,-1-1-1 0 0,0-1 0 0 0,12-14 0 0 0,-8 6-32 0 0,0-1-1 0 0,-2 0 0 0 0,0-1 0 0 0,-1 0 0 0 0,11-30 0 0 0,-20 43 230 0 0,8-21-371 0 0,11-37 0 0 0,-21 59 418 0 0,0 1-1 0 0,0-1 0 0 0,-1 1 1 0 0,0-1-1 0 0,-1 0 0 0 0,0 0 1 0 0,0 0-1 0 0,0 1 0 0 0,-1-1 1 0 0,-3-14-1 0 0,3 21 104 0 0,1-1 0 0 0,-1 1-1 0 0,0-1 1 0 0,0 1 0 0 0,0-1 0 0 0,0 1 0 0 0,0 0-1 0 0,0-1 1 0 0,0 1 0 0 0,-1 0 0 0 0,1 0 0 0 0,0 0-1 0 0,-1 0 1 0 0,1 0 0 0 0,-1 0 0 0 0,1 0 0 0 0,-1 0 0 0 0,1 1-1 0 0,-1-1 1 0 0,-2 0 0 0 0,3 1 53 0 0,0-1 0 0 0,0 1 0 0 0,0 0 0 0 0,0 0 0 0 0,1 0 0 0 0,-1 0 0 0 0,0 0 0 0 0,0 0 0 0 0,0 0 0 0 0,0 1 0 0 0,0-1 0 0 0,0 0 0 0 0,0 0 0 0 0,0 1 0 0 0,0-1 0 0 0,0 1 1 0 0,0-1-1 0 0,1 0 0 0 0,-1 1 0 0 0,0 0 0 0 0,0-1 0 0 0,1 1 0 0 0,-1-1 0 0 0,0 1 0 0 0,1 0 0 0 0,-1 0 0 0 0,0-1 0 0 0,1 1 0 0 0,-1 0 0 0 0,1 0 0 0 0,-1 0 0 0 0,1 0 0 0 0,0-1 0 0 0,-1 1 0 0 0,1 0 0 0 0,0 0 0 0 0,-1 1 0 0 0,1-1-100 0 0,0-1-1 0 0,0 0 0 0 0,0 0 0 0 0,0 0 1 0 0,0 0-1 0 0,1 0 0 0 0,-1 0 0 0 0,0 1 1 0 0,0-1-1 0 0,0 0 0 0 0,0 0 1 0 0,0 0-1 0 0,0 0 0 0 0,0 0 0 0 0,0 0 1 0 0,0 0-1 0 0,0 1 0 0 0,0-1 1 0 0,0 0-1 0 0,0 0 0 0 0,1 0 0 0 0,-1 0 1 0 0,0 0-1 0 0,0 0 0 0 0,0 0 0 0 0,0 0 1 0 0,0 0-1 0 0,0 0 0 0 0,1 0 1 0 0,-1 0-1 0 0,0 0 0 0 0,0 0 0 0 0,0 0 1 0 0,0 0-1 0 0,0 0 0 0 0,0 0 0 0 0,1 0 1 0 0,-1 0-1 0 0,0 0 0 0 0,0 0 1 0 0,0 0-1 0 0,0 0 0 0 0,0 0 0 0 0,0 0 1 0 0,1 0-1 0 0,-1 0 0 0 0,0 0 1 0 0,0 0-1 0 0,0 0 0 0 0,0 0 0 0 0,0 0 1 0 0,0 0-1 0 0,1 0 0 0 0,13-6 20 0 0,12-8-172 0 0,-23 12 197 0 0,1 0-1 0 0,-1 0 1 0 0,1 1 0 0 0,-1-1 0 0 0,1 1-1 0 0,0 0 1 0 0,-1 0 0 0 0,1 0-1 0 0,0 0 1 0 0,0 0 0 0 0,0 1 0 0 0,-1 0-1 0 0,1 0 1 0 0,0 0 0 0 0,0 0 0 0 0,0 1-1 0 0,0-1 1 0 0,6 3 0 0 0,-6-1 19 0 0,0 0 0 0 0,0 0 1 0 0,-1 0-1 0 0,1 1 1 0 0,-1-1-1 0 0,1 1 1 0 0,-1 0-1 0 0,0 0 0 0 0,0 0 1 0 0,0 1-1 0 0,-1-1 1 0 0,1 1-1 0 0,-1-1 0 0 0,0 1 1 0 0,0 0-1 0 0,3 6 0 0 0,9 28 320 0 0,12 46-1 0 0,10 29-343 0 0,-22-90-107 0 0,-4-17-1522 0 0</inkml:trace>
</inkml:ink>
</file>

<file path=ppt/ink/ink2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59.4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4 318 4145 0 0,'-1'-13'442'0'0,"-1"-24"-616"0"0,11 18 8150 0 0,-9 19-7907 0 0,4 12 1928 0 0,3 15-115 0 0,-6-25-1502 0 0,22 115 3144 0 0,-13-58-3138 0 0,3-2 0 0 0,2 1 1 0 0,31 75-1 0 0,-45-130-473 0 0,15 27-1271 0 0,-16-29 1112 0 0,1 0 1 0 0,0 0-1 0 0,-1 0 0 0 0,1 0 1 0 0,0 0-1 0 0,-1-1 0 0 0,1 1 1 0 0,0 0-1 0 0,0-1 0 0 0,0 1 1 0 0,0 0-1 0 0,0-1 0 0 0,0 1 1 0 0,0-1-1 0 0,1 1 0 0 0,-2-1 21 0 0,1 0 0 0 0,0-1-1 0 0,-1 1 1 0 0,1 0 0 0 0,-1-1-1 0 0,1 1 1 0 0,4-7-2704 0 0,-5 7 2703 0 0,0-1 1 0 0,0 0 0 0 0,1 1-1 0 0,-1-1 1 0 0,0 0 0 0 0,0 1 0 0 0,0-1-1 0 0,0 0 1 0 0,0 1 0 0 0,-1-2-1 0 0,2-23-3337 0 0,-1 24 3457 0 0,-2-29-841 0 0,-2-1 1 0 0,-1 1-1 0 0,-1 1 1 0 0,-18-50-1 0 0,-54-111 3927 0 0,75 184-2859 0 0,2 5 102 0 0,0-1 1 0 0,1 0 0 0 0,-1 1-1 0 0,0-1 1 0 0,1 0 0 0 0,-1 1-1 0 0,1-1 1 0 0,-1 0 0 0 0,1 0 0 0 0,0 0-1 0 0,-1 0 1 0 0,1 1 0 0 0,0-1-1 0 0,1 0 1 0 0,-1 0 0 0 0,0 0-1 0 0,0 0 1 0 0,1 0 0 0 0,-1 1 0 0 0,1-1-1 0 0,-1 0 1 0 0,1 0 0 0 0,0 1-1 0 0,0-1 1 0 0,0 1 0 0 0,1-3-1 0 0,0 2 130 0 0,1 0 0 0 0,0 1 0 0 0,-1-1 0 0 0,1 0 0 0 0,0 1 0 0 0,0-1 0 0 0,0 1-1 0 0,0 0 1 0 0,0 0 0 0 0,0 0 0 0 0,1 0 0 0 0,-1 1 0 0 0,0-1 0 0 0,4 1 0 0 0,1-1 76 0 0,-1 1 1 0 0,0 1 0 0 0,0-1 0 0 0,0 1-1 0 0,0 0 1 0 0,0 1 0 0 0,0 0 0 0 0,11 4-1 0 0,53 28 1793 0 0,-54-24-1784 0 0,0-1 0 0 0,34 11 0 0 0,-44-17-370 0 0,-1-2 0 0 0,1 1 0 0 0,0-1 0 0 0,0 0 0 0 0,0 0 0 0 0,9-1 0 0 0,-14 0-61 0 0,-1 0 1 0 0,0-1-1 0 0,0 1 0 0 0,0 0 0 0 0,0-1 1 0 0,1 1-1 0 0,-1 0 0 0 0,0-1 1 0 0,0 0-1 0 0,0 1 0 0 0,0-1 0 0 0,0 1 1 0 0,0-1-1 0 0,0 0 0 0 0,0 0 0 0 0,0 0 1 0 0,-1 0-1 0 0,1 0 0 0 0,0 0 0 0 0,0 0 1 0 0,-1 0-1 0 0,1 0 0 0 0,0 0 0 0 0,-1 0 1 0 0,0 0-1 0 0,1 0 0 0 0,-1 0 1 0 0,1 0-1 0 0,-1-1 0 0 0,0 1 0 0 0,0 0 1 0 0,0 0-1 0 0,0-1 0 0 0,0 1 0 0 0,0 0 1 0 0,0 0-1 0 0,0 0 0 0 0,0-1 0 0 0,0 1 1 0 0,-1 0-1 0 0,1 0 0 0 0,-1 0 0 0 0,0-2 1 0 0,-20-78-1153 0 0,-46-115 1 0 0,57 167-451 0 0</inkml:trace>
</inkml:ink>
</file>

<file path=ppt/ink/ink2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59.6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9218 0 0,'7'9'654'0'0,"0"0"0"0"0,-1 1 0 0 0,0 0 0 0 0,-1 0 1 0 0,0 0-1 0 0,7 21 0 0 0,13 70 3073 0 0,-14-52-2592 0 0,8 42 1106 0 0,-11-50-1963 0 0,1 1 0 0 0,2-2 1 0 0,23 57-1 0 0,-29-88-357 0 0,-1-1 0 0 0,1 1 1 0 0,11 12-1 0 0,-14-19-77 0 0,-1 0-1 0 0,1 0 1 0 0,-1 0-1 0 0,1-1 1 0 0,0 1-1 0 0,-1 0 1 0 0,1-1-1 0 0,0 0 1 0 0,0 1-1 0 0,0-1 1 0 0,0 0-1 0 0,0 0 1 0 0,1 0-1 0 0,-1 0 1 0 0,0 0-1 0 0,0-1 1 0 0,1 1-1 0 0,-1-1 1 0 0,0 0-1 0 0,5 1 1 0 0,-6-1-43 0 0,0-1 0 0 0,0 1 0 0 0,0 0 0 0 0,0-1 1 0 0,0 1-1 0 0,-1-1 0 0 0,1 1 0 0 0,0-1 0 0 0,0 1 0 0 0,0-1 0 0 0,0 1 1 0 0,-1-1-1 0 0,1 0 0 0 0,0 1 0 0 0,-1-1 0 0 0,2-1 0 0 0</inkml:trace>
</inkml:ink>
</file>

<file path=ppt/ink/ink2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6T22:29:59.8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73 920 0 0,'-1'-13'314'0'0,"3"-14"4330"0"0,-2 25-4229 0 0,0 1 0 0 0,0-1 0 0 0,1 0 1 0 0,-1 0-1 0 0,0 1 0 0 0,1-1 0 0 0,-1 0 1 0 0,1 1-1 0 0,0-1 0 0 0,0 1 0 0 0,0-1 1 0 0,-1 1-1 0 0,1-1 0 0 0,1 1 0 0 0,-1-1 1 0 0,0 1-1 0 0,0 0 0 0 0,0 0 0 0 0,1 0 1 0 0,0-2-1 0 0,0 3-227 0 0,-1 1 1 0 0,1-1 0 0 0,-1 0-1 0 0,1 0 1 0 0,-1 0-1 0 0,1 1 1 0 0,-1-1 0 0 0,0 1-1 0 0,1-1 1 0 0,-1 1 0 0 0,0 0-1 0 0,0-1 1 0 0,1 1-1 0 0,-1 0 1 0 0,0 0 0 0 0,0 0-1 0 0,0 0 1 0 0,0 0 0 0 0,0 0-1 0 0,0 0 1 0 0,0 0-1 0 0,1 3 1 0 0,22 31 1320 0 0,-21-31-1320 0 0,14 26 178 0 0,-2 0-1 0 0,0 0 1 0 0,-2 2 0 0 0,-2 0 0 0 0,-1 0-1 0 0,-1 1 1 0 0,8 58 0 0 0,-13-42-310 0 0,-1 0 1 0 0,-3 0-1 0 0,-2 0 0 0 0,-14 87 0 0 0,8-90-183 0 0,0-2-77 0 0</inkml:trace>
</inkml:ink>
</file>

<file path=ppt/ink/ink2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5:14.5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2477 238 4145 0 0,'-5'-11'-70'0'0,"-1"0"1"0"0,0 1 0 0 0,-1-1-1 0 0,0 1 1 0 0,-1 1-1 0 0,0-1 1 0 0,-1 1 0 0 0,1 1-1 0 0,-2 0 1 0 0,1 0-1 0 0,-1 0 1 0 0,0 2 0 0 0,-1-1-1 0 0,0 1 1 0 0,0 1-1 0 0,0 0 1 0 0,-12-4 0 0 0,-22-5-377 0 0,0 2 0 0 0,-1 2 0 0 0,-54-4 1 0 0,57 8 372 0 0,-76-9 876 0 0,-1 5 0 0 0,0 5 1 0 0,0 6-1 0 0,-187 24 0 0 0,234-12-803 0 0,0 4 1 0 0,1 3 0 0 0,1 3 0 0 0,-123 58-1 0 0,-252 165-180 0 0,375-204 174 0 0,52-30-14 0 0,0 1-1 0 0,1 0 1 0 0,1 2-1 0 0,0 0 1 0 0,1 1-1 0 0,0 1 1 0 0,1 0 0 0 0,2 1-1 0 0,-1 0 1 0 0,2 1-1 0 0,1 1 1 0 0,0 0-1 0 0,-8 23 1 0 0,14-31 7 0 0,0 0-1 0 0,2 1 1 0 0,0-1-1 0 0,0 1 1 0 0,1 0-1 0 0,0 0 1 0 0,1 0 0 0 0,1 0-1 0 0,0 0 1 0 0,1 0-1 0 0,0 0 1 0 0,1 0 0 0 0,1 0-1 0 0,0-1 1 0 0,0 1-1 0 0,1-1 1 0 0,1 1-1 0 0,0-1 1 0 0,1-1 0 0 0,0 1-1 0 0,1-1 1 0 0,0 0-1 0 0,17 19 1 0 0,-11-17 14 0 0,0-1 0 0 0,1-1 0 0 0,0 0 0 0 0,1 0 0 0 0,0-2 0 0 0,1 0 0 0 0,0-1 0 0 0,0 0 0 0 0,1-2 0 0 0,18 6 1 0 0,27 5 448 0 0,90 13 1 0 0,-137-28-380 0 0,536 62 2001 0 0,-275-37-1279 0 0,155 0-107 0 0,-332-29-496 0 0,-1-4 0 0 0,137-26 0 0 0,-69-1-371 0 0,-1-7-1 0 0,210-82 1 0 0,-350 112 196 0 0,0-2 0 0 0,-1-1 0 0 0,0-1 0 0 0,-1-1 1 0 0,-1-1-1 0 0,0-1 0 0 0,-1 0 0 0 0,-1-2 0 0 0,-1-1 0 0 0,17-22 0 0 0,-23 26 137 0 0,-2-1-1 0 0,0 0 0 0 0,-1 0 0 0 0,-1-1 1 0 0,0-1-1 0 0,-2 1 0 0 0,0-1 0 0 0,-1-1 1 0 0,-1 1-1 0 0,-1-1 0 0 0,0 0 0 0 0,-2 0 1 0 0,0 0-1 0 0,-2-27 0 0 0,-1 32 62 0 0,-2 0 1 0 0,1 0-1 0 0,-2 0 0 0 0,0 1 0 0 0,-1-1 1 0 0,-1 1-1 0 0,0 0 0 0 0,0 0 1 0 0,-2 1-1 0 0,0 0 0 0 0,0 0 0 0 0,-1 1 1 0 0,0 0-1 0 0,-1 1 0 0 0,-19-17 1 0 0,-5-2 23 0 0,-1 3 0 0 0,-1 0 1 0 0,-1 3-1 0 0,-43-21 1 0 0,31 20-297 0 0,-1 2 1 0 0,-1 2 0 0 0,-1 3-1 0 0,-88-19 1 0 0,65 24-652 0 0,0 2-1 0 0,-136-1 1 0 0,127 14-181 0 0</inkml:trace>
</inkml:ink>
</file>

<file path=ppt/ink/ink2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5:19.5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1038 148 3225 0 0,'-6'-4'167'0'0,"0"1"0"0"0,-1 0 0 0 0,1 0 0 0 0,-1 0 1 0 0,1 1-1 0 0,-1-1 0 0 0,0 2 0 0 0,0-1 0 0 0,0 1 0 0 0,0 0 0 0 0,-9 0 1 0 0,4 0-179 0 0,-49-8 1081 0 0,-12-1-48 0 0,0 2 0 0 0,-89 3-1 0 0,-104 14-494 0 0,245-8-527 0 0,1 0 0 0 0,-1 2 0 0 0,1 0 0 0 0,0 1 0 0 0,0 1 0 0 0,0 1 0 0 0,1 0 0 0 0,0 2 0 0 0,-30 15 0 0 0,43-18-9 0 0,0 0 1 0 0,0 0-1 0 0,1 1 0 0 0,0-1 1 0 0,0 1-1 0 0,1 0 0 0 0,-1 1 0 0 0,1-1 1 0 0,0 1-1 0 0,1 0 0 0 0,0 0 1 0 0,0 0-1 0 0,0 0 0 0 0,1 0 0 0 0,0 0 1 0 0,1 1-1 0 0,-1-1 0 0 0,1 14 1 0 0,-1 3-22 0 0,2 1 1 0 0,1-1 0 0 0,0 0-1 0 0,9 37 1 0 0,-6-39 10 0 0,1 0 1 0 0,1-1-1 0 0,1 1 0 0 0,1-1 1 0 0,1-1-1 0 0,0 1 0 0 0,2-2 1 0 0,0 1-1 0 0,18 21 0 0 0,26 35 50 0 0,-32-41-47 0 0,1-2 0 0 0,2-1-1 0 0,32 31 1 0 0,-49-54 19 0 0,0-1-1 0 0,1-1 0 0 0,1 1 1 0 0,-1-1-1 0 0,1-1 1 0 0,0 0-1 0 0,1 0 1 0 0,-1-2-1 0 0,1 1 1 0 0,0-1-1 0 0,0-1 1 0 0,1 0-1 0 0,-1-1 1 0 0,18 2-1 0 0,-3-4-9 0 0,-1-1 1 0 0,1-1-1 0 0,-1-1 0 0 0,0-2 1 0 0,0 0-1 0 0,0-2 0 0 0,-1 0 1 0 0,1-2-1 0 0,-2-1 0 0 0,0-1 1 0 0,0-1-1 0 0,30-21 1 0 0,12-14 344 0 0,-1-3 0 0 0,96-98 0 0 0,-129 118 43 0 0,-20 20-305 0 0,0 0 0 0 0,-1-1 0 0 0,0-1 0 0 0,-1 1 0 0 0,0-2 0 0 0,-1 1 0 0 0,0-1 0 0 0,-1-1 0 0 0,0 1 0 0 0,7-21-1 0 0,-10 20 157 0 0,-1 0-1 0 0,-1 0 0 0 0,0-1 0 0 0,0 1 0 0 0,0-27 1 0 0,-3 34-191 0 0,-1 0 0 0 0,0 0 1 0 0,0 0-1 0 0,0 1 1 0 0,-1-1-1 0 0,0 0 1 0 0,0 1-1 0 0,-1-1 0 0 0,0 1 1 0 0,0 0-1 0 0,0 0 1 0 0,-1 0-1 0 0,0 0 0 0 0,-6-7 1 0 0,-8-6 215 0 0,-1 0-1 0 0,-1 1 1 0 0,-1 1 0 0 0,0 1 0 0 0,-38-22-1 0 0,11 12-38 0 0,-90-34 0 0 0,113 51-284 0 0,0 1 0 0 0,0 2 0 0 0,-1 0 0 0 0,0 2 0 0 0,-42-2 0 0 0,-17 10-4741 0 0,53-1 360 0 0</inkml:trace>
</inkml:ink>
</file>

<file path=ppt/ink/ink2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5:26.2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503 196 920 0 0,'-11'-1'262'0'0,"1"0"1"0"0,-1-1-1 0 0,1 0 0 0 0,-19-8 0 0 0,-13-1 500 0 0,23 6-240 0 0,-1 2 0 0 0,1 1 1 0 0,-1 0-1 0 0,0 1 0 0 0,-25 3 1 0 0,34-1-371 0 0,1 1 0 0 0,-1 0 1 0 0,1 1-1 0 0,-1 1 0 0 0,1-1 0 0 0,0 1 0 0 0,0 1 1 0 0,1 0-1 0 0,-1 1 0 0 0,1-1 0 0 0,-10 10 1 0 0,7-6-76 0 0,1 1 0 0 0,1 0 1 0 0,-1 1-1 0 0,2 0 0 0 0,0 0 0 0 0,0 1 1 0 0,-12 23-1 0 0,17-27-38 0 0,0 1 0 0 0,1-1 1 0 0,0 1-1 0 0,0 0 0 0 0,1 0 1 0 0,0 0-1 0 0,1 0 0 0 0,0 0 0 0 0,0 1 1 0 0,1-1-1 0 0,0 0 0 0 0,1 0 1 0 0,2 13-1 0 0,13 57-39 0 0,4-2 0 0 0,56 143 0 0 0,-67-201-11 0 0,0 1 1 0 0,1-1-1 0 0,1-1 0 0 0,1 0 1 0 0,14 17-1 0 0,-19-28 6 0 0,0 0 0 0 0,1 0 0 0 0,-1 0 0 0 0,1-1 0 0 0,0 0 0 0 0,1 0 0 0 0,-1-1 1 0 0,1 0-1 0 0,1-1 0 0 0,-1 0 0 0 0,0 0 0 0 0,18 4 0 0 0,-7-4 17 0 0,1-1 1 0 0,-1 0-1 0 0,1-2 0 0 0,-1 0 1 0 0,1-1-1 0 0,-1-2 0 0 0,1 0 1 0 0,-1-1-1 0 0,25-6 0 0 0,-32 5 3 0 0,1-1-1 0 0,-1 0 0 0 0,-1 0 1 0 0,1-1-1 0 0,-1-1 0 0 0,0 0 1 0 0,0-1-1 0 0,-1 0 1 0 0,0-1-1 0 0,-1 0 0 0 0,0 0 1 0 0,0-1-1 0 0,-1-1 0 0 0,12-17 1 0 0,-8 8 141 0 0,0-1 0 0 0,-1 0 0 0 0,-2-1 0 0 0,0 0 0 0 0,-1 0 0 0 0,-2-1 0 0 0,0-1 0 0 0,-1 1 1 0 0,-2-1-1 0 0,0 0 0 0 0,-2 0 0 0 0,0 0 0 0 0,-2-1 0 0 0,0 1 0 0 0,-2 0 0 0 0,-1 0 0 0 0,0 0 1 0 0,-14-43-1 0 0,0 12 410 0 0,-3 1 1 0 0,-27-51 0 0 0,39 88-510 0 0,-1 1 1 0 0,-1 0 0 0 0,0 1 0 0 0,-1 0 0 0 0,-1 1 0 0 0,0 0 0 0 0,-1 1 0 0 0,-1 0-1 0 0,0 1 1 0 0,-20-14 0 0 0,21 20-47 0 0,1 0 0 0 0,-1 1-1 0 0,0 0 1 0 0,-1 1 0 0 0,1 0 0 0 0,-1 1-1 0 0,0 1 1 0 0,1 0 0 0 0,-1 1 0 0 0,-21 1-1 0 0,3 1-399 0 0,-1 2-1 0 0,1 2 0 0 0,-43 10 1 0 0,19 4-1015 0 0,33-8 447 0 0</inkml:trace>
</inkml:ink>
</file>

<file path=ppt/ink/ink2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5:26.8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573 116 3681 0 0,'-12'-13'560'0'0,"-1"1"1"0"0,-1 1-1 0 0,0 0 1 0 0,0 1-1 0 0,-1 0 0 0 0,0 2 1 0 0,-1-1-1 0 0,-30-10 1 0 0,36 16-294 0 0,0 0 1 0 0,0 1-1 0 0,0 0 0 0 0,0 1 1 0 0,0 0-1 0 0,0 1 1 0 0,-1 0-1 0 0,1 0 1 0 0,0 1-1 0 0,0 1 0 0 0,0-1 1 0 0,0 2-1 0 0,0-1 1 0 0,0 2-1 0 0,0-1 0 0 0,-12 7 1 0 0,5-1-257 0 0,2 1 0 0 0,-1 0 0 0 0,1 0-1 0 0,1 2 1 0 0,0 0 0 0 0,1 0 0 0 0,0 1 0 0 0,1 1 0 0 0,0 0 0 0 0,1 1 0 0 0,1 0 0 0 0,0 1 0 0 0,1 0-1 0 0,1 0 1 0 0,0 1 0 0 0,1 0 0 0 0,1 0 0 0 0,1 1 0 0 0,0-1 0 0 0,1 1 0 0 0,2 1 0 0 0,-1-1 0 0 0,2 0-1 0 0,0 0 1 0 0,2 1 0 0 0,0-1 0 0 0,0 0 0 0 0,6 21 0 0 0,2 9-179 0 0,3-1 1 0 0,2 0-1 0 0,1-1 1 0 0,3 0-1 0 0,2-1 0 0 0,1-1 1 0 0,3-1-1 0 0,32 45 1 0 0,-49-80 15 0 0,0 0 1 0 0,0-1-1 0 0,1 0 1 0 0,0 0 0 0 0,0-1-1 0 0,0 0 1 0 0,1 0-1 0 0,0-1 1 0 0,0 0 0 0 0,1-1-1 0 0,-1 0 1 0 0,1 0 0 0 0,0-1-1 0 0,0 0 1 0 0,0-1-1 0 0,0 0 1 0 0,0-1 0 0 0,1 0-1 0 0,10 0 1 0 0,12-2 10 0 0,-1-1 0 0 0,1-1 1 0 0,-1-1-1 0 0,57-17 0 0 0,-71 16 138 0 0,0 0-1 0 0,0-2 0 0 0,-1 0 1 0 0,0-1-1 0 0,0 0 1 0 0,-1-1-1 0 0,0-2 1 0 0,0 1-1 0 0,-2-2 1 0 0,1 0-1 0 0,12-13 0 0 0,48-62 1534 0 0,107-159-1 0 0,-135 177-849 0 0,-39 57-476 0 0,0 0 1 0 0,0 0 0 0 0,-2-1 0 0 0,1 0 0 0 0,-2 0 0 0 0,0-1 0 0 0,6-24-1 0 0,-10 33-104 0 0,0 0 0 0 0,-1 0-1 0 0,1 0 1 0 0,-1 0 0 0 0,0 0-1 0 0,-1 0 1 0 0,1 0-1 0 0,-1 0 1 0 0,0 0 0 0 0,0 1-1 0 0,0-1 1 0 0,-1 0-1 0 0,0 0 1 0 0,0 1 0 0 0,0-1-1 0 0,0 1 1 0 0,-1 0 0 0 0,0-1-1 0 0,0 1 1 0 0,0 0-1 0 0,0 1 1 0 0,-1-1 0 0 0,1 1-1 0 0,-1-1 1 0 0,-5-3-1 0 0,-20-11 185 0 0,-1 1-1 0 0,0 1 0 0 0,-1 1 0 0 0,-1 2 0 0 0,0 1 1 0 0,0 2-1 0 0,-2 1 0 0 0,-67-9 0 0 0,65 14-367 0 0,0 2-1 0 0,-53 4 1 0 0,62 1-1423 0 0,-51 11 0 0 0,48-6-4196 0 0</inkml:trace>
</inkml:ink>
</file>

<file path=ppt/ink/ink2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5:28.8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725 89 4609 0 0,'-5'-6'257'0'0,"0"1"0"0"0,0 1 1 0 0,0-1-1 0 0,0 1 0 0 0,-1 0 0 0 0,0 0 0 0 0,0 0 1 0 0,-6-3-1 0 0,-53-20 993 0 0,57 24-1030 0 0,-3-1 0 0 0,1 1-1 0 0,-1 1 1 0 0,0 0 0 0 0,0 0 0 0 0,0 1 0 0 0,0 0-1 0 0,0 1 1 0 0,-1 0 0 0 0,1 1 0 0 0,0 0 0 0 0,0 1 0 0 0,0 0-1 0 0,1 1 1 0 0,-1 0 0 0 0,0 0 0 0 0,1 2 0 0 0,0-1-1 0 0,0 1 1 0 0,-17 11 0 0 0,-9 10-289 0 0,1 1 1 0 0,1 2-1 0 0,-51 55 0 0 0,46-44 93 0 0,25-26-32 0 0,0 2 0 0 0,1 0 0 0 0,0 0 0 0 0,1 1 0 0 0,1 0 0 0 0,1 1 1 0 0,-12 27-1 0 0,17-29 6 0 0,-1 1 0 0 0,2-1 1 0 0,0 1-1 0 0,1 0 0 0 0,1 0 0 0 0,0 0 1 0 0,2 0-1 0 0,-1 0 0 0 0,4 23 1 0 0,-1-22-9 0 0,1 0 0 0 0,0-1 0 0 0,1 1 0 0 0,1-1 0 0 0,1 0 0 0 0,9 21 0 0 0,-11-30 17 0 0,1-1-1 0 0,0 1 0 0 0,0 0 0 0 0,1-1 0 0 0,0 0 1 0 0,0-1-1 0 0,0 1 0 0 0,1-1 0 0 0,0 0 1 0 0,0-1-1 0 0,1 0 0 0 0,-1 0 0 0 0,1 0 0 0 0,10 3 1 0 0,27 10-45 0 0,0-2 1 0 0,2-2 0 0 0,0-3-1 0 0,0-1 1 0 0,1-2 0 0 0,75 1-1 0 0,-78-8 14 0 0,0-2 1 0 0,0-2-1 0 0,70-14 0 0 0,-95 13 50 0 0,0-2 0 0 0,0 0 0 0 0,-1-1 0 0 0,0 0-1 0 0,0-2 1 0 0,-1 0 0 0 0,0-1 0 0 0,-1-1 0 0 0,0-1 0 0 0,20-18 0 0 0,5-10 546 0 0,68-85 1 0 0,-96 106-372 0 0,0 0 0 0 0,-1-1 1 0 0,-2-1-1 0 0,0 0 1 0 0,-1 0-1 0 0,-1-1 1 0 0,9-34-1 0 0,-16 47-115 0 0,0 0 0 0 0,-1-1-1 0 0,0 1 1 0 0,-1-1-1 0 0,0 1 1 0 0,0-1 0 0 0,-1 1-1 0 0,-1-1 1 0 0,1 1 0 0 0,-1 0-1 0 0,-1 0 1 0 0,0 0 0 0 0,-5-12-1 0 0,2 9 141 0 0,-1 0-1 0 0,0 0 0 0 0,-1 1 0 0 0,0 0 0 0 0,-1 0 0 0 0,0 1 1 0 0,-1 0-1 0 0,-17-14 0 0 0,10 12-91 0 0,0 0 0 0 0,0 1 0 0 0,-1 0 0 0 0,-1 2 0 0 0,0 0-1 0 0,0 1 1 0 0,0 1 0 0 0,-1 1 0 0 0,0 1 0 0 0,-1 0 0 0 0,1 2 0 0 0,-28-2 0 0 0,9 5-714 0 0,1 2 1 0 0,-1 1-1 0 0,1 3 1 0 0,0 0-1 0 0,-60 20 1 0 0,64-13-5492 0 0</inkml:trace>
</inkml:ink>
</file>

<file path=ppt/ink/ink2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5:31.9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701 239 6913 0 0,'20'-48'-469'0'0,"4"-15"3127"0"0,-22 58-2556 0 0,-1 0-1 0 0,0 0 1 0 0,0-1-1 0 0,-1 1 1 0 0,1 0-1 0 0,-1 0 0 0 0,0 0 1 0 0,-1 0-1 0 0,1 0 1 0 0,-2-6-1 0 0,1 7 42 0 0,-1 0 0 0 0,1 1 0 0 0,-1-1 1 0 0,0 1-1 0 0,0 0 0 0 0,0-1 0 0 0,0 1 0 0 0,-1 0 0 0 0,1 0 0 0 0,-1 1 0 0 0,0-1 0 0 0,0 0 0 0 0,0 1 0 0 0,0 0 1 0 0,0-1-1 0 0,-1 1 0 0 0,1 1 0 0 0,0-1 0 0 0,-1 0 0 0 0,0 1 0 0 0,1 0 0 0 0,-1 0 0 0 0,0 0 0 0 0,-5-1 0 0 0,-1 1 271 0 0,1-1-1 0 0,-1 2 0 0 0,1-1 0 0 0,-1 2 1 0 0,1-1-1 0 0,-1 1 0 0 0,1 0 0 0 0,-17 6 0 0 0,5 0-315 0 0,1 2-1 0 0,0 0 0 0 0,0 1 0 0 0,1 1 0 0 0,1 1 0 0 0,0 1 1 0 0,-24 21-1 0 0,-107 117 750 0 0,98-95-750 0 0,28-30-237 0 0,1 1-1 0 0,1 0 1 0 0,1 2-1 0 0,2 0 1 0 0,-23 49 0 0 0,32-58 45 0 0,1 0 1 0 0,1 0 0 0 0,1 0 0 0 0,1 1-1 0 0,1 0 1 0 0,0 0 0 0 0,2 0 0 0 0,0 1 0 0 0,2-1-1 0 0,2 25 1 0 0,-1-37-56 0 0,0-1-1 0 0,1 0 1 0 0,0 0 0 0 0,0 0-1 0 0,1 0 1 0 0,0-1 0 0 0,1 1-1 0 0,-1-1 1 0 0,2 0 0 0 0,-1 0-1 0 0,1 0 1 0 0,0 0 0 0 0,8 8-1 0 0,-4-6-6 0 0,1-1 0 0 0,0 0-1 0 0,0-1 1 0 0,0 0-1 0 0,1-1 1 0 0,0 0-1 0 0,0-1 1 0 0,15 5-1 0 0,2-1-195 0 0,1-2 0 0 0,0 0 0 0 0,0-2 0 0 0,0-2 0 0 0,1 0 0 0 0,52-4 0 0 0,3-6-114 0 0,0-5-1 0 0,125-33 1 0 0,-140 26 684 0 0,-2-4-1 0 0,-1-2 0 0 0,99-53 1 0 0,-127 56 257 0 0,0-1-1 0 0,43-37 1 0 0,-68 49-223 0 0,-1 0 1 0 0,0-2-1 0 0,0 1 0 0 0,-2-2 0 0 0,0 1 0 0 0,0-2 0 0 0,-1 1 1 0 0,14-30-1 0 0,-20 33 37 0 0,-1 0 1 0 0,0 0-1 0 0,-1 0 1 0 0,0 0-1 0 0,0 0 1 0 0,-2-1-1 0 0,1 1 1 0 0,-1-1-1 0 0,-1 1 0 0 0,0 0 1 0 0,-4-18-1 0 0,1 12 93 0 0,0 0-1 0 0,-1 1 1 0 0,-1 0 0 0 0,-1 0-1 0 0,0 0 1 0 0,-18-27-1 0 0,19 34-345 0 0,0 2 0 0 0,-1-1 0 0 0,0 1-1 0 0,0 0 1 0 0,-1 0 0 0 0,0 1 0 0 0,0 0 0 0 0,-1 0-1 0 0,1 1 1 0 0,-1 0 0 0 0,0 1 0 0 0,0 0 0 0 0,-1 0 0 0 0,1 1-1 0 0,-18-4 1 0 0,-9 1 127 0 0,0 2 0 0 0,-1 1 0 0 0,-37 2-1 0 0,2 0-75 0 0,20-1-983 0 0,0 2 0 0 0,0 2 1 0 0,0 3-1 0 0,-62 14 0 0 0,76-9-5526 0 0</inkml:trace>
</inkml:ink>
</file>

<file path=ppt/ink/ink2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7:30.1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1 121 6913 0 0,'29'4'-1685'0'0,"0"-6"1833"0"0,51-8 1 0 0,-7-1 1071 0 0,212 1 2639 0 0,-60 4-3181 0 0,120-35-280 0 0,-226 23-266 0 0,1 4-1 0 0,145 3 1 0 0,96 11 1196 0 0,-80-1-1280 0 0,394 6-64 0 0,-403 11 67 0 0,-81-3-22 0 0,83 10-93 0 0,26 0 110 0 0,-229-21-66 0 0,0-3 0 0 0,88-14 1 0 0,-15-9 4 0 0,-61 8 771 0 0,0 4 0 0 0,95-2 0 0 0,-173 14-753 0 0,0 0-1 0 0,1 1 1 0 0,-1 0-1 0 0,0-1 1 0 0,1 1-1 0 0,-1 1 1 0 0,0-1-1 0 0,0 1 1 0 0,6 3-1 0 0,9 11-4444 0 0,-12-5-407 0 0</inkml:trace>
</inkml:ink>
</file>

<file path=ppt/ink/ink2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7:47.5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696 148 4145 0 0,'-13'-1'543'0'0,"0"0"0"0"0,0-2 1 0 0,0 0-1 0 0,0 0 0 0 0,0-1 1 0 0,1 0-1 0 0,-13-7 0 0 0,12 5-606 0 0,-1 0-1 0 0,0 1 1 0 0,0 1-1 0 0,0 0 0 0 0,-22-2 1 0 0,10 6 165 0 0,-1 1 0 0 0,2 1 1 0 0,-1 2-1 0 0,0 0 1 0 0,1 2-1 0 0,-1 1 0 0 0,2 1 1 0 0,-1 0-1 0 0,1 2 0 0 0,0 1 1 0 0,-41 27-1 0 0,54-30-94 0 0,0 0 0 0 0,1 1 0 0 0,0 0 0 0 0,1 0 0 0 0,0 1 0 0 0,0 0 0 0 0,1 1 0 0 0,0 0-1 0 0,1 0 1 0 0,0 1 0 0 0,1 0 0 0 0,1 0 0 0 0,-1 0 0 0 0,-3 16 0 0 0,7-20-93 0 0,0-1-1 0 0,1 1 1 0 0,0 0 0 0 0,0-1-1 0 0,1 1 1 0 0,0 0 0 0 0,0 0-1 0 0,1-1 1 0 0,0 1-1 0 0,0 0 1 0 0,1-1 0 0 0,0 1-1 0 0,0-1 1 0 0,1 1 0 0 0,0-1-1 0 0,0 0 1 0 0,0 0-1 0 0,1-1 1 0 0,0 1 0 0 0,1-1-1 0 0,-1 0 1 0 0,1 0 0 0 0,1 0-1 0 0,-1 0 1 0 0,12 8 0 0 0,-9-8 221 0 0,1-1 0 0 0,1 1 0 0 0,-1-1 0 0 0,1-1 0 0 0,0 0 0 0 0,0-1 0 0 0,0 1 0 0 0,0-2 0 0 0,1 0 0 0 0,-1 0 0 0 0,1 0 0 0 0,0-2 0 0 0,-1 1 0 0 0,1-1 0 0 0,0-1 0 0 0,-1 0 0 0 0,1 0 0 0 0,15-5 0 0 0,16-5 274 0 0,0-3-1 0 0,0-1 1 0 0,43-22-1 0 0,-64 27-335 0 0,22-8 160 0 0,-2-2-1 0 0,0-3 0 0 0,-2-1 1 0 0,53-40-1 0 0,-80 53-159 0 0,0 0 0 0 0,-1 0 0 0 0,-1-1 0 0 0,0 0 0 0 0,0-1 0 0 0,-1 0 0 0 0,8-17 0 0 0,-12 20 71 0 0,-1 0 0 0 0,0 1-1 0 0,-1-1 1 0 0,0-1 0 0 0,-1 1 0 0 0,0 0 0 0 0,-1 0 0 0 0,0-1 0 0 0,0 1 0 0 0,-1-1 0 0 0,-1 1 0 0 0,-1-12 0 0 0,1 18-126 0 0,1-1 0 0 0,-1 1 0 0 0,-1-1 1 0 0,1 1-1 0 0,-1 0 0 0 0,0-1 0 0 0,0 1 1 0 0,0 0-1 0 0,0 0 0 0 0,-1 0 1 0 0,1 0-1 0 0,-1 1 0 0 0,0-1 0 0 0,0 1 1 0 0,-1 0-1 0 0,1 0 0 0 0,0 0 0 0 0,-1 0 1 0 0,0 0-1 0 0,0 1 0 0 0,0 0 0 0 0,0-1 1 0 0,0 1-1 0 0,-1 1 0 0 0,1-1 1 0 0,0 1-1 0 0,-1 0 0 0 0,-4-1 0 0 0,-15 0-663 0 0</inkml:trace>
</inkml:ink>
</file>

<file path=ppt/ink/ink2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7:53.8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 3225 0 0,'1'-6'288'0'0,"0"2"-288"0"0,2 1 0 0 0,-2 2 0 0 0,0 0 0 0 0,1 1-72 0 0,2 0-8 0 0,-2 0 0 0 0,5 0-64 0 0,1 1-16 0 0,1 3 0 0 0,0-2 0 0 0,1 2 160 0 0,-2 0 0 0 0</inkml:trace>
</inkml:ink>
</file>

<file path=ppt/ink/ink2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7:55.1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2207 11058 0 0,'30'-26'1631'0'0,"-24"22"-1626"0"0,-1 0 1 0 0,0-1-1 0 0,1 1 0 0 0,-2-1 1 0 0,1 0-1 0 0,0-1 0 0 0,-1 1 1 0 0,0-1-1 0 0,-1 0 1 0 0,5-8-1 0 0,-1-6-52 0 0,0 0-1 0 0,-2 0 0 0 0,0-1 1 0 0,-1 0-1 0 0,2-33 1 0 0,-5-111 501 0 0,-2 119 72 0 0,-31-355 2235 0 0,0-50-989 0 0,35 346-1688 0 0,3-1 0 0 0,6 1 0 0 0,4 1 0 0 0,43-151 0 0 0,-51 231-76 0 0,0 0 0 0 0,2 1 0 0 0,15-27 0 0 0,-19 40-5 0 0,-1 1 0 0 0,1 1 0 0 0,0-1 0 0 0,1 1-1 0 0,0 0 1 0 0,1 0 0 0 0,-1 1 0 0 0,1 0 0 0 0,1 1 0 0 0,11-8 0 0 0,-18 13-7 0 0,0 0 1 0 0,1 0-1 0 0,-1 0 0 0 0,0 0 1 0 0,1 0-1 0 0,-1 1 1 0 0,1-1-1 0 0,-1 1 0 0 0,1-1 1 0 0,-1 1-1 0 0,1 0 1 0 0,-1 0-1 0 0,1 0 0 0 0,-1 1 1 0 0,1-1-1 0 0,-1 1 0 0 0,0-1 1 0 0,1 1-1 0 0,2 1 1 0 0,0 0-14 0 0,-1 1 0 0 0,0-1 0 0 0,1 1 0 0 0,-1 0 0 0 0,0 0 0 0 0,-1 1 0 0 0,1-1 0 0 0,-1 1 0 0 0,4 4 0 0 0,4 7-52 0 0,-1 0 1 0 0,-1 0-1 0 0,-1 1 0 0 0,9 21 0 0 0,147 442-1116 0 0,-106-257 1194 0 0,28 84 53 0 0,-73-266-35 0 0,16 42 27 0 0,-26-76-53 0 0,-1 0 1 0 0,2 0-1 0 0,-1 0 0 0 0,1-1 0 0 0,-1 1 0 0 0,2-1 1 0 0,-1 0-1 0 0,0 0 0 0 0,1 0 0 0 0,6 4 0 0 0,-9-8 37 0 0,0 1-1 0 0,1-1 0 0 0,-1 0 0 0 0,1 0 1 0 0,-1 0-1 0 0,1 0 0 0 0,0 0 0 0 0,-1 0 1 0 0,1-1-1 0 0,0 1 0 0 0,0-1 1 0 0,-1 0-1 0 0,1 0 0 0 0,0 0 0 0 0,0 0 1 0 0,-1 0-1 0 0,1-1 0 0 0,0 1 1 0 0,0-1-1 0 0,-1 0 0 0 0,1 0 0 0 0,-1 0 1 0 0,1 0-1 0 0,-1 0 0 0 0,1 0 0 0 0,-1-1 1 0 0,1 1-1 0 0,-1-1 0 0 0,0 0 1 0 0,0 1-1 0 0,2-4 0 0 0,8-7 264 0 0,0 0-1 0 0,-2-1 1 0 0,1-1 0 0 0,9-16-1 0 0,0 0-299 0 0,-5 12 7 0 0,0 1 0 0 0,1 0 0 0 0,1 1 0 0 0,0 1 0 0 0,22-15 1 0 0,-30 23-7 0 0,2 1 0 0 0,-1 0 1 0 0,1 0-1 0 0,0 1 0 0 0,0 1 1 0 0,0 0-1 0 0,1 0 1 0 0,-1 1-1 0 0,1 0 0 0 0,0 1 1 0 0,18-1-1 0 0,-23 4 3 0 0,0 0 1 0 0,0 1-1 0 0,0-1 0 0 0,0 1 0 0 0,0 1 0 0 0,-1-1 0 0 0,1 1 1 0 0,-1 0-1 0 0,0 1 0 0 0,0 0 0 0 0,0-1 0 0 0,0 2 0 0 0,-1-1 1 0 0,1 1-1 0 0,7 9 0 0 0,2 2 20 0 0,-1 1-1 0 0,0 1 1 0 0,19 34 0 0 0,-20-26 155 0 0,-1 1 1 0 0,-2 1 0 0 0,-1 0-1 0 0,9 43 1 0 0,15 50 175 0 0,-26-103-342 0 0,68 166 731 0 0,-63-161-639 0 0,0 0-1 0 0,1-1 1 0 0,1 0-1 0 0,1-1 0 0 0,28 29 1 0 0,-38-45-139 0 0,1 0 0 0 0,0-1 0 0 0,0 1 0 0 0,0-1-1 0 0,0-1 1 0 0,1 1 0 0 0,0-1 0 0 0,-1 0 0 0 0,1 0 0 0 0,0-1 0 0 0,0 0 0 0 0,1 0 0 0 0,-1-1 0 0 0,0 0 0 0 0,1 0 0 0 0,-1-1 0 0 0,10 0 0 0 0,5-2-196 0 0,0-1 0 0 0,-1-1 0 0 0,1-1-1 0 0,32-11 1 0 0,-26 7-927 0 0</inkml:trace>
</inkml:ink>
</file>

<file path=ppt/ink/ink2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7:56.3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 48 10138 0 0,'-12'-4'690'0'0,"-2"0"663"0"0,13 4-1360 0 0,1 0-1 0 0,0-1 0 0 0,0 1 0 0 0,0 0 1 0 0,0 0-1 0 0,-1 0 0 0 0,1 0 0 0 0,0 0 0 0 0,0-1 1 0 0,0 1-1 0 0,0 0 0 0 0,0 0 0 0 0,0 0 0 0 0,-1 0 1 0 0,1-1-1 0 0,0 1 0 0 0,0 0 0 0 0,0 0 0 0 0,0 0 1 0 0,0-1-1 0 0,0 1 0 0 0,0 0 0 0 0,0 0 0 0 0,0 0 1 0 0,0-1-1 0 0,0 1 0 0 0,0 0 0 0 0,0 0 1 0 0,0 0-1 0 0,0-1 0 0 0,0 1 0 0 0,0 0 0 0 0,0 0 1 0 0,0 0-1 0 0,0-1 0 0 0,1 1 0 0 0,-1 0 0 0 0,0 0 1 0 0,0 0-1 0 0,0 0 0 0 0,0-1 0 0 0,0 1 0 0 0,0 0 1 0 0,1 0-1 0 0,-1 0 0 0 0,0 0 0 0 0,0 0 0 0 0,0-1 1 0 0,1 1-1 0 0,16-13-4437 0 0,-2 1 308 0 0,-13 7 4000 0 0</inkml:trace>
</inkml:ink>
</file>

<file path=ppt/ink/ink2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7:56.7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42 11979 0 0,'-5'-6'528'0'0,"1"2"112"0"0,1 1-512 0 0,3 2-128 0 0,2 1 0 0 0,-1-1 0 0 0,2 1-224 0 0,-1-2-64 0 0,3 1-24 0 0,2 0 0 0 0,1-1-609 0 0,1 0-119 0 0,-1 1-24 0 0,-1-3-8 0 0,0-3 872 0 0,-2 1 200 0 0</inkml:trace>
</inkml:ink>
</file>

<file path=ppt/ink/ink2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7:57.1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166 593 5529 0 0,'-4'-3'488'0'0,"2"2"-392"0"0,0 1-96 0 0,4-2-184 0 0,-2 1-56 0 0,-2-1-16 0 0,0-4 0 0 0</inkml:trace>
  <inkml:trace contextRef="#ctx0" brushRef="#br0" timeOffset="1">7 260 10594 0 0,'-4'-8'944'0'0,"3"3"-751"0"0,0 2-193 0 0,1 1 0 0 0,0 0-145 0 0,1 1-63 0 0,2-1-16 0 0,-1-2 0 0 0,3-2-432 0 0,3-1-88 0 0,0-3-24 0 0,2 0 0 0 0,1 1 632 0 0,-2-3 136 0 0,0-1 0 0 0,0 1 0 0 0</inkml:trace>
  <inkml:trace contextRef="#ctx0" brushRef="#br0" timeOffset="2">152 40 6913 0 0,'-3'-3'305'0'0,"1"0"63"0"0,0 1-296 0 0,1 0-72 0 0,1 1 0 0 0,1 1 0 0 0,1-1-320 0 0,-1 0-73 0 0,0-2-23 0 0,3-1 0 0 0,0 0-224 0 0,0 0-56 0 0,0-1-8 0 0,0-2 0 0 0</inkml:trace>
</inkml:ink>
</file>

<file path=ppt/ink/ink2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7:57.5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13 413 8290 0 0,'-6'-4'368'0'0,"4"0"80"0"0,-1 1-360 0 0,2 2-88 0 0,1 0 0 0 0,1 1 0 0 0,1-1-256 0 0,-2-2-64 0 0,1 0-8 0 0,1-3-8 0 0,2-2 336 0 0,0-4 0 0 0,3-1 0 0 0,-1-4 0 0 0,1-2 0 0 0,1-4-88 0 0</inkml:trace>
  <inkml:trace contextRef="#ctx0" brushRef="#br0" timeOffset="1">186 32 5041 0 0,'7'-25'3138'0'0,"-5"19"-4533"0"0</inkml:trace>
</inkml:ink>
</file>

<file path=ppt/ink/ink2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7:57.8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6913 0 0,'1'0'673'0'0,"0"0"-601"0"0,1 1-72 0 0,-1 0 0 0 0,0 1 0 0 0,2-1 0 0 0,0 2-128 0 0,0 2 32 0 0,3 1 8 0 0,-1 2 88 0 0,0-1 88 0 0</inkml:trace>
  <inkml:trace contextRef="#ctx0" brushRef="#br0" timeOffset="1">92 392 5985 0 0,'-3'5'264'0'0,"2"0"56"0"0,1 1-256 0 0,1-4-64 0 0,1 1 0 0 0,-1-3 0 0 0,0 2-272 0 0,3 1-72 0 0,2 2-8 0 0,0 1-8 0 0,3-1 360 0 0,0-4 0 0 0,3-2 80 0 0</inkml:trace>
</inkml:ink>
</file>

<file path=ppt/ink/ink2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7:58.3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 0 6449 0 0,'-3'1'577'0'0,"2"2"-465"0"0,1 0-112 0 0,0-1 0 0 0,1 1 144 0 0,-1-1 8 0 0,0 2 0 0 0,0 3 0 0 0,0 3-432 0 0,-1 2-80 0 0,1 1-25 0 0,-2-1 1 0 0,2-2 288 0 0,0-2 96 0 0</inkml:trace>
  <inkml:trace contextRef="#ctx0" brushRef="#br0" timeOffset="1">2 260 8754 0 0,'-1'1'776'0'0,"1"0"-616"0"0,0 2-160 0 0,1-1 0 0 0,0 1 64 0 0,0 0-64 0 0,2-1 72 0 0,0 3-72 0 0,1 3-288 0 0,1 0-112 0 0,1 0-16 0 0,1 0-8 0 0,-1-2 344 0 0,2 0 80 0 0,0-3 0 0 0,0-1 0 0 0,1-1 0 0 0,0 0 0 0 0</inkml:trace>
  <inkml:trace contextRef="#ctx0" brushRef="#br0" timeOffset="2">244 468 4609 0 0,'-3'4'408'0'0,"-1"-1"-328"0"0,0 2-80 0 0,1-1 0 0 0,2-1 416 0 0,-1-1 72 0 0,1 1 16 0 0,-1 2 0 0 0,-2 4-287 0 0,-2 3-57 0 0,0 1-16 0 0,-1-1 0 0 0,2-1-256 0 0,0-1-48 0 0,0 0-16 0 0,-2-1 0 0 0,2-1 176 0 0,-2-2-73 0 0</inkml:trace>
</inkml:ink>
</file>

<file path=ppt/ink/ink2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7:58.7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1 8754 0 0,'-4'1'776'0'0,"1"0"-616"0"0,1 2-160 0 0,0 0 0 0 0,4-2 328 0 0,-1 0 40 0 0,0 1 8 0 0,2 0 0 0 0,1 3-984 0 0,1-1-192 0 0,2 2-32 0 0,0-4-16 0 0,3-1 688 0 0,-3-3 160 0 0</inkml:trace>
  <inkml:trace contextRef="#ctx0" brushRef="#br0" timeOffset="1">274 121 9218 0 0,'0'0'992'0'0,"0"1"-992"0"0,2 0 0 0 0,-1-1 0 0 0,0 2-160 0 0,2-1-48 0 0,1 0-16 0 0,0 1 0 0 0,2 0-456 0 0,1-2-96 0 0,-1-1-24 0 0,2-3-1 0 0,1-2 633 0 0</inkml:trace>
</inkml:ink>
</file>

<file path=ppt/ink/ink2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7:59.0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12 5529 0 0,'1'0'120'0'0,"2"-1"24"0"0,2-1 8 0 0,-2 0 8 0 0,-2 2-160 0 0,0-2 0 0 0,1 0 0 0 0,-1-1 0 0 0</inkml:trace>
  <inkml:trace contextRef="#ctx0" brushRef="#br0" timeOffset="1">74 9 8754 0 0,'0'0'776'0'0,"0"2"-616"0"0,2-1-160 0 0,-1 0 0 0 0,2 1 0 0 0,-1-1 0 0 0,2 0-88 0 0,3 0 88 0 0,1 2-936 0 0,-1 0-136 0 0,1-2-25 0 0,-4-1-7 0 0</inkml:trace>
</inkml:ink>
</file>

<file path=ppt/ink/ink2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8:02.8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20 11979 0 0,'0'0'-80'0'0,"-9"0"1405"0"0,2-20-6395 0 0</inkml:trace>
</inkml:ink>
</file>

<file path=ppt/ink/ink2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8:03.2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134 380 10138 0 0,'-2'-3'448'0'0,"-1"2"96"0"0,2 0-440 0 0,1-1-104 0 0,0 0 0 0 0,0 0-504 0 0,0-2-120 0 0,0-2-24 0 0,0-5-8 0 0,0-3 504 0 0,0-2 152 0 0</inkml:trace>
  <inkml:trace contextRef="#ctx0" brushRef="#br0" timeOffset="1">25 209 10594 0 0,'-9'0'472'0'0,"2"0"96"0"0,2 0-455 0 0,2 0-41 0 0,2 0-72 0 0,1-1 64 0 0,0-2-753 0 0,1 2 297 0 0,1-2-8 0 0</inkml:trace>
  <inkml:trace contextRef="#ctx0" brushRef="#br0" timeOffset="2">121 85 8842 0 0,'2'-15'721'0'0,"3"-20"-3996"0"0,3 13 2996 0 0,-4 9 279 0 0</inkml:trace>
</inkml:ink>
</file>

<file path=ppt/ink/ink2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8:03.6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101 183 8290 0 0,'-1'0'68'0'0,"0"-1"0"0"0,-1 0-1 0 0,1 0 1 0 0,0 1 0 0 0,0-1 0 0 0,0 0 0 0 0,0 0 0 0 0,0 0 0 0 0,1-1 0 0 0,-1 1 0 0 0,0 0 0 0 0,0 0-1 0 0,1 0 1 0 0,-1-1 0 0 0,0-1 0 0 0,-8-11-2174 0 0,7 11 2046 0 0</inkml:trace>
  <inkml:trace contextRef="#ctx0" brushRef="#br0" timeOffset="1">19 30 6913 0 0,'-7'0'305'0'0,"2"0"63"0"0,-2 1 1256 0 0,7-2-1560 0 0,10-22-2865 0 0,-9 17 1793 0 0</inkml:trace>
</inkml:ink>
</file>

<file path=ppt/ink/ink2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8:03.9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1 162 9130 0 0,'0'0'432'0'0,"1"-1"80"0"0,-1-1-512 0 0,1 1 0 0 0,1 0-400 0 0,-1-2-136 0 0,1-1-24 0 0,1-2-8 0 0</inkml:trace>
  <inkml:trace contextRef="#ctx0" brushRef="#br0" timeOffset="1">29 41 6913 0 0,'0'-3'609'0'0,"0"1"-481"0"0,2 0-128 0 0,-1 1 0 0 0,0 0-456 0 0,3-5-713 0 0,-1 0 569 0 0,3-3 528 0 0,-2-2 72 0 0</inkml:trace>
</inkml:ink>
</file>

<file path=ppt/ink/ink2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8:04.3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9 346 7370 0 0,'-4'-5'320'0'0,"1"1"80"0"0,2 1-320 0 0,1 2-80 0 0,0 0 240 0 0,1-1 32 0 0,-1 0 8 0 0,1-2 0 0 0,1-1-280 0 0,0-2 0 0 0,0-1 0 0 0,-1-1 0 0 0</inkml:trace>
  <inkml:trace contextRef="#ctx0" brushRef="#br0" timeOffset="1">52 149 7570 0 0,'-1'-1'72'0'0,"0"0"0"0"0,1 0 0 0 0,-1 0 0 0 0,1 0 0 0 0,0 0 0 0 0,-1 0 0 0 0,1 0 0 0 0,0 0 0 0 0,-1 0-1 0 0,1-1 1 0 0,0 1 0 0 0,0 0 0 0 0,0 0 0 0 0,0 0 0 0 0,0 0 0 0 0,0 0 0 0 0,1-1 0 0 0,-1 1 0 0 0,0 0 0 0 0,0 0 0 0 0,1 0 0 0 0,-1 0 0 0 0,1 0 0 0 0,-1 0 0 0 0,1 0 0 0 0,-1 0 0 0 0,1 0 0 0 0,1-1 0 0 0,11-11-159 0 0,0 5-3519 0 0,-6 4 3315 0 0,-4 1 291 0 0</inkml:trace>
  <inkml:trace contextRef="#ctx0" brushRef="#br0" timeOffset="2">194 0 6449 0 0,'0'0'643'0'0,"6"7"329"0"0</inkml:trace>
</inkml:ink>
</file>

<file path=ppt/ink/ink2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8:04.8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7834 0 0,'0'1'696'0'0,"0"0"-560"0"0,2 2-136 0 0,-2-2 0 0 0,0 1 136 0 0,1 2-136 0 0,-1 2 96 0 0,1 1-640 0 0,1 0-128 0 0,-2 3-25 0 0,1-3-7 0 0,0 1 568 0 0,1-3 136 0 0</inkml:trace>
  <inkml:trace contextRef="#ctx0" brushRef="#br0" timeOffset="1">15 198 6913 0 0,'0'5'305'0'0,"0"-2"63"0"0,0-1-296 0 0,0 1-72 0 0,1-2 0 0 0,0 0 0 0 0,3 3-1561 0 0,0 2 673 0 0,1 0-8 0 0,-1 1 712 0 0,2-2 184 0 0,-1-1 0 0 0,0-3 0 0 0,0 0 0 0 0</inkml:trace>
  <inkml:trace contextRef="#ctx0" brushRef="#br0" timeOffset="2">71 324 2040 0 0,'0'4'0'0'0,"0"-2"88"0"0,0 0-24 0 0,1-1 0 0 0,-1 1-64 0 0,1-1 0 0 0,1 0 0 0 0,-1 1 0 0 0,2 0 481 0 0,1 1 95 0 0,2 1 8 0 0,-1 0 8 0 0,3 0-752 0 0,-1-3-144 0 0,2 2-32 0 0,-1-5-8 0 0</inkml:trace>
</inkml:ink>
</file>

<file path=ppt/ink/ink2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8:05.2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5065 0 0,'0'3'448'0'0,"1"-1"-352"0"0,0 0-96 0 0,-1-1 0 0 0,1 0 240 0 0,-1 1 32 0 0,3 0 8 0 0,1 5 0 0 0,-1-1-280 0 0,0 2-96 0 0,1 0 0 0 0,-1 0 0 0 0,0 1 96 0 0,-1-1 0 0 0,-2 1 0 0 0,2-1 0 0 0,-1 1-72 0 0,-1-1 72 0 0</inkml:trace>
  <inkml:trace contextRef="#ctx0" brushRef="#br0" timeOffset="1">75 210 2304 0 0,'0'3'201'0'0,"0"-2"-201"0"0,0 0 0 0 0,0 1 0 0 0,0-1 128 0 0,0 0-8 0 0,0 1-8 0 0,0 0 0 0 0,1 1 328 0 0,0 1 64 0 0,1 2 8 0 0,-1 1 8 0 0,0-2-352 0 0,1-1-72 0 0,-1-3 88 0 0</inkml:trace>
  <inkml:trace contextRef="#ctx0" brushRef="#br0" timeOffset="2">113 347 656 0 0,'1'5'64'0'0,"0"-2"-64"0"0,1 0 0 0 0,-1-1 0 0 0,-1 1 96 0 0,1-2 16 0 0,-1 2 0 0 0,2 2 16 0 0,0 3-40 0 0,-1 1-16 0 0,2 1 0 0 0,-3-2 16 0 0,0 0 40 0 0</inkml:trace>
</inkml:ink>
</file>

<file path=ppt/ink/ink2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8:05.6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3225 0 0,'7'12'1010'0'0,"10"12"1025"0"0,-16-23-2068 0 0,0 0-1 0 0,0 0 1 0 0,0 0-1 0 0,0-1 0 0 0,0 1 1 0 0,0-1-1 0 0,0 1 0 0 0,0-1 1 0 0,0 1-1 0 0,0-1 1 0 0,0 1-1 0 0,0-1 0 0 0,0 0 1 0 0,1 0-1 0 0,-1 1 1 0 0,0-1-1 0 0,0 0 0 0 0,0 0 1 0 0,0 0-1 0 0,1-1 0 0 0,-1 1 1 0 0,2 0-1 0 0,1 1 98 0 0,-3-1-64 0 0</inkml:trace>
  <inkml:trace contextRef="#ctx0" brushRef="#br0" timeOffset="1">88 116 7602 0 0,'0'2'160'0'0,"2"-1"40"0"0,-1 2 8 0 0,-1-2 16 0 0,1-1-224 0 0,1 0 0 0 0,-1 1 0 0 0,3 1 0 0 0,1 0 192 0 0,3 0-8 0 0,1 0 0 0 0,1 1 0 0 0,1-2-184 0 0,-1-1 0 0 0,-1-1 0 0 0</inkml:trace>
</inkml:ink>
</file>

<file path=ppt/ink/ink2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8:05.9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1 198 10594 0 0,'0'0'944'0'0,"1"0"-751"0"0,0 1-193 0 0,0-1 0 0 0,1 0 0 0 0,-1 0-65 0 0,2 0 1 0 0,2 0 0 0 0,0 0-112 0 0,2-2-16 0 0,-1-1-8 0 0,1-2 0 0 0,1-2-1168 0 0,-2 1-232 0 0,1-3-41 0 0,-1-1-15 0 0</inkml:trace>
  <inkml:trace contextRef="#ctx0" brushRef="#br0" timeOffset="0.51">175 35 7370 0 0,'1'-2'200'0'0,"0"-1"1"0"0,0 1-1 0 0,0 0 0 0 0,0 0 1 0 0,0 0-1 0 0,1 0 1 0 0,-1 0-1 0 0,1 0 1 0 0,-1 0-1 0 0,1 0 1 0 0,-1 1-1 0 0,5-3 1 0 0,6-2-1584 0 0,-8 15 640 0 0,-3-8 743 0 0</inkml:trace>
</inkml:ink>
</file>

<file path=ppt/ink/ink2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8:06.4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2449 0 0,'2'1'112'0'0,"0"0"1"0"0,0 0-1 0 0,-1 0 1 0 0,1 1-1 0 0,-1-1 1 0 0,1 1-1 0 0,-1-1 0 0 0,0 1 1 0 0,0-1-1 0 0,1 1 1 0 0,-1 0-1 0 0,0-1 1 0 0,0 1-1 0 0,-1 0 1 0 0,2 3-1 0 0,12 16 370 0 0,-2-9-3233 0 0,7 3 2961 0 0,-10-8-443 0 0,-7-5 345 0 0,0 0 0 0 0,-1 0-1 0 0,1 0 1 0 0,0 0-1 0 0,-1 0 1 0 0,0 1-1 0 0,1-1 1 0 0,-1 0-1 0 0,1 5 1 0 0,-1-5 432 0 0,0 0 1 0 0,0 0-1 0 0,0 0 1 0 0,0 0-1 0 0,0 0 0 0 0,0 0 1 0 0,1 0-1 0 0,-1 0 0 0 0,1 0 1 0 0,-1-1-1 0 0,1 1 0 0 0,3 2 1 0 0,1 0-1004 0 0,-4-1 203 0 0</inkml:trace>
  <inkml:trace contextRef="#ctx0" brushRef="#br0" timeOffset="1">136 242 512 0 0,'16'19'102'0'0,"-14"-18"-33"0"0,-1 0 1 0 0,1 1-1 0 0,-1-1 1 0 0,0 0 0 0 0,1 1-1 0 0,-1-1 1 0 0,0 1 0 0 0,0 0-1 0 0,0-1 1 0 0,0 1-1 0 0,0 0 1 0 0,0 0 0 0 0,0 0-1 0 0,-1-1 1 0 0,1 1-1 0 0,-1 0 1 0 0,1 0 0 0 0,-1 0-1 0 0,0 0 1 0 0,1 0 0 0 0,-1 0-1 0 0,0 0 1 0 0,0 0-1 0 0,-1 0 1 0 0,1 0 0 0 0,0 0-1 0 0,-1 0 1 0 0,0 2 0 0 0,-3 18 618 0 0,6-23-608 0 0</inkml:trace>
</inkml:ink>
</file>

<file path=ppt/ink/ink2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8:06.8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61 0 10594 0 0,'-3'4'944'0'0,"2"-1"-751"0"0,0 1-193 0 0,1 0 0 0 0,0-2-177 0 0,-2 1-71 0 0,2 1-8 0 0,0 4-8 0 0,-1 1-496 0 0,0 1-96 0 0,-1 3-16 0 0,2-1-8 0 0,0-2 680 0 0</inkml:trace>
  <inkml:trace contextRef="#ctx0" brushRef="#br0" timeOffset="1">7 205 6449 0 0,'-2'1'577'0'0,"1"1"-465"0"0,-1 0-112 0 0,1 0 0 0 0,1-1 248 0 0,0 0 24 0 0,0 1 8 0 0,0 0 0 0 0,0 2-384 0 0,1 1-80 0 0,1 1-8 0 0,0-3-8 0 0,1 3-729 0 0,-1-2-135 0 0,2-2-32 0 0,0-1-8 0 0,1 1 872 0 0</inkml:trace>
  <inkml:trace contextRef="#ctx0" brushRef="#br0" timeOffset="2">191 285 3681 0 0,'4'2'328'0'0,"-2"0"-264"0"0,0-1-64 0 0,3 3 1416 0 0,-2-3-632 0 0,1 2 9 0 0,1 1-545 0 0,3 1-112 0 0,0 0-16 0 0,0-1-8 0 0,-2-1-112 0 0,-1-2 64 0 0</inkml:trace>
</inkml:ink>
</file>

<file path=ppt/ink/ink2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8:07.1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3681 0 0,'9'4'328'0'0,"-5"-3"-264"0"0,1 0-64 0 0,-1-1 0 0 0,0 1-152 0 0,-1-1-40 0 0,0-1-16 0 0,4 0 0 0 0</inkml:trace>
</inkml:ink>
</file>

<file path=ppt/ink/ink2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8:07.8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61 47 7370 0 0,'8'-46'7050'0'0,"-12"71"-5736"0"0,-31 209 1468 0 0,18-62-2460 0 0,4 208-1 0 0,17-300-332 0 0,27 156 1 0 0,44 72 604 0 0,-45-181-415 0 0,-27-108-742 0 0,0 0 0 0 0,-2 0 0 0 0,0-1 1 0 0,-3 36-1 0 0,0-46-1277 0 0</inkml:trace>
</inkml:ink>
</file>

<file path=ppt/ink/ink2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8:08.4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294 25 5321 0 0,'3'-2'601'0'0,"-10"-5"-983"0"0,6 5 489 0 0,-1 1-1 0 0,1-1 1 0 0,-1 1-1 0 0,1 0 1 0 0,-1 0 0 0 0,0 0-1 0 0,0 0 1 0 0,0 0 0 0 0,1 0-1 0 0,-1 0 1 0 0,0 0 0 0 0,0 1-1 0 0,0-1 1 0 0,0 1 0 0 0,0 0-1 0 0,0-1 1 0 0,0 1 0 0 0,-1 0-1 0 0,1 0 1 0 0,0 0 0 0 0,-2 1-1 0 0,0 0-34 0 0,1 1 0 0 0,0-1 0 0 0,0 0 1 0 0,0 1-1 0 0,0 0 0 0 0,0 0 0 0 0,1 0 0 0 0,-1 0 0 0 0,0 0 0 0 0,1 1 0 0 0,0-1 0 0 0,-1 1 0 0 0,-2 4 0 0 0,-97 143 379 0 0,24-31 213 0 0,73-113-783 0 0,-14 17 3305 0 0,19-23-3156 0 0,7-17 730 0 0,10-17-434 0 0,1 1 0 0 0,2 1 0 0 0,1 1 0 0 0,2 1 0 0 0,1 0 0 0 0,1 2 0 0 0,47-41 1 0 0,-71 68-257 0 0,1-1 0 0 0,0 1 0 0 0,0-1 0 0 0,0 1 0 0 0,0 0 0 0 0,0-1-1 0 0,0 1 1 0 0,0 0 0 0 0,0 1 0 0 0,1-1 0 0 0,-1 0 0 0 0,0 0 0 0 0,1 1 0 0 0,-1 0 0 0 0,0-1 0 0 0,1 1 0 0 0,-1 0 0 0 0,0 0 0 0 0,1 0 0 0 0,-1 0 0 0 0,0 1 0 0 0,1-1 0 0 0,-1 1 0 0 0,4 1 0 0 0,-1 0 120 0 0,-1 1 0 0 0,0 0 0 0 0,1 0 0 0 0,-1 0 0 0 0,0 1 0 0 0,-1-1 0 0 0,1 1 0 0 0,-1 0 0 0 0,1 0 0 0 0,3 7 0 0 0,50 73 328 0 0,-26-39-6237 0 0,-9-15-769 0 0</inkml:trace>
</inkml:ink>
</file>

<file path=ppt/ink/ink2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8:09.7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 10138 0 0,'-2'5'4596'0'0,"1"25"-2772"0"0,3 138 946 0 0,0-9-2481 0 0,12-3-3737 0 0,-10-133-2479 0 0</inkml:trace>
</inkml:ink>
</file>

<file path=ppt/ink/ink2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8:10.0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80 11058 0 0,'0'-5'45'0'0,"3"-40"1797"0"0,-3 43-1718 0 0,0 1 0 0 0,0 0 1 0 0,1 0-1 0 0,-1-1 0 0 0,0 1 0 0 0,0 0 0 0 0,1 0 0 0 0,-1 0 0 0 0,1-1 0 0 0,-1 1 0 0 0,1 0 1 0 0,0 0-1 0 0,-1 0 0 0 0,1 0 0 0 0,0 0 0 0 0,0 0 0 0 0,0 0 0 0 0,-1 0 0 0 0,1 0 1 0 0,0 1-1 0 0,0-1 0 0 0,0 0 0 0 0,1 0 0 0 0,-1 1 0 0 0,0-1 0 0 0,0 1 0 0 0,0-1 1 0 0,0 1-1 0 0,1 0 0 0 0,0-1 0 0 0,0 1-32 0 0,-1 1 0 0 0,1-1 0 0 0,-1 1 0 0 0,1-1 0 0 0,-1 1 1 0 0,0 0-1 0 0,1 0 0 0 0,-1 0 0 0 0,0 0 0 0 0,0 0 0 0 0,0 0 0 0 0,0 0 0 0 0,0 0 1 0 0,0 0-1 0 0,0 0 0 0 0,0 0 0 0 0,0 1 0 0 0,0-1 0 0 0,0 0 0 0 0,-1 1 0 0 0,2 1 0 0 0,13 35 859 0 0,-14-32-750 0 0,16 48 293 0 0,-3-1 0 0 0,12 102-1 0 0,-10 23-6499 0 0,-14-159 226 0 0</inkml:trace>
</inkml:ink>
</file>

<file path=ppt/ink/ink2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8:10.4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37 212 7370 0 0,'-36'8'876'0'0,"149"-64"-1748"0"0,3 6-1 0 0,142-43 1 0 0,-242 88 880 0 0,36-8-66 0 0,-49 12 60 0 0,1 0 1 0 0,-1 1-1 0 0,1 0 0 0 0,0 0 1 0 0,-1 0-1 0 0,1 0 1 0 0,-1 0-1 0 0,1 1 1 0 0,-1-1-1 0 0,1 1 0 0 0,5 2 1 0 0,-8-2 167 0 0,0 0 1 0 0,-1 0-1 0 0,1-1 1 0 0,0 1-1 0 0,-1 0 1 0 0,1 0-1 0 0,-1 0 1 0 0,0 0-1 0 0,1-1 1 0 0,-1 1-1 0 0,1 0 1 0 0,-1 0 0 0 0,0 0-1 0 0,0 0 1 0 0,0 0-1 0 0,0 0 1 0 0,0 0-1 0 0,0 0 1 0 0,0 0-1 0 0,0 0 1 0 0,0 0-1 0 0,0 0 1 0 0,0 0-1 0 0,-1 2 1 0 0,-8 31 2374 0 0,6-22-1595 0 0,-4 21-618 0 0,2 1 1 0 0,-1 34 0 0 0,5-53-250 0 0,1 1-1 0 0,1-1 0 0 0,0 0 0 0 0,2 1 0 0 0,-1-1 0 0 0,10 27 0 0 0,-11-39-36 0 0,0 0 0 0 0,0 0 0 0 0,1 0 0 0 0,-1-1 0 0 0,1 1 0 0 0,-1 0 0 0 0,1-1 0 0 0,0 1 0 0 0,0-1 0 0 0,0 0 0 0 0,1 1 0 0 0,-1-1 0 0 0,0 0 0 0 0,1 0 0 0 0,-1-1 0 0 0,6 4 0 0 0,-7-5-18 0 0,0 1 0 0 0,0-1-1 0 0,0 0 1 0 0,0 0-1 0 0,0 0 1 0 0,0 0-1 0 0,0 0 1 0 0,0 0 0 0 0,0 0-1 0 0,0 0 1 0 0,0 0-1 0 0,0 0 1 0 0,0 0 0 0 0,0-1-1 0 0,0 1 1 0 0,0 0-1 0 0,0-1 1 0 0,0 1 0 0 0,0-1-1 0 0,1 0 1 0 0,0-1-1 0 0,0 0 0 0 0,-1 1 0 0 0,1-1 0 0 0,-1 0 0 0 0,1 0 0 0 0,-1 0 0 0 0,0 0 0 0 0,0 0 0 0 0,0 0 0 0 0,0 0 0 0 0,0-1 0 0 0,1-2 0 0 0,2-13 177 0 0,0-1 0 0 0,-1 1 0 0 0,-1-1 0 0 0,0 1 0 0 0,-2-1 0 0 0,0 1 0 0 0,-1-1 0 0 0,-1 0 0 0 0,0 1 0 0 0,-2-1 0 0 0,0 1 0 0 0,-1 0 0 0 0,-13-32 0 0 0,8 36-1068 0 0,-2 2-3634 0 0</inkml:trace>
</inkml:ink>
</file>

<file path=ppt/ink/ink2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8:10.7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41 10138 0 0,'1'0'1050'0'0,"-1"3"-812"0"0,1-1 0 0 0,-1 0 0 0 0,0 0 0 0 0,1 0 0 0 0,-1 1 0 0 0,0-1 0 0 0,0 0-1 0 0,-1 0 1 0 0,1 0 0 0 0,0 1 0 0 0,-2 2 0 0 0,2-3-71 0 0,-3 22 457 0 0,-1-2-280 0 0,1 1 0 0 0,0 35 0 0 0,3-53-313 0 0,0 1 0 0 0,1-1-1 0 0,-1 0 1 0 0,1 1 0 0 0,1-1-1 0 0,-1 0 1 0 0,1 1 0 0 0,-1-1-1 0 0,1 0 1 0 0,1 0 0 0 0,-1-1-1 0 0,1 1 1 0 0,0 0 0 0 0,0-1-1 0 0,0 1 1 0 0,6 4 0 0 0,-9-8-21 0 0,1 0 0 0 0,0-1 0 0 0,0 1 0 0 0,-1 0 0 0 0,1-1 0 0 0,0 1 0 0 0,0-1 0 0 0,0 1 1 0 0,0-1-1 0 0,0 0 0 0 0,0 1 0 0 0,0-1 0 0 0,0 0 0 0 0,0 1 0 0 0,0-1 0 0 0,0 0 0 0 0,0 0 1 0 0,0 0-1 0 0,0 0 0 0 0,0 0 0 0 0,0 0 0 0 0,0 0 0 0 0,0 0 0 0 0,0-1 0 0 0,0 1 0 0 0,0 0 1 0 0,2-1-1 0 0,-1-1-30 0 0,0 1-1 0 0,0-1 1 0 0,0 0 0 0 0,0 1 0 0 0,0-1 0 0 0,0 0 0 0 0,0 0 0 0 0,0-1-1 0 0,-1 1 1 0 0,3-4 0 0 0,1-4-462 0 0,0 0 0 0 0,0-1 0 0 0,5-22-1 0 0,2-29-1996 0 0,-8 38 1419 0 0,10-37 0 0 0,-12 69 1362 0 0,-1 1 0 0 0,1-1 0 0 0,0 0 0 0 0,0 0 1 0 0,1 0-1 0 0,6 12 0 0 0,-7-17-167 0 0,0 0 0 0 0,1 0-1 0 0,-1 0 1 0 0,1 0 0 0 0,-1 0 0 0 0,1-1 0 0 0,0 1-1 0 0,0-1 1 0 0,0 0 0 0 0,0 0 0 0 0,0 0 0 0 0,1 0-1 0 0,-1-1 1 0 0,1 1 0 0 0,-1-1 0 0 0,1 0 0 0 0,-1 0-1 0 0,1 0 1 0 0,0 0 0 0 0,-1 0 0 0 0,1-1 0 0 0,4 0-1 0 0,-5 0 0 0 0,0 0 0 0 0,1 0-1 0 0,-1 0 1 0 0,0-1-1 0 0,0 0 1 0 0,0 1-1 0 0,0-1 1 0 0,0 0 0 0 0,0 0-1 0 0,0-1 1 0 0,0 1-1 0 0,0-1 1 0 0,0 1-1 0 0,0-1 1 0 0,-1 0 0 0 0,1 0-1 0 0,-1 0 1 0 0,1-1-1 0 0,-1 1 1 0 0,0 0-1 0 0,0-1 1 0 0,0 1 0 0 0,0-1-1 0 0,-1 0 1 0 0,3-5-1 0 0,0-1-141 0 0,-1-1 0 0 0,0 1-1 0 0,0-1 1 0 0,-1 1-1 0 0,-1-1 1 0 0,0 0 0 0 0,0 0-1 0 0,-1 1 1 0 0,0-1 0 0 0,-3-20-1 0 0</inkml:trace>
</inkml:ink>
</file>

<file path=ppt/ink/ink2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8:12.1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7834 0 0,'5'6'540'0'0,"0"0"1"0"0,0 0-1 0 0,-1 1 1 0 0,0 0 0 0 0,0 0-1 0 0,0 0 1 0 0,-1 0-1 0 0,0 0 1 0 0,-1 1 0 0 0,1 0-1 0 0,-1-1 1 0 0,1 10-1 0 0,1 15-421 0 0,-1 57 0 0 0,0-8 192 0 0,-3-81-316 0 0,0 0 0 0 0,1 0 0 0 0,-1-1 0 0 0,0 1 1 0 0,0 0-1 0 0,0 0 0 0 0,0 0 0 0 0,0 0 0 0 0,0 0 0 0 0,0 0 0 0 0,0 0 1 0 0,1 0-1 0 0,-1 0 0 0 0,0 0 0 0 0,0 0 0 0 0,0 0 0 0 0,0 0 0 0 0,0 0 0 0 0,1 0 1 0 0,-1 0-1 0 0,0 0 0 0 0,0 0 0 0 0,0 0 0 0 0,0 0 0 0 0,0 0 0 0 0,0 0 0 0 0,1 0 1 0 0,-1 0-1 0 0,0 0 0 0 0,0 0 0 0 0,0 0 0 0 0,0 0 0 0 0,0 0 0 0 0,0 0 1 0 0,1 0-1 0 0,-1 0 0 0 0,0 0 0 0 0,0 0 0 0 0,0 0 0 0 0,0 1 0 0 0,0-1 0 0 0,0 0 1 0 0,0 0-1 0 0,0 0 0 0 0,0 0 0 0 0,0 0 0 0 0,1 0 0 0 0,-1 0 0 0 0,0 1 0 0 0,0-1 1 0 0,0 0-1 0 0,0 0 0 0 0,0 0 0 0 0,0 0 0 0 0,0 0 0 0 0,0 1 0 0 0,0-1 0 0 0,0 0 1 0 0,0 0-1 0 0,0 0 0 0 0,0 0 0 0 0,0 0 0 0 0,0 0 0 0 0,0 1 0 0 0,0-1 1 0 0,0 0-1 0 0,0 0 0 0 0,-1 0 0 0 0,1 0 0 0 0,9-14-291 0 0,7-22 38 0 0,-2-2 119 0 0,24-60 1268 0 0,-33 89-854 0 0,0-1 1 0 0,0 0-1 0 0,1 1 0 0 0,1 0 1 0 0,-1 1-1 0 0,1-1 0 0 0,10-8 1 0 0,-16 16-221 0 0,0 0 1 0 0,0 0-1 0 0,0-1 0 0 0,1 1 1 0 0,-1 0-1 0 0,0 0 0 0 0,1 0 1 0 0,-1 0-1 0 0,1 1 1 0 0,0-1-1 0 0,-1 0 0 0 0,1 1 1 0 0,-1-1-1 0 0,1 1 0 0 0,0-1 1 0 0,-1 1-1 0 0,1 0 1 0 0,0 0-1 0 0,0 0 0 0 0,-1 0 1 0 0,4 0-1 0 0,-4 1-17 0 0,1 0 1 0 0,-1-1-1 0 0,0 1 0 0 0,0 0 1 0 0,1 0-1 0 0,-1 0 1 0 0,0 0-1 0 0,0 1 0 0 0,0-1 1 0 0,0 0-1 0 0,0 0 0 0 0,-1 1 1 0 0,1-1-1 0 0,0 0 0 0 0,-1 1 1 0 0,1-1-1 0 0,0 1 1 0 0,-1-1-1 0 0,1 2 0 0 0,1 11 86 0 0,1-1 0 0 0,-2 1 0 0 0,0-1-1 0 0,-1 16 1 0 0,0-24-105 0 0,0 19 74 0 0,3 66-359 0 0,-2-82 141 0 0,0 1 0 0 0,1 0 0 0 0,0 0-1 0 0,0-1 1 0 0,1 1 0 0 0,0-1-1 0 0,8 14 1 0 0,-11-21 102 0 0,0-1 1 0 0,0 1-1 0 0,0-1 0 0 0,1 1 0 0 0,-1-1 1 0 0,0 0-1 0 0,1 1 0 0 0,-1-1 0 0 0,0 1 1 0 0,1-1-1 0 0,-1 0 0 0 0,1 1 0 0 0,-1-1 1 0 0,0 0-1 0 0,1 1 0 0 0,-1-1 0 0 0,1 0 1 0 0,-1 1-1 0 0,1-1 0 0 0,-1 0 0 0 0,1 0 1 0 0,-1 0-1 0 0,1 0 0 0 0,-1 0 0 0 0,1 1 1 0 0,-1-1-1 0 0,1 0 0 0 0,0 0 0 0 0,-1 0 1 0 0,1 0-1 0 0,0-1 0 0 0,13-12-664 0 0,3-23-226 0 0,2-29 27 0 0,9-22 752 0 0,-24 78 278 0 0,0 1 1 0 0,0 0-1 0 0,1 0 1 0 0,0 0-1 0 0,0 1 1 0 0,1-1-1 0 0,11-10 1 0 0,-16 16-122 0 0,0 1 1 0 0,0 0 0 0 0,0 0 0 0 0,0 0 0 0 0,0 0 0 0 0,0 0 0 0 0,1 0 0 0 0,-1 1-1 0 0,0-1 1 0 0,1 0 0 0 0,-1 1 0 0 0,1-1 0 0 0,-1 1 0 0 0,0-1 0 0 0,1 1-1 0 0,-1 0 1 0 0,1-1 0 0 0,-1 1 0 0 0,1 0 0 0 0,-1 0 0 0 0,4 0 0 0 0,-4 1-3 0 0,0 0 1 0 0,1-1 0 0 0,-1 1 0 0 0,0 0 0 0 0,0 0-1 0 0,1 0 1 0 0,-1 0 0 0 0,0 0 0 0 0,0 0-1 0 0,0 0 1 0 0,0 0 0 0 0,0 1 0 0 0,-1-1 0 0 0,1 0-1 0 0,0 1 1 0 0,0-1 0 0 0,0 3 0 0 0,3 8-208 0 0,-1 0 0 0 0,0 0 1 0 0,-1 0-1 0 0,1 15 0 0 0,-2-17-408 0 0,1 5-609 0 0</inkml:trace>
</inkml:ink>
</file>

<file path=ppt/ink/ink2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8:12.8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292 74 11522 0 0,'0'-4'171'0'0,"-1"1"-1"0"0,1-1 1 0 0,-1 1-1 0 0,1-1 0 0 0,-1 1 1 0 0,0 0-1 0 0,0-1 1 0 0,-1 1-1 0 0,1 0 0 0 0,-3-4 1 0 0,3 6-115 0 0,0 0 0 0 0,0 0-1 0 0,0 0 1 0 0,-1 1 0 0 0,1-1 0 0 0,0 0 0 0 0,-1 0 0 0 0,1 1 0 0 0,-1-1 0 0 0,1 1 0 0 0,-1-1 0 0 0,1 1 0 0 0,-1 0 0 0 0,1-1 0 0 0,-1 1 0 0 0,0 0 0 0 0,1 0 0 0 0,-1 0 0 0 0,1 0 0 0 0,-1 0-1 0 0,1 1 1 0 0,-1-1 0 0 0,1 0 0 0 0,-1 1 0 0 0,-2 0 0 0 0,-7 3 2 0 0,-1 0-1 0 0,1 1 1 0 0,0 0-1 0 0,0 0 1 0 0,0 1-1 0 0,1 1 0 0 0,0 0 1 0 0,0 0-1 0 0,1 1 1 0 0,-15 16-1 0 0,8-6-67 0 0,1-1 0 0 0,1 2 0 0 0,1 0 0 0 0,-19 37 0 0 0,28-48 10 0 0,1 0 0 0 0,0 1 1 0 0,0-1-1 0 0,1 1 1 0 0,-2 15-1 0 0,4-22-12 0 0,0 0-1 0 0,0 0 1 0 0,0 0-1 0 0,0 0 1 0 0,0 0 0 0 0,0 0-1 0 0,1 0 1 0 0,-1 0 0 0 0,1-1-1 0 0,-1 1 1 0 0,1 0-1 0 0,0 0 1 0 0,1 3 0 0 0,-1-4-13 0 0,0 0 0 0 0,0 0 0 0 0,0-1 1 0 0,0 1-1 0 0,0 0 0 0 0,0 0 1 0 0,0-1-1 0 0,0 1 0 0 0,0-1 0 0 0,0 1 1 0 0,1-1-1 0 0,-1 0 0 0 0,0 1 1 0 0,0-1-1 0 0,0 0 0 0 0,0 0 1 0 0,1 0-1 0 0,-1 0 0 0 0,0 0 0 0 0,0 0 1 0 0,1 0-1 0 0,-1 0 0 0 0,0 0 1 0 0,0-1-1 0 0,2 0 0 0 0,3-1-171 0 0,-1 0 1 0 0,1 0-1 0 0,0-1 0 0 0,-1 0 1 0 0,0 0-1 0 0,0-1 0 0 0,0 1 0 0 0,0-1 1 0 0,0 0-1 0 0,-1 0 0 0 0,0-1 1 0 0,0 0-1 0 0,4-5 0 0 0,7-11 147 0 0,22-39 0 0 0,-13 2 211 0 0,-20 46 157 0 0,1 0 0 0 0,0 0 0 0 0,1 0 1 0 0,11-16-1 0 0,-17 28-289 0 0,0-1 0 0 0,0 1 0 0 0,0 0 0 0 0,0 0 0 0 0,0 0 0 0 0,0 0 0 0 0,0 0 0 0 0,0-1 0 0 0,0 1 0 0 0,0 0 0 0 0,0 0 0 0 0,0 0 0 0 0,0 0 0 0 0,0 0 0 0 0,0-1 1 0 0,0 1-1 0 0,1 0 0 0 0,-1 0 0 0 0,0 0 0 0 0,0 0 0 0 0,0 0 0 0 0,0 0 0 0 0,0 0 0 0 0,0 0 0 0 0,1 0 0 0 0,-1 0 0 0 0,0-1 0 0 0,0 1 0 0 0,0 0 0 0 0,0 0 0 0 0,0 0 0 0 0,1 0 0 0 0,-1 0 0 0 0,0 0 0 0 0,0 0 0 0 0,0 0 0 0 0,0 0 0 0 0,0 0 0 0 0,1 0 0 0 0,-1 0 1 0 0,0 0-1 0 0,0 0 0 0 0,0 0 0 0 0,0 1 0 0 0,0-1 0 0 0,1 0 0 0 0,-1 0 0 0 0,0 0 0 0 0,0 0 0 0 0,0 0 0 0 0,0 0 0 0 0,0 0 0 0 0,0 0 0 0 0,1 0 0 0 0,-1 1 0 0 0,1 11 742 0 0,-3 15-101 0 0,0-15-380 0 0,1 0 0 0 0,0 1 1 0 0,1-1-1 0 0,2 20 0 0 0,-2-29-290 0 0,0 0 0 0 0,1 0 1 0 0,-1 0-1 0 0,1-1 0 0 0,-1 1 0 0 0,1 0 0 0 0,0 0 0 0 0,0-1 0 0 0,0 1 0 0 0,0 0 1 0 0,1-1-1 0 0,-1 0 0 0 0,1 1 0 0 0,-1-1 0 0 0,1 0 0 0 0,0 1 0 0 0,0-1 0 0 0,0 0 1 0 0,0 0-1 0 0,0-1 0 0 0,1 1 0 0 0,-1 0 0 0 0,0-1 0 0 0,1 0 0 0 0,-1 1 0 0 0,4 0 1 0 0,-4-2-10 0 0,-1 0 1 0 0,1 0 0 0 0,-1 0 0 0 0,1 0 0 0 0,0-1 0 0 0,-1 1 0 0 0,1 0 0 0 0,-1-1 0 0 0,1 1 0 0 0,-1-1 0 0 0,1 0 0 0 0,-1 0 0 0 0,1 1 0 0 0,-1-1 0 0 0,0 0 0 0 0,1 0 0 0 0,-1 0 0 0 0,0 0 0 0 0,0-1 0 0 0,0 1-1 0 0,1 0 1 0 0,-1 0 0 0 0,-1-1 0 0 0,1 1 0 0 0,0-1 0 0 0,0 1 0 0 0,0-2 0 0 0,22-52-260 0 0,-17 39 233 0 0,-3 9 45 0 0,27-56 541 0 0,-28 59-520 0 0,0 1 1 0 0,0 0-1 0 0,0 0 0 0 0,1 0 1 0 0,-1 0-1 0 0,1 0 0 0 0,0 0 0 0 0,0 1 1 0 0,0-1-1 0 0,0 1 0 0 0,0 0 1 0 0,0 0-1 0 0,0 0 0 0 0,1 0 1 0 0,4-1-1 0 0,-7 3-14 0 0,0 0-1 0 0,0 0 1 0 0,0 0-1 0 0,0 0 1 0 0,0 0-1 0 0,0 0 1 0 0,0 0 0 0 0,0 0-1 0 0,0 0 1 0 0,0 1-1 0 0,0-1 1 0 0,0 0-1 0 0,0 1 1 0 0,0-1 0 0 0,0 1-1 0 0,0-1 1 0 0,0 1-1 0 0,0 0 1 0 0,0-1-1 0 0,-1 1 1 0 0,1 0 0 0 0,0-1-1 0 0,0 1 1 0 0,-1 0-1 0 0,1 0 1 0 0,-1 0-1 0 0,1 0 1 0 0,0 0 0 0 0,-1 0-1 0 0,0 0 1 0 0,1 0-1 0 0,-1 0 1 0 0,0 0-1 0 0,1 1 1 0 0,8 40 405 0 0,-8-34-269 0 0,4 34 71 0 0,-4-28-210 0 0,1 1 0 0 0,0-1 0 0 0,1 0 0 0 0,9 28 0 0 0,-12-42-16 0 0,0 0-1 0 0,0 0 0 0 0,0 1 1 0 0,0-1-1 0 0,0 0 1 0 0,0 1-1 0 0,1-1 0 0 0,-1 0 1 0 0,0 0-1 0 0,0 1 1 0 0,0-1-1 0 0,0 0 0 0 0,0 1 1 0 0,1-1-1 0 0,-1 0 0 0 0,0 0 1 0 0,0 0-1 0 0,1 1 1 0 0,-1-1-1 0 0,0 0 0 0 0,0 0 1 0 0,1 0-1 0 0,-1 0 1 0 0,0 1-1 0 0,0-1 0 0 0,1 0 1 0 0,-1 0-1 0 0,0 0 0 0 0,1 0 1 0 0,-1 0-1 0 0,0 0 1 0 0,1 0-1 0 0,-1 0 0 0 0,0 0 1 0 0,0 0-1 0 0,1 0 1 0 0,-1 0-1 0 0,0 0 0 0 0,1 0 1 0 0,8-12-112 0 0,6-30-90 0 0,-13 35 187 0 0,4-12 41 0 0,28-72 501 0 0,-29 81-461 0 0,-1 1 1 0 0,1-1-1 0 0,1 1 0 0 0,0 0 1 0 0,0 1-1 0 0,15-16 0 0 0,-21 24-60 0 0,1-1 0 0 0,-1 0 0 0 0,1 1 0 0 0,0-1 0 0 0,-1 0 0 0 0,1 1 0 0 0,0-1-1 0 0,-1 0 1 0 0,1 1 0 0 0,0-1 0 0 0,0 1 0 0 0,-1 0 0 0 0,1-1 0 0 0,0 1 0 0 0,0 0-1 0 0,0-1 1 0 0,0 1 0 0 0,0 0 0 0 0,-1 0 0 0 0,1 0 0 0 0,0-1 0 0 0,0 1 0 0 0,0 0-1 0 0,0 0 1 0 0,0 1 0 0 0,0-1 0 0 0,0 0 0 0 0,0 0 0 0 0,0 0 0 0 0,-1 1 0 0 0,1-1 0 0 0,0 0-1 0 0,0 1 1 0 0,0-1 0 0 0,0 0 0 0 0,-1 1 0 0 0,1-1 0 0 0,0 1 0 0 0,-1 0 0 0 0,1-1-1 0 0,0 1 1 0 0,-1 0 0 0 0,1-1 0 0 0,0 1 0 0 0,-1 0 0 0 0,1-1 0 0 0,-1 1 0 0 0,1 1-1 0 0,3 6-278 0 0,-1 0 0 0 0,0 0 0 0 0,0 0-1 0 0,2 13 1 0 0,1 3-5058 0 0</inkml:trace>
</inkml:ink>
</file>

<file path=ppt/ink/ink2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8:13.4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21 14283 0 0,'3'-20'1783'0'0,"-3"31"-156"0"0,-2 1-1145 0 0,-3 34 1004 0 0,1 53-1 0 0,4-86-1336 0 0,1 1 0 0 0,0-1 0 0 0,1 0 0 0 0,1 0 0 0 0,0 0 0 0 0,0 0-1 0 0,2 0 1 0 0,9 21 0 0 0,-13-32-137 0 0,0 0 1 0 0,0 0-1 0 0,1 0 0 0 0,-1 0 1 0 0,1 0-1 0 0,-1 0 0 0 0,1 0 1 0 0,0 0-1 0 0,-1 0 0 0 0,1-1 1 0 0,0 1-1 0 0,0-1 0 0 0,0 1 0 0 0,1-1 1 0 0,-1 0-1 0 0,0 0 0 0 0,0 0 1 0 0,1 0-1 0 0,3 1 0 0 0,-4-2 0 0 0,0 0-1 0 0,0 0 1 0 0,0-1 0 0 0,0 1-1 0 0,0 0 1 0 0,0-1-1 0 0,0 1 1 0 0,0-1-1 0 0,-1 0 1 0 0,1 0 0 0 0,0 1-1 0 0,0-1 1 0 0,-1 0-1 0 0,1-1 1 0 0,0 1-1 0 0,-1 0 1 0 0,1 0-1 0 0,-1-1 1 0 0,0 1 0 0 0,1-1-1 0 0,-1 1 1 0 0,0-1-1 0 0,0 1 1 0 0,0-1-1 0 0,1-2 1 0 0,8-17 71 0 0,0 1 0 0 0,-2-1 0 0 0,-1-1 0 0 0,6-23 0 0 0,-7 20 79 0 0,2 0-1 0 0,15-33 1 0 0,-20 93 244 0 0,-24 188-84 0 0,-63 267 1 0 0,72-434-1441 0 0,-28 77 1 0 0,23-93-7061 0 0</inkml:trace>
</inkml:ink>
</file>

<file path=ppt/ink/ink2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8:14.1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291 286 9674 0 0,'-1'-1'100'0'0,"0"0"-1"0"0,-1-1 1 0 0,0 1 0 0 0,1 0-1 0 0,-1-1 1 0 0,0 1 0 0 0,1 0-1 0 0,-1 0 1 0 0,0 0 0 0 0,0 1-1 0 0,0-1 1 0 0,0 0 0 0 0,0 1-1 0 0,0-1 1 0 0,0 1-1 0 0,0 0 1 0 0,0 0 0 0 0,0 0-1 0 0,0 0 1 0 0,-4 0 0 0 0,1 1 162 0 0,0 1 1 0 0,0-1-1 0 0,0 1 1 0 0,0 1-1 0 0,1-1 1 0 0,-1 0-1 0 0,-5 5 1 0 0,-2 2-11 0 0,1 0 0 0 0,0 1 0 0 0,0 0 0 0 0,1 1 0 0 0,1 0 0 0 0,0 0 0 0 0,0 1 0 0 0,1 0 0 0 0,-8 18 0 0 0,-7 15 238 0 0,-21 63 1 0 0,44-107-489 0 0,-26 81 351 0 0,24-75-330 0 0,1 0 1 0 0,0 0-1 0 0,0 0 0 0 0,1 0 1 0 0,-1 0-1 0 0,2 0 0 0 0,-1 0 1 0 0,1 0-1 0 0,0 0 0 0 0,2 7 1 0 0,-3-13-40 0 0,0 0 0 0 0,1 0-1 0 0,-1 0 1 0 0,0 0 0 0 0,0 0 0 0 0,1 0 0 0 0,-1 0 0 0 0,1 0-1 0 0,-1-1 1 0 0,1 1 0 0 0,-1 0 0 0 0,1 0 0 0 0,-1 0 0 0 0,1-1-1 0 0,0 1 1 0 0,-1 0 0 0 0,1-1 0 0 0,0 1 0 0 0,0 0 0 0 0,-1-1-1 0 0,1 1 1 0 0,0-1 0 0 0,0 1 0 0 0,0-1 0 0 0,0 0-1 0 0,0 1 1 0 0,0-1 0 0 0,0 0 0 0 0,0 0 0 0 0,0 1 0 0 0,0-1-1 0 0,0 0 1 0 0,-1 0 0 0 0,1 0 0 0 0,0 0 0 0 0,0 0 0 0 0,0-1-1 0 0,0 1 1 0 0,0 0 0 0 0,0 0 0 0 0,0-1 0 0 0,0 1 0 0 0,0 0-1 0 0,0-1 1 0 0,0 1 0 0 0,0-1 0 0 0,-1 1 0 0 0,1-1 0 0 0,0 1-1 0 0,0-1 1 0 0,-1 0 0 0 0,1 1 0 0 0,0-1 0 0 0,0-1 0 0 0,5-3-184 0 0,0-1 1 0 0,-1 0 0 0 0,0 0 0 0 0,0-1 0 0 0,5-8-1 0 0,7-16-525 0 0,-2 0 0 0 0,0-1-1 0 0,-3-1 1 0 0,0 0 0 0 0,10-57-1 0 0,-13 35 802 0 0,-2 1 1 0 0,-1-104-1 0 0,-5 108 392 0 0,0 32 295 0 0,0 1 0 0 0,-1-1 0 0 0,-1 1 0 0 0,-1-1 0 0 0,-11-29 2407 0 0,13 47-3131 0 0,-5 16 1004 0 0,-1 18-195 0 0,8 9-441 0 0,1 1 0 0 0,2-1-1 0 0,18 71 1 0 0,1 17-400 0 0,-17-83-445 0 0,6 41-733 0 0,-2-30-4995 0 0,-2-26-310 0 0</inkml:trace>
</inkml:ink>
</file>

<file path=ppt/ink/ink2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8:14.5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138 17 6449 0 0,'-1'-2'256'0'0,"0"1"-1"0"0,0 0 0 0 0,0-1 0 0 0,-1 1 0 0 0,1 0 0 0 0,-1 0 0 0 0,1 0 1 0 0,-1 0-1 0 0,1 0 0 0 0,-1 0 0 0 0,1 1 0 0 0,-1-1 0 0 0,0 0 1 0 0,0 1-1 0 0,1-1 0 0 0,-1 1 0 0 0,0 0 0 0 0,0 0 0 0 0,1-1 1 0 0,-1 1-1 0 0,0 0 0 0 0,-3 1 0 0 0,3 0 174 0 0,0-1 0 0 0,1 1 0 0 0,-1 0-1 0 0,0 0 1 0 0,0 0 0 0 0,1 0 0 0 0,-1 0 0 0 0,1 0 0 0 0,-1 1-1 0 0,-2 1 1 0 0,-9 14-460 0 0,4-2 274 0 0,1 0 1 0 0,0 0 0 0 0,1 0 0 0 0,0 1-1 0 0,2 0 1 0 0,-1 0 0 0 0,2 1 0 0 0,0-1-1 0 0,2 1 1 0 0,-1 0 0 0 0,2 0 0 0 0,0 19-1 0 0,1-34-243 0 0,1 0 0 0 0,-1 0-1 0 0,0 1 1 0 0,1-1-1 0 0,-1 0 1 0 0,1 0 0 0 0,0 0-1 0 0,-1 0 1 0 0,1 0-1 0 0,0 0 1 0 0,0 0 0 0 0,1 0-1 0 0,-1 0 1 0 0,0-1-1 0 0,0 1 1 0 0,1 0 0 0 0,-1-1-1 0 0,1 1 1 0 0,0-1 0 0 0,-1 0-1 0 0,1 1 1 0 0,0-1-1 0 0,4 2 1 0 0,-4-3-114 0 0,0 1 0 0 0,0-1 0 0 0,-1 0 1 0 0,1 0-1 0 0,0 0 0 0 0,0 0 0 0 0,0 0 0 0 0,0 0 0 0 0,0-1 0 0 0,0 1 1 0 0,0-1-1 0 0,0 1 0 0 0,0-1 0 0 0,-1 0 0 0 0,1 0 0 0 0,0 1 1 0 0,0-1-1 0 0,-1 0 0 0 0,1-1 0 0 0,-1 1 0 0 0,1 0 0 0 0,-1 0 0 0 0,1-1 1 0 0,-1 1-1 0 0,0-1 0 0 0,2-2 0 0 0,5-8-467 0 0,0 0-1 0 0,-1 0 1 0 0,0-1-1 0 0,-1 0 1 0 0,-1 0-1 0 0,5-17 1 0 0,-4 13 793 0 0,0 0 0 0 0,16-30 0 0 0,-22 47-135 0 0,1-1 1 0 0,-1 1-1 0 0,0-1 0 0 0,0 1 1 0 0,1-1-1 0 0,-1 1 0 0 0,0-1 0 0 0,0 1 1 0 0,1-1-1 0 0,-1 1 0 0 0,1 0 1 0 0,-1-1-1 0 0,0 1 0 0 0,1 0 1 0 0,-1-1-1 0 0,1 1 0 0 0,-1 0 1 0 0,1 0-1 0 0,-1-1 0 0 0,1 1 1 0 0,-1 0-1 0 0,1 0 0 0 0,-1 0 1 0 0,1 0-1 0 0,-1-1 0 0 0,1 1 1 0 0,-1 0-1 0 0,1 0 0 0 0,-1 0 1 0 0,1 0-1 0 0,-1 0 0 0 0,1 1 1 0 0,0-1-1 0 0,13 15 2081 0 0,4 27-123 0 0,-18-42-2036 0 0,3 9-373 0 0,0-1-1 0 0,0 1 0 0 0,1-1 0 0 0,0 0 1 0 0,0-1-1 0 0,1 1 0 0 0,0-1 0 0 0,0 0 1 0 0,1 0-1 0 0,0 0 0 0 0,10 9 0 0 0,-9-11 375 0 0</inkml:trace>
</inkml:ink>
</file>

<file path=ppt/ink/ink2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8:14.8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94 6449 0 0,'5'-16'340'0'0,"-4"11"-155"0"0,-1 1-1 0 0,1 0 1 0 0,0 0 0 0 0,1-1 0 0 0,-1 1 0 0 0,1 0 0 0 0,0 0 0 0 0,0 0 0 0 0,0 1-1 0 0,0-1 1 0 0,1 0 0 0 0,0 1 0 0 0,0 0 0 0 0,0-1 0 0 0,0 1 0 0 0,0 0 0 0 0,0 0-1 0 0,1 1 1 0 0,5-4 0 0 0,-8 6-111 0 0,-1-1-1 0 0,1 1 1 0 0,-1 0-1 0 0,1 0 1 0 0,0 0-1 0 0,-1-1 1 0 0,1 1-1 0 0,0 0 1 0 0,-1 0 0 0 0,1 0-1 0 0,0 0 1 0 0,-1 0-1 0 0,1 0 1 0 0,0 1-1 0 0,-1-1 1 0 0,1 0-1 0 0,-1 0 1 0 0,1 0-1 0 0,0 1 1 0 0,-1-1-1 0 0,1 0 1 0 0,-1 1-1 0 0,1-1 1 0 0,0 0 0 0 0,-1 1-1 0 0,1-1 1 0 0,0 1-1 0 0,10 20 1540 0 0,-1 29 605 0 0,-9-45-1984 0 0,13 177 3506 0 0,-10-108-4629 0 0,14 79 0 0 0,-13-126-5840 0 0</inkml:trace>
</inkml:ink>
</file>

<file path=ppt/ink/ink2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8:15.2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80 6449 0 0,'-5'-3'577'0'0,"4"2"-465"0"0,1 0-112 0 0,1-1 0 0 0,3 1 512 0 0,0-2 72 0 0,1-1 24 0 0,3-2 0 0 0,5-3-608 0 0,5-2 0 0 0,5 2-152 0 0,0 1 32 0 0,2 2 120 0 0,1 1 0 0 0,1 1 0 0 0,-1 0-64 0 0,2 1 64 0 0</inkml:trace>
</inkml:ink>
</file>

<file path=ppt/ink/ink2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8:15.6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170 1 456 0 0,'-5'1'1004'0'0,"0"1"1"0"0,1-1-1 0 0,-1 2 1 0 0,1-1-1 0 0,-1 0 0 0 0,1 1 1 0 0,-4 2-1 0 0,7-4-782 0 0,0-1 0 0 0,1 1 0 0 0,-1-1 0 0 0,0 1 1 0 0,1-1-1 0 0,-1 1 0 0 0,1 0 0 0 0,-1-1 0 0 0,0 1 0 0 0,1-1 0 0 0,0 1 0 0 0,-1 0 0 0 0,1 0 1 0 0,-1-1-1 0 0,1 1 0 0 0,0 0 0 0 0,-1 0 0 0 0,1 0 0 0 0,0-1 0 0 0,0 1 0 0 0,0 0 0 0 0,0 0 1 0 0,0 0-1 0 0,0-1 0 0 0,0 1 0 0 0,0 0 0 0 0,0 0 0 0 0,0 0 0 0 0,0 0 0 0 0,0-1 1 0 0,0 1-1 0 0,1 0 0 0 0,-1 0 0 0 0,0 0 0 0 0,1-1 0 0 0,-1 1 0 0 0,1 0 0 0 0,-1-1 0 0 0,1 1 1 0 0,-1 0-1 0 0,1-1 0 0 0,-1 1 0 0 0,1 0 0 0 0,-1-1 0 0 0,1 1 0 0 0,0-1 0 0 0,-1 1 1 0 0,1-1-1 0 0,0 0 0 0 0,1 1 0 0 0,10 4-141 0 0,-8-11-151 0 0,-7-17-94 0 0,2 16 273 0 0,1 7-69 0 0,0-1 0 0 0,0 1 0 0 0,0-1 1 0 0,0 1-1 0 0,0 0 0 0 0,0-1 0 0 0,0 1 0 0 0,0-1 0 0 0,0 1 0 0 0,0-1 1 0 0,0 1-1 0 0,0-1 0 0 0,0 1 0 0 0,-1 0 0 0 0,1-1 0 0 0,0 1 1 0 0,0-1-1 0 0,0 1 0 0 0,-1 0 0 0 0,1-1 0 0 0,0 1 0 0 0,0 0 1 0 0,-1-1-1 0 0,1 1 0 0 0,0 0 0 0 0,-1-1 0 0 0,1 1 0 0 0,0 0 0 0 0,-1 0 1 0 0,1-1-1 0 0,-1 1 0 0 0,1 0 0 0 0,-1 0 0 0 0,-14 5 487 0 0,-12 20-312 0 0,15-7-199 0 0,0 1 0 0 0,1 0 0 0 0,1 1 0 0 0,1 0 0 0 0,0 1 0 0 0,2 0 0 0 0,1 0 0 0 0,0 1 0 0 0,2-1 0 0 0,-4 43 0 0 0,8-62-28 0 0,2 42-12 0 0,-2-42 13 0 0,1 0-1 0 0,-1 0 0 0 0,0 0 0 0 0,1 0 1 0 0,-1 0-1 0 0,1 0 0 0 0,-1-1 0 0 0,1 1 1 0 0,0 0-1 0 0,0 0 0 0 0,0 0 0 0 0,0-1 1 0 0,0 1-1 0 0,0-1 0 0 0,1 1 0 0 0,-1-1 1 0 0,0 1-1 0 0,1-1 0 0 0,2 2 0 0 0,-3-3-20 0 0,0 0 0 0 0,0 0 0 0 0,0 0-1 0 0,0 0 1 0 0,0 0 0 0 0,1 0 0 0 0,-1 0-1 0 0,0 0 1 0 0,0-1 0 0 0,0 1 0 0 0,0-1 0 0 0,0 1-1 0 0,0 0 1 0 0,0-1 0 0 0,0 0 0 0 0,0 1-1 0 0,0-1 1 0 0,0 0 0 0 0,0 1 0 0 0,-1-1-1 0 0,1 0 1 0 0,0 0 0 0 0,0 0 0 0 0,-1 1-1 0 0,2-3 1 0 0,19-28-620 0 0,-18 26 546 0 0,38-69-314 0 0,-28 47 536 0 0,32-47 0 0 0,-44 73-71 0 0,0-1-1 0 0,0 1 1 0 0,-1 0-1 0 0,1-1 1 0 0,0 1 0 0 0,0 0-1 0 0,0 0 1 0 0,1 0-1 0 0,-1 0 1 0 0,0 0 0 0 0,0 0-1 0 0,1 0 1 0 0,-1 1 0 0 0,0-1-1 0 0,1 0 1 0 0,-1 1-1 0 0,1-1 1 0 0,-1 1 0 0 0,1-1-1 0 0,1 1 1 0 0,-1 0-13 0 0,-1 0 0 0 0,0 1 0 0 0,0-1 0 0 0,0 1 0 0 0,0-1 0 0 0,0 1 0 0 0,-1-1 0 0 0,1 1 0 0 0,0 0 0 0 0,0 0 0 0 0,0-1 0 0 0,0 1 0 0 0,-1 0-1 0 0,1 0 1 0 0,0 0 0 0 0,-1 0 0 0 0,1 0 0 0 0,0 0 0 0 0,-1 0 0 0 0,0 0 0 0 0,1 1 0 0 0,3 9 134 0 0,0 0 0 0 0,-1 1 0 0 0,-1-1 0 0 0,2 13 0 0 0,-3-16-90 0 0,2 12-72 0 0,1 0-1 0 0,1 0 1 0 0,12 31 0 0 0,6-7-6555 0 0,-12-28-332 0 0</inkml:trace>
</inkml:ink>
</file>

<file path=ppt/ink/ink2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8:15.9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10594 0 0,'3'3'673'0'0,"0"-1"0"0"0,-1 1-1 0 0,1-1 1 0 0,0 1-1 0 0,-1 0 1 0 0,0-1 0 0 0,2 5-1 0 0,7 12 111 0 0,-2 1 0 0 0,-1 1 0 0 0,0 0 0 0 0,-2 0 0 0 0,8 43 0 0 0,6 116 158 0 0,-14-97-381 0 0,12 90-2428 0 0</inkml:trace>
</inkml:ink>
</file>

<file path=ppt/ink/ink2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8:16.3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0 119 7834 0 0,'1'-4'83'0'0,"-1"-1"0"0"0,1 0 1 0 0,-1 0-1 0 0,2 1 0 0 0,-1-1 1 0 0,0 1-1 0 0,1-1 0 0 0,0 1 1 0 0,0-1-1 0 0,0 1 1 0 0,0 0-1 0 0,1 0 0 0 0,0 0 1 0 0,0 0-1 0 0,0 1 0 0 0,0-1 1 0 0,7-5-1 0 0,-5 5 21 0 0,0 0 0 0 0,0 0 0 0 0,0 1 0 0 0,1 0 0 0 0,-1 0 0 0 0,1 0 0 0 0,-1 1 0 0 0,1-1 0 0 0,0 1 0 0 0,0 1 0 0 0,0-1 0 0 0,0 1 0 0 0,12-1 0 0 0,-15 2 46 0 0,0 0-1 0 0,-1 0 0 0 0,1 1 1 0 0,0-1-1 0 0,0 1 1 0 0,-1-1-1 0 0,1 1 0 0 0,0 0 1 0 0,-1 0-1 0 0,1 0 0 0 0,-1 1 1 0 0,1-1-1 0 0,-1 0 0 0 0,0 1 1 0 0,0 0-1 0 0,1-1 1 0 0,-1 1-1 0 0,0 0 0 0 0,0 0 1 0 0,-1 0-1 0 0,1 1 0 0 0,0-1 1 0 0,-1 0-1 0 0,1 1 0 0 0,-1-1 1 0 0,0 1-1 0 0,0-1 1 0 0,0 1-1 0 0,0-1 0 0 0,0 1 1 0 0,-1 0-1 0 0,1-1 0 0 0,0 6 1 0 0,-1-1-27 0 0,1 0 0 0 0,-1 0 0 0 0,-1 0 0 0 0,1 0 0 0 0,-1 0 0 0 0,0 0 1 0 0,-1 0-1 0 0,0-1 0 0 0,0 1 0 0 0,0 0 0 0 0,-1-1 0 0 0,0 0 0 0 0,0 1 0 0 0,-8 10 0 0 0,4-7-656 0 0,0 0-1 0 0,-18 17 0 0 0,-20 9-4566 0 0,29-27 351 0 0</inkml:trace>
</inkml:ink>
</file>

<file path=ppt/ink/ink2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8:16.6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 46 10594 0 0,'17'-2'2969'0'0,"-25"25"-336"0"0,6-17-2650 0 0,-9 18 501 0 0,2 0-1 0 0,1 1 1 0 0,-6 30-1 0 0,12-46-368 0 0,0 1 0 0 0,1-1-1 0 0,1 0 1 0 0,-1 1 0 0 0,2-1-1 0 0,-1 0 1 0 0,1 0 0 0 0,1 1-1 0 0,-1-1 1 0 0,2 0 0 0 0,-1 0 0 0 0,6 12-1 0 0,-8-20-100 0 0,1 0 0 0 0,0 1 0 0 0,-1-1 0 0 0,1 1 0 0 0,0-1 0 0 0,0 0 0 0 0,0 0 0 0 0,0 1 0 0 0,0-1 0 0 0,0 0 0 0 0,0 0-1 0 0,1 0 1 0 0,-1 0 0 0 0,0 0 0 0 0,1-1 0 0 0,-1 1 0 0 0,0 0 0 0 0,1 0 0 0 0,-1-1 0 0 0,1 1 0 0 0,-1-1 0 0 0,1 1 0 0 0,2-1 0 0 0,-1 0-27 0 0,-1 0 1 0 0,1 0-1 0 0,0-1 1 0 0,0 1-1 0 0,0-1 1 0 0,0 0-1 0 0,0 0 1 0 0,-1 0 0 0 0,1 0-1 0 0,0 0 1 0 0,4-4-1 0 0,2-1-95 0 0,0-1 0 0 0,0 0 0 0 0,-1 0 0 0 0,0-1 0 0 0,11-14 0 0 0,-12 12 59 0 0,0-1-1 0 0,-1 1 1 0 0,0-1-1 0 0,0-1 1 0 0,-2 1-1 0 0,1-1 1 0 0,-1 0-1 0 0,-1 0 1 0 0,3-21-1 0 0,-5 27 25 0 0,0-1 0 0 0,-1 1 0 0 0,1-1 0 0 0,-1 0 0 0 0,-1 1 0 0 0,1-1 0 0 0,-1 0 0 0 0,-1 1 0 0 0,1-1 0 0 0,-1 1 0 0 0,0 0 0 0 0,0-1 0 0 0,-1 1 0 0 0,0 0-1 0 0,0 0 1 0 0,0 1 0 0 0,-1-1 0 0 0,0 1 0 0 0,-8-9 0 0 0,10 12 3 0 0,-1 0 0 0 0,0 0 0 0 0,1 0 0 0 0,-1 0 1 0 0,0 1-1 0 0,0-1 0 0 0,0 1 0 0 0,0 0 0 0 0,0 0 0 0 0,-1 0 0 0 0,1 0 0 0 0,0 1 0 0 0,0-1 0 0 0,-1 1 0 0 0,1 0 0 0 0,0 0 0 0 0,-1 0 0 0 0,1 0 0 0 0,0 0 1 0 0,0 1-1 0 0,-1 0 0 0 0,1 0 0 0 0,0-1 0 0 0,0 2 0 0 0,0-1 0 0 0,0 0 0 0 0,-4 3 0 0 0,0 0 10 0 0,-1 0 0 0 0,0 1-1 0 0,1 1 1 0 0,0-1 0 0 0,0 1 0 0 0,0 0-1 0 0,1 1 1 0 0,-11 13 0 0 0,9-8-429 0 0</inkml:trace>
  <inkml:trace contextRef="#ctx0" brushRef="#br0" timeOffset="1">279 48 10594 0 0,'1'-1'84'0'0,"0"1"-1"0"0,-1-1 1 0 0,1 1-1 0 0,0-1 1 0 0,-1 1-1 0 0,1-1 1 0 0,0 1-1 0 0,0 0 1 0 0,-1 0 0 0 0,1-1-1 0 0,0 1 1 0 0,0 0-1 0 0,0 0 1 0 0,-1 0-1 0 0,1 0 1 0 0,0 0-1 0 0,0 0 1 0 0,0 0-1 0 0,-1 0 1 0 0,1 0-1 0 0,0 0 1 0 0,0 0-1 0 0,0 1 1 0 0,-1-1-1 0 0,1 0 1 0 0,0 1 0 0 0,0-1-1 0 0,-1 0 1 0 0,2 1-1 0 0,0 1 149 0 0,0 0 0 0 0,0 0 0 0 0,0 0-1 0 0,0 0 1 0 0,-1 0 0 0 0,1 0 0 0 0,-1 1 0 0 0,1-1 0 0 0,0 3-1 0 0,3 6 572 0 0,-1 0-1 0 0,0 0 1 0 0,4 17-1 0 0,-4 0-143 0 0,-1 0-1 0 0,-2 1 1 0 0,-2 36-1 0 0,0-29-1285 0 0,4 42-1 0 0,-1-69-1316 0 0</inkml:trace>
</inkml:ink>
</file>

<file path=ppt/ink/ink2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8:17.0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 8754 0 0,'2'-3'4481'0'0,"-1"6"-4073"0"0,1 0-112 0 0,1 4-16 0 0,0 3-8 0 0,-1 3-1240 0 0,1 3-248 0 0,-2 1-57 0 0,2 0-7 0 0,-1 3 1064 0 0,2-2 216 0 0</inkml:trace>
</inkml:ink>
</file>

<file path=ppt/ink/ink2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8:17.3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0 130 11979 0 0,'1'5'869'0'0,"1"-1"0"0"0,-1 1 0 0 0,1-1 0 0 0,0 0 0 0 0,0 1 0 0 0,0-1 0 0 0,4 5 0 0 0,7 18 83 0 0,-8-5-869 0 0,0 1 1 0 0,-2-1-1 0 0,-1 0 1 0 0,-1 1-1 0 0,0 0 0 0 0,-5 36 1 0 0,1 16-91 0 0,3-75-9 0 0,0 0 0 0 0,0 0 0 0 0,0 0-1 0 0,-1 1 1 0 0,1-1 0 0 0,0 0 0 0 0,0 0-1 0 0,0 0 1 0 0,0 0 0 0 0,0 1 0 0 0,0-1-1 0 0,0 0 1 0 0,0 0 0 0 0,0 0 0 0 0,0 0-1 0 0,0 1 1 0 0,0-1 0 0 0,0 0-1 0 0,0 0 1 0 0,0 0 0 0 0,0 0 0 0 0,0 1-1 0 0,0-1 1 0 0,0 0 0 0 0,0 0 0 0 0,1 0-1 0 0,-1 0 1 0 0,0 0 0 0 0,0 1 0 0 0,0-1-1 0 0,0 0 1 0 0,0 0 0 0 0,0 0 0 0 0,0 0-1 0 0,1 0 1 0 0,-1 0 0 0 0,0 1 0 0 0,0-1-1 0 0,0 0 1 0 0,0 0 0 0 0,0 0 0 0 0,1 0-1 0 0,-1 0 1 0 0,0 0 0 0 0,0 0 0 0 0,0 0-1 0 0,0 0 1 0 0,1 0 0 0 0,-1 0 0 0 0,0 0-1 0 0,0 0 1 0 0,0 0 0 0 0,0 0-1 0 0,1 0 1 0 0,-1 0 0 0 0,0 0 0 0 0,0 0-1 0 0,0 0 1 0 0,1 0 0 0 0,9-12-739 0 0,9-18-251 0 0,6-23-137 0 0,15-29 1 0 0,-35 74 1093 0 0,0 0 0 0 0,0 0 0 0 0,1 1 0 0 0,0 0-1 0 0,1 0 1 0 0,-1 0 0 0 0,10-6 0 0 0,-15 12 115 0 0,0 0 0 0 0,-1 0-1 0 0,1 1 1 0 0,0-1 0 0 0,0 0 0 0 0,0 1 0 0 0,0-1 0 0 0,0 1 0 0 0,1-1-1 0 0,-1 1 1 0 0,0-1 0 0 0,0 1 0 0 0,0 0 0 0 0,0 0 0 0 0,0-1 0 0 0,0 1 0 0 0,1 0-1 0 0,-1 0 1 0 0,0 0 0 0 0,0 0 0 0 0,0 1 0 0 0,0-1 0 0 0,1 0 0 0 0,-1 0-1 0 0,0 1 1 0 0,0-1 0 0 0,0 0 0 0 0,0 1 0 0 0,0-1 0 0 0,0 1 0 0 0,0 0-1 0 0,0-1 1 0 0,0 1 0 0 0,0 0 0 0 0,0 0 0 0 0,0-1 0 0 0,0 1 0 0 0,-1 0-1 0 0,1 0 1 0 0,0 0 0 0 0,-1 0 0 0 0,1 0 0 0 0,-1 0 0 0 0,1 0 0 0 0,-1 0-1 0 0,2 2 1 0 0,2 9 347 0 0,0-1 0 0 0,-1 0 0 0 0,0 1-1 0 0,1 12 1 0 0,1 4-1858 0 0</inkml:trace>
  <inkml:trace contextRef="#ctx0" brushRef="#br0" timeOffset="1">388 62 4609 0 0,'0'-10'360'0'0,"0"6"-229"0"0,-1 0 0 0 0,1 0-1 0 0,0 0 1 0 0,1 0 0 0 0,-1 1 0 0 0,1-1 0 0 0,0 0 0 0 0,0 0-1 0 0,0 0 1 0 0,10-9 3442 0 0,-11 13-3286 0 0,1 0 0 0 0,0 0-1 0 0,5 1 2583 0 0,-4 0-2582 0 0,8 14 2629 0 0,0 30-2019 0 0,-10-38-140 0 0,13 152 2392 0 0,0 2-2139 0 0,-9-138-1264 0 0,0-1 0 0 0,1 1-1 0 0,2-1 1 0 0,17 40-1 0 0,-10-38-1845 0 0,-9-16 321 0 0</inkml:trace>
</inkml:ink>
</file>

<file path=ppt/ink/ink2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8:17.7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6 155 5065 0 0,'0'-1'37'0'0,"-1"0"0"0"0,0 1 0 0 0,1-1 0 0 0,-1 0 1 0 0,1 0-1 0 0,-1 0 0 0 0,1-1 0 0 0,-1 1 0 0 0,1 0 0 0 0,0 0 0 0 0,0 0 0 0 0,-1 0 0 0 0,1 0 0 0 0,0 0 1 0 0,0 0-1 0 0,0 0 0 0 0,0-1 0 0 0,0 1 0 0 0,1 0 0 0 0,-1 0 0 0 0,0 0 0 0 0,0 0 0 0 0,1 0 0 0 0,0-2 1 0 0,0 0 156 0 0,1 0 0 0 0,0 0 1 0 0,0 0-1 0 0,0 0 0 0 0,1 1 1 0 0,-1-1-1 0 0,1 0 0 0 0,2-1 1 0 0,7-6 622 0 0,1 1 1 0 0,23-12-1 0 0,77-30-3144 0 0,-98 42 2310 0 0</inkml:trace>
</inkml:ink>
</file>

<file path=ppt/ink/ink2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08:18.1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89 1 11979 0 0,'-3'4'675'0'0,"0"1"0"0"0,0 0 1 0 0,1 0-1 0 0,0 0 0 0 0,0 1 1 0 0,0-1-1 0 0,0 0 0 0 0,1 1 1 0 0,0-1-1 0 0,0 8 0 0 0,-5 16 432 0 0,-1-7-618 0 0,2 0 0 0 0,0 1 1 0 0,-2 25-1 0 0,7-39-402 0 0,0 1 0 0 0,1-1 0 0 0,-1 1 0 0 0,2-1 0 0 0,-1 1 0 0 0,2-1 1 0 0,-1 0-1 0 0,1 1 0 0 0,0-1 0 0 0,6 11 0 0 0,-5-14-33 0 0,-1 0 0 0 0,0 0-1 0 0,-1 1 1 0 0,0-1 0 0 0,0 1 0 0 0,0 0-1 0 0,-1-1 1 0 0,1 9 0 0 0,-2-12-49 0 0,0 0-1 0 0,0 1 1 0 0,-1-1 0 0 0,0 1-1 0 0,0-1 1 0 0,0 1 0 0 0,0-1-1 0 0,0 0 1 0 0,-1 0 0 0 0,1 0-1 0 0,-1 0 1 0 0,0 0 0 0 0,0 0-1 0 0,0 0 1 0 0,0 0 0 0 0,0-1-1 0 0,-6 5 1 0 0,-25 19-1811 0 0,13-14-6142 0 0</inkml:trace>
</inkml:ink>
</file>

<file path=ppt/ink/ink2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38:06.6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67 3097 0 0,'0'-1'15'0'0,"0"1"0"0"0,0-1 0 0 0,1 1 0 0 0,-1-1 0 0 0,0 1 1 0 0,0-1-1 0 0,1 1 0 0 0,-1-1 0 0 0,0 1 0 0 0,1 0 0 0 0,-1-1 1 0 0,0 1-1 0 0,1 0 0 0 0,-1-1 0 0 0,1 1 0 0 0,-1 0 0 0 0,1-1 0 0 0,-1 1 1 0 0,0 0-1 0 0,1 0 0 0 0,0-1 0 0 0,-1 4-7 0 0,0-1-7 0 0,0-1 0 0 0,-1 0 0 0 0,1 0 0 0 0,0 0 1 0 0,0 1-1 0 0,-1-1 0 0 0,1 0 0 0 0,0 0 0 0 0,-1 0 1 0 0,1 0-1 0 0,-1 0 0 0 0,0 0 0 0 0,1 0 0 0 0,-1 0 1 0 0,-1 2 169 0 0,12-12 1582 0 0,-7 6-1731 0 0,1-1 224 0 0,-1-1 0 0 0,1 1 0 0 0,1 0 0 0 0,-1 1-1 0 0,1-1 1 0 0,4-2 0 0 0,-8 6-189 0 0,0-1-1 0 0,-1 1 0 0 0,1 0 1 0 0,0-1-1 0 0,-1 1 0 0 0,1 0 0 0 0,0 0 1 0 0,0 0-1 0 0,-1 0 0 0 0,1-1 1 0 0,0 1-1 0 0,0 0 0 0 0,-1 1 1 0 0,1-1-1 0 0,0 0 0 0 0,0 0 1 0 0,-1 0-1 0 0,1 0 0 0 0,0 0 0 0 0,0 1 1 0 0,1 0-1 0 0,-1 0 4 0 0,0 0-1 0 0,0 0 1 0 0,0 0-1 0 0,0 0 1 0 0,0 0-1 0 0,-1 1 1 0 0,1-1-1 0 0,0 0 1 0 0,0 1-1 0 0,-1-1 1 0 0,1 0-1 0 0,-1 1 1 0 0,1-1-1 0 0,-1 1 1 0 0,1 2-1 0 0,1 44 954 0 0,-3-41-931 0 0,1 0-1 0 0,0 0 1 0 0,1 1-1 0 0,-1-1 0 0 0,4 14 1 0 0,-4-21-86 0 0,0 0 1 0 0,0 0 0 0 0,1 0-1 0 0,-1 0 1 0 0,0 0 0 0 0,0 1-1 0 0,0-1 1 0 0,0 0 0 0 0,0 0-1 0 0,0 0 1 0 0,0 0 0 0 0,0 0-1 0 0,0 0 1 0 0,0 1 0 0 0,0-1-1 0 0,0 0 1 0 0,1 0 0 0 0,-1 0-1 0 0,0 0 1 0 0,0 0 0 0 0,0 0-1 0 0,0 0 1 0 0,0 0 0 0 0,0 0-1 0 0,1 0 1 0 0,-1 0 0 0 0,0 0-1 0 0,0 0 1 0 0,0 0 0 0 0,0 0-1 0 0,0 0 1 0 0,1 0 0 0 0,-1 0-1 0 0,0 0 1 0 0,0 0 0 0 0,0 0-1 0 0,0 0 1 0 0,0 0 0 0 0,0 0-1 0 0,1 0 1 0 0,-1 0 0 0 0,0 0-1 0 0,0 0 1 0 0,0 0 0 0 0,0 0-1 0 0,0 0 1 0 0,0 0 0 0 0,1 0-1 0 0,-1 0 1 0 0,8-9-133 0 0,3-9-61 0 0,44-123-530 0 0,-58 150 805 0 0,0 1 0 0 0,1 1 0 0 0,-1 13 1 0 0,-3 13-3 0 0,-1-6-10 0 0,0-6-105 0 0,1 0 1 0 0,2 0-1 0 0,0 0 1 0 0,2 1-1 0 0,1 0 1 0 0,3 47-1 0 0,-2-72 37 0 0,0-1-1 0 0,0 1 1 0 0,0 0-1 0 0,0-1 1 0 0,0 1-1 0 0,0 0 1 0 0,0-1 0 0 0,1 1-1 0 0,-1 0 1 0 0,0-1-1 0 0,0 1 1 0 0,0-1-1 0 0,1 1 1 0 0,-1 0 0 0 0,0-1-1 0 0,1 1 1 0 0,-1-1-1 0 0,0 1 1 0 0,1-1-1 0 0,-1 1 1 0 0,1-1 0 0 0,-1 1-1 0 0,1-1 1 0 0,-1 1-1 0 0,1-1 1 0 0,-1 0-1 0 0,1 1 1 0 0,0-1 0 0 0,-1 0-1 0 0,1 1 1 0 0,-1-1-1 0 0,1 0 1 0 0,1 0-1 0 0,17-9-946 0 0,0-1-209 0 0,-18 13 1219 0 0,0-1 0 0 0,0 1 0 0 0,0 0-1 0 0,-1-1 1 0 0,1 1 0 0 0,-1 0 0 0 0,1-1 0 0 0,-1 1-1 0 0,0 0 1 0 0,0 0 0 0 0,-1 5 0 0 0,-5 64 498 0 0,2-25 206 0 0,2 64-1 0 0,2-110-778 0 0,0 0 0 0 0,0 0 0 0 0,0 0 0 0 0,0 1 0 0 0,0-1 0 0 0,0 0 0 0 0,1 0 0 0 0,-1 0 0 0 0,0 0 0 0 0,1 0 0 0 0,-1 0 0 0 0,1 0 0 0 0,-1 0-1 0 0,1 0 1 0 0,1 2 0 0 0,-2-3-5 0 0,0 0 1 0 0,1 0-1 0 0,-1 0 0 0 0,0 1 0 0 0,1-1 0 0 0,-1 0 0 0 0,1 0 1 0 0,-1 0-1 0 0,1 0 0 0 0,-1 0 0 0 0,0 0 0 0 0,1 0 0 0 0,-1 0 0 0 0,1 0 1 0 0,-1 0-1 0 0,1 0 0 0 0,-1 0 0 0 0,1 0 0 0 0,-1 0 0 0 0,0 0 0 0 0,1 0 1 0 0,-1 0-1 0 0,1 0 0 0 0,-1-1 0 0 0,0 1 0 0 0,1 0 0 0 0,2-3-106 0 0,1 1 0 0 0,-1 0 0 0 0,0-1 0 0 0,-1 0 0 0 0,1 0 0 0 0,4-6 0 0 0,-7 9 93 0 0,1 0 0 0 0,-1 1 0 0 0,0-1 0 0 0,1 0 0 0 0,-1 0 0 0 0,0 0 0 0 0,1 0 0 0 0,-1 0 0 0 0,0 0 0 0 0,0 0 0 0 0,1 1 0 0 0,-1-1 1 0 0,0 0-1 0 0,0 0 0 0 0,1 0 0 0 0,-1 1 0 0 0,0-1 0 0 0,0 0 0 0 0,0 0 0 0 0,1 1 0 0 0,-1-1 0 0 0,0 0 0 0 0,0 0 0 0 0,0 1 0 0 0,0-1 1 0 0,0 0-1 0 0,1 1 0 0 0,-1-1 0 0 0,0 0 0 0 0,0 0 0 0 0,0 1 0 0 0,0-1 0 0 0,0 0 0 0 0,0 1 0 0 0,0-1 0 0 0,0 0 0 0 0,0 1 0 0 0,0-1 1 0 0,0 0-1 0 0,-1 1 0 0 0,4 15-451 0 0,-5 120 551 0 0,0 7 169 0 0,6-125-191 0 0,-4-18-43 0 0,0 1 0 0 0,0-1 0 0 0,1 0 0 0 0,-1 0 0 0 0,0 0 0 0 0,0 1 0 0 0,0-1 0 0 0,0 0 0 0 0,1 0 0 0 0,-1 0 0 0 0,0 0 0 0 0,0 0 0 0 0,1 0 0 0 0,-1 1 0 0 0,0-1 0 0 0,0 0 0 0 0,0 0 0 0 0,1 0 0 0 0,-1 0 0 0 0,0 0 0 0 0,0 0 0 0 0,1 0 0 0 0,-1 0 0 0 0,0 0 0 0 0,0 0 0 0 0,1 0 0 0 0,-1 0 0 0 0,0 0 0 0 0,0 0 0 0 0,1 0 0 0 0,-1-1 0 0 0,0 1 0 0 0,0 0 0 0 0,1 0 0 0 0,-1 0 1 0 0,20-23 223 0 0,-11 12-201 0 0,-8 49-381 0 0,-9 26 659 0 0,5-50-199 0 0,0 1-1 0 0,2-1 0 0 0,0 1 1 0 0,0 0-1 0 0,1 0 0 0 0,3 16 1 0 0,3-22-98 0 0,-2-5-68 0 0,-1-1-205 0 0</inkml:trace>
</inkml:ink>
</file>

<file path=ppt/ink/ink2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38:07.6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1 160 3225 0 0,'0'9'305'0'0,"-1"-2"17"0"0,1 0 0 0 0,0 0 0 0 0,1 0 0 0 0,-1 0 0 0 0,1 0 0 0 0,1 0 0 0 0,-1 0 0 0 0,1 0-1 0 0,4 9 1 0 0,-6-16-317 0 0,0 1 0 0 0,0-1-1 0 0,0 0 1 0 0,0 0 0 0 0,1 0-1 0 0,-1 1 1 0 0,0-1 0 0 0,0 0-1 0 0,0 0 1 0 0,0 0 0 0 0,0 0-1 0 0,1 1 1 0 0,-1-1 0 0 0,0 0-1 0 0,0 0 1 0 0,0 0 0 0 0,1 0-1 0 0,-1 0 1 0 0,0 0-1 0 0,0 0 1 0 0,0 0 0 0 0,1 1-1 0 0,-1-1 1 0 0,0 0 0 0 0,0 0-1 0 0,0 0 1 0 0,1 0 0 0 0,-1 0-1 0 0,0 0 1 0 0,0 0 0 0 0,1 0-1 0 0,-1 0 1 0 0,0 0 0 0 0,0 0-1 0 0,0-1 1 0 0,1 1 0 0 0,-1 0-1 0 0,0 0 1 0 0,1 0 0 0 0,7-10 24 0 0,4-16 53 0 0,-12 24-15 0 0,3-8 29 0 0,-3 8-98 0 0,1 0 0 0 0,-1 0 0 0 0,0 0-1 0 0,1 1 1 0 0,-1-1 0 0 0,1 0 0 0 0,-1 0 0 0 0,1 0 0 0 0,0 1 0 0 0,0-1 0 0 0,0 0-1 0 0,0 1 1 0 0,0-1 0 0 0,0 1 0 0 0,0-1 0 0 0,1 1 0 0 0,-1 0 0 0 0,3-3 0 0 0,5 4-84 0 0,-7 1 88 0 0,-1-1-1 0 0,1 0 0 0 0,-1 1 1 0 0,0-1-1 0 0,1 0 0 0 0,-1 0 0 0 0,1 0 1 0 0,-1 0-1 0 0,0 0 0 0 0,1-1 1 0 0,-1 1-1 0 0,1 0 0 0 0,-1-1 0 0 0,0 1 1 0 0,1-1-1 0 0,-1 1 0 0 0,0-1 1 0 0,0 1-1 0 0,0-1 0 0 0,1 0 0 0 0,-1 0 1 0 0,0 0-1 0 0,0 0 0 0 0,0 0 1 0 0,0 0-1 0 0,0 0 0 0 0,0 0 0 0 0,0 0 1 0 0,-1 0-1 0 0,1 0 0 0 0,0-1 1 0 0,-1 1-1 0 0,2-3 0 0 0,-2 2 84 0 0,1 0 1 0 0,0 0-1 0 0,0 0 0 0 0,-1 0 0 0 0,1 0 0 0 0,0 0 0 0 0,1 0 0 0 0,-1 0 1 0 0,0 0-1 0 0,1 0 0 0 0,-1 1 0 0 0,1-1 0 0 0,2-2 0 0 0,-1 20 83 0 0,-2-6-110 0 0,-1-9-57 0 0,0-1 0 0 0,1 0 0 0 0,-1 0 0 0 0,0 0 0 0 0,0 0 0 0 0,1 1 0 0 0,-1-1 0 0 0,0 0 0 0 0,0 0 0 0 0,0 0 0 0 0,1 0 0 0 0,-1 0 0 0 0,0 0 0 0 0,1 0 0 0 0,-1 0 0 0 0,0 0 0 0 0,0 0 0 0 0,1 0 0 0 0,-1 0 0 0 0,0 0 0 0 0,0 0 0 0 0,1 0 0 0 0,-1 0 0 0 0,0 0 0 0 0,0 0 0 0 0,1 0 0 0 0,-1 0 0 0 0,0 0 0 0 0,0 0 0 0 0,1 0 0 0 0,-1 0 0 0 0,0-1 0 0 0,0 1 0 0 0,1 0 0 0 0,-1 0 0 0 0,0 0 0 0 0,2-2-68 0 0,-1 0-1 0 0,0 0 1 0 0,0 0-1 0 0,0 0 0 0 0,0 0 1 0 0,0 0-1 0 0,0 0 1 0 0,-1 0-1 0 0,1 0 1 0 0,-1 0-1 0 0,1-1 1 0 0,-1-2-1 0 0,5-36-469 0 0,-4 33 681 0 0,-1 17 452 0 0,0-4-320 0 0,0 1 6 0 0,0 1 0 0 0,0 0 0 0 0,1 0 0 0 0,0 0 1 0 0,2 10-1 0 0,-3-17-282 0 0,0 0 0 0 0,0 0 1 0 0,1 0-1 0 0,-1 0 0 0 0,0 0 1 0 0,0 0-1 0 0,0 1 0 0 0,0-1 1 0 0,0 0-1 0 0,0 0 0 0 0,0 0 1 0 0,0 0-1 0 0,0 0 0 0 0,0 0 1 0 0,0 0-1 0 0,1 0 0 0 0,-1 0 1 0 0,0 0-1 0 0,0 1 0 0 0,0-1 1 0 0,0 0-1 0 0,0 0 0 0 0,0 0 1 0 0,0 0-1 0 0,1 0 0 0 0,-1 0 1 0 0,0 0-1 0 0,0 0 0 0 0,0 0 1 0 0,0 0-1 0 0,0 0 0 0 0,0 0 1 0 0,1 0-1 0 0,-1 0 0 0 0,0 0 1 0 0,0 0-1 0 0,0 0 0 0 0,0 0 1 0 0,0 0-1 0 0,0-1 0 0 0,1 1 1 0 0,-1 0-1 0 0,0 0 0 0 0,0 0 1 0 0,0 0-1 0 0,0 0 0 0 0,0 0 1 0 0,0 0-1 0 0,0 0 0 0 0,1 0 1 0 0,6-9-36 0 0,3-9-123 0 0,-1-7-275 0 0,-8 20 356 0 0,1 0 0 0 0,-1 1 0 0 0,1-1 0 0 0,0 1 1 0 0,0-1-1 0 0,1 1 0 0 0,-1 0 0 0 0,1 0 0 0 0,5-5 0 0 0,6-12-253 0 0,-4 11-404 0 0,-9 11 706 0 0,0 0 1 0 0,0 0-1 0 0,0 0 1 0 0,-1 0-1 0 0,1 1 1 0 0,0-1-1 0 0,0 0 1 0 0,-1 1 0 0 0,1-1-1 0 0,-1 0 1 0 0,1 1-1 0 0,-1-1 1 0 0,0 1-1 0 0,1 1 1 0 0,7 58-568 0 0,-8-50 347 0 0,1 0 1 0 0,1 0-1 0 0,5 21 0 0 0,-7-32 216 0 0,0 1-1 0 0,1 0 1 0 0,-1 0-1 0 0,1-1 1 0 0,-1 1-1 0 0,1 0 0 0 0,-1-1 1 0 0,1 1-1 0 0,-1-1 1 0 0,1 1-1 0 0,0-1 1 0 0,-1 1-1 0 0,1-1 1 0 0,0 1-1 0 0,-1-1 1 0 0,1 1-1 0 0,0-1 1 0 0,0 0-1 0 0,-1 1 1 0 0,1-1-1 0 0,0 0 1 0 0,0 0-1 0 0,-1 0 1 0 0,1 0-1 0 0,0 0 1 0 0,0 0-1 0 0,0 0 0 0 0,0 0 1 0 0,-1 0-1 0 0,1 0 1 0 0,0 0-1 0 0,0 0 1 0 0,0 0-1 0 0,-1-1 1 0 0,1 1-1 0 0,0 0 1 0 0,0-1-1 0 0,-1 1 1 0 0,1 0-1 0 0,0-1 1 0 0,-1 1-1 0 0,1-1 1 0 0,0 1-1 0 0,-1-1 1 0 0,1 1-1 0 0,-1-1 0 0 0,1 0 1 0 0,-1 1-1 0 0,1-1 1 0 0,-1 0-1 0 0,1 1 1 0 0,-1-1-1 0 0,1-1 1 0 0,16-22 96 0 0,-9 15-64 0 0</inkml:trace>
</inkml:ink>
</file>

<file path=ppt/ink/ink2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38:08.3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5 325 2761 0 0,'-2'28'501'0'0,"1"-21"106"0"0,0 1 1 0 0,1-1-1 0 0,-1 0 0 0 0,2 0 0 0 0,1 11 0 0 0,0-21-326 0 0,0 1-1 0 0,0 0 1 0 0,0-1-1 0 0,0 0 0 0 0,-1 1 1 0 0,1-1-1 0 0,-1 0 0 0 0,3-6 1 0 0,5-13-380 0 0,0 0 0 0 0,-1-1 1 0 0,9-45-1 0 0,-12 53 65 0 0,-5 15 36 0 0,0 0 1 0 0,1-1 0 0 0,-1 1 0 0 0,0 0 0 0 0,0 0-1 0 0,0 0 1 0 0,1 0 0 0 0,-1 0 0 0 0,0 0 0 0 0,0 0-1 0 0,0 0 1 0 0,1 0 0 0 0,-1 0 0 0 0,0 0 0 0 0,0 0-1 0 0,1 0 1 0 0,-1 0 0 0 0,0 0 0 0 0,0 0 0 0 0,0 0-1 0 0,1 0 1 0 0,-1 0 0 0 0,0 0 0 0 0,0 1 0 0 0,0-1-1 0 0,1 0 1 0 0,-1 0 0 0 0,0 0 0 0 0,0 0 0 0 0,0 0-1 0 0,0 0 1 0 0,1 1 0 0 0,-1-1 0 0 0,0 0 0 0 0,0 0-1 0 0,0 1 1 0 0,17 29 286 0 0,-15-26-317 0 0,-1-1 0 0 0,1 1 0 0 0,0-1 0 0 0,-1 0 0 0 0,1 0 0 0 0,1 0 1 0 0,2 4-1 0 0,-5-7 13 0 0,1 0 1 0 0,0 0-1 0 0,-1 0 1 0 0,1 0 0 0 0,0 0-1 0 0,0 0 1 0 0,-1 0 0 0 0,1 0-1 0 0,0 0 1 0 0,-1-1-1 0 0,1 1 1 0 0,0 0 0 0 0,-1 0-1 0 0,1-1 1 0 0,0 1-1 0 0,-1 0 1 0 0,1-1 0 0 0,-1 1-1 0 0,1 0 1 0 0,0-1-1 0 0,-1 1 1 0 0,1-1 0 0 0,-1 1-1 0 0,1-1 1 0 0,-1 1 0 0 0,0-1-1 0 0,1 1 1 0 0,-1-1-1 0 0,1 0 1 0 0,-1 1 0 0 0,1-2-1 0 0,12-25-254 0 0,-10 20 272 0 0,9-28 122 0 0,-11 30-61 0 0,-1 0 1 0 0,2 0 0 0 0,-1 0-1 0 0,1 0 1 0 0,-1 1-1 0 0,1-1 1 0 0,1 1-1 0 0,-1-1 1 0 0,1 1-1 0 0,-1 0 1 0 0,1 0-1 0 0,7-7 1 0 0,-10 10-41 0 0,1 1-1 0 0,-1 0 1 0 0,0 0-1 0 0,1-1 1 0 0,-1 1 0 0 0,1 0-1 0 0,-1 0 1 0 0,1 0 0 0 0,-1 0-1 0 0,0 0 1 0 0,1 0-1 0 0,-1-1 1 0 0,1 1 0 0 0,-1 0-1 0 0,1 0 1 0 0,-1 0 0 0 0,0 0-1 0 0,1 1 1 0 0,-1-1-1 0 0,1 0 1 0 0,-1 0 0 0 0,1 0-1 0 0,-1 0 1 0 0,1 0-1 0 0,-1 0 1 0 0,0 1 0 0 0,1-1-1 0 0,-1 0 1 0 0,0 0 0 0 0,1 1-1 0 0,-1-1 1 0 0,0 0-1 0 0,1 1 1 0 0,-1-1 0 0 0,0 0-1 0 0,1 1 1 0 0,8 18 631 0 0,-9-18-642 0 0,0 0 0 0 0,0 1 1 0 0,1-1-1 0 0,-1 0 0 0 0,0 0 0 0 0,1 0 1 0 0,-1 0-1 0 0,1 0 0 0 0,-1 0 0 0 0,1 0 1 0 0,-1 0-1 0 0,1 0 0 0 0,0 0 0 0 0,0 0 1 0 0,-1 0-1 0 0,1-1 0 0 0,0 1 0 0 0,0 0 1 0 0,0-1-1 0 0,0 1 0 0 0,1 1 0 0 0,-1-3-8 0 0,0 1 1 0 0,0-1-1 0 0,0 0 0 0 0,0 1 0 0 0,0-1 0 0 0,0 0 0 0 0,0 1 0 0 0,0-1 0 0 0,0 0 0 0 0,-1 0 0 0 0,1 0 0 0 0,0 0 0 0 0,-1 0 0 0 0,1 0 0 0 0,0 0 0 0 0,-1 0 0 0 0,1 0 0 0 0,-1-1 1 0 0,13-26 194 0 0,-11 21-145 0 0,4-9-174 0 0,-1 0-1 0 0,5-27 1 0 0,4-15-155 0 0,1 117-1158 0 0,-14-54 1290 0 0,-1-3-60 0 0,1 0 0 0 0,-1 1 0 0 0,1-1 0 0 0,0 0 0 0 0,0 0 0 0 0,0 0 0 0 0,0 0 0 0 0,0 0 0 0 0,0 0 0 0 0,1 0 0 0 0,1 2 0 0 0</inkml:trace>
</inkml:ink>
</file>

<file path=ppt/ink/ink2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38:08.8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1 155 3681 0 0,'0'0'284'0'0,"14"28"3506"0"0,-10-4-2027 0 0,-4-21-1730 0 0,1 1 0 0 0,-1 0 1 0 0,1 0-1 0 0,-1-1 0 0 0,1 1 1 0 0,0 0-1 0 0,0-1 1 0 0,1 1-1 0 0,-1-1 0 0 0,1 0 1 0 0,0 1-1 0 0,0-1 0 0 0,0 0 1 0 0,3 4-1 0 0,-5-7-102 0 0,1 0-1 0 0,-1 0 1 0 0,0 0-1 0 0,1 0 1 0 0,-1 0-1 0 0,1 0 1 0 0,-1 0-1 0 0,0 0 1 0 0,1 0-1 0 0,-1 0 1 0 0,1 0-1 0 0,-1-1 1 0 0,0 1-1 0 0,1 0 1 0 0,-1 0-1 0 0,0 0 1 0 0,1-1-1 0 0,-1 1 1 0 0,0 0-1 0 0,0 0 1 0 0,1-1-1 0 0,-1 1 1 0 0,0 0-1 0 0,0-1 1 0 0,1 1-1 0 0,-1 0 1 0 0,0-1-1 0 0,0 1 1 0 0,0 0-1 0 0,1-1 1 0 0,-1 1 0 0 0,0 0-1 0 0,0-1 1 0 0,0 1-1 0 0,0 0 1 0 0,0-1-1 0 0,0 1 1 0 0,0-1-1 0 0,0 1 1 0 0,0 0-1 0 0,0-1 1 0 0,5-27-399 0 0,-3 19 453 0 0,1-8-17 0 0,0 1 0 0 0,2 0 0 0 0,0-1 0 0 0,0 2 0 0 0,2-1 0 0 0,16-28 0 0 0,-23 43 50 0 0,0 1 0 0 0,0-1 0 0 0,1 1 0 0 0,-1 0 0 0 0,0-1 0 0 0,0 1-1 0 0,1 0 1 0 0,-1-1 0 0 0,0 1 0 0 0,1 0 0 0 0,-1 0 0 0 0,0-1 0 0 0,1 1-1 0 0,-1 0 1 0 0,0 0 0 0 0,1 0 0 0 0,-1-1 0 0 0,0 1 0 0 0,1 0 0 0 0,-1 0 0 0 0,1 0-1 0 0,-1 0 1 0 0,1 0 0 0 0,-1 0 0 0 0,0 0 0 0 0,1 0 0 0 0,-1 0 0 0 0,1 0-1 0 0,-1 0 1 0 0,0 0 0 0 0,1 0 0 0 0,-1 0 0 0 0,1 0 0 0 0,-1 0 0 0 0,1 1-1 0 0,11 13 618 0 0,6 30 344 0 0,-16-39-854 0 0,14 59 497 0 0,-9-28-217 0 0,8-70-297 0 0,5-33 132 0 0,-11 33-618 0 0,22-52 0 0 0,-31 86 319 0 0,0-1 0 0 0,0 1 0 0 0,0-1 1 0 0,1 1-1 0 0,-1-1 0 0 0,0 0 0 0 0,0 1 0 0 0,0-1 0 0 0,1 1 0 0 0,-1-1 1 0 0,0 1-1 0 0,1-1 0 0 0,-1 1 0 0 0,0 0 0 0 0,1-1 0 0 0,-1 1 0 0 0,1-1 1 0 0,-1 1-1 0 0,1 0 0 0 0,-1-1 0 0 0,1 1 0 0 0,-1 0 0 0 0,1-1 0 0 0,-1 1 1 0 0,1 0-1 0 0,-1 0 0 0 0,1 0 0 0 0,-1 0 0 0 0,1-1 0 0 0,0 1 0 0 0,-1 0 1 0 0,1 0-1 0 0,-1 0 0 0 0,1 0 0 0 0,-1 0 0 0 0,2 0 0 0 0</inkml:trace>
</inkml:ink>
</file>

<file path=ppt/ink/ink2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38:09.3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33 3225 0 0,'0'10'5634'0'0,"0"2"-5423"0"0,0-1 0 0 0,1 1 0 0 0,1-1 0 0 0,2 14 0 0 0,-3-25-224 0 0,-1 0-1 0 0,1 0 1 0 0,-1 0 0 0 0,1-1-1 0 0,-1 1 1 0 0,1 0 0 0 0,-1 0-1 0 0,0 0 1 0 0,1 0 0 0 0,-1-1-1 0 0,1 1 1 0 0,-1 0 0 0 0,1 0-1 0 0,-1-1 1 0 0,1 1 0 0 0,-1 0-1 0 0,0-1 1 0 0,1 1 0 0 0,-1-1-1 0 0,0 1 1 0 0,1 0 0 0 0,-1-1-1 0 0,0 1 1 0 0,0-1 0 0 0,1 1-1 0 0,-1-1 1 0 0,0 1 0 0 0,0-1-1 0 0,0 1 1 0 0,0-1 0 0 0,0 1-1 0 0,1-1 1 0 0,11-23-324 0 0,-11 22 266 0 0,9-21-184 0 0,9-16 89 0 0,-19 39 180 0 0,0 0 0 0 0,0 0 0 0 0,0 0 0 0 0,0-1 0 0 0,0 1 0 0 0,0 0 0 0 0,0 0 0 0 0,0 0 0 0 0,1 0 0 0 0,-1 0 0 0 0,0 0 0 0 0,0 0 0 0 0,0 0 0 0 0,0 0 0 0 0,0 0 1 0 0,0 0-1 0 0,0 0 0 0 0,1 0 0 0 0,-1 0 0 0 0,0 0 0 0 0,0 0 0 0 0,0 0 0 0 0,0 0 0 0 0,0 0 0 0 0,0 0 0 0 0,0 0 0 0 0,1 0 0 0 0,-1 0 0 0 0,0 0 0 0 0,0 0 0 0 0,0 0 1 0 0,0 0-1 0 0,0 0 0 0 0,0 0 0 0 0,0 0 0 0 0,0 1 0 0 0,0-1 0 0 0,1 0 0 0 0,-1 0 0 0 0,0 0 0 0 0,0 0 0 0 0,0 0 0 0 0,0 0 0 0 0,0 0 0 0 0,0 0 0 0 0,0 0 1 0 0,0 1-1 0 0,0-1 0 0 0,0 0 0 0 0,0 0 0 0 0,0 0 0 0 0,0 0 0 0 0,0 0 0 0 0,0 0 0 0 0,0 1 0 0 0,4 11 713 0 0,2 14 508 0 0,-6-25-1147 0 0,0 0-57 0 0,0-1-1 0 0,0 1 1 0 0,0 0-1 0 0,0 0 1 0 0,0-1-1 0 0,0 1 1 0 0,0-1-1 0 0,1 1 1 0 0,-1 0-1 0 0,0-1 0 0 0,0 1 1 0 0,1 0-1 0 0,-1-1 1 0 0,0 1-1 0 0,1-1 1 0 0,-1 1-1 0 0,1-1 1 0 0,-1 1-1 0 0,0-1 1 0 0,1 1-1 0 0,-1-1 1 0 0,1 1-1 0 0,0-1 0 0 0,-1 1 1 0 0,1-1-1 0 0,-1 0 1 0 0,1 0-1 0 0,0 1 1 0 0,1-1-2 0 0,-1 0 0 0 0,0 0 0 0 0,0-1 0 0 0,0 1 0 0 0,0 0 0 0 0,0-1 0 0 0,1 1 0 0 0,-1-1 0 0 0,0 1 0 0 0,0-1 0 0 0,0 1 0 0 0,0-1 0 0 0,0 0 0 0 0,-1 0 0 0 0,2 0 0 0 0,36-44-726 0 0,-30 34-270 0 0,-7 11 818 0 0,0-1 0 0 0,-1 0-1 0 0,1 1 1 0 0,0-1 0 0 0,0 1 0 0 0,-1-1-1 0 0,1 1 1 0 0,0-1 0 0 0,0 1-1 0 0,0-1 1 0 0,0 1 0 0 0,-1 0 0 0 0,1 0-1 0 0,0-1 1 0 0,0 1 0 0 0,0 0-1 0 0,0 0 1 0 0,0 0 0 0 0,0 0-1 0 0,0 0 1 0 0,0 0 0 0 0,0 0 0 0 0,0 0-1 0 0,0 0 1 0 0,-1 1 0 0 0,1-1-1 0 0,0 0 1 0 0,0 1 0 0 0,0-1 0 0 0,0 0-1 0 0,0 1 1 0 0,-1-1 0 0 0,1 1-1 0 0,0-1 1 0 0,0 1 0 0 0,-1 0-1 0 0,2 1 1 0 0,3 3-2007 0 0</inkml:trace>
</inkml:ink>
</file>

<file path=ppt/ink/ink2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38:09.7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85 2304 0 0,'17'-5'2774'0'0,"1"0"-1"0"0,24-12 0 0 0,-41 14-2701 0 0,0 1 0 0 0,0-1 0 0 0,0 1 0 0 0,0-1 1 0 0,0 0-1 0 0,-1 1 0 0 0,1-1 0 0 0,0-5 0 0 0,1-5-655 0 0,5-2-3836 0 0</inkml:trace>
</inkml:ink>
</file>

<file path=ppt/ink/ink2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38:10.3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57 2761 0 0,'3'3'3555'0'0,"-3"-3"-3503"0"0,5-8 1498 0 0,5-17-459 0 0,-6 17-574 0 0,-2 23 52 0 0,-2 38 376 0 0,0-38-759 0 0,4 8-130 0 0,-4-23-54 0 0,0 0 0 0 0,0 1 0 0 0,1-1 0 0 0,-1 0 0 0 0,0 0 0 0 0,0 0 0 0 0,1 0 0 0 0,-1 0 0 0 0,0 0 0 0 0,0 0 1 0 0,1 0-1 0 0,-1 0 0 0 0,0 1 0 0 0,0-1 0 0 0,1 0 0 0 0,-1 0 0 0 0,0 0 0 0 0,0 0 0 0 0,1 0 0 0 0,-1-1 0 0 0,0 1 0 0 0,0 0 0 0 0,1 0 0 0 0,-1 0 0 0 0,0 0 0 0 0,0 0 0 0 0,1 0 0 0 0,-1 0 0 0 0,0 0 0 0 0,0-1 0 0 0,1 1 0 0 0,-1 0 0 0 0,0 0 1 0 0,0 0-1 0 0,0 0 0 0 0,0-1 0 0 0,1 1 0 0 0,-1 0 0 0 0,0 0 0 0 0,0-1 0 0 0,23-37 154 0 0,-11 12-11 0 0,-9 17-86 0 0,1 1 0 0 0,0 0 0 0 0,0 0 1 0 0,10-14-1 0 0,-14 22-56 0 0,0 0 0 0 0,0-1 0 0 0,0 1 0 0 0,1 0 0 0 0,-1 0 0 0 0,0 0 0 0 0,0-1 0 0 0,0 1 0 0 0,0 0 0 0 0,1 0-1 0 0,-1 0 1 0 0,0-1 0 0 0,0 1 0 0 0,1 0 0 0 0,-1 0 0 0 0,0 0 0 0 0,0 0 0 0 0,1 0 0 0 0,-1 0 0 0 0,0-1 0 0 0,0 1 0 0 0,1 0 0 0 0,-1 0 0 0 0,0 0 0 0 0,0 0 0 0 0,1 0 0 0 0,-1 0 0 0 0,0 0 0 0 0,1 0 0 0 0,-1 0 0 0 0,0 0 0 0 0,0 0 0 0 0,1 1 0 0 0,-1-1 0 0 0,0 0 0 0 0,0 0 0 0 0,1 0 0 0 0,-1 0 0 0 0,0 0 0 0 0,0 0 0 0 0,1 1 0 0 0,-1-1 0 0 0,0 0 0 0 0,7 16 297 0 0,-2 19 225 0 0,-5-3-182 0 0,-4 40 1 0 0,1-41-1222 0 0,2 45-1 0 0,5-61-2807 0 0</inkml:trace>
</inkml:ink>
</file>

<file path=ppt/ink/ink2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38:10.7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1 128 2304 0 0,'1'0'169'0'0,"0"-1"-1"0"0,1 0 0 0 0,-1 0 0 0 0,0 1 0 0 0,0-1 0 0 0,0 0 0 0 0,1 0 0 0 0,-1 0 1 0 0,0 0-1 0 0,0-1 0 0 0,0 1 0 0 0,-1 0 0 0 0,1 0 0 0 0,0-1 0 0 0,0 1 0 0 0,0-3 1 0 0,13-27 1758 0 0,-13 29-1633 0 0,0 0-240 0 0,-1 0 0 0 0,1 1 0 0 0,0-1 0 0 0,0 0 0 0 0,-1 1 0 0 0,1-1 0 0 0,0 0 0 0 0,0 1 0 0 0,0-1 0 0 0,1 1 0 0 0,-1 0 0 0 0,0-1 0 0 0,1 1 0 0 0,1-2 0 0 0,3 8 873 0 0,-2 15-386 0 0,-4-9-171 0 0,2 23 206 0 0,-2-32-545 0 0,0-1 0 0 0,0 0 1 0 0,0 0-1 0 0,0 0 0 0 0,1 1 1 0 0,-1-1-1 0 0,0 0 0 0 0,1 0 1 0 0,-1 0-1 0 0,1 0 0 0 0,-1 1 1 0 0,1-1-1 0 0,0 0 0 0 0,-1 0 1 0 0,1 0-1 0 0,0 0 0 0 0,0 0 1 0 0,0-1-1 0 0,1 3 0 0 0,-1-3-27 0 0,-1 0-1 0 0,1 0 1 0 0,0-1-1 0 0,0 1 0 0 0,-1 0 1 0 0,1 0-1 0 0,0 0 0 0 0,-1 0 1 0 0,1-1-1 0 0,0 1 0 0 0,-1 0 1 0 0,1 0-1 0 0,0-1 1 0 0,-1 1-1 0 0,1-1 0 0 0,0 1 1 0 0,-1-1-1 0 0,1 1 0 0 0,-1-1 1 0 0,1 1-1 0 0,-1-1 1 0 0,1 1-1 0 0,-1-1 0 0 0,1 0 1 0 0,12-19-319 0 0,-11 17 289 0 0,43-85-2330 0 0,-33 64-841 0 0</inkml:trace>
</inkml:ink>
</file>

<file path=ppt/ink/ink2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38:46.4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2662 316 5065 0 0,'-22'-23'1637'0'0,"16"16"-1435"0"0,0 0 0 0 0,-1 0 0 0 0,0 0 0 0 0,0 1 0 0 0,0 0 0 0 0,-1 0 0 0 0,0 1 0 0 0,0 0 0 0 0,0 1 0 0 0,-1-1 0 0 0,1 2 0 0 0,-1-1 0 0 0,-17-4 0 0 0,-6 4 89 0 0,0 1 0 0 0,-47 1 0 0 0,2 1-300 0 0,-244-3 9 0 0,45 2 634 0 0,-213 7 1928 0 0,377 6-2473 0 0,1 5 0 0 0,-139 39-1 0 0,229-50-77 0 0,-430 135-412 0 0,426-132 471 0 0,2 2 0 0 0,-1 1 0 0 0,1 0 0 0 0,1 2 1 0 0,0 0-1 0 0,-26 22 0 0 0,41-29-99 0 0,0 0 0 0 0,1 1-1 0 0,0-1 1 0 0,0 1 0 0 0,0 1 0 0 0,1-1 0 0 0,0 1-1 0 0,1-1 1 0 0,0 2 0 0 0,0-1 0 0 0,0 0 0 0 0,1 1 0 0 0,1-1-1 0 0,-1 1 1 0 0,1 0 0 0 0,1 0 0 0 0,0 0 0 0 0,0 0-1 0 0,0 0 1 0 0,1 0 0 0 0,2 11 0 0 0,1-3-138 0 0,0 1 0 0 0,2-1 0 0 0,0 0 0 0 0,1 0-1 0 0,1-1 1 0 0,0 0 0 0 0,1 0 0 0 0,1-1 0 0 0,11 15 0 0 0,0-2 111 0 0,2-1-1 0 0,0-2 1 0 0,46 41-1 0 0,-41-44 216 0 0,2-1-1 0 0,1-1 1 0 0,53 27-1 0 0,106 37 259 0 0,-110-52-385 0 0,81 31-13 0 0,188 48 0 0 0,175 16 267 0 0,-403-100-446 0 0,304 41 1043 0 0,-319-55-855 0 0,213 21 56 0 0,-81-11-358 0 0,342 31 1294 0 0,35-43-675 0 0,-1-40 605 0 0,-410 18-292 0 0,310-41 178 0 0,-442 43-750 0 0,254-40 190 0 0,-114 17-193 0 0,1518-254-95 0 0,-1652 273 8 0 0,383-79-56 0 0,-384 73 69 0 0,190-51 105 0 0,-209 52-86 0 0,-2-3 1 0 0,86-44-1 0 0,-134 61-17 0 0,0 0 1 0 0,-1 0-1 0 0,0 0 0 0 0,0 0 1 0 0,0-1-1 0 0,0 0 1 0 0,-1-1-1 0 0,0 1 0 0 0,0-1 1 0 0,0 0-1 0 0,6-11 0 0 0,-9 13-5 0 0,-1 0-1 0 0,1 0 0 0 0,-1 0 1 0 0,0-1-1 0 0,0 1 0 0 0,-1 0 1 0 0,1 0-1 0 0,-1-1 0 0 0,0 1 1 0 0,0 0-1 0 0,0-1 0 0 0,-1 1 0 0 0,1 0 1 0 0,-1-1-1 0 0,0 1 0 0 0,-1 0 1 0 0,1 0-1 0 0,-1 0 0 0 0,1 0 1 0 0,-1 0-1 0 0,-4-6 0 0 0,-4-5-69 0 0,-1-1-1 0 0,-1 2 1 0 0,0 0-1 0 0,0 0 1 0 0,-2 1 0 0 0,1 1-1 0 0,-2 0 1 0 0,0 0-1 0 0,-31-16 1 0 0,-11-3 47 0 0,-92-33 1 0 0,74 34 58 0 0,-187-78-508 0 0,-486-132 0 0 0,-48 89-101 0 0,129 76 567 0 0,131 60-24 0 0,-1 29-12 0 0,348-8 32 0 0,-125 12-39 0 0,121-5 22 0 0,-294 21-55 0 0,-84 10-234 0 0,348-21-947 0 0,74-7-1062 0 0,88-9-2032 0 0</inkml:trace>
</inkml:ink>
</file>

<file path=ppt/ink/ink2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38:48.4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8039 346 10594 0 0,'-53'-18'-746'0'0,"0"3"-1"0"0,-102-16 0 0 0,80 18 645 0 0,-298-40-783 0 0,157 26 754 0 0,-1800-150 2753 0 0,928 165-1954 0 0,668 15-512 0 0,-69 0-553 0 0,-183 0-267 0 0,-130 36 588 0 0,604-25-198 0 0,20-4 431 0 0,-208 24-34 0 0,291-16-540 0 0,-172 55 0 0 0,217-55 390 0 0,0 3 0 0 0,2 2 1 0 0,1 1-1 0 0,-87 62 0 0 0,88-54-329 0 0,26-18 216 0 0,0 0-1 0 0,1 1 1 0 0,-33 33 0 0 0,51-46 111 0 0,-1 0 0 0 0,0 0 1 0 0,1 0-1 0 0,-1 1 1 0 0,1-1-1 0 0,0 0 1 0 0,0 1-1 0 0,0-1 0 0 0,0 1 1 0 0,0-1-1 0 0,1 1 1 0 0,-1 0-1 0 0,1-1 1 0 0,-1 1-1 0 0,1-1 0 0 0,0 1 1 0 0,0 0-1 0 0,1 4 1 0 0,0-2 1 0 0,0-1 1 0 0,0 0 0 0 0,1 0 0 0 0,0 0-1 0 0,0 0 1 0 0,0 0 0 0 0,0 0-1 0 0,1-1 1 0 0,-1 1 0 0 0,6 5 0 0 0,1 0-14 0 0,0-1 0 0 0,1 1 0 0 0,0-2 0 0 0,0 1-1 0 0,1-1 1 0 0,0-1 0 0 0,12 6 0 0 0,13 2-34 0 0,2-1 1 0 0,68 15-1 0 0,83 2-17 0 0,-115-19 99 0 0,57 2 137 0 0,164-3-1 0 0,-223-10 38 0 0,405-19 178 0 0,65 2-300 0 0,252 71-46 0 0,-512-13-14 0 0,-73-8 0 0 0,-206-33 0 0 0,519 54 0 0 0,-31-16 117 0 0,106-29 262 0 0,-149-52 824 0 0,-203 16-647 0 0,282-56-286 0 0,-491 76-267 0 0,297-79-3 0 0,-91 20 0 0 0,462-139-283 0 0,-619 176 352 0 0,-34 13 102 0 0,-1-1 0 0 0,94-50 0 0 0,-141 66-188 0 0,-1 0 1 0 0,0-1-1 0 0,0 1 0 0 0,0-1 1 0 0,0 1-1 0 0,0-1 1 0 0,0 0-1 0 0,0 0 1 0 0,-1 0-1 0 0,1 0 0 0 0,-1 0 1 0 0,1 0-1 0 0,-1 0 1 0 0,0 0-1 0 0,0-1 1 0 0,0 1-1 0 0,0 0 0 0 0,0-1 1 0 0,0 1-1 0 0,0-4 1 0 0,-2-4-287 0 0</inkml:trace>
</inkml:ink>
</file>

<file path=ppt/ink/ink2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38:53.6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7347 267 5529 0 0,'-27'-11'-159'0'0,"0"1"1"0"0,-1 1-1 0 0,0 2 0 0 0,-39-5 1 0 0,9 0-138 0 0,-159-31 1252 0 0,-247-19 1 0 0,35 17-213 0 0,150 13-746 0 0,-155 9 949 0 0,408 23-866 0 0,-424 8 1109 0 0,242-1-740 0 0,-78 5 469 0 0,-275 27 98 0 0,306-19-1175 0 0,-394 83 1 0 0,-300 102-1049 0 0,549-123 1270 0 0,146-25 33 0 0,2 0-34 0 0,-21 9 244 0 0,44-9-70 0 0,102-35-328 0 0,69-13-20 0 0,1 2 0 0 0,-99 32 0 0 0,150-41 34 0 0,-1 1-1 0 0,0 0 0 0 0,1 1 1 0 0,0 0-1 0 0,0 0 0 0 0,0 0 1 0 0,0 0-1 0 0,1 1 0 0 0,-1 0 0 0 0,1 0 1 0 0,0 1-1 0 0,1-1 0 0 0,-7 11 1 0 0,9-12-17 0 0,0 0 0 0 0,1 0 0 0 0,-1 0 0 0 0,1 0 0 0 0,-1 0 0 0 0,1 0 0 0 0,1 1 0 0 0,-1-1 0 0 0,1 0 0 0 0,-1 1 0 0 0,1-1 0 0 0,0 0 0 0 0,1 1 0 0 0,-1-1 0 0 0,1 0 0 0 0,0 1 0 0 0,0-1 0 0 0,0 0 0 0 0,1 0 0 0 0,-1 0 0 0 0,1 0 0 0 0,0 0 0 0 0,4 6 0 0 0,1-1-36 0 0,-1 0 1 0 0,2 0 0 0 0,-1-1-1 0 0,1 0 1 0 0,1 0-1 0 0,-1-1 1 0 0,1 0 0 0 0,0-1-1 0 0,1 0 1 0 0,0 0-1 0 0,0-1 1 0 0,0 0 0 0 0,0-1-1 0 0,1 0 1 0 0,19 4-1 0 0,14 1-143 0 0,0-2-1 0 0,76 2 1 0 0,-59-6 113 0 0,252 24 9 0 0,184 11-111 0 0,152-52-481 0 0,-260-2 1562 0 0,444 34 159 0 0,117-12-1133 0 0,-237-76-186 0 0,-234-7 718 0 0,45-21 170 0 0,-179 10 33 0 0,-128 29-188 0 0,-98 25-244 0 0,219-94 0 0 0,-302 111-15 0 0,-1-1 0 0 0,-1-2 0 0 0,61-47 0 0 0,-77 52-109 0 0,1-2 1 0 0,-2 0-1 0 0,0-1 1 0 0,-1 0-1 0 0,-1-1 0 0 0,-1-1 1 0 0,18-33-1 0 0,-28 45 43 0 0,0 0 0 0 0,-1-1-1 0 0,0 1 1 0 0,0-1 0 0 0,-1 1-1 0 0,0-1 1 0 0,-1 0 0 0 0,0 0-1 0 0,0-13 1 0 0,-1 18-6 0 0,0 0 0 0 0,-1 1-1 0 0,1-1 1 0 0,-1 1 0 0 0,0-1 0 0 0,0 1 0 0 0,-1-1-1 0 0,1 1 1 0 0,0-1 0 0 0,-1 1 0 0 0,0 0-1 0 0,0 0 1 0 0,0 0 0 0 0,0 0 0 0 0,-1 0 0 0 0,1 1-1 0 0,-1-1 1 0 0,0 0 0 0 0,1 1 0 0 0,-1 0-1 0 0,0 0 1 0 0,0 0 0 0 0,-1 0 0 0 0,1 0 0 0 0,-6-1-1 0 0,-6-3-2317 0 0,0 1-828 0 0</inkml:trace>
</inkml:ink>
</file>

<file path=ppt/ink/ink2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38:55.3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2505 83 7370 0 0,'-2'-3'24'0'0,"-1"1"1"0"0,1 0-1 0 0,-1 0 1 0 0,0 0-1 0 0,0 0 1 0 0,0 0-1 0 0,0 0 1 0 0,0 1-1 0 0,0-1 1 0 0,0 1-1 0 0,0 0 1 0 0,-1 0-1 0 0,-5-1 1 0 0,-51-5-2088 0 0,47 6 1896 0 0,-176-16-1295 0 0,-214-14 2849 0 0,391 30-1326 0 0,-474 1 963 0 0,-10 57-1812 0 0,434-45 625 0 0,-234 49-647 0 0,210-40 1530 0 0,-116 47 0 0 0,188-62-532 0 0,1 0 0 0 0,0 0 0 0 0,0 2 0 0 0,0-1 0 0 0,1 2 0 0 0,0 0 1 0 0,-15 15-1 0 0,24-21-183 0 0,-1 0 1 0 0,1 1-1 0 0,0 0 1 0 0,0-1-1 0 0,1 1 1 0 0,-1 0-1 0 0,1 1 1 0 0,0-1-1 0 0,0 0 1 0 0,0 1-1 0 0,1-1 1 0 0,0 1-1 0 0,-1-1 1 0 0,1 1-1 0 0,1 0 1 0 0,-1-1-1 0 0,1 1 1 0 0,0 0 0 0 0,0-1-1 0 0,0 1 1 0 0,1 0-1 0 0,-1 0 1 0 0,1-1-1 0 0,0 1 1 0 0,1-1-1 0 0,2 9 1 0 0,4 1-121 0 0,0 0 0 0 0,0 0 1 0 0,2-1-1 0 0,-1 0 0 0 0,2-1 1 0 0,0 0-1 0 0,0-1 0 0 0,1 0 1 0 0,0 0-1 0 0,1-1 0 0 0,0-1 1 0 0,1 0-1 0 0,24 11 0 0 0,18 6 96 0 0,1-4-1 0 0,76 21 0 0 0,-76-26 98 0 0,616 139 503 0 0,-367-95 185 0 0,26-2-429 0 0,417 23 0 0 0,-368-52-802 0 0,461 99 0 0 0,-579-75 550 0 0,2-11 0 0 0,300 8 1 0 0,693-55 2786 0 0,-1102-11-2885 0 0,0-6 0 0 0,171-48-1 0 0,-252 52-93 0 0,170-50 523 0 0,-219 58-271 0 0,-1-1 1 0 0,1-2-1 0 0,-2 0 1 0 0,0-2-1 0 0,0-1 1 0 0,42-34-1 0 0,-57 39-74 0 0,0 0 0 0 0,0-1 0 0 0,-1 0 0 0 0,-1-1 0 0 0,0 1 0 0 0,0-1 0 0 0,-1-1 0 0 0,-1 1 0 0 0,0-1 0 0 0,0 0 0 0 0,4-23 0 0 0,-9 31-132 0 0,1 1-1 0 0,-1 0 1 0 0,0 0-1 0 0,0 0 0 0 0,0-1 1 0 0,0 1-1 0 0,-1 0 1 0 0,0 0-1 0 0,0 0 1 0 0,0 0-1 0 0,0 0 0 0 0,-1 0 1 0 0,1 0-1 0 0,-4-5 1 0 0,1 2 42 0 0,0 1 1 0 0,-1 0-1 0 0,0 1 1 0 0,0-1-1 0 0,0 1 1 0 0,-1 0-1 0 0,-9-7 1 0 0,-4-1 139 0 0,-1 2 0 0 0,-1 0 1 0 0,0 1-1 0 0,-26-9 0 0 0,-206-55 470 0 0,68 24-825 0 0,-22-7-2226 0 0,-315-45 1 0 0,-470 1 193 0 0,417 52 1240 0 0,480 39 1028 0 0,-451-41-678 0 0,-2 27-335 0 0,-61 61 1291 0 0,119-2-154 0 0,417-33-185 0 0,-42 0-110 0 0,0 6 0 0 0,-125 23 0 0 0,194-21 169 0 0,3-2 0 0 0</inkml:trace>
</inkml:ink>
</file>

<file path=ppt/ink/ink2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39:03.1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130 32 4145 0 0,'-2'-2'172'0'0,"0"0"1"0"0,1-1-1 0 0,-1 1 0 0 0,-1 0 1 0 0,1 0-1 0 0,0 0 0 0 0,0 0 1 0 0,-1 0-1 0 0,1 0 0 0 0,-1 1 1 0 0,0-1-1 0 0,1 1 0 0 0,-1 0 1 0 0,0 0-1 0 0,0 0 0 0 0,0 0 1 0 0,0 0-1 0 0,0 1 0 0 0,0-1 1 0 0,0 1-1 0 0,0 0 0 0 0,0 0 1 0 0,0 0-1 0 0,0 0 0 0 0,-4 1 1 0 0,4 0-59 0 0,0 1 1 0 0,0-1-1 0 0,0 0 0 0 0,1 1 1 0 0,-1 0-1 0 0,0 0 1 0 0,1 0-1 0 0,-1 0 0 0 0,1 0 1 0 0,0 0-1 0 0,-1 1 1 0 0,1-1-1 0 0,0 1 1 0 0,1-1-1 0 0,-1 1 0 0 0,0 0 1 0 0,1 0-1 0 0,0 0 1 0 0,-1 0-1 0 0,1 0 1 0 0,0 0-1 0 0,0 0 0 0 0,0 4 1 0 0,-3 18 58 0 0,1 0 1 0 0,2 0 0 0 0,0 0-1 0 0,2 0 1 0 0,0-1-1 0 0,9 44 1 0 0,45 144 91 0 0,-43-177-204 0 0,0 0-1 0 0,3-2 1 0 0,0 1-1 0 0,2-2 1 0 0,31 44-1 0 0,-37-61-63 0 0,0 0 0 0 0,1-1 1 0 0,1-1-1 0 0,0 0 0 0 0,1 0 0 0 0,0-2 1 0 0,1 0-1 0 0,0 0 0 0 0,1-1 0 0 0,0-1 0 0 0,1-1 1 0 0,30 11-1 0 0,-44-17 7 0 0,0-1 0 0 0,1 0-1 0 0,-1-1 1 0 0,1 1 0 0 0,-1-1 0 0 0,1 1 0 0 0,-1-1 0 0 0,1 0 0 0 0,-1 0-1 0 0,1-1 1 0 0,-1 1 0 0 0,1-1 0 0 0,-1 1 0 0 0,1-1 0 0 0,-1 0 0 0 0,1 0-1 0 0,-1-1 1 0 0,4-1 0 0 0,-6 1 1 0 0,1 1 0 0 0,0-1 0 0 0,-1 0 0 0 0,1 0 0 0 0,-1 1 0 0 0,0-1 0 0 0,1 0-1 0 0,-1 0 1 0 0,0 0 0 0 0,0-1 0 0 0,0 1 0 0 0,0 0 0 0 0,-1 0 0 0 0,1 0 0 0 0,-1-1 0 0 0,1 1 0 0 0,-1 0 0 0 0,0-1 0 0 0,0 1 0 0 0,0 0-1 0 0,0-1 1 0 0,0 1 0 0 0,-1 0 0 0 0,1-1 0 0 0,-1 1 0 0 0,1 0 0 0 0,-1 0 0 0 0,-1-4 0 0 0,-2-3-7 0 0,0-1 1 0 0,0 1 0 0 0,-1 0-1 0 0,0 1 1 0 0,-1-1-1 0 0,1 1 1 0 0,-9-9-1 0 0,-54-52-1032 0 0,49 50 606 0 0,-2 0-49 0 0,-3-5-77 0 0,-42-49 0 0 0,60 65 545 0 0,0-1 0 0 0,0 0-1 0 0,0-1 1 0 0,2 0 0 0 0,-1 1 0 0 0,1-2-1 0 0,1 1 1 0 0,-1 0 0 0 0,2-1-1 0 0,-2-11 1 0 0,3 19 18 0 0,1 1 0 0 0,0-1 0 0 0,0 1 0 0 0,0-1 0 0 0,0 1-1 0 0,1 0 1 0 0,-1-1 0 0 0,1 1 0 0 0,-1 0 0 0 0,1-1 0 0 0,0 1 0 0 0,0 0-1 0 0,0 0 1 0 0,0-1 0 0 0,0 1 0 0 0,1 0 0 0 0,-1 0 0 0 0,1 0 0 0 0,1-1-1 0 0,0 0 53 0 0,1-1-1 0 0,0 2 0 0 0,0-1 0 0 0,0 0 0 0 0,0 1 0 0 0,0 0 0 0 0,0 0 0 0 0,1 0 0 0 0,5-2 0 0 0,0 1 178 0 0,0 1-1 0 0,0 0 1 0 0,0 1 0 0 0,0 0-1 0 0,0 0 1 0 0,1 1-1 0 0,-1 1 1 0 0,18 2 0 0 0,-22-1-165 0 0,0 0 1 0 0,0 1-1 0 0,0-1 0 0 0,-1 1 1 0 0,1 0-1 0 0,-1 1 0 0 0,0-1 1 0 0,0 1-1 0 0,0 0 0 0 0,0 1 1 0 0,-1-1-1 0 0,0 1 0 0 0,0 0 1 0 0,0 0-1 0 0,4 7 0 0 0,7 12 286 0 0,-2 1 0 0 0,13 31-1 0 0,-10-19 104 0 0,-13-30-469 0 0,47 94 139 0 0,-13-37-3742 0 0,-30-54 2515 0 0</inkml:trace>
</inkml:ink>
</file>

<file path=ppt/ink/ink2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39:03.5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151 350 5065 0 0,'5'-3'115'0'0,"-1"0"-1"0"0,1 1 0 0 0,-1-1 1 0 0,0-1-1 0 0,0 1 1 0 0,-1-1-1 0 0,1 1 1 0 0,-1-1-1 0 0,0 0 0 0 0,1 0 1 0 0,-2 0-1 0 0,1-1 1 0 0,0 1-1 0 0,-1-1 1 0 0,0 0-1 0 0,0 1 1 0 0,0-1-1 0 0,-1 0 0 0 0,0 0 1 0 0,0 0-1 0 0,0 0 1 0 0,0 0-1 0 0,-1-1 1 0 0,0 1-1 0 0,0 0 0 0 0,0 0 1 0 0,-2-5-1 0 0,1-1-95 0 0,-1 0-1 0 0,0 1 1 0 0,-1 0-1 0 0,0-1 1 0 0,-1 1-1 0 0,0 1 1 0 0,0-1-1 0 0,-1 0 1 0 0,-1 1-1 0 0,1 0 1 0 0,-1 0-1 0 0,-9-8 1 0 0,14 16-24 0 0,-52-52-79 0 0,48 49 92 0 0,1 0 0 0 0,-1 0-1 0 0,0 1 1 0 0,0 0 0 0 0,0 0-1 0 0,-1 0 1 0 0,1 0 0 0 0,-1 1-1 0 0,0 0 1 0 0,-7-2 0 0 0,12 4 27 0 0,-1 0 0 0 0,1 0 0 0 0,0 0 0 0 0,0 0 0 0 0,-1 1 1 0 0,1-1-1 0 0,0 0 0 0 0,-1 0 0 0 0,1 1 0 0 0,0-1 0 0 0,0 1 0 0 0,-1-1 1 0 0,1 1-1 0 0,0 0 0 0 0,0-1 0 0 0,0 1 0 0 0,0 0 0 0 0,0 0 0 0 0,0 0 1 0 0,0 0-1 0 0,0 0 0 0 0,0 0 0 0 0,0 0 0 0 0,1 0 0 0 0,-1 0 0 0 0,0 0 0 0 0,1 0 1 0 0,-1 1-1 0 0,1-1 0 0 0,-1 0 0 0 0,1 0 0 0 0,-1 1 0 0 0,1-1 0 0 0,0 0 1 0 0,0 0-1 0 0,0 1 0 0 0,0-1 0 0 0,0 0 0 0 0,0 1 0 0 0,0 2 0 0 0,0 3 177 0 0,0 1 0 0 0,1 0 0 0 0,0-1 0 0 0,0 1 0 0 0,4 12 0 0 0,1-5-160 0 0,0-1 0 0 0,1 1 0 0 0,0-2-1 0 0,1 1 1 0 0,1-1 0 0 0,0 0 0 0 0,0-1-1 0 0,1 0 1 0 0,18 15 0 0 0,-20-19-54 0 0,1-1 0 0 0,0 0 1 0 0,0 0-1 0 0,0-1 0 0 0,1-1 0 0 0,0 1 1 0 0,0-2-1 0 0,1 1 0 0 0,-1-1 1 0 0,1-1-1 0 0,0 0 0 0 0,0-1 1 0 0,22 3-1 0 0,-29-5-117 0 0,0 0-1 0 0,0 0 1 0 0,0-1 0 0 0,0 1-1 0 0,0-1 1 0 0,0 0 0 0 0,0 0-1 0 0,-1-1 1 0 0,1 1 0 0 0,0-1-1 0 0,-1 0 1 0 0,1 0 0 0 0,-1 0-1 0 0,1 0 1 0 0,-1 0 0 0 0,0-1-1 0 0,0 0 1 0 0,0 1 0 0 0,0-1-1 0 0,-1 0 1 0 0,1-1 0 0 0,-1 1-1 0 0,1 0 1 0 0,-1-1 0 0 0,1-3-1 0 0,2-3-269 0 0,-1-1 0 0 0,0 1 0 0 0,0-1 0 0 0,-1 0 0 0 0,-1 0 0 0 0,0 0 0 0 0,1-21 0 0 0,-3 6-171 0 0</inkml:trace>
</inkml:ink>
</file>

<file path=ppt/ink/ink2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39:03.8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119 96 920 0 0,'-7'-10'713'0'0,"0"0"0"0"0,-1 1 0 0 0,0 0 0 0 0,0 1 0 0 0,-1-1 0 0 0,0 1 0 0 0,0 1 0 0 0,-1 0 0 0 0,-14-8 0 0 0,24 15-604 0 0,-1-1 0 0 0,1 1 0 0 0,-1 0 0 0 0,1-1 0 0 0,0 1 1 0 0,-1 0-1 0 0,1 0 0 0 0,-1-1 0 0 0,1 1 0 0 0,-1 0 0 0 0,1 0 0 0 0,-1 0 1 0 0,1 0-1 0 0,-1 0 0 0 0,1-1 0 0 0,-1 1 0 0 0,1 0 0 0 0,-1 0 0 0 0,0 0 0 0 0,1 0 1 0 0,-1 1-1 0 0,1-1 0 0 0,-1 0 0 0 0,1 0 0 0 0,-1 0 0 0 0,1 0 0 0 0,-1 0 1 0 0,1 1-1 0 0,-1-1 0 0 0,1 0 0 0 0,-1 0 0 0 0,1 1 0 0 0,0-1 0 0 0,-1 0 1 0 0,1 1-1 0 0,-1-1 0 0 0,1 1 0 0 0,0-1 0 0 0,-1 1 0 0 0,1 1 83 0 0,-1 0 0 0 0,1 0 0 0 0,0 0 0 0 0,0 0 0 0 0,1 0-1 0 0,-1-1 1 0 0,0 1 0 0 0,0 0 0 0 0,1 0 0 0 0,0 0 0 0 0,0 2 0 0 0,23 48 1588 0 0,-24-52-1762 0 0,93 154 1981 0 0,-40-70-1758 0 0,23 25-705 0 0,-40-65-4558 0 0,-13-16-678 0 0</inkml:trace>
</inkml:ink>
</file>

<file path=ppt/ink/ink2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39:04.2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11 444 5985 0 0,'-1'-1'31'0'0,"0"1"0"0"0,0-1 0 0 0,1 0 0 0 0,-1 0 0 0 0,0 0 0 0 0,0 1-1 0 0,1-1 1 0 0,-1 0 0 0 0,1 0 0 0 0,-1 0 0 0 0,1 0 0 0 0,-1 0 0 0 0,1 0-1 0 0,-1 0 1 0 0,1 0 0 0 0,0 0 0 0 0,0-1 0 0 0,0 1 0 0 0,0 0 0 0 0,-1 0 0 0 0,1 0-1 0 0,0 0 1 0 0,1 0 0 0 0,-1 0 0 0 0,0 0 0 0 0,0 0 0 0 0,0 0 0 0 0,1-1 0 0 0,-1 1-1 0 0,1 0 1 0 0,-1 0 0 0 0,1-1 0 0 0,19-45 191 0 0,-14 34-54 0 0,88-184-4196 0 0,-86 179 3991 0 0</inkml:trace>
  <inkml:trace contextRef="#ctx0" brushRef="#br0" timeOffset="1">243 0 6913 0 0,'-2'13'392'0'0,"0"-1"-1"0"0,1 1 0 0 0,0 0 0 0 0,1-1 0 0 0,0 1 1 0 0,3 17-1 0 0,-2-26-170 0 0,0 1 1 0 0,0-1-1 0 0,1 0 0 0 0,0 0 1 0 0,-1 1-1 0 0,1-1 0 0 0,1 0 1 0 0,-1-1-1 0 0,1 1 0 0 0,-1 0 1 0 0,1-1-1 0 0,0 1 1 0 0,0-1-1 0 0,1 0 0 0 0,-1 0 1 0 0,0 0-1 0 0,1-1 0 0 0,0 1 1 0 0,0-1-1 0 0,0 0 0 0 0,5 2 1 0 0,15 6 323 0 0,-16-8-369 0 0,-1 1 0 0 0,0 0 0 0 0,0 1 0 0 0,0-1 0 0 0,8 7 0 0 0,-13-8-150 0 0,0 0-1 0 0,0 0 0 0 0,0 0 0 0 0,0 0 0 0 0,0 1 1 0 0,-1-1-1 0 0,1 0 0 0 0,-1 1 0 0 0,1 0 0 0 0,-1-1 1 0 0,0 1-1 0 0,0 0 0 0 0,0 0 0 0 0,0 0 0 0 0,-1 0 0 0 0,1-1 1 0 0,-1 6-1 0 0,1 14-314 0 0,-2-1 0 0 0,-1 1 0 0 0,0-1 0 0 0,-2 0 0 0 0,-6 22 0 0 0,5-25-5064 0 0</inkml:trace>
</inkml:ink>
</file>

<file path=ppt/ink/ink2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39:04.6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32 143 2304 0 0,'9'7'4788'0'0,"26"14"-2428"0"0,-18-11-810 0 0,-10-7-1225 0 0,-1 1 0 0 0,0 0 0 0 0,0 1-1 0 0,0-1 1 0 0,-1 1 0 0 0,1 0 0 0 0,-1 1 0 0 0,-1-1-1 0 0,1 1 1 0 0,-1 0 0 0 0,0 0 0 0 0,7 13 0 0 0,-11-19-303 0 0,0 0 1 0 0,0 0-1 0 0,0 0 1 0 0,0 0 0 0 0,0 1-1 0 0,0-1 1 0 0,0 0 0 0 0,0 0-1 0 0,0 0 1 0 0,0 0-1 0 0,0 0 1 0 0,0 1 0 0 0,0-1-1 0 0,0 0 1 0 0,0 0 0 0 0,0 0-1 0 0,0 0 1 0 0,0 0 0 0 0,0 1-1 0 0,0-1 1 0 0,0 0-1 0 0,0 0 1 0 0,0 0 0 0 0,0 0-1 0 0,0 1 1 0 0,0-1 0 0 0,0 0-1 0 0,0 0 1 0 0,0 0-1 0 0,0 0 1 0 0,-1 0 0 0 0,1 0-1 0 0,0 1 1 0 0,0-1 0 0 0,0 0-1 0 0,0 0 1 0 0,0 0-1 0 0,0 0 1 0 0,-1 0 0 0 0,1 0-1 0 0,0 0 1 0 0,0 0 0 0 0,0 0-1 0 0,0 0 1 0 0,0 0-1 0 0,-1 0 1 0 0,1 0 0 0 0,0 0-1 0 0,0 0 1 0 0,0 0 0 0 0,-1 0-1 0 0,-11-3 1093 0 0,-10-9 357 0 0,12 5-1213 0 0,1-1 1 0 0,0-1-1 0 0,1 0 0 0 0,0 0 0 0 0,0-1 1 0 0,1 1-1 0 0,0-2 0 0 0,-9-18 1 0 0,6 9-798 0 0,2-1 0 0 0,0-1 0 0 0,-9-39 1 0 0,13 37-6383 0 0</inkml:trace>
</inkml:ink>
</file>

<file path=ppt/ink/ink2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39:05.0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201 209 6449 0 0,'46'63'4300'0'0,"-31"-43"-3558"0"0,0 0 0 0 0,-1 1 0 0 0,0 1 0 0 0,19 44 0 0 0,-29-50-2364 0 0</inkml:trace>
  <inkml:trace contextRef="#ctx0" brushRef="#br0" timeOffset="1">0 7 2304 0 0,'0'-3'201'0'0,"0"1"-201"0"0,0 0 0 0 0,1 2 0 0 0,1 2 88 0 0,-1-2-24 0 0,3 1-64 0 0,1 0 96 0 0,4 5-96 0 0,0 1 0 0 0,2 0 0 0 0</inkml:trace>
</inkml:ink>
</file>

<file path=ppt/ink/ink2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39:05.3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241 417 2304 0 0,'0'-2'37'0'0,"0"1"-1"0"0,0 0 1 0 0,-1-1-1 0 0,1 1 1 0 0,-1 0-1 0 0,1 0 1 0 0,-1-1-1 0 0,1 1 0 0 0,-1 0 1 0 0,0 0-1 0 0,0 0 1 0 0,1 0-1 0 0,-1 0 1 0 0,0 0-1 0 0,0 0 0 0 0,0 0 1 0 0,0 0-1 0 0,0 0 1 0 0,0 1-1 0 0,-1-1 1 0 0,1 0-1 0 0,0 1 1 0 0,-2-2-1 0 0,1 2 69 0 0,0 0 1 0 0,0 0-1 0 0,1 0 0 0 0,-1 0 0 0 0,0 0 1 0 0,0 0-1 0 0,0 1 0 0 0,1-1 1 0 0,-1 1-1 0 0,0-1 0 0 0,0 1 1 0 0,1 0-1 0 0,-1-1 0 0 0,0 1 1 0 0,1 0-1 0 0,-1 0 0 0 0,-2 3 0 0 0,0-1 143 0 0,1 1-1 0 0,-1 0 1 0 0,1 0-1 0 0,0 0 0 0 0,0 1 1 0 0,0-1-1 0 0,1 1 1 0 0,0-1-1 0 0,0 1 1 0 0,0 0-1 0 0,0 0 0 0 0,1 0 1 0 0,-1 0-1 0 0,1 0 1 0 0,1 0-1 0 0,-1 7 0 0 0,-1 7 559 0 0,2 0 0 0 0,3 38 1 0 0,-3-52-700 0 0,1-1 0 0 0,0 0 1 0 0,0 0-1 0 0,0 0 1 0 0,0 0-1 0 0,0 0 1 0 0,1 0-1 0 0,0 0 0 0 0,-1 0 1 0 0,1-1-1 0 0,1 1 1 0 0,-1-1-1 0 0,1 1 1 0 0,-1-1-1 0 0,6 5 0 0 0,-6-7-85 0 0,0 0-1 0 0,0 1 0 0 0,0-1 0 0 0,0 0 0 0 0,1-1 0 0 0,-1 1 0 0 0,0 0 0 0 0,0-1 0 0 0,1 1 0 0 0,-1-1 0 0 0,0 0 0 0 0,1 1 0 0 0,-1-1 1 0 0,0 0-1 0 0,1-1 0 0 0,-1 1 0 0 0,0 0 0 0 0,1-1 0 0 0,-1 1 0 0 0,0-1 0 0 0,0 0 0 0 0,1 1 0 0 0,-1-1 0 0 0,0 0 0 0 0,0-1 0 0 0,0 1 0 0 0,0 0 1 0 0,0 0-1 0 0,2-3 0 0 0,0 0-5 0 0,0 0 0 0 0,0 0 1 0 0,-1 0-1 0 0,1-1 0 0 0,-1 1 0 0 0,0-1 1 0 0,-1 0-1 0 0,1 0 0 0 0,-1 0 0 0 0,0 0 1 0 0,0 0-1 0 0,0 0 0 0 0,-1-1 1 0 0,0 1-1 0 0,0 0 0 0 0,0-1 0 0 0,-1-6 1 0 0,2-7-214 0 0,-2-1 1 0 0,-1 0 0 0 0,-4-29 0 0 0,1 30-86 0 0,-1-1 0 0 0,-1 1 0 0 0,0-1 0 0 0,-2 2 0 0 0,0-1 0 0 0,-1 1 0 0 0,-14-20 0 0 0,-89-114-249 0 0,80 111 434 0 0,22 28 152 0 0,3 3 68 0 0,0 1 0 0 0,-1 0 0 0 0,0 0 0 0 0,0 1 0 0 0,-18-9 1992 0 0,28 26-970 0 0,6 10 61 0 0,31 48-468 0 0,3-2-1 0 0,3-2 1 0 0,3-2-1 0 0,2-2 0 0 0,66 59 1 0 0,-79-80-1798 0 0,-1 2-3528 0 0,-2 6-1677 0 0</inkml:trace>
</inkml:ink>
</file>

<file path=ppt/ink/ink2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39:05.6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64 2 3225 0 0,'-4'3'173'0'0,"0"1"1"0"0,0-1 0 0 0,1 1-1 0 0,-1 0 1 0 0,1 1 0 0 0,0-1 0 0 0,0 0-1 0 0,1 1 1 0 0,-1 0 0 0 0,1 0-1 0 0,0-1 1 0 0,0 1 0 0 0,1 0-1 0 0,0 1 1 0 0,0-1 0 0 0,0 0 0 0 0,0 0-1 0 0,1 0 1 0 0,0 9 0 0 0,0-3 228 0 0,0-1 0 0 0,1 0 0 0 0,0 0 1 0 0,1 0-1 0 0,0 0 0 0 0,0 0 0 0 0,1-1 1 0 0,1 1-1 0 0,5 12 0 0 0,-7-18-317 0 0,0-1-1 0 0,1 1 1 0 0,-1-1 0 0 0,1 0 0 0 0,0 0-1 0 0,0 0 1 0 0,0 0 0 0 0,0 0-1 0 0,0 0 1 0 0,1-1 0 0 0,-1 0 0 0 0,1 1-1 0 0,0-2 1 0 0,-1 1 0 0 0,1 0 0 0 0,0-1-1 0 0,0 1 1 0 0,0-1 0 0 0,0 0-1 0 0,6 0 1 0 0,-7-1-31 0 0,0 1 0 0 0,0-2 0 0 0,0 1 0 0 0,0 0 0 0 0,0-1 0 0 0,0 1 0 0 0,0-1 0 0 0,-1 0-1 0 0,1 0 1 0 0,0 0 0 0 0,0 0 0 0 0,-1-1 0 0 0,1 1 0 0 0,0-1 0 0 0,-1 0 0 0 0,0 1 0 0 0,1-1 0 0 0,-1 0 0 0 0,0 0 0 0 0,0-1-1 0 0,0 1 1 0 0,0 0 0 0 0,0-1 0 0 0,-1 1 0 0 0,1-1 0 0 0,-1 1 0 0 0,0-1 0 0 0,1 0 0 0 0,0-3 0 0 0,0-1 12 0 0,0-1 1 0 0,0 1 0 0 0,-1-1 0 0 0,0 0-1 0 0,-1 0 1 0 0,1 0 0 0 0,-1 0 0 0 0,-1 1-1 0 0,0-1 1 0 0,0 0 0 0 0,0 0 0 0 0,-1 1-1 0 0,0-1 1 0 0,-1 1 0 0 0,1-1-1 0 0,-1 1 1 0 0,-1 0 0 0 0,-7-13 0 0 0,8 16-102 0 0,0 0 0 0 0,0 0 0 0 0,0 0-1 0 0,0 0 1 0 0,0 0 0 0 0,-1 1 0 0 0,0-1 0 0 0,0 1 0 0 0,0 0 0 0 0,0 1 0 0 0,0-1 0 0 0,0 1 0 0 0,-1-1 0 0 0,1 1 0 0 0,-1 0 0 0 0,0 1 0 0 0,0-1 0 0 0,1 1 0 0 0,-1 0 0 0 0,0 0 0 0 0,0 1 0 0 0,0-1-1 0 0,0 1 1 0 0,0 0 0 0 0,0 1 0 0 0,0-1 0 0 0,0 1 0 0 0,0 0 0 0 0,0 0 0 0 0,-6 2 0 0 0,-3 3-3496 0 0,1 1-1108 0 0</inkml:trace>
</inkml:ink>
</file>

<file path=ppt/ink/ink2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39:06.1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67 59 2304 0 0,'-1'-2'-299'0'0,"-8"-16"275"0"0,-9-11 4242 0 0,17 28-4001 0 0,1 0 0 0 0,-1 1-1 0 0,1-1 1 0 0,-1 0 0 0 0,0 1-1 0 0,1-1 1 0 0,-1 1 0 0 0,0-1-1 0 0,1 1 1 0 0,-1-1 0 0 0,0 1-1 0 0,0-1 1 0 0,1 1 0 0 0,-1 0-1 0 0,0-1 1 0 0,0 1 0 0 0,0 0-1 0 0,0 0 1 0 0,1 0 0 0 0,-1 0-1 0 0,-2 0 1 0 0,2 0-58 0 0,0 1 0 0 0,0-1-1 0 0,0 1 1 0 0,0 0 0 0 0,0 0 0 0 0,0 0 0 0 0,0 0 0 0 0,0 0 0 0 0,1 0-1 0 0,-1 0 1 0 0,0 0 0 0 0,0 0 0 0 0,1 0 0 0 0,-1 0 0 0 0,1 0-1 0 0,-1 0 1 0 0,1 0 0 0 0,0 1 0 0 0,-1-1 0 0 0,1 2 0 0 0,-2 6 164 0 0,0 0 0 0 0,1 0 1 0 0,1 0-1 0 0,-1 1 0 0 0,2-1 1 0 0,-1 0-1 0 0,1 0 0 0 0,1 0 1 0 0,-1 0-1 0 0,1 0 0 0 0,6 15 1 0 0,0-5-82 0 0,-1 0 1 0 0,2-1 0 0 0,1 0-1 0 0,14 22 1 0 0,3-6 8 0 0,58 56 1 0 0,-32-35-138 0 0,-29-30-679 0 0,45 36-1 0 0,-50-46-671 0 0</inkml:trace>
  <inkml:trace contextRef="#ctx0" brushRef="#br0" timeOffset="1">210 419 2304 0 0,'11'-27'965'0'0,"1"1"-1"0"0,1 1 1 0 0,26-38-1 0 0,-6 10-601 0 0,55-95-1215 0 0,-76 127 852 0 0</inkml:trace>
</inkml:ink>
</file>

<file path=ppt/ink/ink2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39:06.5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 2 3225 0 0,'-1'0'121'0'0,"0"0"-1"0"0,0-1 1 0 0,1 1 0 0 0,-1 0 0 0 0,0 0 0 0 0,0 0 0 0 0,1 0 0 0 0,-1 0 0 0 0,0 0 0 0 0,0 0 0 0 0,0 0-1 0 0,1 0 1 0 0,-1 0 0 0 0,0 0 0 0 0,0 1 0 0 0,1-1 0 0 0,-1 0 0 0 0,0 1 0 0 0,1-1 0 0 0,-1 0 0 0 0,0 1-1 0 0,1-1 1 0 0,-1 1 0 0 0,0-1 0 0 0,1 1 0 0 0,-1-1 0 0 0,1 1 0 0 0,-1-1 0 0 0,0 2 0 0 0,-16 16 2490 0 0,14-14-2258 0 0,1 0 0 0 0,0 0 0 0 0,0 1 0 0 0,0-1 0 0 0,0 0-1 0 0,1 1 1 0 0,0-1 0 0 0,0 1 0 0 0,0 0 0 0 0,0-1 0 0 0,1 1-1 0 0,0 0 1 0 0,0-1 0 0 0,0 7 0 0 0,2-3-43 0 0,-1 0 0 0 0,1 0 0 0 0,1 0 0 0 0,-1 0 0 0 0,1 0 0 0 0,1-1 0 0 0,6 12 0 0 0,1-2-127 0 0,1-1 0 0 0,0 0 1 0 0,1-1-1 0 0,1 0 1 0 0,29 24-1 0 0,-24-26-620 0 0,31 18 0 0 0,-43-27-109 0 0,19 10-5520 0 0</inkml:trace>
  <inkml:trace contextRef="#ctx0" brushRef="#br0" timeOffset="1">144 387 8290 0 0,'8'-18'468'0'0,"1"0"1"0"0,0 0 0 0 0,2 1-1 0 0,0 1 1 0 0,19-22 0 0 0,-3 3-226 0 0,4-11 39 0 0,-18 26-464 0 0,1 0 0 0 0,1 1 0 0 0,0 0 0 0 0,20-16 0 0 0,-26 26 51 0 0</inkml:trace>
</inkml:ink>
</file>

<file path=ppt/ink/ink2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39:07.1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9674 0 0,'0'0'748'0'0,"2"1"-514"0"0,0 1 0 0 0,-1-1 0 0 0,1 1 0 0 0,0 0 0 0 0,-1 0 0 0 0,0-1 0 0 0,1 1 0 0 0,-1 0 0 0 0,2 4 0 0 0,0 1 15 0 0,63 96 1131 0 0,-31-46-1090 0 0,2-1 0 0 0,3-2 0 0 0,54 58 0 0 0,-91-109-281 0 0,0 1-30 0 0,1 0 0 0 0,0-1-1 0 0,0 1 1 0 0,0-1 0 0 0,1 1-1 0 0,-1-1 1 0 0,1-1 0 0 0,0 1 0 0 0,5 2-1 0 0,-10-5 19 0 0,1 0 0 0 0,-1 0 0 0 0,1 0 0 0 0,-1 0 1 0 0,0 0-1 0 0,1 0 0 0 0,-1 0 0 0 0,1 0 0 0 0,-1-1 0 0 0,0 1 0 0 0,1 0 0 0 0,-1 0 0 0 0,0 0 0 0 0,1 0 0 0 0,-1-1 0 0 0,0 1 0 0 0,1 0 0 0 0,-1 0 0 0 0,0-1 0 0 0,1 1 0 0 0,-1 0 0 0 0,0 0 1 0 0,0-1-1 0 0,1 1 0 0 0,-1 0 0 0 0,0-1 0 0 0,0 1 0 0 0,0 0 0 0 0,0-1 0 0 0,1 1 0 0 0,-1-1 0 0 0,0 1 0 0 0,0 0 0 0 0,0-1 0 0 0,0 1 0 0 0,0-1 0 0 0,0 1 0 0 0,0 0 0 0 0,0-1 0 0 0,0 0 0 0 0,0-19-443 0 0,0 17 346 0 0,-4-37-788 0 0,-10-49-1 0 0,9 65 864 0 0,0 0 1 0 0,2-1 0 0 0,0 1-1 0 0,2-1 1 0 0,1 0-1 0 0,4-34 1 0 0,-4 55 142 0 0,1 1-1 0 0,-1 0 1 0 0,1 0-1 0 0,0 0 0 0 0,0-1 1 0 0,0 1-1 0 0,0 0 1 0 0,1 0-1 0 0,-1 0 1 0 0,1 1-1 0 0,0-1 1 0 0,0 0-1 0 0,0 1 1 0 0,0-1-1 0 0,0 1 1 0 0,1-1-1 0 0,-1 1 1 0 0,1 0-1 0 0,-1 0 1 0 0,1 0-1 0 0,0 1 1 0 0,0-1-1 0 0,0 0 1 0 0,0 1-1 0 0,0 0 1 0 0,0 0-1 0 0,6-2 1 0 0,-4 3 57 0 0,1 0 0 0 0,-1 0 0 0 0,0 0-1 0 0,0 1 1 0 0,0-1 0 0 0,0 1 0 0 0,0 1 0 0 0,0-1 0 0 0,0 1 0 0 0,0-1 0 0 0,0 1 0 0 0,-1 1 0 0 0,1-1 0 0 0,-1 1 0 0 0,1 0 0 0 0,-1 0 0 0 0,4 3 0 0 0,18 18 163 0 0,24 28 1 0 0,-1 0-1167 0 0,-36-40-623 0 0,0-1 0 0 0,17 11 0 0 0,-19-15 11 0 0</inkml:trace>
</inkml:ink>
</file>

<file path=ppt/ink/ink2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39:07.5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63 6449 0 0,'-6'-7'-150'0'0,"-12"-19"2270"0"0,17 24-1539 0 0,-1-1 0 0 0,1 1-1 0 0,0 0 1 0 0,0-1 0 0 0,1 1 0 0 0,-1-1 0 0 0,0 1-1 0 0,1-1 1 0 0,-1-4 0 0 0,11 26 1611 0 0,15 12-3129 0 0,-16-23 530 0 0</inkml:trace>
</inkml:ink>
</file>

<file path=ppt/ink/ink2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39:07.8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143 87 3681 0 0,'-8'-11'682'0'0,"-1"-1"0"0"0,-17-17 1 0 0,22 25-296 0 0,0 1 0 0 0,0-1 0 0 0,0 1 0 0 0,-1-1 0 0 0,1 1 0 0 0,-1 1 1 0 0,0-1-1 0 0,0 1 0 0 0,0 0 0 0 0,-6-2 0 0 0,10 4-296 0 0,-1-1-1 0 0,1 1 1 0 0,0 0-1 0 0,0 0 1 0 0,0 0 0 0 0,-1 1-1 0 0,1-1 1 0 0,0 0-1 0 0,0 0 1 0 0,0 1 0 0 0,-1-1-1 0 0,1 0 1 0 0,0 1-1 0 0,0-1 1 0 0,0 1-1 0 0,0 0 1 0 0,0-1 0 0 0,0 1-1 0 0,0 0 1 0 0,0 0-1 0 0,0-1 1 0 0,0 1-1 0 0,1 0 1 0 0,-1 0 0 0 0,0 0-1 0 0,0 0 1 0 0,1 0-1 0 0,-1 0 1 0 0,1 0 0 0 0,-1 0-1 0 0,1 1 1 0 0,-1-1-1 0 0,1 0 1 0 0,0 0-1 0 0,0 0 1 0 0,-1 0 0 0 0,1 2-1 0 0,-11 18 445 0 0,22-43 785 0 0,0 12-1307 0 0</inkml:trace>
</inkml:ink>
</file>

<file path=ppt/ink/ink2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39:08.2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 6913 0 0,'4'-3'2774'0'0,"-4"3"-2731"0"0,13 4 1804 0 0,12 8 779 0 0,-12-3-2134 0 0,-2 1-1 0 0,1 0 1 0 0,-1 0 0 0 0,0 1-1 0 0,-1 1 1 0 0,-1 0 0 0 0,0 0-1 0 0,9 17 1 0 0,18 42-1637 0 0,-6 1-3477 0 0</inkml:trace>
</inkml:ink>
</file>

<file path=ppt/ink/ink2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39:08.9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150 483 2761 0 0,'-2'-4'216'0'0,"0"0"1"0"0,0 1-1 0 0,-1 0 0 0 0,1 0 1 0 0,-1 0-1 0 0,0 0 1 0 0,0 0-1 0 0,0 0 1 0 0,0 1-1 0 0,0-1 1 0 0,-1 1-1 0 0,1 0 1 0 0,-1 0-1 0 0,0 0 1 0 0,1 0-1 0 0,-1 1 1 0 0,0 0-1 0 0,0 0 1 0 0,0 0-1 0 0,-8-1 0 0 0,10 2-74 0 0,-1 0-1 0 0,0 0 0 0 0,0 1 0 0 0,0-1 0 0 0,1 1 0 0 0,-1 0 1 0 0,0 0-1 0 0,1 0 0 0 0,-1 0 0 0 0,0 0 0 0 0,1 0 0 0 0,0 1 1 0 0,-1-1-1 0 0,1 1 0 0 0,0 0 0 0 0,0-1 0 0 0,-1 1 0 0 0,2 0 1 0 0,-1 1-1 0 0,0-1 0 0 0,0 0 0 0 0,1 0 0 0 0,-1 1 0 0 0,1-1 1 0 0,-1 1-1 0 0,1-1 0 0 0,0 1 0 0 0,0 0 0 0 0,0-1 0 0 0,0 6 0 0 0,-2 6 268 0 0,0-1-1 0 0,1 0 0 0 0,0 26 0 0 0,1-34-318 0 0,1 0 1 0 0,1 1-1 0 0,-1-1 0 0 0,1 0 0 0 0,0 1 0 0 0,0-1 0 0 0,0 0 0 0 0,1 0 1 0 0,0 0-1 0 0,0 0 0 0 0,0 0 0 0 0,5 7 0 0 0,-6-10-86 0 0,0-1-1 0 0,0 0 0 0 0,0 0 1 0 0,0 0-1 0 0,0 0 1 0 0,0 0-1 0 0,0 0 1 0 0,0 0-1 0 0,1 0 0 0 0,-1 0 1 0 0,0 0-1 0 0,1 0 1 0 0,-1-1-1 0 0,0 1 1 0 0,1-1-1 0 0,-1 1 0 0 0,1-1 1 0 0,-1 0-1 0 0,1 1 1 0 0,-1-1-1 0 0,1 0 1 0 0,-1 0-1 0 0,1 0 0 0 0,-1 0 1 0 0,1 0-1 0 0,-1 0 1 0 0,1 0-1 0 0,-1-1 1 0 0,1 1-1 0 0,-1-1 1 0 0,1 1-1 0 0,-1-1 0 0 0,1 1 1 0 0,-1-1-1 0 0,0 0 1 0 0,0 0-1 0 0,1 0 1 0 0,-1 0-1 0 0,0 1 0 0 0,0-2 1 0 0,0 1-1 0 0,0 0 1 0 0,1-1-1 0 0,2-3 8 0 0,0 1 0 0 0,0-1 0 0 0,-1 0 0 0 0,1 0 0 0 0,-1 0 0 0 0,-1-1-1 0 0,1 1 1 0 0,-1-1 0 0 0,3-9 0 0 0,0-19-2 0 0,4-23 21 0 0,-9 54-29 0 0,1 1 0 0 0,0-1 0 0 0,-1 1 0 0 0,1-1 0 0 0,1 1 0 0 0,-1-1 0 0 0,0 1 0 0 0,0-1 0 0 0,1 1 0 0 0,0 0 0 0 0,-1 0 0 0 0,1 0 0 0 0,0 0 0 0 0,0 0 0 0 0,0 0 0 0 0,3-1 0 0 0,-3 2-2 0 0,1 0-1 0 0,-1 1 1 0 0,1-1 0 0 0,-1 1-1 0 0,1 0 1 0 0,0-1 0 0 0,-1 1-1 0 0,1 0 1 0 0,0 1 0 0 0,-1-1-1 0 0,1 0 1 0 0,-1 1 0 0 0,1 0-1 0 0,-1-1 1 0 0,1 1-1 0 0,-1 0 1 0 0,1 0 0 0 0,-1 1-1 0 0,0-1 1 0 0,1 0 0 0 0,-1 1-1 0 0,0-1 1 0 0,0 1 0 0 0,3 3-1 0 0,6 5 31 0 0,0 0 0 0 0,17 21 1 0 0,-13-12 163 0 0,-2 0 0 0 0,0 0 0 0 0,18 40 1 0 0,-25-46-62 0 0,0 0 1 0 0,-1 1 0 0 0,-1 0 0 0 0,0-1-1 0 0,-1 1 1 0 0,-1 1 0 0 0,1 20 0 0 0,-2-33-128 0 0,-1 0 1 0 0,0-1-1 0 0,0 1 1 0 0,0 0 0 0 0,-1 0-1 0 0,1-1 1 0 0,0 1-1 0 0,-1 0 1 0 0,1-1 0 0 0,-1 1-1 0 0,1 0 1 0 0,-1-1-1 0 0,0 1 1 0 0,0-1 0 0 0,0 1-1 0 0,-1 1 1 0 0,1-2 0 0 0,0-1-1 0 0,1 1 1 0 0,-1-1 0 0 0,0 1-1 0 0,0-1 1 0 0,1 0 0 0 0,-1 1-1 0 0,0-1 1 0 0,0 0 0 0 0,0 0 0 0 0,1 0-1 0 0,-1 0 1 0 0,0 1 0 0 0,0-1-1 0 0,0 0 1 0 0,0 0 0 0 0,0-1-1 0 0,1 1 1 0 0,-1 0 0 0 0,0 0 0 0 0,0 0-1 0 0,0 0 1 0 0,-1-1 0 0 0,-1-1 7 0 0,-1 0 1 0 0,1 1-1 0 0,0-1 1 0 0,0-1-1 0 0,0 1 1 0 0,0 0-1 0 0,0-1 1 0 0,0 0-1 0 0,0 0 1 0 0,1 0 0 0 0,-1 0-1 0 0,-3-6 1 0 0,-12-28-472 0 0,2-2 1 0 0,-20-71 0 0 0,11 31-92 0 0,-94-359-2317 0 0,118 434 2973 0 0,0 1 9 0 0,0-1 0 0 0,0 1 0 0 0,0-1 0 0 0,0 1 0 0 0,1-1 0 0 0,0 0 0 0 0,0 1-1 0 0,0-1 1 0 0,0 0 0 0 0,1 1 0 0 0,-1-1 0 0 0,1 1 0 0 0,1-5 0 0 0,15 33 2281 0 0,-5-3-2327 0 0,64 102 564 0 0,-63-106-554 0 0,0-1 1 0 0,1 0 0 0 0,1-1 0 0 0,27 23 0 0 0,-36-35-79 0 0,0 0 0 0 0,0 0 0 0 0,1 0-1 0 0,0 0 1 0 0,0-1 0 0 0,0 0 0 0 0,12 2 0 0 0,-18-4-1 0 0,1 0 0 0 0,0-1 0 0 0,-1 0 0 0 0,1 1 0 0 0,0-1 0 0 0,0 0 0 0 0,-1 0 0 0 0,1 0-1 0 0,0 0 1 0 0,0 0 0 0 0,-1 0 0 0 0,1-1 0 0 0,0 1 0 0 0,0 0 0 0 0,-1-1 0 0 0,1 0 0 0 0,0 1 0 0 0,-1-1 0 0 0,1 0 0 0 0,-1 0 0 0 0,1 0 0 0 0,-1 0-1 0 0,1 0 1 0 0,-1 0 0 0 0,0 0 0 0 0,0 0 0 0 0,1-1 0 0 0,-1 1 0 0 0,0 0 0 0 0,0-1 0 0 0,0 1 0 0 0,0-1 0 0 0,-1 1 0 0 0,1-1 0 0 0,0 0 0 0 0,-1 1-1 0 0,2-4 1 0 0,0-10-53 0 0,1 0 0 0 0,-2 0 0 0 0,0 0-1 0 0,-1-1 1 0 0,-2-18 0 0 0,0 18 93 0 0,2-1 0 0 0,0 0 0 0 0,4-30 0 0 0,-4 46-20 0 0,0 0-1 0 0,1 0 1 0 0,-1 0-1 0 0,0 0 1 0 0,0 0-1 0 0,0 0 1 0 0,1 0-1 0 0,-1 0 1 0 0,0 0 0 0 0,1 1-1 0 0,-1-1 1 0 0,1 0-1 0 0,-1 0 1 0 0,1 0-1 0 0,-1 1 1 0 0,1-1-1 0 0,0 0 1 0 0,-1 1-1 0 0,1-1 1 0 0,0 0 0 0 0,0 1-1 0 0,-1-1 1 0 0,1 1-1 0 0,0-1 1 0 0,0 1-1 0 0,0 0 1 0 0,0-1-1 0 0,0 1 1 0 0,-1 0 0 0 0,1 0-1 0 0,0-1 1 0 0,0 1-1 0 0,0 0 1 0 0,0 0-1 0 0,0 0 1 0 0,0 0-1 0 0,0 0 1 0 0,0 0-1 0 0,0 0 1 0 0,0 1 0 0 0,0-1-1 0 0,0 0 1 0 0,-1 0-1 0 0,1 1 1 0 0,0-1-1 0 0,0 1 1 0 0,0-1-1 0 0,0 1 1 0 0,-1-1-1 0 0,2 2 1 0 0,7 3 213 0 0,0 1 1 0 0,-1 0-1 0 0,14 13 1 0 0,-14-11-98 0 0,3 0-135 0 0,0 1-1 0 0,1-1 1 0 0,0-1-1 0 0,23 11 1 0 0,24 4-3789 0 0,-39-15-2068 0 0</inkml:trace>
</inkml:ink>
</file>

<file path=ppt/ink/ink2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39:09.3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73 14 3225 0 0,'-2'-2'118'0'0,"0"1"-1"0"0,1-1 1 0 0,-1 1 0 0 0,0 0 0 0 0,-1 0 0 0 0,1 0 0 0 0,0 0-1 0 0,0 0 1 0 0,0 1 0 0 0,0-1 0 0 0,-1 1 0 0 0,1-1 0 0 0,0 1 0 0 0,-1 0-1 0 0,1 0 1 0 0,0 0 0 0 0,-1 0 0 0 0,-1 0 0 0 0,2 1 40 0 0,0 0 0 0 0,1 0 0 0 0,-1 0 0 0 0,1 0 0 0 0,-1 0 0 0 0,1 0 0 0 0,-1 0 0 0 0,1 0 0 0 0,0 0 0 0 0,-1 1 0 0 0,1-1 0 0 0,0 1 0 0 0,0-1 0 0 0,0 1 0 0 0,0-1 0 0 0,0 1 0 0 0,1-1 0 0 0,-1 1 0 0 0,0 0 0 0 0,1 0 0 0 0,-1-1 0 0 0,1 1 0 0 0,0 0 0 0 0,-1 2 0 0 0,0 7 339 0 0,0 0 0 0 0,1-1 0 0 0,0 1 0 0 0,0 0 0 0 0,1 0 0 0 0,1 0 1 0 0,0-1-1 0 0,5 16 0 0 0,3 6 492 0 0,21 43 0 0 0,-23-59-782 0 0,0 0 0 0 0,1-1 0 0 0,1 0 0 0 0,1 0 0 0 0,0-1 0 0 0,0-1 0 0 0,23 20 0 0 0,4-2 82 0 0,60 38 0 0 0,-61-44-289 0 0,31 27-1583 0 0,-49-36-4356 0 0</inkml:trace>
</inkml:ink>
</file>

<file path=ppt/ink/ink2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39:09.6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1 272 5985 0 0,'2'-14'430'0'0,"0"1"0"0"0,1 0-1 0 0,0 0 1 0 0,1 0 0 0 0,0 1-1 0 0,8-15 1 0 0,-4 8-280 0 0,0-2 110 0 0,22-48-279 0 0,-27 64 2 0 0,0 0 0 0 0,0 0 1 0 0,0 1-1 0 0,1-1 0 0 0,-1 1 0 0 0,1-1 0 0 0,0 1 0 0 0,1 1 0 0 0,-1-1 0 0 0,8-4 0 0 0,-2 2-43 0 0</inkml:trace>
</inkml:ink>
</file>

<file path=ppt/ink/ink2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39:10.0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1 256 3225 0 0,'6'-4'309'0'0,"0"0"0"0"0,0 1 0 0 0,0 0 0 0 0,1 0 0 0 0,-1 1 0 0 0,1-1 0 0 0,12-1 0 0 0,0-2 1180 0 0,27-4 1692 0 0,-44 9-3016 0 0,-1 1-1 0 0,1 0 1 0 0,0-1-1 0 0,0 1 1 0 0,0 0-1 0 0,0 0 1 0 0,-1 0-1 0 0,1 0 1 0 0,0 1-1 0 0,0-1 1 0 0,0 0-1 0 0,0 1 1 0 0,-1-1-1 0 0,1 1 1 0 0,0 0-1 0 0,-1 0 1 0 0,1-1-1 0 0,0 1 1 0 0,-1 0-1 0 0,1 0 1 0 0,-1 0 0 0 0,2 2-1 0 0,-3-3-115 0 0,1 1 0 0 0,-1-1 0 0 0,0 0 0 0 0,0 0 0 0 0,0 0-1 0 0,0 1 1 0 0,1-1 0 0 0,-1 0 0 0 0,0 0 0 0 0,0 1 0 0 0,0-1 0 0 0,0 0 0 0 0,0 0 0 0 0,0 1 0 0 0,0-1-1 0 0,0 0 1 0 0,0 0 0 0 0,0 1 0 0 0,0-1 0 0 0,0 0 0 0 0,0 1 0 0 0,0-1 0 0 0,0 0 0 0 0,0 0 0 0 0,0 1-1 0 0,0-1 1 0 0,0 0 0 0 0,0 0 0 0 0,-1 1 0 0 0,1-1 0 0 0,0 0 0 0 0,0 0 0 0 0,0 0 0 0 0,0 1 0 0 0,0-1-1 0 0,-1 0 1 0 0,1 0 0 0 0,0 1 0 0 0,-14 1 1489 0 0,-12-6 199 0 0,20 1-1618 0 0,0 0-1 0 0,0 0 0 0 0,1 0 0 0 0,-1 0 1 0 0,1-1-1 0 0,0 0 0 0 0,0 0 0 0 0,0-1 1 0 0,1 1-1 0 0,0-1 0 0 0,0 0 1 0 0,0 0-1 0 0,0-1 0 0 0,1 1 0 0 0,0-1 1 0 0,0 1-1 0 0,-4-12 0 0 0,3 6-647 0 0,0 0 0 0 0,1 0 1 0 0,0 0-1 0 0,1 0 0 0 0,1-1 0 0 0,0 1 0 0 0,0-1 1 0 0,1 1-1 0 0,1-14 0 0 0,2 9-5491 0 0</inkml:trace>
</inkml:ink>
</file>

<file path=ppt/ink/ink2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39:10.3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94 598 6449 0 0,'2'1'75'0'0,"0"-1"-1"0"0,0 1 1 0 0,0 0-1 0 0,0-1 0 0 0,0 0 1 0 0,0 0-1 0 0,0 1 1 0 0,1-1-1 0 0,-1-1 0 0 0,0 1 1 0 0,0 0-1 0 0,0 0 1 0 0,0-1-1 0 0,0 1 0 0 0,0-1 1 0 0,0 0-1 0 0,0 1 1 0 0,0-1-1 0 0,0 0 0 0 0,0 0 1 0 0,-1 0-1 0 0,1-1 1 0 0,0 1-1 0 0,-1 0 0 0 0,1-1 1 0 0,-1 1-1 0 0,1-1 1 0 0,-1 1-1 0 0,1-1 0 0 0,-1 0 1 0 0,0 1-1 0 0,0-1 1 0 0,0 0-1 0 0,0 0 0 0 0,0 0 1 0 0,0-2-1 0 0,2-3 162 0 0,0 1 0 0 0,-1-1 0 0 0,0 0 0 0 0,0 0 0 0 0,-1 0 0 0 0,0 0 0 0 0,0 0 0 0 0,0-1 0 0 0,-2-9 0 0 0,-2 0-96 0 0,0-1-1 0 0,-2 1 1 0 0,0 0-1 0 0,-1 0 1 0 0,-1 1-1 0 0,0 0 1 0 0,-1 0-1 0 0,-1 1 1 0 0,0 0-1 0 0,-1 0 1 0 0,-1 1-1 0 0,-1 0 0 0 0,-17-17 1 0 0,28 30-150 0 0,0 0 0 0 0,0 0-1 0 0,0 0 1 0 0,0 0 0 0 0,0 0 0 0 0,0 0 0 0 0,0 0 0 0 0,-1 0 0 0 0,1 1-1 0 0,0-1 1 0 0,0 0 0 0 0,-1 1 0 0 0,1-1 0 0 0,0 1 0 0 0,-1 0 0 0 0,1-1 0 0 0,-1 1-1 0 0,1 0 1 0 0,0 0 0 0 0,-1 0 0 0 0,1 0 0 0 0,-1 0 0 0 0,1 0 0 0 0,-3 0-1 0 0,3 1-28 0 0,0 0 0 0 0,0 0 0 0 0,0 0-1 0 0,0 0 1 0 0,0 0 0 0 0,0 0-1 0 0,0 1 1 0 0,1-1 0 0 0,-1 0 0 0 0,0 1-1 0 0,1-1 1 0 0,-1 0 0 0 0,1 1-1 0 0,-1-1 1 0 0,1 0 0 0 0,0 1 0 0 0,-1-1-1 0 0,1 4 1 0 0,-1 5-312 0 0,1 1 0 0 0,0 0 1 0 0,0 0-1 0 0,1 0 0 0 0,3 12 0 0 0,-3-18 191 0 0,1 1-1 0 0,-1-1 0 0 0,1 0 1 0 0,0 0-1 0 0,1 0 1 0 0,0 0-1 0 0,-1 0 0 0 0,1 0 1 0 0,1 0-1 0 0,-1-1 0 0 0,1 0 1 0 0,0 0-1 0 0,0 0 1 0 0,0 0-1 0 0,0 0 0 0 0,1-1 1 0 0,-1 0-1 0 0,1 0 1 0 0,0 0-1 0 0,0 0 0 0 0,0-1 1 0 0,10 3-1 0 0,3 1-2354 0 0</inkml:trace>
  <inkml:trace contextRef="#ctx0" brushRef="#br0" timeOffset="1">322 152 2304 0 0,'0'-1'29'0'0,"-22"-76"1399"0"0,19 68-929 0 0,0 1 0 0 0,-1-1 0 0 0,0 1 0 0 0,0 0 1 0 0,-1 1-1 0 0,-8-13 0 0 0,13 20-441 0 0,0 0 0 0 0,-1 0 0 0 0,1-1 0 0 0,0 1 1 0 0,0 0-1 0 0,0-1 0 0 0,-1 1 0 0 0,1 0 0 0 0,0 0 0 0 0,0-1 1 0 0,-1 1-1 0 0,1 0 0 0 0,0 0 0 0 0,-1-1 0 0 0,1 1 0 0 0,0 0 0 0 0,-1 0 1 0 0,1 0-1 0 0,0 0 0 0 0,-1 0 0 0 0,1-1 0 0 0,0 1 0 0 0,-1 0 1 0 0,1 0-1 0 0,0 0 0 0 0,-1 0 0 0 0,1 0 0 0 0,0 0 0 0 0,-1 0 0 0 0,1 0 1 0 0,0 0-1 0 0,-1 0 0 0 0,1 1 0 0 0,0-1 0 0 0,-1 0 0 0 0,1 0 0 0 0,-1 0 1 0 0,-4 15 1300 0 0,6 19-175 0 0,0-32-1221 0 0,-1-1 0 0 0,1 1 0 0 0,0 0 0 0 0,0-1 0 0 0,0 1-1 0 0,0-1 1 0 0,1 0 0 0 0,-1 1 0 0 0,0-1 0 0 0,0 0 0 0 0,1 0 0 0 0,-1 0 0 0 0,1 0 0 0 0,-1 0 0 0 0,1 0 0 0 0,-1 0 0 0 0,1-1 0 0 0,0 1 0 0 0,-1 0-1 0 0,1-1 1 0 0,0 1 0 0 0,1-1 0 0 0,0 1-297 0 0,2 1-757 0 0</inkml:trace>
</inkml:ink>
</file>

<file path=ppt/ink/ink2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39:10.8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142 249 3225 0 0,'-23'-15'500'0'0,"18"11"16"0"0,-1 0-1 0 0,1 1 1 0 0,-1 0 0 0 0,0 0 0 0 0,1 0 0 0 0,-1 1 0 0 0,0-1 0 0 0,-1 1-1 0 0,-5-1 1 0 0,-3-2 913 0 0,4 3-24 0 0,10 2-1350 0 0,1 1 0 0 0,-1 0 1 0 0,0-1-1 0 0,1 1 1 0 0,-1 0-1 0 0,0 0 0 0 0,1-1 1 0 0,-1 1-1 0 0,1 0 1 0 0,-1 0-1 0 0,1 0 1 0 0,-1 0-1 0 0,1 0 0 0 0,0 0 1 0 0,-1 0-1 0 0,1 1 1 0 0,-5 17 409 0 0,0 1 1 0 0,1-1-1 0 0,1 1 0 0 0,1 0 1 0 0,2 38-1 0 0,0-44-225 0 0,1 0-1 0 0,1-1 0 0 0,0 0 0 0 0,1 1 1 0 0,0-1-1 0 0,1 0 0 0 0,1 0 0 0 0,0-1 1 0 0,11 20-1 0 0,-14-29-242 0 0,0 0 0 0 0,0 0 0 0 0,0 0 1 0 0,0-1-1 0 0,1 1 0 0 0,-1-1 0 0 0,1 1 0 0 0,0-1 1 0 0,0 0-1 0 0,0 0 0 0 0,0 0 0 0 0,0 0 1 0 0,0-1-1 0 0,0 1 0 0 0,0-1 0 0 0,1 0 0 0 0,-1 0 1 0 0,1 0-1 0 0,-1 0 0 0 0,1-1 0 0 0,6 1 0 0 0,-7-1 1 0 0,-1-1-1 0 0,1 1 1 0 0,-1-1-1 0 0,1 1 1 0 0,-1-1-1 0 0,1 0 0 0 0,-1 0 1 0 0,1-1-1 0 0,-1 1 1 0 0,0 0-1 0 0,0-1 1 0 0,1 1-1 0 0,-1-1 0 0 0,0 0 1 0 0,0 1-1 0 0,-1-1 1 0 0,1 0-1 0 0,0 0 0 0 0,-1-1 1 0 0,1 1-1 0 0,-1 0 1 0 0,0 0-1 0 0,1-1 1 0 0,-1 1-1 0 0,0-1 0 0 0,0 1 1 0 0,-1-1-1 0 0,1 1 1 0 0,0-5-1 0 0,2-14-40 0 0,-1-1 0 0 0,-2 1 0 0 0,0 0 0 0 0,-1-1 0 0 0,-1 1 0 0 0,-7-32 0 0 0,-2-31 437 0 0,11 84-376 0 0,0 0-1 0 0,0-1 0 0 0,0 1 1 0 0,0 0-1 0 0,0 0 0 0 0,0-1 0 0 0,-1 1 1 0 0,1 0-1 0 0,0 0 0 0 0,0-1 1 0 0,0 1-1 0 0,0 0 0 0 0,0 0 0 0 0,0-1 1 0 0,0 1-1 0 0,0 0 0 0 0,1 0 0 0 0,-1-1 1 0 0,0 1-1 0 0,0 0 0 0 0,0 0 1 0 0,0-1-1 0 0,0 1 0 0 0,0 0 0 0 0,0 0 1 0 0,1-1-1 0 0,-1 1 0 0 0,0 0 1 0 0,0 0-1 0 0,0 0 0 0 0,0 0 0 0 0,1-1 1 0 0,-1 1-1 0 0,0 0 0 0 0,0 0 0 0 0,0 0 1 0 0,1 0-1 0 0,-1 0 0 0 0,0 0 1 0 0,0-1-1 0 0,1 1 0 0 0,-1 0 0 0 0,0 0 1 0 0,0 0-1 0 0,1 0 0 0 0,-1 0 0 0 0,0 0 1 0 0,1 0-1 0 0,14 9 372 0 0,11 18-83 0 0,23 31 118 0 0,-15-17-249 0 0,56 53-1 0 0,-78-83-144 0 0,0-1 1 0 0,0-1-1 0 0,1 0 0 0 0,1-1 1 0 0,-1 0-1 0 0,1-1 0 0 0,0 0 1 0 0,1-1-1 0 0,23 6 0 0 0,-38-12-30 0 0,1 0 0 0 0,0 1 0 0 0,-1-1-1 0 0,1 0 1 0 0,-1 0 0 0 0,1 0 0 0 0,0 0-1 0 0,-1 0 1 0 0,1 0 0 0 0,0 0 0 0 0,-1 0-1 0 0,1 0 1 0 0,0 0 0 0 0,-1 0 0 0 0,1 0 0 0 0,0-1-1 0 0,-1 1 1 0 0,1 0 0 0 0,-1 0 0 0 0,1-1-1 0 0,0 1 1 0 0,-1 0 0 0 0,1-1 0 0 0,-1 1-1 0 0,1 0 1 0 0,-1-1 0 0 0,1 1 0 0 0,-1-1-1 0 0,1 0 1 0 0,0-1 15 0 0,-1 1-1 0 0,1-1 1 0 0,-1 1-1 0 0,0-1 1 0 0,1 1-1 0 0,-1-1 1 0 0,0 1-1 0 0,0-1 1 0 0,0 1-1 0 0,0-1 1 0 0,0 1-1 0 0,-1-3 1 0 0,-17-49 514 0 0,15 46-455 0 0,-12-32 205 0 0,-69-187 719 0 0,40 72-3333 0 0,34 112-4925 0 0</inkml:trace>
</inkml:ink>
</file>

<file path=ppt/ink/ink2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39:11.5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1 188 8290 0 0,'0'-1'60'0'0,"0"1"0"0"0,0 0-1 0 0,0 0 1 0 0,0 0 0 0 0,0-1 0 0 0,0 1 0 0 0,0 0 0 0 0,0 0 0 0 0,0-1 0 0 0,0 1 0 0 0,0 0-1 0 0,0 0 1 0 0,0 0 0 0 0,0-1 0 0 0,1 1 0 0 0,-1 0 0 0 0,0 0 0 0 0,0 0 0 0 0,0 0 0 0 0,0-1-1 0 0,0 1 1 0 0,1 0 0 0 0,-1 0 0 0 0,0 0 0 0 0,0 0 0 0 0,0 0 0 0 0,0-1 0 0 0,1 1 0 0 0,-1 0-1 0 0,0 0 1 0 0,0 0 0 0 0,0 0 0 0 0,1 0 0 0 0,-1 0 0 0 0,0 0 0 0 0,0 0 0 0 0,1 0 0 0 0,-1 0-1 0 0,0 0 1 0 0,0 0 0 0 0,0 0 0 0 0,1 0 0 0 0,13 5 1170 0 0,10 11-234 0 0,-5 2-563 0 0,-1 2 1 0 0,0 0 0 0 0,-2 1-1 0 0,-1 1 1 0 0,25 46 0 0 0,-23-37-325 0 0,2-1 1 0 0,34 42 0 0 0,-45-62-32 0 0,-1-1-319 0 0,-10-22 135 0 0,-29-64-452 0 0,9 27 474 0 0,3-1 0 0 0,2-2 0 0 0,-22-103 0 0 0,39 147 183 0 0,1 0 1 0 0,0 0-1 0 0,0 0 0 0 0,1 0 0 0 0,0 0 1 0 0,0 0-1 0 0,6-17 0 0 0,-7 25-38 0 0,1-1 0 0 0,-1 0 0 0 0,1 0 1 0 0,-1 0-1 0 0,1 1 0 0 0,0-1 0 0 0,0 0 0 0 0,0 1 0 0 0,0-1 0 0 0,0 1 0 0 0,0-1 1 0 0,0 1-1 0 0,1 0 0 0 0,-1-1 0 0 0,0 1 0 0 0,1 0 0 0 0,-1 0 0 0 0,1 0 0 0 0,0 0 1 0 0,-1 0-1 0 0,1 0 0 0 0,0 0 0 0 0,-1 1 0 0 0,1-1 0 0 0,0 1 0 0 0,0-1 1 0 0,-1 1-1 0 0,1-1 0 0 0,0 1 0 0 0,0 0 0 0 0,0 0 0 0 0,0 0 0 0 0,0 0 0 0 0,-1 0 1 0 0,1 1-1 0 0,0-1 0 0 0,0 1 0 0 0,0-1 0 0 0,-1 1 0 0 0,1-1 0 0 0,0 1 1 0 0,0 0-1 0 0,-1 0 0 0 0,3 1 0 0 0,16 11 223 0 0,-1 0 1 0 0,0 2-1 0 0,-1 0 1 0 0,28 30-1 0 0,17 15 206 0 0,35 19-3061 0 0,-80-65-3868 0 0</inkml:trace>
</inkml:ink>
</file>

<file path=ppt/ink/ink2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39:11.8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14 106 5529 0 0,'-1'0'71'0'0,"1"0"0"0"0,-1 0 0 0 0,1 0-1 0 0,0-1 1 0 0,-1 1 0 0 0,1 0 0 0 0,-1 0-1 0 0,1 0 1 0 0,0 0 0 0 0,-1 0 0 0 0,1 0-1 0 0,-1 0 1 0 0,1 0 0 0 0,0 0 0 0 0,-1 1 0 0 0,1-1-1 0 0,-1 0 1 0 0,1 0 0 0 0,0 0 0 0 0,-1 0-1 0 0,1 1 1 0 0,0-1 0 0 0,-1 0 0 0 0,1 0 0 0 0,0 0-1 0 0,-1 1 1 0 0,1-1 0 0 0,0 0 0 0 0,-1 1-1 0 0,1-1 1 0 0,0 0 0 0 0,0 1 0 0 0,0-1 0 0 0,-1 0-1 0 0,1 1 1 0 0,0-1 0 0 0,0 0 0 0 0,-1 2-1 0 0,2 21 1352 0 0,15 24 148 0 0,-11-34-1164 0 0,0 0 1 0 0,1-1-1 0 0,1 0 0 0 0,0 0 1 0 0,1-1-1 0 0,0 0 0 0 0,13 14 0 0 0,-19-23-313 0 0,1 0-1 0 0,-1 1 0 0 0,1-1 0 0 0,-1 0 0 0 0,1-1 0 0 0,-1 1 0 0 0,1 0 1 0 0,0-1-1 0 0,0 1 0 0 0,0-1 0 0 0,0 0 0 0 0,0 0 0 0 0,0 0 1 0 0,0 0-1 0 0,0-1 0 0 0,1 1 0 0 0,-1-1 0 0 0,0 0 0 0 0,0 0 0 0 0,0 0 1 0 0,1 0-1 0 0,-1-1 0 0 0,0 1 0 0 0,0-1 0 0 0,0 0 0 0 0,0 0 1 0 0,0 0-1 0 0,0 0 0 0 0,0 0 0 0 0,0-1 0 0 0,0 0 0 0 0,0 1 0 0 0,-1-1 1 0 0,1 0-1 0 0,-1 0 0 0 0,1 0 0 0 0,2-4 0 0 0,-1 2-86 0 0,0 0 0 0 0,0 0 0 0 0,-1-1 0 0 0,1 1-1 0 0,-1-1 1 0 0,0 0 0 0 0,0 0 0 0 0,-1 0 0 0 0,0 0 0 0 0,0 0-1 0 0,0 0 1 0 0,0-1 0 0 0,-1 1 0 0 0,0-1 0 0 0,0 1 0 0 0,0-1-1 0 0,-1 0 1 0 0,0 1 0 0 0,0-1 0 0 0,-1 1 0 0 0,1-1 0 0 0,-1 0-1 0 0,-3-9 1 0 0,1 5-30 0 0,0 1 0 0 0,-1 0-1 0 0,0 0 1 0 0,-1 0 0 0 0,1 0-1 0 0,-2 1 1 0 0,1 0 0 0 0,-1 0-1 0 0,-1 0 1 0 0,0 1 0 0 0,0 0-1 0 0,-12-10 1 0 0,12 12-149 0 0,0 0 0 0 0,0 1 0 0 0,-1 0 0 0 0,1 0 0 0 0,-1 1 0 0 0,1 0 0 0 0,-10-2 0 0 0,9 3-952 0 0,0 0 1 0 0,0 1-1 0 0,-17-1 1 0 0,19 2 183 0 0</inkml:trace>
</inkml:ink>
</file>

<file path=ppt/ink/ink2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39:12.3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96 197 6913 0 0,'0'0'63'0'0,"0"-1"0"0"0,1 1 0 0 0,-1-1-1 0 0,0 1 1 0 0,0 0 0 0 0,1-1 0 0 0,-1 1-1 0 0,0-1 1 0 0,1 1 0 0 0,-1 0 0 0 0,1-1-1 0 0,-1 1 1 0 0,0 0 0 0 0,1-1-1 0 0,-1 1 1 0 0,1 0 0 0 0,-1 0 0 0 0,1-1-1 0 0,-1 1 1 0 0,1 0 0 0 0,-1 0 0 0 0,1 0-1 0 0,-1 0 1 0 0,1 0 0 0 0,-1 0 0 0 0,1 0-1 0 0,0 0 1 0 0,-1 0 0 0 0,1 0-1 0 0,-1 0 1 0 0,1 0 0 0 0,20 12 1393 0 0,17 26 519 0 0,-34-33-1659 0 0,33 42 824 0 0,-1 2 0 0 0,-3 1 0 0 0,-2 1 0 0 0,32 75 0 0 0,-55-101-4309 0 0</inkml:trace>
  <inkml:trace contextRef="#ctx0" brushRef="#br0" timeOffset="1">7 7 6913 0 0,'-4'-3'609'0'0,"3"2"-481"0"0,0 0-128 0 0,1-1 0 0 0,1 2-368 0 0,2 0-81 0 0,-1 0 273 0 0,3 3 8 0 0,2 0 0 0 0</inkml:trace>
</inkml:ink>
</file>

<file path=ppt/ink/ink2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39:12.7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1 3225 0 0,'-6'30'4851'0'0,"-1"4"-3336"0"0,5-19-1030 0 0,1 0 0 0 0,0 0-1 0 0,1 0 1 0 0,1 0-1 0 0,0-1 1 0 0,5 24-1 0 0,-4-34-365 0 0,-1 0-1 0 0,1 1 0 0 0,0-1 1 0 0,0 0-1 0 0,0 0 0 0 0,0 0 1 0 0,1 0-1 0 0,-1 0 0 0 0,1-1 1 0 0,0 1-1 0 0,0-1 0 0 0,1 0 0 0 0,-1 1 1 0 0,0-2-1 0 0,1 1 0 0 0,0 0 1 0 0,0-1-1 0 0,0 1 0 0 0,0-1 1 0 0,0 0-1 0 0,1-1 0 0 0,-1 1 1 0 0,0-1-1 0 0,1 0 0 0 0,6 1 0 0 0,40 4-290 0 0,-35-5 5 0 0,0 1 0 0 0,0 1 0 0 0,0 0 0 0 0,0 0 0 0 0,20 9 0 0 0,-33-11 141 0 0,1 1 0 0 0,-1 0 0 0 0,1 0 1 0 0,-1 0-1 0 0,0 0 0 0 0,0 1 0 0 0,0-1 0 0 0,0 1 1 0 0,-1-1-1 0 0,1 1 0 0 0,-1 0 0 0 0,1 0 1 0 0,-1 1-1 0 0,0-1 0 0 0,0 0 0 0 0,-1 1 1 0 0,1-1-1 0 0,-1 1 0 0 0,1-1 0 0 0,-1 1 0 0 0,0 0 1 0 0,-1-1-1 0 0,1 1 0 0 0,-1 0 0 0 0,1 0 1 0 0,-1 0-1 0 0,-1 6 0 0 0,0 3-67 0 0,0 1 0 0 0,-2-1 0 0 0,-5 21 1 0 0,-2-4-3562 0 0,1-9-707 0 0</inkml:trace>
</inkml:ink>
</file>

<file path=ppt/ink/ink2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39:13.1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23 298 3225 0 0,'7'-10'88'0'0,"1"2"0"0"0,0-1 0 0 0,1 1 0 0 0,0 0 0 0 0,15-9 0 0 0,4-5 1233 0 0,-27 21-1316 0 0,6-5 427 0 0,0 0-1 0 0,0 0 0 0 0,0 0 0 0 0,-1-1 1 0 0,0 0-1 0 0,7-12 0 0 0,-12 17-339 0 0,0 0 0 0 0,0-1 0 0 0,0 1-1 0 0,-1 0 1 0 0,1-1 0 0 0,-1 1 0 0 0,1-1-1 0 0,-1 1 1 0 0,0-1 0 0 0,0 1 0 0 0,0-1-1 0 0,0 1 1 0 0,-1 0 0 0 0,1-1 0 0 0,0 1 0 0 0,-1-1-1 0 0,0 1 1 0 0,0 0 0 0 0,0-1 0 0 0,0 1-1 0 0,0 0 1 0 0,0 0 0 0 0,0 0 0 0 0,-1 0 0 0 0,1 0-1 0 0,-1 0 1 0 0,1 0 0 0 0,-5-3 0 0 0,-49-49-32 0 0,50 50-70 0 0,1 0-1 0 0,-1 1 1 0 0,0-1-1 0 0,0 1 1 0 0,0 0 0 0 0,0 1-1 0 0,0-1 1 0 0,-1 1 0 0 0,1 0-1 0 0,-1 1 1 0 0,-6-2 0 0 0,11 3 41 0 0,0 0 0 0 0,0 0 0 0 0,0 0 0 0 0,-1 0 0 0 0,1 0 1 0 0,0 0-1 0 0,0 0 0 0 0,0 0 0 0 0,0 0 0 0 0,0 1 0 0 0,0-1 0 0 0,0 0 1 0 0,0 1-1 0 0,0-1 0 0 0,0 1 0 0 0,0-1 0 0 0,0 1 0 0 0,0 0 0 0 0,0-1 1 0 0,0 1-1 0 0,1 0 0 0 0,-1 0 0 0 0,0-1 0 0 0,0 1 0 0 0,0 2 1 0 0,0-1 89 0 0,0 1 0 0 0,0-1 0 0 0,0 0 0 0 0,1 1 0 0 0,-1-1 0 0 0,1 1 1 0 0,0-1-1 0 0,-1 1 0 0 0,1-1 0 0 0,0 1 0 0 0,1 2 0 0 0,0 4 179 0 0,1 0-1 0 0,0 0 0 0 0,0-1 1 0 0,1 1-1 0 0,5 12 0 0 0,-4-15-136 0 0,-1 1-1 0 0,1-1 1 0 0,1 0-1 0 0,-1 0 1 0 0,1-1-1 0 0,0 0 1 0 0,0 1-1 0 0,0-2 1 0 0,1 1-1 0 0,0 0 1 0 0,0-1-1 0 0,0 0 1 0 0,1-1-1 0 0,-1 0 1 0 0,1 0-1 0 0,0 0 1 0 0,-1 0-1 0 0,1-1 1 0 0,1 0-1 0 0,-1-1 1 0 0,0 0-1 0 0,0 0 1 0 0,0 0-1 0 0,1-1 1 0 0,-1 0-1 0 0,12-2 1 0 0,-4 1-268 0 0,1-2 0 0 0,-1 0 0 0 0,0-1 0 0 0,-1 0 0 0 0,1-1 0 0 0,-1-1 0 0 0,0 0 1 0 0,0-1-1 0 0,0 0 0 0 0,-1-2 0 0 0,22-16 0 0 0,-13 6-6329 0 0</inkml:trace>
</inkml:ink>
</file>

<file path=ppt/ink/ink2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40:37.6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0 271 3681 0 0,'4'-2'217'0'0,"0"-1"0"0"0,1 1-1 0 0,-1 0 1 0 0,1 0 0 0 0,-1 1 0 0 0,1-1 0 0 0,0 1 0 0 0,5-1 0 0 0,5-2 369 0 0,406-97 8368 0 0,8 24-7110 0 0,-333 61-1441 0 0,-31 5-251 0 0,27-6 464 0 0,0 4 0 0 0,142-2 0 0 0,-226 15-1011 0 0,-2 0 565 0 0,0 1-1 0 0,0-1 1 0 0,0 1 0 0 0,1 0 0 0 0,5 1-1 0 0,2 9-1316 0 0,-14-10 854 0 0,1 0 0 0 0,-1 0-1 0 0,1 0 1 0 0,-1 0-1 0 0,0 0 1 0 0,0 0-1 0 0,1 0 1 0 0,-1 0 0 0 0,0 1-1 0 0,0-1 1 0 0,0 0-1 0 0,0 0 1 0 0,-1 0 0 0 0,1 0-1 0 0,0 0 1 0 0,-1 2-1 0 0</inkml:trace>
</inkml:ink>
</file>

<file path=ppt/ink/ink2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40:58.8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555 268 1840 0 0,'-3'-4'201'0'0,"-1"0"-1"0"0,0 0 1 0 0,0 0-1 0 0,-1 0 1 0 0,1 1-1 0 0,-1-1 1 0 0,1 1-1 0 0,-1 0 1 0 0,0 1-1 0 0,0-1 1 0 0,-8-2-1 0 0,0 1 202 0 0,0 0 0 0 0,-1 0 0 0 0,-19-2-1 0 0,25 5-214 0 0,0 0-1 0 0,0 1 0 0 0,0 0 1 0 0,0 0-1 0 0,0 1 0 0 0,0 0 1 0 0,0 0-1 0 0,0 1 1 0 0,0 0-1 0 0,-8 4 0 0 0,4-1 135 0 0,1 1-1 0 0,0 1 0 0 0,1 0 0 0 0,-1 0 1 0 0,-14 15-1 0 0,0 2-267 0 0,1 0 1 0 0,1 2 0 0 0,2 0-1 0 0,0 2 1 0 0,2 0 0 0 0,1 1 0 0 0,2 1-1 0 0,0 1 1 0 0,2 0 0 0 0,2 1-1 0 0,-11 40 1 0 0,18-50-88 0 0,2 0-1 0 0,0 0 1 0 0,2 1-1 0 0,0-1 1 0 0,2 0 0 0 0,0 1-1 0 0,2-1 1 0 0,9 43 0 0 0,-4-36-124 0 0,1-1 1 0 0,1 1-1 0 0,1-2 1 0 0,1 0 0 0 0,2 0-1 0 0,21 31 1 0 0,-19-38 126 0 0,1 0 0 0 0,0-1-1 0 0,2 0 1 0 0,0-2 0 0 0,1 0 0 0 0,0-1 0 0 0,1-1 0 0 0,1-1 0 0 0,1-1-1 0 0,0-1 1 0 0,0-1 0 0 0,1-1 0 0 0,0-2 0 0 0,1 0 0 0 0,0-1-1 0 0,0-1 1 0 0,1-2 0 0 0,0 0 0 0 0,0-2 0 0 0,-1-1 0 0 0,39-3-1 0 0,-49 1 164 0 0,-1-1 0 0 0,0 0 0 0 0,0-1 0 0 0,0-1 0 0 0,0 0 0 0 0,-1 0 0 0 0,1-2-1 0 0,-1 0 1 0 0,-1 0 0 0 0,1-1 0 0 0,-1-1 0 0 0,0 0 0 0 0,0 0 0 0 0,-1-2 0 0 0,-1 1 0 0 0,1-1-1 0 0,10-14 1 0 0,4-7 143 0 0,-2-1 0 0 0,-1 0 0 0 0,-2-2 0 0 0,-1 0 0 0 0,-1-1 0 0 0,-3-1-1 0 0,20-62 1 0 0,-22 49 63 0 0,-2 1 0 0 0,-2-1-1 0 0,-3-1 1 0 0,-1 0 0 0 0,-4-81-1 0 0,-3 94-249 0 0,-3-1-1 0 0,-1 0 0 0 0,-2 1 1 0 0,-2 0-1 0 0,-1 1 1 0 0,-1 0-1 0 0,-3 1 1 0 0,-21-39-1 0 0,29 62-33 0 0,0 1 1 0 0,-1 0-1 0 0,-1 0 0 0 0,0 1 1 0 0,0 0-1 0 0,-1 1 1 0 0,-1-1-1 0 0,1 2 0 0 0,-1 0 1 0 0,-1 0-1 0 0,1 1 0 0 0,-1 1 1 0 0,-1-1-1 0 0,1 2 0 0 0,-1 0 1 0 0,0 1-1 0 0,-14-4 0 0 0,8 4-153 0 0,0 1-1 0 0,-1 0 1 0 0,1 2-1 0 0,-1 0 1 0 0,1 1-1 0 0,-1 1 1 0 0,0 0-1 0 0,1 2 1 0 0,0 1-1 0 0,0 0 1 0 0,-26 9-1 0 0,33-7-233 0 0,0 0 0 0 0,0 1 0 0 0,1 0 0 0 0,-1 1 0 0 0,2 0 0 0 0,-1 0 0 0 0,1 2 0 0 0,0-1 0 0 0,1 1 0 0 0,0 0 0 0 0,1 1 0 0 0,0 0 1 0 0,1 1-1 0 0,-10 19 0 0 0,-3 6-3622 0 0</inkml:trace>
</inkml:ink>
</file>

<file path=ppt/ink/ink2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40:59.9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1310 53 920 0 0,'5'-53'4189'0'0,"-25"100"-1559"0"0,-15 90-1047 0 0,-4 12-927 0 0,-60 179-454 0 0,28-84-476 0 0,60-211 143 0 0,-172 483-1386 0 0,-19-34 790 0 0,141-345 778 0 0,-115 243 353 0 0,37-87 756 0 0,-8 122-1422 0 0,102-271 196 0 0,20-60-300 0 0,4 0 1 0 0,-14 124 0 0 0,34-204 289 0 0,-1 15-488 0 0,0 1 0 0 0,2 34-1 0 0,0-53 490 0 0,-1-1 0 0 0,1 1 0 0 0,0-1 0 0 0,0 1 0 0 0,0 0 0 0 0,0-1 0 0 0,0 1 0 0 0,1 0 0 0 0,-1-1 0 0 0,0 1 0 0 0,0-1 0 0 0,0 1 0 0 0,0-1 0 0 0,1 1 0 0 0,-1 0 0 0 0,0-1 0 0 0,1 1 0 0 0,-1-1 0 0 0,0 1 0 0 0,1-1-1 0 0,-1 1 1 0 0,0-1 0 0 0,1 0 0 0 0,-1 1 0 0 0,1-1 0 0 0,-1 0 0 0 0,1 1 0 0 0,-1-1 0 0 0,2 1 0 0 0,-1-1-35 0 0,0-1-1 0 0,-1 1 0 0 0,1 0 1 0 0,0-1-1 0 0,0 1 1 0 0,0-1-1 0 0,0 1 0 0 0,-1-1 1 0 0,1 1-1 0 0,0-1 1 0 0,0 1-1 0 0,-1-1 1 0 0,1 0-1 0 0,-1 1 0 0 0,1-1 1 0 0,0-1-1 0 0,20-35-133 0 0,-18 27 434 0 0</inkml:trace>
</inkml:ink>
</file>

<file path=ppt/ink/ink2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03T22:41:00.3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0 223 3897 0 0,'11'25'2796'0'0,"11"2"-2318"0"0,1-1 0 0 0,1-1 0 0 0,1-1-1 0 0,41 30 1 0 0,-59-49-265 0 0,1 1 1 0 0,0-1-1 0 0,0-1 1 0 0,0 1-1 0 0,0-1 1 0 0,0-1 0 0 0,12 4-1 0 0,-17-6-85 0 0,0-1-1 0 0,0 1 1 0 0,0-1-1 0 0,0 0 1 0 0,0 0 0 0 0,0 0-1 0 0,0 0 1 0 0,1 0 0 0 0,-1-1-1 0 0,0 1 1 0 0,0-1-1 0 0,0 0 1 0 0,0 0 0 0 0,0 0-1 0 0,0 0 1 0 0,-1-1-1 0 0,1 1 1 0 0,0-1 0 0 0,-1 0-1 0 0,1 1 1 0 0,-1-1-1 0 0,1 0 1 0 0,-1-1 0 0 0,3-2-1 0 0,19-26 643 0 0,-2-1-1 0 0,-1-1 0 0 0,-2 0 0 0 0,26-61 1 0 0,-15 29-640 0 0,-17 39-1621 0 0,34-50 0 0 0,-25 48-4002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E82251-0160-4469-ACEE-303A5D4B0836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656E40-D1A4-4189-B190-F9CD7DFE8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809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56E40-D1A4-4189-B190-F9CD7DFE87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4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2FB593A-BE02-493B-A023-68C1A1D18709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89D73F-6454-4483-AD98-39D70D6FD2B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Bioelectronics © Prof. Yasser Khan @ USC</a:t>
            </a:r>
          </a:p>
        </p:txBody>
      </p:sp>
    </p:spTree>
    <p:extLst>
      <p:ext uri="{BB962C8B-B14F-4D97-AF65-F5344CB8AC3E}">
        <p14:creationId xmlns:p14="http://schemas.microsoft.com/office/powerpoint/2010/main" val="401023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2FB593A-BE02-493B-A023-68C1A1D18709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37458-69B7-6A05-AFD5-6DED21F76F8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Bioelectronics © Prof. Yasser Khan @ USC</a:t>
            </a:r>
          </a:p>
        </p:txBody>
      </p:sp>
    </p:spTree>
    <p:extLst>
      <p:ext uri="{BB962C8B-B14F-4D97-AF65-F5344CB8AC3E}">
        <p14:creationId xmlns:p14="http://schemas.microsoft.com/office/powerpoint/2010/main" val="39941176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656E40-D1A4-4189-B190-F9CD7DFE870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3673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7564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PT Sans" panose="020B05030202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988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126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584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5" name="Picture 4" descr="Text&#10;&#10;Description automatically generated with medium confidence">
            <a:extLst>
              <a:ext uri="{FF2B5EF4-FFF2-40B4-BE49-F238E27FC236}">
                <a16:creationId xmlns:a16="http://schemas.microsoft.com/office/drawing/2014/main" id="{7C60BECE-557F-4952-BC37-9040A86B0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76" t="22101" r="5881" b="20208"/>
          <a:stretch/>
        </p:blipFill>
        <p:spPr>
          <a:xfrm>
            <a:off x="10788202" y="0"/>
            <a:ext cx="1352283" cy="78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290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rgbClr val="991B1E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7.xml"/><Relationship Id="rId18" Type="http://schemas.openxmlformats.org/officeDocument/2006/relationships/image" Target="../media/image26.png"/><Relationship Id="rId26" Type="http://schemas.openxmlformats.org/officeDocument/2006/relationships/image" Target="../media/image30.png"/><Relationship Id="rId3" Type="http://schemas.openxmlformats.org/officeDocument/2006/relationships/customXml" Target="../ink/ink2.xml"/><Relationship Id="rId21" Type="http://schemas.openxmlformats.org/officeDocument/2006/relationships/customXml" Target="../ink/ink11.xml"/><Relationship Id="rId34" Type="http://schemas.openxmlformats.org/officeDocument/2006/relationships/image" Target="../media/image34.png"/><Relationship Id="rId7" Type="http://schemas.openxmlformats.org/officeDocument/2006/relationships/customXml" Target="../ink/ink4.xml"/><Relationship Id="rId12" Type="http://schemas.openxmlformats.org/officeDocument/2006/relationships/image" Target="../media/image23.png"/><Relationship Id="rId17" Type="http://schemas.openxmlformats.org/officeDocument/2006/relationships/customXml" Target="../ink/ink9.xml"/><Relationship Id="rId25" Type="http://schemas.openxmlformats.org/officeDocument/2006/relationships/customXml" Target="../ink/ink13.xml"/><Relationship Id="rId33" Type="http://schemas.openxmlformats.org/officeDocument/2006/relationships/customXml" Target="../ink/ink17.xml"/><Relationship Id="rId2" Type="http://schemas.openxmlformats.org/officeDocument/2006/relationships/image" Target="../media/image8.jpg"/><Relationship Id="rId16" Type="http://schemas.openxmlformats.org/officeDocument/2006/relationships/image" Target="../media/image25.png"/><Relationship Id="rId20" Type="http://schemas.openxmlformats.org/officeDocument/2006/relationships/image" Target="../media/image27.png"/><Relationship Id="rId29" Type="http://schemas.openxmlformats.org/officeDocument/2006/relationships/customXml" Target="../ink/ink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customXml" Target="../ink/ink6.xml"/><Relationship Id="rId24" Type="http://schemas.openxmlformats.org/officeDocument/2006/relationships/image" Target="../media/image29.png"/><Relationship Id="rId32" Type="http://schemas.openxmlformats.org/officeDocument/2006/relationships/image" Target="../media/image33.png"/><Relationship Id="rId5" Type="http://schemas.openxmlformats.org/officeDocument/2006/relationships/customXml" Target="../ink/ink3.xml"/><Relationship Id="rId15" Type="http://schemas.openxmlformats.org/officeDocument/2006/relationships/customXml" Target="../ink/ink8.xml"/><Relationship Id="rId23" Type="http://schemas.openxmlformats.org/officeDocument/2006/relationships/customXml" Target="../ink/ink12.xml"/><Relationship Id="rId28" Type="http://schemas.openxmlformats.org/officeDocument/2006/relationships/image" Target="../media/image31.png"/><Relationship Id="rId10" Type="http://schemas.openxmlformats.org/officeDocument/2006/relationships/image" Target="../media/image22.png"/><Relationship Id="rId19" Type="http://schemas.openxmlformats.org/officeDocument/2006/relationships/customXml" Target="../ink/ink10.xml"/><Relationship Id="rId31" Type="http://schemas.openxmlformats.org/officeDocument/2006/relationships/customXml" Target="../ink/ink16.xml"/><Relationship Id="rId4" Type="http://schemas.openxmlformats.org/officeDocument/2006/relationships/image" Target="../media/image19.png"/><Relationship Id="rId9" Type="http://schemas.openxmlformats.org/officeDocument/2006/relationships/customXml" Target="../ink/ink5.xml"/><Relationship Id="rId14" Type="http://schemas.openxmlformats.org/officeDocument/2006/relationships/image" Target="../media/image24.png"/><Relationship Id="rId22" Type="http://schemas.openxmlformats.org/officeDocument/2006/relationships/image" Target="../media/image28.png"/><Relationship Id="rId27" Type="http://schemas.openxmlformats.org/officeDocument/2006/relationships/customXml" Target="../ink/ink14.xml"/><Relationship Id="rId30" Type="http://schemas.openxmlformats.org/officeDocument/2006/relationships/image" Target="../media/image32.png"/><Relationship Id="rId8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8.png"/><Relationship Id="rId21" Type="http://schemas.openxmlformats.org/officeDocument/2006/relationships/customXml" Target="../ink/ink25.xml"/><Relationship Id="rId42" Type="http://schemas.openxmlformats.org/officeDocument/2006/relationships/image" Target="../media/image46.png"/><Relationship Id="rId47" Type="http://schemas.openxmlformats.org/officeDocument/2006/relationships/customXml" Target="../ink/ink38.xml"/><Relationship Id="rId63" Type="http://schemas.openxmlformats.org/officeDocument/2006/relationships/customXml" Target="../ink/ink46.xml"/><Relationship Id="rId68" Type="http://schemas.openxmlformats.org/officeDocument/2006/relationships/image" Target="../media/image59.png"/><Relationship Id="rId84" Type="http://schemas.openxmlformats.org/officeDocument/2006/relationships/image" Target="../media/image67.png"/><Relationship Id="rId89" Type="http://schemas.openxmlformats.org/officeDocument/2006/relationships/customXml" Target="../ink/ink59.xml"/><Relationship Id="rId112" Type="http://schemas.openxmlformats.org/officeDocument/2006/relationships/image" Target="../media/image81.png"/><Relationship Id="rId16" Type="http://schemas.openxmlformats.org/officeDocument/2006/relationships/image" Target="../media/image13.png"/><Relationship Id="rId107" Type="http://schemas.openxmlformats.org/officeDocument/2006/relationships/customXml" Target="../ink/ink68.xml"/><Relationship Id="rId11" Type="http://schemas.openxmlformats.org/officeDocument/2006/relationships/customXml" Target="../ink/ink20.xml"/><Relationship Id="rId32" Type="http://schemas.openxmlformats.org/officeDocument/2006/relationships/image" Target="../media/image37.png"/><Relationship Id="rId37" Type="http://schemas.openxmlformats.org/officeDocument/2006/relationships/customXml" Target="../ink/ink33.xml"/><Relationship Id="rId53" Type="http://schemas.openxmlformats.org/officeDocument/2006/relationships/customXml" Target="../ink/ink41.xml"/><Relationship Id="rId58" Type="http://schemas.openxmlformats.org/officeDocument/2006/relationships/image" Target="../media/image54.png"/><Relationship Id="rId74" Type="http://schemas.openxmlformats.org/officeDocument/2006/relationships/image" Target="../media/image62.png"/><Relationship Id="rId79" Type="http://schemas.openxmlformats.org/officeDocument/2006/relationships/customXml" Target="../ink/ink54.xml"/><Relationship Id="rId102" Type="http://schemas.openxmlformats.org/officeDocument/2006/relationships/image" Target="../media/image76.png"/><Relationship Id="rId5" Type="http://schemas.openxmlformats.org/officeDocument/2006/relationships/image" Target="../media/image11.PNG"/><Relationship Id="rId90" Type="http://schemas.openxmlformats.org/officeDocument/2006/relationships/image" Target="../media/image70.png"/><Relationship Id="rId95" Type="http://schemas.openxmlformats.org/officeDocument/2006/relationships/customXml" Target="../ink/ink62.xml"/><Relationship Id="rId22" Type="http://schemas.openxmlformats.org/officeDocument/2006/relationships/image" Target="../media/image16.png"/><Relationship Id="rId27" Type="http://schemas.openxmlformats.org/officeDocument/2006/relationships/customXml" Target="../ink/ink28.xml"/><Relationship Id="rId43" Type="http://schemas.openxmlformats.org/officeDocument/2006/relationships/customXml" Target="../ink/ink36.xml"/><Relationship Id="rId48" Type="http://schemas.openxmlformats.org/officeDocument/2006/relationships/image" Target="../media/image49.png"/><Relationship Id="rId64" Type="http://schemas.openxmlformats.org/officeDocument/2006/relationships/image" Target="../media/image57.png"/><Relationship Id="rId69" Type="http://schemas.openxmlformats.org/officeDocument/2006/relationships/customXml" Target="../ink/ink49.xml"/><Relationship Id="rId80" Type="http://schemas.openxmlformats.org/officeDocument/2006/relationships/image" Target="../media/image65.png"/><Relationship Id="rId85" Type="http://schemas.openxmlformats.org/officeDocument/2006/relationships/customXml" Target="../ink/ink57.xml"/><Relationship Id="rId12" Type="http://schemas.openxmlformats.org/officeDocument/2006/relationships/image" Target="../media/image41.png"/><Relationship Id="rId17" Type="http://schemas.openxmlformats.org/officeDocument/2006/relationships/customXml" Target="../ink/ink23.xml"/><Relationship Id="rId33" Type="http://schemas.openxmlformats.org/officeDocument/2006/relationships/customXml" Target="../ink/ink31.xml"/><Relationship Id="rId38" Type="http://schemas.openxmlformats.org/officeDocument/2006/relationships/image" Target="../media/image44.png"/><Relationship Id="rId59" Type="http://schemas.openxmlformats.org/officeDocument/2006/relationships/customXml" Target="../ink/ink44.xml"/><Relationship Id="rId103" Type="http://schemas.openxmlformats.org/officeDocument/2006/relationships/customXml" Target="../ink/ink66.xml"/><Relationship Id="rId108" Type="http://schemas.openxmlformats.org/officeDocument/2006/relationships/image" Target="../media/image79.png"/><Relationship Id="rId54" Type="http://schemas.openxmlformats.org/officeDocument/2006/relationships/image" Target="../media/image52.png"/><Relationship Id="rId70" Type="http://schemas.openxmlformats.org/officeDocument/2006/relationships/image" Target="../media/image60.png"/><Relationship Id="rId75" Type="http://schemas.openxmlformats.org/officeDocument/2006/relationships/customXml" Target="../ink/ink52.xml"/><Relationship Id="rId91" Type="http://schemas.openxmlformats.org/officeDocument/2006/relationships/customXml" Target="../ink/ink60.xml"/><Relationship Id="rId96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15" Type="http://schemas.openxmlformats.org/officeDocument/2006/relationships/customXml" Target="../ink/ink22.xml"/><Relationship Id="rId23" Type="http://schemas.openxmlformats.org/officeDocument/2006/relationships/customXml" Target="../ink/ink26.xml"/><Relationship Id="rId28" Type="http://schemas.openxmlformats.org/officeDocument/2006/relationships/image" Target="../media/image35.png"/><Relationship Id="rId36" Type="http://schemas.openxmlformats.org/officeDocument/2006/relationships/image" Target="../media/image43.png"/><Relationship Id="rId49" Type="http://schemas.openxmlformats.org/officeDocument/2006/relationships/customXml" Target="../ink/ink39.xml"/><Relationship Id="rId57" Type="http://schemas.openxmlformats.org/officeDocument/2006/relationships/customXml" Target="../ink/ink43.xml"/><Relationship Id="rId106" Type="http://schemas.openxmlformats.org/officeDocument/2006/relationships/image" Target="../media/image78.png"/><Relationship Id="rId10" Type="http://schemas.openxmlformats.org/officeDocument/2006/relationships/image" Target="../media/image40.png"/><Relationship Id="rId31" Type="http://schemas.openxmlformats.org/officeDocument/2006/relationships/customXml" Target="../ink/ink30.xml"/><Relationship Id="rId44" Type="http://schemas.openxmlformats.org/officeDocument/2006/relationships/image" Target="../media/image47.png"/><Relationship Id="rId52" Type="http://schemas.openxmlformats.org/officeDocument/2006/relationships/image" Target="../media/image51.png"/><Relationship Id="rId60" Type="http://schemas.openxmlformats.org/officeDocument/2006/relationships/image" Target="../media/image55.png"/><Relationship Id="rId65" Type="http://schemas.openxmlformats.org/officeDocument/2006/relationships/customXml" Target="../ink/ink47.xml"/><Relationship Id="rId73" Type="http://schemas.openxmlformats.org/officeDocument/2006/relationships/customXml" Target="../ink/ink51.xml"/><Relationship Id="rId78" Type="http://schemas.openxmlformats.org/officeDocument/2006/relationships/image" Target="../media/image64.png"/><Relationship Id="rId81" Type="http://schemas.openxmlformats.org/officeDocument/2006/relationships/customXml" Target="../ink/ink55.xml"/><Relationship Id="rId86" Type="http://schemas.openxmlformats.org/officeDocument/2006/relationships/image" Target="../media/image68.png"/><Relationship Id="rId94" Type="http://schemas.openxmlformats.org/officeDocument/2006/relationships/image" Target="../media/image72.png"/><Relationship Id="rId99" Type="http://schemas.openxmlformats.org/officeDocument/2006/relationships/customXml" Target="../ink/ink64.xml"/><Relationship Id="rId101" Type="http://schemas.openxmlformats.org/officeDocument/2006/relationships/customXml" Target="../ink/ink65.xml"/><Relationship Id="rId4" Type="http://schemas.openxmlformats.org/officeDocument/2006/relationships/image" Target="../media/image10.png"/><Relationship Id="rId9" Type="http://schemas.openxmlformats.org/officeDocument/2006/relationships/customXml" Target="../ink/ink19.xml"/><Relationship Id="rId13" Type="http://schemas.openxmlformats.org/officeDocument/2006/relationships/customXml" Target="../ink/ink21.xml"/><Relationship Id="rId18" Type="http://schemas.openxmlformats.org/officeDocument/2006/relationships/image" Target="../media/image14.png"/><Relationship Id="rId39" Type="http://schemas.openxmlformats.org/officeDocument/2006/relationships/customXml" Target="../ink/ink34.xml"/><Relationship Id="rId109" Type="http://schemas.openxmlformats.org/officeDocument/2006/relationships/customXml" Target="../ink/ink69.xml"/><Relationship Id="rId34" Type="http://schemas.openxmlformats.org/officeDocument/2006/relationships/image" Target="../media/image38.png"/><Relationship Id="rId50" Type="http://schemas.openxmlformats.org/officeDocument/2006/relationships/image" Target="../media/image50.png"/><Relationship Id="rId55" Type="http://schemas.openxmlformats.org/officeDocument/2006/relationships/customXml" Target="../ink/ink42.xml"/><Relationship Id="rId76" Type="http://schemas.openxmlformats.org/officeDocument/2006/relationships/image" Target="../media/image63.png"/><Relationship Id="rId97" Type="http://schemas.openxmlformats.org/officeDocument/2006/relationships/customXml" Target="../ink/ink63.xml"/><Relationship Id="rId104" Type="http://schemas.openxmlformats.org/officeDocument/2006/relationships/image" Target="../media/image77.png"/><Relationship Id="rId7" Type="http://schemas.openxmlformats.org/officeDocument/2006/relationships/customXml" Target="../ink/ink18.xml"/><Relationship Id="rId71" Type="http://schemas.openxmlformats.org/officeDocument/2006/relationships/customXml" Target="../ink/ink50.xml"/><Relationship Id="rId92" Type="http://schemas.openxmlformats.org/officeDocument/2006/relationships/image" Target="../media/image71.png"/><Relationship Id="rId2" Type="http://schemas.openxmlformats.org/officeDocument/2006/relationships/notesSlide" Target="../notesSlides/notesSlide4.xml"/><Relationship Id="rId29" Type="http://schemas.openxmlformats.org/officeDocument/2006/relationships/customXml" Target="../ink/ink29.xml"/><Relationship Id="rId24" Type="http://schemas.openxmlformats.org/officeDocument/2006/relationships/image" Target="../media/image17.png"/><Relationship Id="rId40" Type="http://schemas.openxmlformats.org/officeDocument/2006/relationships/image" Target="../media/image45.png"/><Relationship Id="rId45" Type="http://schemas.openxmlformats.org/officeDocument/2006/relationships/customXml" Target="../ink/ink37.xml"/><Relationship Id="rId66" Type="http://schemas.openxmlformats.org/officeDocument/2006/relationships/image" Target="../media/image58.png"/><Relationship Id="rId87" Type="http://schemas.openxmlformats.org/officeDocument/2006/relationships/customXml" Target="../ink/ink58.xml"/><Relationship Id="rId110" Type="http://schemas.openxmlformats.org/officeDocument/2006/relationships/image" Target="../media/image80.png"/><Relationship Id="rId61" Type="http://schemas.openxmlformats.org/officeDocument/2006/relationships/customXml" Target="../ink/ink45.xml"/><Relationship Id="rId82" Type="http://schemas.openxmlformats.org/officeDocument/2006/relationships/image" Target="../media/image66.png"/><Relationship Id="rId19" Type="http://schemas.openxmlformats.org/officeDocument/2006/relationships/customXml" Target="../ink/ink24.xml"/><Relationship Id="rId14" Type="http://schemas.openxmlformats.org/officeDocument/2006/relationships/image" Target="../media/image42.png"/><Relationship Id="rId30" Type="http://schemas.openxmlformats.org/officeDocument/2006/relationships/image" Target="../media/image36.png"/><Relationship Id="rId35" Type="http://schemas.openxmlformats.org/officeDocument/2006/relationships/customXml" Target="../ink/ink32.xml"/><Relationship Id="rId56" Type="http://schemas.openxmlformats.org/officeDocument/2006/relationships/image" Target="../media/image53.png"/><Relationship Id="rId77" Type="http://schemas.openxmlformats.org/officeDocument/2006/relationships/customXml" Target="../ink/ink53.xml"/><Relationship Id="rId100" Type="http://schemas.openxmlformats.org/officeDocument/2006/relationships/image" Target="../media/image75.png"/><Relationship Id="rId105" Type="http://schemas.openxmlformats.org/officeDocument/2006/relationships/customXml" Target="../ink/ink67.xml"/><Relationship Id="rId8" Type="http://schemas.openxmlformats.org/officeDocument/2006/relationships/image" Target="../media/image39.png"/><Relationship Id="rId51" Type="http://schemas.openxmlformats.org/officeDocument/2006/relationships/customXml" Target="../ink/ink40.xml"/><Relationship Id="rId72" Type="http://schemas.openxmlformats.org/officeDocument/2006/relationships/image" Target="../media/image61.png"/><Relationship Id="rId93" Type="http://schemas.openxmlformats.org/officeDocument/2006/relationships/customXml" Target="../ink/ink61.xml"/><Relationship Id="rId98" Type="http://schemas.openxmlformats.org/officeDocument/2006/relationships/image" Target="../media/image74.png"/><Relationship Id="rId3" Type="http://schemas.openxmlformats.org/officeDocument/2006/relationships/image" Target="../media/image9.png"/><Relationship Id="rId25" Type="http://schemas.openxmlformats.org/officeDocument/2006/relationships/customXml" Target="../ink/ink27.xml"/><Relationship Id="rId46" Type="http://schemas.openxmlformats.org/officeDocument/2006/relationships/image" Target="../media/image48.png"/><Relationship Id="rId67" Type="http://schemas.openxmlformats.org/officeDocument/2006/relationships/customXml" Target="../ink/ink48.xml"/><Relationship Id="rId20" Type="http://schemas.openxmlformats.org/officeDocument/2006/relationships/image" Target="../media/image15.png"/><Relationship Id="rId41" Type="http://schemas.openxmlformats.org/officeDocument/2006/relationships/customXml" Target="../ink/ink35.xml"/><Relationship Id="rId62" Type="http://schemas.openxmlformats.org/officeDocument/2006/relationships/image" Target="../media/image56.png"/><Relationship Id="rId83" Type="http://schemas.openxmlformats.org/officeDocument/2006/relationships/customXml" Target="../ink/ink56.xml"/><Relationship Id="rId88" Type="http://schemas.openxmlformats.org/officeDocument/2006/relationships/image" Target="../media/image69.png"/><Relationship Id="rId111" Type="http://schemas.openxmlformats.org/officeDocument/2006/relationships/customXml" Target="../ink/ink7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customXml" Target="../ink/ink71.xml"/><Relationship Id="rId4" Type="http://schemas.openxmlformats.org/officeDocument/2006/relationships/image" Target="../media/image84.png"/></Relationships>
</file>

<file path=ppt/slides/_rels/slide9.xml.rels><?xml version="1.0" encoding="UTF-8" standalone="yes"?>
<Relationships xmlns="http://schemas.openxmlformats.org/package/2006/relationships"><Relationship Id="rId299" Type="http://schemas.openxmlformats.org/officeDocument/2006/relationships/customXml" Target="../ink/ink194.xml"/><Relationship Id="rId21" Type="http://schemas.openxmlformats.org/officeDocument/2006/relationships/customXml" Target="../ink/ink80.xml"/><Relationship Id="rId63" Type="http://schemas.openxmlformats.org/officeDocument/2006/relationships/customXml" Target="../ink/ink101.xml"/><Relationship Id="rId159" Type="http://schemas.openxmlformats.org/officeDocument/2006/relationships/customXml" Target="../ink/ink124.xml"/><Relationship Id="rId324" Type="http://schemas.openxmlformats.org/officeDocument/2006/relationships/image" Target="../media/image222.png"/><Relationship Id="rId170" Type="http://schemas.openxmlformats.org/officeDocument/2006/relationships/image" Target="../media/image176.png"/><Relationship Id="rId226" Type="http://schemas.openxmlformats.org/officeDocument/2006/relationships/image" Target="../media/image142.png"/><Relationship Id="rId268" Type="http://schemas.openxmlformats.org/officeDocument/2006/relationships/image" Target="../media/image194.png"/><Relationship Id="rId32" Type="http://schemas.openxmlformats.org/officeDocument/2006/relationships/image" Target="../media/image107.png"/><Relationship Id="rId74" Type="http://schemas.openxmlformats.org/officeDocument/2006/relationships/image" Target="../media/image128.png"/><Relationship Id="rId335" Type="http://schemas.openxmlformats.org/officeDocument/2006/relationships/customXml" Target="../ink/ink212.xml"/><Relationship Id="rId5" Type="http://schemas.openxmlformats.org/officeDocument/2006/relationships/customXml" Target="../ink/ink72.xml"/><Relationship Id="rId181" Type="http://schemas.openxmlformats.org/officeDocument/2006/relationships/customXml" Target="../ink/ink135.xml"/><Relationship Id="rId237" Type="http://schemas.openxmlformats.org/officeDocument/2006/relationships/customXml" Target="../ink/ink163.xml"/><Relationship Id="rId279" Type="http://schemas.openxmlformats.org/officeDocument/2006/relationships/customXml" Target="../ink/ink184.xml"/><Relationship Id="rId43" Type="http://schemas.openxmlformats.org/officeDocument/2006/relationships/customXml" Target="../ink/ink91.xml"/><Relationship Id="rId139" Type="http://schemas.openxmlformats.org/officeDocument/2006/relationships/customXml" Target="../ink/ink118.xml"/><Relationship Id="rId290" Type="http://schemas.openxmlformats.org/officeDocument/2006/relationships/image" Target="../media/image205.png"/><Relationship Id="rId304" Type="http://schemas.openxmlformats.org/officeDocument/2006/relationships/image" Target="../media/image212.png"/><Relationship Id="rId346" Type="http://schemas.openxmlformats.org/officeDocument/2006/relationships/image" Target="../media/image233.png"/><Relationship Id="rId85" Type="http://schemas.openxmlformats.org/officeDocument/2006/relationships/customXml" Target="../ink/ink110.xml"/><Relationship Id="rId192" Type="http://schemas.openxmlformats.org/officeDocument/2006/relationships/image" Target="../media/image186.png"/><Relationship Id="rId206" Type="http://schemas.openxmlformats.org/officeDocument/2006/relationships/image" Target="../media/image91.png"/><Relationship Id="rId248" Type="http://schemas.openxmlformats.org/officeDocument/2006/relationships/image" Target="../media/image153.png"/><Relationship Id="rId12" Type="http://schemas.openxmlformats.org/officeDocument/2006/relationships/image" Target="../media/image97.png"/><Relationship Id="rId315" Type="http://schemas.openxmlformats.org/officeDocument/2006/relationships/customXml" Target="../ink/ink202.xml"/><Relationship Id="rId357" Type="http://schemas.openxmlformats.org/officeDocument/2006/relationships/customXml" Target="../ink/ink223.xml"/><Relationship Id="rId54" Type="http://schemas.openxmlformats.org/officeDocument/2006/relationships/image" Target="../media/image118.png"/><Relationship Id="rId161" Type="http://schemas.openxmlformats.org/officeDocument/2006/relationships/customXml" Target="../ink/ink125.xml"/><Relationship Id="rId217" Type="http://schemas.openxmlformats.org/officeDocument/2006/relationships/customXml" Target="../ink/ink153.xml"/><Relationship Id="rId259" Type="http://schemas.openxmlformats.org/officeDocument/2006/relationships/customXml" Target="../ink/ink174.xml"/><Relationship Id="rId23" Type="http://schemas.openxmlformats.org/officeDocument/2006/relationships/customXml" Target="../ink/ink81.xml"/><Relationship Id="rId270" Type="http://schemas.openxmlformats.org/officeDocument/2006/relationships/image" Target="../media/image195.png"/><Relationship Id="rId291" Type="http://schemas.openxmlformats.org/officeDocument/2006/relationships/customXml" Target="../ink/ink190.xml"/><Relationship Id="rId305" Type="http://schemas.openxmlformats.org/officeDocument/2006/relationships/customXml" Target="../ink/ink197.xml"/><Relationship Id="rId326" Type="http://schemas.openxmlformats.org/officeDocument/2006/relationships/image" Target="../media/image223.png"/><Relationship Id="rId347" Type="http://schemas.openxmlformats.org/officeDocument/2006/relationships/customXml" Target="../ink/ink218.xml"/><Relationship Id="rId44" Type="http://schemas.openxmlformats.org/officeDocument/2006/relationships/image" Target="../media/image113.png"/><Relationship Id="rId65" Type="http://schemas.openxmlformats.org/officeDocument/2006/relationships/customXml" Target="../ink/ink102.xml"/><Relationship Id="rId86" Type="http://schemas.openxmlformats.org/officeDocument/2006/relationships/image" Target="../media/image134.png"/><Relationship Id="rId172" Type="http://schemas.openxmlformats.org/officeDocument/2006/relationships/image" Target="../media/image7011.png"/><Relationship Id="rId193" Type="http://schemas.openxmlformats.org/officeDocument/2006/relationships/customXml" Target="../ink/ink141.xml"/><Relationship Id="rId207" Type="http://schemas.openxmlformats.org/officeDocument/2006/relationships/customXml" Target="../ink/ink148.xml"/><Relationship Id="rId228" Type="http://schemas.openxmlformats.org/officeDocument/2006/relationships/image" Target="../media/image143.png"/><Relationship Id="rId249" Type="http://schemas.openxmlformats.org/officeDocument/2006/relationships/customXml" Target="../ink/ink169.xml"/><Relationship Id="rId13" Type="http://schemas.openxmlformats.org/officeDocument/2006/relationships/customXml" Target="../ink/ink76.xml"/><Relationship Id="rId260" Type="http://schemas.openxmlformats.org/officeDocument/2006/relationships/image" Target="../media/image167.png"/><Relationship Id="rId281" Type="http://schemas.openxmlformats.org/officeDocument/2006/relationships/customXml" Target="../ink/ink185.xml"/><Relationship Id="rId316" Type="http://schemas.openxmlformats.org/officeDocument/2006/relationships/image" Target="../media/image218.png"/><Relationship Id="rId337" Type="http://schemas.openxmlformats.org/officeDocument/2006/relationships/customXml" Target="../ink/ink213.xml"/><Relationship Id="rId34" Type="http://schemas.openxmlformats.org/officeDocument/2006/relationships/image" Target="../media/image108.png"/><Relationship Id="rId55" Type="http://schemas.openxmlformats.org/officeDocument/2006/relationships/customXml" Target="../ink/ink97.xml"/><Relationship Id="rId76" Type="http://schemas.openxmlformats.org/officeDocument/2006/relationships/image" Target="../media/image129.png"/><Relationship Id="rId141" Type="http://schemas.openxmlformats.org/officeDocument/2006/relationships/customXml" Target="../ink/ink119.xml"/><Relationship Id="rId358" Type="http://schemas.openxmlformats.org/officeDocument/2006/relationships/image" Target="../media/image239.png"/><Relationship Id="rId7" Type="http://schemas.openxmlformats.org/officeDocument/2006/relationships/customXml" Target="../ink/ink73.xml"/><Relationship Id="rId162" Type="http://schemas.openxmlformats.org/officeDocument/2006/relationships/image" Target="../media/image172.png"/><Relationship Id="rId183" Type="http://schemas.openxmlformats.org/officeDocument/2006/relationships/customXml" Target="../ink/ink136.xml"/><Relationship Id="rId218" Type="http://schemas.openxmlformats.org/officeDocument/2006/relationships/image" Target="../media/image138.png"/><Relationship Id="rId239" Type="http://schemas.openxmlformats.org/officeDocument/2006/relationships/customXml" Target="../ink/ink164.xml"/><Relationship Id="rId250" Type="http://schemas.openxmlformats.org/officeDocument/2006/relationships/image" Target="../media/image154.png"/><Relationship Id="rId271" Type="http://schemas.openxmlformats.org/officeDocument/2006/relationships/customXml" Target="../ink/ink180.xml"/><Relationship Id="rId292" Type="http://schemas.openxmlformats.org/officeDocument/2006/relationships/image" Target="../media/image206.png"/><Relationship Id="rId306" Type="http://schemas.openxmlformats.org/officeDocument/2006/relationships/image" Target="../media/image213.png"/><Relationship Id="rId24" Type="http://schemas.openxmlformats.org/officeDocument/2006/relationships/image" Target="../media/image103.png"/><Relationship Id="rId45" Type="http://schemas.openxmlformats.org/officeDocument/2006/relationships/customXml" Target="../ink/ink92.xml"/><Relationship Id="rId66" Type="http://schemas.openxmlformats.org/officeDocument/2006/relationships/image" Target="../media/image124.png"/><Relationship Id="rId87" Type="http://schemas.openxmlformats.org/officeDocument/2006/relationships/customXml" Target="../ink/ink111.xml"/><Relationship Id="rId327" Type="http://schemas.openxmlformats.org/officeDocument/2006/relationships/customXml" Target="../ink/ink208.xml"/><Relationship Id="rId348" Type="http://schemas.openxmlformats.org/officeDocument/2006/relationships/image" Target="../media/image234.png"/><Relationship Id="rId173" Type="http://schemas.openxmlformats.org/officeDocument/2006/relationships/customXml" Target="../ink/ink131.xml"/><Relationship Id="rId194" Type="http://schemas.openxmlformats.org/officeDocument/2006/relationships/image" Target="../media/image187.png"/><Relationship Id="rId208" Type="http://schemas.openxmlformats.org/officeDocument/2006/relationships/image" Target="../media/image92.png"/><Relationship Id="rId229" Type="http://schemas.openxmlformats.org/officeDocument/2006/relationships/customXml" Target="../ink/ink159.xml"/><Relationship Id="rId240" Type="http://schemas.openxmlformats.org/officeDocument/2006/relationships/image" Target="../media/image149.png"/><Relationship Id="rId261" Type="http://schemas.openxmlformats.org/officeDocument/2006/relationships/customXml" Target="../ink/ink175.xml"/><Relationship Id="rId14" Type="http://schemas.openxmlformats.org/officeDocument/2006/relationships/image" Target="../media/image98.png"/><Relationship Id="rId35" Type="http://schemas.openxmlformats.org/officeDocument/2006/relationships/customXml" Target="../ink/ink87.xml"/><Relationship Id="rId56" Type="http://schemas.openxmlformats.org/officeDocument/2006/relationships/image" Target="../media/image119.png"/><Relationship Id="rId77" Type="http://schemas.openxmlformats.org/officeDocument/2006/relationships/customXml" Target="../ink/ink108.xml"/><Relationship Id="rId282" Type="http://schemas.openxmlformats.org/officeDocument/2006/relationships/image" Target="../media/image201.png"/><Relationship Id="rId317" Type="http://schemas.openxmlformats.org/officeDocument/2006/relationships/customXml" Target="../ink/ink203.xml"/><Relationship Id="rId338" Type="http://schemas.openxmlformats.org/officeDocument/2006/relationships/image" Target="../media/image229.png"/><Relationship Id="rId8" Type="http://schemas.openxmlformats.org/officeDocument/2006/relationships/image" Target="../media/image95.png"/><Relationship Id="rId142" Type="http://schemas.openxmlformats.org/officeDocument/2006/relationships/image" Target="../media/image162.png"/><Relationship Id="rId163" Type="http://schemas.openxmlformats.org/officeDocument/2006/relationships/customXml" Target="../ink/ink126.xml"/><Relationship Id="rId184" Type="http://schemas.openxmlformats.org/officeDocument/2006/relationships/image" Target="../media/image182.png"/><Relationship Id="rId219" Type="http://schemas.openxmlformats.org/officeDocument/2006/relationships/customXml" Target="../ink/ink154.xml"/><Relationship Id="rId230" Type="http://schemas.openxmlformats.org/officeDocument/2006/relationships/image" Target="../media/image144.png"/><Relationship Id="rId251" Type="http://schemas.openxmlformats.org/officeDocument/2006/relationships/customXml" Target="../ink/ink170.xml"/><Relationship Id="rId25" Type="http://schemas.openxmlformats.org/officeDocument/2006/relationships/customXml" Target="../ink/ink82.xml"/><Relationship Id="rId46" Type="http://schemas.openxmlformats.org/officeDocument/2006/relationships/image" Target="../media/image114.png"/><Relationship Id="rId67" Type="http://schemas.openxmlformats.org/officeDocument/2006/relationships/customXml" Target="../ink/ink103.xml"/><Relationship Id="rId272" Type="http://schemas.openxmlformats.org/officeDocument/2006/relationships/image" Target="../media/image196.png"/><Relationship Id="rId293" Type="http://schemas.openxmlformats.org/officeDocument/2006/relationships/customXml" Target="../ink/ink191.xml"/><Relationship Id="rId307" Type="http://schemas.openxmlformats.org/officeDocument/2006/relationships/customXml" Target="../ink/ink198.xml"/><Relationship Id="rId328" Type="http://schemas.openxmlformats.org/officeDocument/2006/relationships/image" Target="../media/image224.png"/><Relationship Id="rId349" Type="http://schemas.openxmlformats.org/officeDocument/2006/relationships/customXml" Target="../ink/ink219.xml"/><Relationship Id="rId88" Type="http://schemas.openxmlformats.org/officeDocument/2006/relationships/image" Target="../media/image135.png"/><Relationship Id="rId132" Type="http://schemas.openxmlformats.org/officeDocument/2006/relationships/image" Target="../media/image157.png"/><Relationship Id="rId174" Type="http://schemas.openxmlformats.org/officeDocument/2006/relationships/image" Target="../media/image177.png"/><Relationship Id="rId195" Type="http://schemas.openxmlformats.org/officeDocument/2006/relationships/customXml" Target="../ink/ink142.xml"/><Relationship Id="rId209" Type="http://schemas.openxmlformats.org/officeDocument/2006/relationships/customXml" Target="../ink/ink149.xml"/><Relationship Id="rId220" Type="http://schemas.openxmlformats.org/officeDocument/2006/relationships/image" Target="../media/image139.png"/><Relationship Id="rId241" Type="http://schemas.openxmlformats.org/officeDocument/2006/relationships/customXml" Target="../ink/ink165.xml"/><Relationship Id="rId15" Type="http://schemas.openxmlformats.org/officeDocument/2006/relationships/customXml" Target="../ink/ink77.xml"/><Relationship Id="rId36" Type="http://schemas.openxmlformats.org/officeDocument/2006/relationships/image" Target="../media/image109.png"/><Relationship Id="rId57" Type="http://schemas.openxmlformats.org/officeDocument/2006/relationships/customXml" Target="../ink/ink98.xml"/><Relationship Id="rId262" Type="http://schemas.openxmlformats.org/officeDocument/2006/relationships/image" Target="../media/image168.png"/><Relationship Id="rId283" Type="http://schemas.openxmlformats.org/officeDocument/2006/relationships/customXml" Target="../ink/ink186.xml"/><Relationship Id="rId318" Type="http://schemas.openxmlformats.org/officeDocument/2006/relationships/image" Target="../media/image219.png"/><Relationship Id="rId339" Type="http://schemas.openxmlformats.org/officeDocument/2006/relationships/customXml" Target="../ink/ink214.xml"/><Relationship Id="rId143" Type="http://schemas.openxmlformats.org/officeDocument/2006/relationships/customXml" Target="../ink/ink120.xml"/><Relationship Id="rId164" Type="http://schemas.openxmlformats.org/officeDocument/2006/relationships/image" Target="../media/image173.png"/><Relationship Id="rId185" Type="http://schemas.openxmlformats.org/officeDocument/2006/relationships/customXml" Target="../ink/ink137.xml"/><Relationship Id="rId350" Type="http://schemas.openxmlformats.org/officeDocument/2006/relationships/image" Target="../media/image235.png"/><Relationship Id="rId9" Type="http://schemas.openxmlformats.org/officeDocument/2006/relationships/customXml" Target="../ink/ink74.xml"/><Relationship Id="rId210" Type="http://schemas.openxmlformats.org/officeDocument/2006/relationships/image" Target="../media/image93.png"/><Relationship Id="rId26" Type="http://schemas.openxmlformats.org/officeDocument/2006/relationships/image" Target="../media/image104.png"/><Relationship Id="rId231" Type="http://schemas.openxmlformats.org/officeDocument/2006/relationships/customXml" Target="../ink/ink160.xml"/><Relationship Id="rId252" Type="http://schemas.openxmlformats.org/officeDocument/2006/relationships/image" Target="../media/image155.png"/><Relationship Id="rId273" Type="http://schemas.openxmlformats.org/officeDocument/2006/relationships/customXml" Target="../ink/ink181.xml"/><Relationship Id="rId294" Type="http://schemas.openxmlformats.org/officeDocument/2006/relationships/image" Target="../media/image207.png"/><Relationship Id="rId308" Type="http://schemas.openxmlformats.org/officeDocument/2006/relationships/image" Target="../media/image214.png"/><Relationship Id="rId329" Type="http://schemas.openxmlformats.org/officeDocument/2006/relationships/customXml" Target="../ink/ink209.xml"/><Relationship Id="rId47" Type="http://schemas.openxmlformats.org/officeDocument/2006/relationships/customXml" Target="../ink/ink93.xml"/><Relationship Id="rId68" Type="http://schemas.openxmlformats.org/officeDocument/2006/relationships/image" Target="../media/image125.png"/><Relationship Id="rId89" Type="http://schemas.openxmlformats.org/officeDocument/2006/relationships/customXml" Target="../ink/ink112.xml"/><Relationship Id="rId133" Type="http://schemas.openxmlformats.org/officeDocument/2006/relationships/customXml" Target="../ink/ink115.xml"/><Relationship Id="rId175" Type="http://schemas.openxmlformats.org/officeDocument/2006/relationships/customXml" Target="../ink/ink132.xml"/><Relationship Id="rId340" Type="http://schemas.openxmlformats.org/officeDocument/2006/relationships/image" Target="../media/image230.png"/><Relationship Id="rId196" Type="http://schemas.openxmlformats.org/officeDocument/2006/relationships/image" Target="../media/image188.png"/><Relationship Id="rId200" Type="http://schemas.openxmlformats.org/officeDocument/2006/relationships/image" Target="../media/image190.png"/><Relationship Id="rId16" Type="http://schemas.openxmlformats.org/officeDocument/2006/relationships/image" Target="../media/image99.png"/><Relationship Id="rId221" Type="http://schemas.openxmlformats.org/officeDocument/2006/relationships/customXml" Target="../ink/ink155.xml"/><Relationship Id="rId242" Type="http://schemas.openxmlformats.org/officeDocument/2006/relationships/image" Target="../media/image150.png"/><Relationship Id="rId263" Type="http://schemas.openxmlformats.org/officeDocument/2006/relationships/customXml" Target="../ink/ink176.xml"/><Relationship Id="rId284" Type="http://schemas.openxmlformats.org/officeDocument/2006/relationships/image" Target="../media/image202.png"/><Relationship Id="rId319" Type="http://schemas.openxmlformats.org/officeDocument/2006/relationships/customXml" Target="../ink/ink204.xml"/><Relationship Id="rId37" Type="http://schemas.openxmlformats.org/officeDocument/2006/relationships/customXml" Target="../ink/ink88.xml"/><Relationship Id="rId58" Type="http://schemas.openxmlformats.org/officeDocument/2006/relationships/image" Target="../media/image120.png"/><Relationship Id="rId144" Type="http://schemas.openxmlformats.org/officeDocument/2006/relationships/image" Target="../media/image163.png"/><Relationship Id="rId330" Type="http://schemas.openxmlformats.org/officeDocument/2006/relationships/image" Target="../media/image225.png"/><Relationship Id="rId90" Type="http://schemas.openxmlformats.org/officeDocument/2006/relationships/image" Target="../media/image136.png"/><Relationship Id="rId165" Type="http://schemas.openxmlformats.org/officeDocument/2006/relationships/customXml" Target="../ink/ink127.xml"/><Relationship Id="rId186" Type="http://schemas.openxmlformats.org/officeDocument/2006/relationships/image" Target="../media/image183.png"/><Relationship Id="rId351" Type="http://schemas.openxmlformats.org/officeDocument/2006/relationships/customXml" Target="../ink/ink220.xml"/><Relationship Id="rId211" Type="http://schemas.openxmlformats.org/officeDocument/2006/relationships/customXml" Target="../ink/ink150.xml"/><Relationship Id="rId232" Type="http://schemas.openxmlformats.org/officeDocument/2006/relationships/image" Target="../media/image145.png"/><Relationship Id="rId253" Type="http://schemas.openxmlformats.org/officeDocument/2006/relationships/customXml" Target="../ink/ink171.xml"/><Relationship Id="rId274" Type="http://schemas.openxmlformats.org/officeDocument/2006/relationships/image" Target="../media/image197.png"/><Relationship Id="rId295" Type="http://schemas.openxmlformats.org/officeDocument/2006/relationships/customXml" Target="../ink/ink192.xml"/><Relationship Id="rId309" Type="http://schemas.openxmlformats.org/officeDocument/2006/relationships/customXml" Target="../ink/ink199.xml"/><Relationship Id="rId27" Type="http://schemas.openxmlformats.org/officeDocument/2006/relationships/customXml" Target="../ink/ink83.xml"/><Relationship Id="rId48" Type="http://schemas.openxmlformats.org/officeDocument/2006/relationships/image" Target="../media/image115.png"/><Relationship Id="rId69" Type="http://schemas.openxmlformats.org/officeDocument/2006/relationships/customXml" Target="../ink/ink104.xml"/><Relationship Id="rId134" Type="http://schemas.openxmlformats.org/officeDocument/2006/relationships/image" Target="../media/image158.png"/><Relationship Id="rId320" Type="http://schemas.openxmlformats.org/officeDocument/2006/relationships/image" Target="../media/image220.png"/><Relationship Id="rId176" Type="http://schemas.openxmlformats.org/officeDocument/2006/relationships/image" Target="../media/image178.png"/><Relationship Id="rId197" Type="http://schemas.openxmlformats.org/officeDocument/2006/relationships/customXml" Target="../ink/ink143.xml"/><Relationship Id="rId341" Type="http://schemas.openxmlformats.org/officeDocument/2006/relationships/customXml" Target="../ink/ink215.xml"/><Relationship Id="rId201" Type="http://schemas.openxmlformats.org/officeDocument/2006/relationships/customXml" Target="../ink/ink145.xml"/><Relationship Id="rId222" Type="http://schemas.openxmlformats.org/officeDocument/2006/relationships/image" Target="../media/image140.png"/><Relationship Id="rId243" Type="http://schemas.openxmlformats.org/officeDocument/2006/relationships/customXml" Target="../ink/ink166.xml"/><Relationship Id="rId264" Type="http://schemas.openxmlformats.org/officeDocument/2006/relationships/image" Target="../media/image192.png"/><Relationship Id="rId285" Type="http://schemas.openxmlformats.org/officeDocument/2006/relationships/customXml" Target="../ink/ink187.xml"/><Relationship Id="rId17" Type="http://schemas.openxmlformats.org/officeDocument/2006/relationships/customXml" Target="../ink/ink78.xml"/><Relationship Id="rId38" Type="http://schemas.openxmlformats.org/officeDocument/2006/relationships/image" Target="../media/image110.png"/><Relationship Id="rId59" Type="http://schemas.openxmlformats.org/officeDocument/2006/relationships/customXml" Target="../ink/ink99.xml"/><Relationship Id="rId310" Type="http://schemas.openxmlformats.org/officeDocument/2006/relationships/image" Target="../media/image215.png"/><Relationship Id="rId70" Type="http://schemas.openxmlformats.org/officeDocument/2006/relationships/image" Target="../media/image126.png"/><Relationship Id="rId91" Type="http://schemas.openxmlformats.org/officeDocument/2006/relationships/customXml" Target="../ink/ink113.xml"/><Relationship Id="rId145" Type="http://schemas.openxmlformats.org/officeDocument/2006/relationships/customXml" Target="../ink/ink121.xml"/><Relationship Id="rId166" Type="http://schemas.openxmlformats.org/officeDocument/2006/relationships/image" Target="../media/image174.png"/><Relationship Id="rId187" Type="http://schemas.openxmlformats.org/officeDocument/2006/relationships/customXml" Target="../ink/ink138.xml"/><Relationship Id="rId331" Type="http://schemas.openxmlformats.org/officeDocument/2006/relationships/customXml" Target="../ink/ink210.xml"/><Relationship Id="rId352" Type="http://schemas.openxmlformats.org/officeDocument/2006/relationships/image" Target="../media/image236.png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30.png"/><Relationship Id="rId233" Type="http://schemas.openxmlformats.org/officeDocument/2006/relationships/customXml" Target="../ink/ink161.xml"/><Relationship Id="rId254" Type="http://schemas.openxmlformats.org/officeDocument/2006/relationships/image" Target="../media/image156.png"/><Relationship Id="rId28" Type="http://schemas.openxmlformats.org/officeDocument/2006/relationships/image" Target="../media/image105.png"/><Relationship Id="rId49" Type="http://schemas.openxmlformats.org/officeDocument/2006/relationships/customXml" Target="../ink/ink94.xml"/><Relationship Id="rId275" Type="http://schemas.openxmlformats.org/officeDocument/2006/relationships/customXml" Target="../ink/ink182.xml"/><Relationship Id="rId296" Type="http://schemas.openxmlformats.org/officeDocument/2006/relationships/image" Target="../media/image208.png"/><Relationship Id="rId300" Type="http://schemas.openxmlformats.org/officeDocument/2006/relationships/image" Target="../media/image210.png"/><Relationship Id="rId60" Type="http://schemas.openxmlformats.org/officeDocument/2006/relationships/image" Target="../media/image121.png"/><Relationship Id="rId135" Type="http://schemas.openxmlformats.org/officeDocument/2006/relationships/customXml" Target="../ink/ink116.xml"/><Relationship Id="rId156" Type="http://schemas.openxmlformats.org/officeDocument/2006/relationships/image" Target="../media/image169.png"/><Relationship Id="rId177" Type="http://schemas.openxmlformats.org/officeDocument/2006/relationships/customXml" Target="../ink/ink133.xml"/><Relationship Id="rId198" Type="http://schemas.openxmlformats.org/officeDocument/2006/relationships/image" Target="../media/image189.png"/><Relationship Id="rId321" Type="http://schemas.openxmlformats.org/officeDocument/2006/relationships/customXml" Target="../ink/ink205.xml"/><Relationship Id="rId342" Type="http://schemas.openxmlformats.org/officeDocument/2006/relationships/image" Target="../media/image231.png"/><Relationship Id="rId202" Type="http://schemas.openxmlformats.org/officeDocument/2006/relationships/image" Target="../media/image191.png"/><Relationship Id="rId223" Type="http://schemas.openxmlformats.org/officeDocument/2006/relationships/customXml" Target="../ink/ink156.xml"/><Relationship Id="rId244" Type="http://schemas.openxmlformats.org/officeDocument/2006/relationships/image" Target="../media/image151.png"/><Relationship Id="rId18" Type="http://schemas.openxmlformats.org/officeDocument/2006/relationships/image" Target="../media/image100.png"/><Relationship Id="rId39" Type="http://schemas.openxmlformats.org/officeDocument/2006/relationships/customXml" Target="../ink/ink89.xml"/><Relationship Id="rId265" Type="http://schemas.openxmlformats.org/officeDocument/2006/relationships/customXml" Target="../ink/ink177.xml"/><Relationship Id="rId286" Type="http://schemas.openxmlformats.org/officeDocument/2006/relationships/image" Target="../media/image203.png"/><Relationship Id="rId50" Type="http://schemas.openxmlformats.org/officeDocument/2006/relationships/image" Target="../media/image116.png"/><Relationship Id="rId146" Type="http://schemas.openxmlformats.org/officeDocument/2006/relationships/image" Target="../media/image164.png"/><Relationship Id="rId167" Type="http://schemas.openxmlformats.org/officeDocument/2006/relationships/customXml" Target="../ink/ink128.xml"/><Relationship Id="rId188" Type="http://schemas.openxmlformats.org/officeDocument/2006/relationships/image" Target="../media/image184.png"/><Relationship Id="rId311" Type="http://schemas.openxmlformats.org/officeDocument/2006/relationships/customXml" Target="../ink/ink200.xml"/><Relationship Id="rId332" Type="http://schemas.openxmlformats.org/officeDocument/2006/relationships/image" Target="../media/image226.png"/><Relationship Id="rId353" Type="http://schemas.openxmlformats.org/officeDocument/2006/relationships/customXml" Target="../ink/ink221.xml"/><Relationship Id="rId71" Type="http://schemas.openxmlformats.org/officeDocument/2006/relationships/customXml" Target="../ink/ink105.xml"/><Relationship Id="rId92" Type="http://schemas.openxmlformats.org/officeDocument/2006/relationships/image" Target="../media/image89.png"/><Relationship Id="rId213" Type="http://schemas.openxmlformats.org/officeDocument/2006/relationships/customXml" Target="../ink/ink151.xml"/><Relationship Id="rId234" Type="http://schemas.openxmlformats.org/officeDocument/2006/relationships/image" Target="../media/image146.png"/><Relationship Id="rId2" Type="http://schemas.openxmlformats.org/officeDocument/2006/relationships/image" Target="../media/image86.png"/><Relationship Id="rId29" Type="http://schemas.openxmlformats.org/officeDocument/2006/relationships/customXml" Target="../ink/ink84.xml"/><Relationship Id="rId255" Type="http://schemas.openxmlformats.org/officeDocument/2006/relationships/customXml" Target="../ink/ink172.xml"/><Relationship Id="rId276" Type="http://schemas.openxmlformats.org/officeDocument/2006/relationships/image" Target="../media/image198.png"/><Relationship Id="rId297" Type="http://schemas.openxmlformats.org/officeDocument/2006/relationships/customXml" Target="../ink/ink193.xml"/><Relationship Id="rId40" Type="http://schemas.openxmlformats.org/officeDocument/2006/relationships/image" Target="../media/image111.png"/><Relationship Id="rId136" Type="http://schemas.openxmlformats.org/officeDocument/2006/relationships/image" Target="../media/image159.png"/><Relationship Id="rId157" Type="http://schemas.openxmlformats.org/officeDocument/2006/relationships/customXml" Target="../ink/ink123.xml"/><Relationship Id="rId178" Type="http://schemas.openxmlformats.org/officeDocument/2006/relationships/image" Target="../media/image179.png"/><Relationship Id="rId301" Type="http://schemas.openxmlformats.org/officeDocument/2006/relationships/customXml" Target="../ink/ink195.xml"/><Relationship Id="rId322" Type="http://schemas.openxmlformats.org/officeDocument/2006/relationships/image" Target="../media/image221.png"/><Relationship Id="rId343" Type="http://schemas.openxmlformats.org/officeDocument/2006/relationships/customXml" Target="../ink/ink216.xml"/><Relationship Id="rId61" Type="http://schemas.openxmlformats.org/officeDocument/2006/relationships/customXml" Target="../ink/ink100.xml"/><Relationship Id="rId82" Type="http://schemas.openxmlformats.org/officeDocument/2006/relationships/image" Target="../media/image132.png"/><Relationship Id="rId199" Type="http://schemas.openxmlformats.org/officeDocument/2006/relationships/customXml" Target="../ink/ink144.xml"/><Relationship Id="rId203" Type="http://schemas.openxmlformats.org/officeDocument/2006/relationships/customXml" Target="../ink/ink146.xml"/><Relationship Id="rId19" Type="http://schemas.openxmlformats.org/officeDocument/2006/relationships/customXml" Target="../ink/ink79.xml"/><Relationship Id="rId224" Type="http://schemas.openxmlformats.org/officeDocument/2006/relationships/image" Target="../media/image141.png"/><Relationship Id="rId245" Type="http://schemas.openxmlformats.org/officeDocument/2006/relationships/customXml" Target="../ink/ink167.xml"/><Relationship Id="rId266" Type="http://schemas.openxmlformats.org/officeDocument/2006/relationships/image" Target="../media/image193.png"/><Relationship Id="rId287" Type="http://schemas.openxmlformats.org/officeDocument/2006/relationships/customXml" Target="../ink/ink188.xml"/><Relationship Id="rId30" Type="http://schemas.openxmlformats.org/officeDocument/2006/relationships/image" Target="../media/image106.png"/><Relationship Id="rId147" Type="http://schemas.openxmlformats.org/officeDocument/2006/relationships/customXml" Target="../ink/ink122.xml"/><Relationship Id="rId168" Type="http://schemas.openxmlformats.org/officeDocument/2006/relationships/image" Target="../media/image175.png"/><Relationship Id="rId312" Type="http://schemas.openxmlformats.org/officeDocument/2006/relationships/image" Target="../media/image216.png"/><Relationship Id="rId333" Type="http://schemas.openxmlformats.org/officeDocument/2006/relationships/customXml" Target="../ink/ink211.xml"/><Relationship Id="rId354" Type="http://schemas.openxmlformats.org/officeDocument/2006/relationships/image" Target="../media/image237.png"/><Relationship Id="rId51" Type="http://schemas.openxmlformats.org/officeDocument/2006/relationships/customXml" Target="../ink/ink95.xml"/><Relationship Id="rId72" Type="http://schemas.openxmlformats.org/officeDocument/2006/relationships/image" Target="../media/image127.png"/><Relationship Id="rId93" Type="http://schemas.openxmlformats.org/officeDocument/2006/relationships/customXml" Target="../ink/ink114.xml"/><Relationship Id="rId189" Type="http://schemas.openxmlformats.org/officeDocument/2006/relationships/customXml" Target="../ink/ink139.xml"/><Relationship Id="rId3" Type="http://schemas.openxmlformats.org/officeDocument/2006/relationships/image" Target="../media/image87.png"/><Relationship Id="rId214" Type="http://schemas.openxmlformats.org/officeDocument/2006/relationships/image" Target="../media/image131.png"/><Relationship Id="rId235" Type="http://schemas.openxmlformats.org/officeDocument/2006/relationships/customXml" Target="../ink/ink162.xml"/><Relationship Id="rId256" Type="http://schemas.openxmlformats.org/officeDocument/2006/relationships/image" Target="../media/image165.png"/><Relationship Id="rId277" Type="http://schemas.openxmlformats.org/officeDocument/2006/relationships/customXml" Target="../ink/ink183.xml"/><Relationship Id="rId298" Type="http://schemas.openxmlformats.org/officeDocument/2006/relationships/image" Target="../media/image209.png"/><Relationship Id="rId137" Type="http://schemas.openxmlformats.org/officeDocument/2006/relationships/customXml" Target="../ink/ink117.xml"/><Relationship Id="rId158" Type="http://schemas.openxmlformats.org/officeDocument/2006/relationships/image" Target="../media/image170.png"/><Relationship Id="rId302" Type="http://schemas.openxmlformats.org/officeDocument/2006/relationships/image" Target="../media/image211.png"/><Relationship Id="rId323" Type="http://schemas.openxmlformats.org/officeDocument/2006/relationships/customXml" Target="../ink/ink206.xml"/><Relationship Id="rId344" Type="http://schemas.openxmlformats.org/officeDocument/2006/relationships/image" Target="../media/image232.png"/><Relationship Id="rId20" Type="http://schemas.openxmlformats.org/officeDocument/2006/relationships/image" Target="../media/image101.png"/><Relationship Id="rId41" Type="http://schemas.openxmlformats.org/officeDocument/2006/relationships/customXml" Target="../ink/ink90.xml"/><Relationship Id="rId62" Type="http://schemas.openxmlformats.org/officeDocument/2006/relationships/image" Target="../media/image122.png"/><Relationship Id="rId83" Type="http://schemas.openxmlformats.org/officeDocument/2006/relationships/customXml" Target="../ink/ink109.xml"/><Relationship Id="rId179" Type="http://schemas.openxmlformats.org/officeDocument/2006/relationships/customXml" Target="../ink/ink134.xml"/><Relationship Id="rId190" Type="http://schemas.openxmlformats.org/officeDocument/2006/relationships/image" Target="../media/image185.png"/><Relationship Id="rId204" Type="http://schemas.openxmlformats.org/officeDocument/2006/relationships/image" Target="../media/image90.png"/><Relationship Id="rId225" Type="http://schemas.openxmlformats.org/officeDocument/2006/relationships/customXml" Target="../ink/ink157.xml"/><Relationship Id="rId246" Type="http://schemas.openxmlformats.org/officeDocument/2006/relationships/image" Target="../media/image152.png"/><Relationship Id="rId267" Type="http://schemas.openxmlformats.org/officeDocument/2006/relationships/customXml" Target="../ink/ink178.xml"/><Relationship Id="rId288" Type="http://schemas.openxmlformats.org/officeDocument/2006/relationships/image" Target="../media/image204.png"/><Relationship Id="rId313" Type="http://schemas.openxmlformats.org/officeDocument/2006/relationships/customXml" Target="../ink/ink201.xml"/><Relationship Id="rId10" Type="http://schemas.openxmlformats.org/officeDocument/2006/relationships/image" Target="../media/image96.png"/><Relationship Id="rId31" Type="http://schemas.openxmlformats.org/officeDocument/2006/relationships/customXml" Target="../ink/ink85.xml"/><Relationship Id="rId52" Type="http://schemas.openxmlformats.org/officeDocument/2006/relationships/image" Target="../media/image117.png"/><Relationship Id="rId73" Type="http://schemas.openxmlformats.org/officeDocument/2006/relationships/customXml" Target="../ink/ink106.xml"/><Relationship Id="rId169" Type="http://schemas.openxmlformats.org/officeDocument/2006/relationships/customXml" Target="../ink/ink129.xml"/><Relationship Id="rId334" Type="http://schemas.openxmlformats.org/officeDocument/2006/relationships/image" Target="../media/image227.png"/><Relationship Id="rId355" Type="http://schemas.openxmlformats.org/officeDocument/2006/relationships/customXml" Target="../ink/ink222.xml"/><Relationship Id="rId4" Type="http://schemas.openxmlformats.org/officeDocument/2006/relationships/image" Target="../media/image88.png"/><Relationship Id="rId180" Type="http://schemas.openxmlformats.org/officeDocument/2006/relationships/image" Target="../media/image180.png"/><Relationship Id="rId215" Type="http://schemas.openxmlformats.org/officeDocument/2006/relationships/customXml" Target="../ink/ink152.xml"/><Relationship Id="rId236" Type="http://schemas.openxmlformats.org/officeDocument/2006/relationships/image" Target="../media/image147.png"/><Relationship Id="rId257" Type="http://schemas.openxmlformats.org/officeDocument/2006/relationships/customXml" Target="../ink/ink173.xml"/><Relationship Id="rId278" Type="http://schemas.openxmlformats.org/officeDocument/2006/relationships/image" Target="../media/image199.png"/><Relationship Id="rId303" Type="http://schemas.openxmlformats.org/officeDocument/2006/relationships/customXml" Target="../ink/ink196.xml"/><Relationship Id="rId42" Type="http://schemas.openxmlformats.org/officeDocument/2006/relationships/image" Target="../media/image112.png"/><Relationship Id="rId84" Type="http://schemas.openxmlformats.org/officeDocument/2006/relationships/image" Target="../media/image133.png"/><Relationship Id="rId138" Type="http://schemas.openxmlformats.org/officeDocument/2006/relationships/image" Target="../media/image160.png"/><Relationship Id="rId345" Type="http://schemas.openxmlformats.org/officeDocument/2006/relationships/customXml" Target="../ink/ink217.xml"/><Relationship Id="rId191" Type="http://schemas.openxmlformats.org/officeDocument/2006/relationships/customXml" Target="../ink/ink140.xml"/><Relationship Id="rId205" Type="http://schemas.openxmlformats.org/officeDocument/2006/relationships/customXml" Target="../ink/ink147.xml"/><Relationship Id="rId247" Type="http://schemas.openxmlformats.org/officeDocument/2006/relationships/customXml" Target="../ink/ink168.xml"/><Relationship Id="rId289" Type="http://schemas.openxmlformats.org/officeDocument/2006/relationships/customXml" Target="../ink/ink189.xml"/><Relationship Id="rId11" Type="http://schemas.openxmlformats.org/officeDocument/2006/relationships/customXml" Target="../ink/ink75.xml"/><Relationship Id="rId53" Type="http://schemas.openxmlformats.org/officeDocument/2006/relationships/customXml" Target="../ink/ink96.xml"/><Relationship Id="rId314" Type="http://schemas.openxmlformats.org/officeDocument/2006/relationships/image" Target="../media/image217.png"/><Relationship Id="rId356" Type="http://schemas.openxmlformats.org/officeDocument/2006/relationships/image" Target="../media/image238.png"/><Relationship Id="rId160" Type="http://schemas.openxmlformats.org/officeDocument/2006/relationships/image" Target="../media/image171.png"/><Relationship Id="rId216" Type="http://schemas.openxmlformats.org/officeDocument/2006/relationships/image" Target="../media/image137.png"/><Relationship Id="rId258" Type="http://schemas.openxmlformats.org/officeDocument/2006/relationships/image" Target="../media/image166.png"/><Relationship Id="rId22" Type="http://schemas.openxmlformats.org/officeDocument/2006/relationships/image" Target="../media/image102.png"/><Relationship Id="rId64" Type="http://schemas.openxmlformats.org/officeDocument/2006/relationships/image" Target="../media/image123.png"/><Relationship Id="rId325" Type="http://schemas.openxmlformats.org/officeDocument/2006/relationships/customXml" Target="../ink/ink207.xml"/><Relationship Id="rId171" Type="http://schemas.openxmlformats.org/officeDocument/2006/relationships/customXml" Target="../ink/ink130.xml"/><Relationship Id="rId227" Type="http://schemas.openxmlformats.org/officeDocument/2006/relationships/customXml" Target="../ink/ink158.xml"/><Relationship Id="rId269" Type="http://schemas.openxmlformats.org/officeDocument/2006/relationships/customXml" Target="../ink/ink179.xml"/><Relationship Id="rId33" Type="http://schemas.openxmlformats.org/officeDocument/2006/relationships/customXml" Target="../ink/ink86.xml"/><Relationship Id="rId280" Type="http://schemas.openxmlformats.org/officeDocument/2006/relationships/image" Target="../media/image200.png"/><Relationship Id="rId336" Type="http://schemas.openxmlformats.org/officeDocument/2006/relationships/image" Target="../media/image228.png"/><Relationship Id="rId75" Type="http://schemas.openxmlformats.org/officeDocument/2006/relationships/customXml" Target="../ink/ink107.xml"/><Relationship Id="rId140" Type="http://schemas.openxmlformats.org/officeDocument/2006/relationships/image" Target="../media/image161.png"/><Relationship Id="rId182" Type="http://schemas.openxmlformats.org/officeDocument/2006/relationships/image" Target="../media/image181.png"/><Relationship Id="rId6" Type="http://schemas.openxmlformats.org/officeDocument/2006/relationships/image" Target="../media/image94.png"/><Relationship Id="rId238" Type="http://schemas.openxmlformats.org/officeDocument/2006/relationships/image" Target="../media/image148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97.png"/><Relationship Id="rId299" Type="http://schemas.openxmlformats.org/officeDocument/2006/relationships/image" Target="../media/image388.png"/><Relationship Id="rId21" Type="http://schemas.openxmlformats.org/officeDocument/2006/relationships/image" Target="../media/image249.png"/><Relationship Id="rId63" Type="http://schemas.openxmlformats.org/officeDocument/2006/relationships/image" Target="../media/image270.png"/><Relationship Id="rId159" Type="http://schemas.openxmlformats.org/officeDocument/2006/relationships/image" Target="../media/image318.png"/><Relationship Id="rId324" Type="http://schemas.openxmlformats.org/officeDocument/2006/relationships/customXml" Target="../ink/ink384.xml"/><Relationship Id="rId366" Type="http://schemas.openxmlformats.org/officeDocument/2006/relationships/customXml" Target="../ink/ink405.xml"/><Relationship Id="rId170" Type="http://schemas.openxmlformats.org/officeDocument/2006/relationships/customXml" Target="../ink/ink307.xml"/><Relationship Id="rId226" Type="http://schemas.openxmlformats.org/officeDocument/2006/relationships/customXml" Target="../ink/ink335.xml"/><Relationship Id="rId268" Type="http://schemas.openxmlformats.org/officeDocument/2006/relationships/customXml" Target="../ink/ink356.xml"/><Relationship Id="rId32" Type="http://schemas.openxmlformats.org/officeDocument/2006/relationships/customXml" Target="../ink/ink238.xml"/><Relationship Id="rId74" Type="http://schemas.openxmlformats.org/officeDocument/2006/relationships/customXml" Target="../ink/ink259.xml"/><Relationship Id="rId128" Type="http://schemas.openxmlformats.org/officeDocument/2006/relationships/customXml" Target="../ink/ink286.xml"/><Relationship Id="rId335" Type="http://schemas.openxmlformats.org/officeDocument/2006/relationships/image" Target="../media/image406.png"/><Relationship Id="rId377" Type="http://schemas.openxmlformats.org/officeDocument/2006/relationships/image" Target="../media/image427.png"/><Relationship Id="rId5" Type="http://schemas.openxmlformats.org/officeDocument/2006/relationships/image" Target="../media/image241.png"/><Relationship Id="rId181" Type="http://schemas.openxmlformats.org/officeDocument/2006/relationships/image" Target="../media/image329.png"/><Relationship Id="rId237" Type="http://schemas.openxmlformats.org/officeDocument/2006/relationships/image" Target="../media/image357.png"/><Relationship Id="rId402" Type="http://schemas.openxmlformats.org/officeDocument/2006/relationships/customXml" Target="../ink/ink423.xml"/><Relationship Id="rId279" Type="http://schemas.openxmlformats.org/officeDocument/2006/relationships/image" Target="../media/image378.png"/><Relationship Id="rId43" Type="http://schemas.openxmlformats.org/officeDocument/2006/relationships/image" Target="../media/image260.png"/><Relationship Id="rId139" Type="http://schemas.openxmlformats.org/officeDocument/2006/relationships/image" Target="../media/image308.png"/><Relationship Id="rId290" Type="http://schemas.openxmlformats.org/officeDocument/2006/relationships/customXml" Target="../ink/ink367.xml"/><Relationship Id="rId304" Type="http://schemas.openxmlformats.org/officeDocument/2006/relationships/customXml" Target="../ink/ink374.xml"/><Relationship Id="rId346" Type="http://schemas.openxmlformats.org/officeDocument/2006/relationships/customXml" Target="../ink/ink395.xml"/><Relationship Id="rId388" Type="http://schemas.openxmlformats.org/officeDocument/2006/relationships/customXml" Target="../ink/ink416.xml"/><Relationship Id="rId85" Type="http://schemas.openxmlformats.org/officeDocument/2006/relationships/image" Target="../media/image281.png"/><Relationship Id="rId150" Type="http://schemas.openxmlformats.org/officeDocument/2006/relationships/customXml" Target="../ink/ink297.xml"/><Relationship Id="rId192" Type="http://schemas.openxmlformats.org/officeDocument/2006/relationships/customXml" Target="../ink/ink318.xml"/><Relationship Id="rId206" Type="http://schemas.openxmlformats.org/officeDocument/2006/relationships/customXml" Target="../ink/ink325.xml"/><Relationship Id="rId248" Type="http://schemas.openxmlformats.org/officeDocument/2006/relationships/customXml" Target="../ink/ink346.xml"/><Relationship Id="rId12" Type="http://schemas.openxmlformats.org/officeDocument/2006/relationships/customXml" Target="../ink/ink228.xml"/><Relationship Id="rId108" Type="http://schemas.openxmlformats.org/officeDocument/2006/relationships/customXml" Target="../ink/ink276.xml"/><Relationship Id="rId315" Type="http://schemas.openxmlformats.org/officeDocument/2006/relationships/image" Target="../media/image396.png"/><Relationship Id="rId357" Type="http://schemas.openxmlformats.org/officeDocument/2006/relationships/image" Target="../media/image417.png"/><Relationship Id="rId54" Type="http://schemas.openxmlformats.org/officeDocument/2006/relationships/customXml" Target="../ink/ink249.xml"/><Relationship Id="rId96" Type="http://schemas.openxmlformats.org/officeDocument/2006/relationships/customXml" Target="../ink/ink270.xml"/><Relationship Id="rId161" Type="http://schemas.openxmlformats.org/officeDocument/2006/relationships/image" Target="../media/image319.png"/><Relationship Id="rId217" Type="http://schemas.openxmlformats.org/officeDocument/2006/relationships/image" Target="../media/image347.png"/><Relationship Id="rId399" Type="http://schemas.openxmlformats.org/officeDocument/2006/relationships/image" Target="../media/image438.png"/><Relationship Id="rId259" Type="http://schemas.openxmlformats.org/officeDocument/2006/relationships/image" Target="../media/image368.png"/><Relationship Id="rId23" Type="http://schemas.openxmlformats.org/officeDocument/2006/relationships/image" Target="../media/image250.png"/><Relationship Id="rId119" Type="http://schemas.openxmlformats.org/officeDocument/2006/relationships/image" Target="../media/image298.png"/><Relationship Id="rId270" Type="http://schemas.openxmlformats.org/officeDocument/2006/relationships/customXml" Target="../ink/ink357.xml"/><Relationship Id="rId326" Type="http://schemas.openxmlformats.org/officeDocument/2006/relationships/customXml" Target="../ink/ink385.xml"/><Relationship Id="rId65" Type="http://schemas.openxmlformats.org/officeDocument/2006/relationships/image" Target="../media/image271.png"/><Relationship Id="rId130" Type="http://schemas.openxmlformats.org/officeDocument/2006/relationships/customXml" Target="../ink/ink287.xml"/><Relationship Id="rId368" Type="http://schemas.openxmlformats.org/officeDocument/2006/relationships/customXml" Target="../ink/ink406.xml"/><Relationship Id="rId172" Type="http://schemas.openxmlformats.org/officeDocument/2006/relationships/customXml" Target="../ink/ink308.xml"/><Relationship Id="rId228" Type="http://schemas.openxmlformats.org/officeDocument/2006/relationships/customXml" Target="../ink/ink336.xml"/><Relationship Id="rId281" Type="http://schemas.openxmlformats.org/officeDocument/2006/relationships/image" Target="../media/image379.png"/><Relationship Id="rId337" Type="http://schemas.openxmlformats.org/officeDocument/2006/relationships/image" Target="../media/image407.png"/><Relationship Id="rId34" Type="http://schemas.openxmlformats.org/officeDocument/2006/relationships/customXml" Target="../ink/ink239.xml"/><Relationship Id="rId76" Type="http://schemas.openxmlformats.org/officeDocument/2006/relationships/customXml" Target="../ink/ink260.xml"/><Relationship Id="rId141" Type="http://schemas.openxmlformats.org/officeDocument/2006/relationships/image" Target="../media/image309.png"/><Relationship Id="rId379" Type="http://schemas.openxmlformats.org/officeDocument/2006/relationships/image" Target="../media/image428.png"/><Relationship Id="rId7" Type="http://schemas.openxmlformats.org/officeDocument/2006/relationships/image" Target="../media/image242.png"/><Relationship Id="rId183" Type="http://schemas.openxmlformats.org/officeDocument/2006/relationships/image" Target="../media/image330.png"/><Relationship Id="rId239" Type="http://schemas.openxmlformats.org/officeDocument/2006/relationships/image" Target="../media/image358.png"/><Relationship Id="rId390" Type="http://schemas.openxmlformats.org/officeDocument/2006/relationships/customXml" Target="../ink/ink417.xml"/><Relationship Id="rId404" Type="http://schemas.openxmlformats.org/officeDocument/2006/relationships/customXml" Target="../ink/ink424.xml"/><Relationship Id="rId250" Type="http://schemas.openxmlformats.org/officeDocument/2006/relationships/customXml" Target="../ink/ink347.xml"/><Relationship Id="rId292" Type="http://schemas.openxmlformats.org/officeDocument/2006/relationships/customXml" Target="../ink/ink368.xml"/><Relationship Id="rId306" Type="http://schemas.openxmlformats.org/officeDocument/2006/relationships/customXml" Target="../ink/ink375.xml"/><Relationship Id="rId45" Type="http://schemas.openxmlformats.org/officeDocument/2006/relationships/image" Target="../media/image261.png"/><Relationship Id="rId87" Type="http://schemas.openxmlformats.org/officeDocument/2006/relationships/image" Target="../media/image282.png"/><Relationship Id="rId110" Type="http://schemas.openxmlformats.org/officeDocument/2006/relationships/customXml" Target="../ink/ink277.xml"/><Relationship Id="rId348" Type="http://schemas.openxmlformats.org/officeDocument/2006/relationships/customXml" Target="../ink/ink396.xml"/><Relationship Id="rId152" Type="http://schemas.openxmlformats.org/officeDocument/2006/relationships/customXml" Target="../ink/ink298.xml"/><Relationship Id="rId194" Type="http://schemas.openxmlformats.org/officeDocument/2006/relationships/customXml" Target="../ink/ink319.xml"/><Relationship Id="rId208" Type="http://schemas.openxmlformats.org/officeDocument/2006/relationships/customXml" Target="../ink/ink326.xml"/><Relationship Id="rId261" Type="http://schemas.openxmlformats.org/officeDocument/2006/relationships/image" Target="../media/image369.png"/><Relationship Id="rId14" Type="http://schemas.openxmlformats.org/officeDocument/2006/relationships/customXml" Target="../ink/ink229.xml"/><Relationship Id="rId56" Type="http://schemas.openxmlformats.org/officeDocument/2006/relationships/customXml" Target="../ink/ink250.xml"/><Relationship Id="rId317" Type="http://schemas.openxmlformats.org/officeDocument/2006/relationships/image" Target="../media/image397.png"/><Relationship Id="rId359" Type="http://schemas.openxmlformats.org/officeDocument/2006/relationships/image" Target="../media/image418.png"/><Relationship Id="rId98" Type="http://schemas.openxmlformats.org/officeDocument/2006/relationships/customXml" Target="../ink/ink271.xml"/><Relationship Id="rId121" Type="http://schemas.openxmlformats.org/officeDocument/2006/relationships/image" Target="../media/image299.png"/><Relationship Id="rId163" Type="http://schemas.openxmlformats.org/officeDocument/2006/relationships/image" Target="../media/image320.png"/><Relationship Id="rId219" Type="http://schemas.openxmlformats.org/officeDocument/2006/relationships/image" Target="../media/image348.png"/><Relationship Id="rId370" Type="http://schemas.openxmlformats.org/officeDocument/2006/relationships/customXml" Target="../ink/ink407.xml"/><Relationship Id="rId230" Type="http://schemas.openxmlformats.org/officeDocument/2006/relationships/customXml" Target="../ink/ink337.xml"/><Relationship Id="rId25" Type="http://schemas.openxmlformats.org/officeDocument/2006/relationships/image" Target="../media/image251.png"/><Relationship Id="rId67" Type="http://schemas.openxmlformats.org/officeDocument/2006/relationships/image" Target="../media/image272.png"/><Relationship Id="rId272" Type="http://schemas.openxmlformats.org/officeDocument/2006/relationships/customXml" Target="../ink/ink358.xml"/><Relationship Id="rId328" Type="http://schemas.openxmlformats.org/officeDocument/2006/relationships/customXml" Target="../ink/ink386.xml"/><Relationship Id="rId132" Type="http://schemas.openxmlformats.org/officeDocument/2006/relationships/customXml" Target="../ink/ink288.xml"/><Relationship Id="rId174" Type="http://schemas.openxmlformats.org/officeDocument/2006/relationships/customXml" Target="../ink/ink309.xml"/><Relationship Id="rId381" Type="http://schemas.openxmlformats.org/officeDocument/2006/relationships/image" Target="../media/image429.png"/><Relationship Id="rId241" Type="http://schemas.openxmlformats.org/officeDocument/2006/relationships/image" Target="../media/image359.png"/><Relationship Id="rId36" Type="http://schemas.openxmlformats.org/officeDocument/2006/relationships/customXml" Target="../ink/ink240.xml"/><Relationship Id="rId283" Type="http://schemas.openxmlformats.org/officeDocument/2006/relationships/image" Target="../media/image380.png"/><Relationship Id="rId339" Type="http://schemas.openxmlformats.org/officeDocument/2006/relationships/image" Target="../media/image408.png"/><Relationship Id="rId78" Type="http://schemas.openxmlformats.org/officeDocument/2006/relationships/customXml" Target="../ink/ink261.xml"/><Relationship Id="rId101" Type="http://schemas.openxmlformats.org/officeDocument/2006/relationships/image" Target="../media/image289.png"/><Relationship Id="rId143" Type="http://schemas.openxmlformats.org/officeDocument/2006/relationships/image" Target="../media/image310.png"/><Relationship Id="rId185" Type="http://schemas.openxmlformats.org/officeDocument/2006/relationships/image" Target="../media/image331.png"/><Relationship Id="rId350" Type="http://schemas.openxmlformats.org/officeDocument/2006/relationships/customXml" Target="../ink/ink397.xml"/><Relationship Id="rId406" Type="http://schemas.openxmlformats.org/officeDocument/2006/relationships/customXml" Target="../ink/ink425.xml"/><Relationship Id="rId9" Type="http://schemas.openxmlformats.org/officeDocument/2006/relationships/image" Target="../media/image243.png"/><Relationship Id="rId210" Type="http://schemas.openxmlformats.org/officeDocument/2006/relationships/customXml" Target="../ink/ink327.xml"/><Relationship Id="rId392" Type="http://schemas.openxmlformats.org/officeDocument/2006/relationships/customXml" Target="../ink/ink418.xml"/><Relationship Id="rId252" Type="http://schemas.openxmlformats.org/officeDocument/2006/relationships/customXml" Target="../ink/ink348.xml"/><Relationship Id="rId294" Type="http://schemas.openxmlformats.org/officeDocument/2006/relationships/customXml" Target="../ink/ink369.xml"/><Relationship Id="rId308" Type="http://schemas.openxmlformats.org/officeDocument/2006/relationships/customXml" Target="../ink/ink376.xml"/><Relationship Id="rId47" Type="http://schemas.openxmlformats.org/officeDocument/2006/relationships/image" Target="../media/image262.png"/><Relationship Id="rId89" Type="http://schemas.openxmlformats.org/officeDocument/2006/relationships/image" Target="../media/image283.png"/><Relationship Id="rId112" Type="http://schemas.openxmlformats.org/officeDocument/2006/relationships/customXml" Target="../ink/ink278.xml"/><Relationship Id="rId154" Type="http://schemas.openxmlformats.org/officeDocument/2006/relationships/customXml" Target="../ink/ink299.xml"/><Relationship Id="rId361" Type="http://schemas.openxmlformats.org/officeDocument/2006/relationships/image" Target="../media/image419.png"/><Relationship Id="rId196" Type="http://schemas.openxmlformats.org/officeDocument/2006/relationships/customXml" Target="../ink/ink320.xml"/><Relationship Id="rId16" Type="http://schemas.openxmlformats.org/officeDocument/2006/relationships/customXml" Target="../ink/ink230.xml"/><Relationship Id="rId221" Type="http://schemas.openxmlformats.org/officeDocument/2006/relationships/image" Target="../media/image349.png"/><Relationship Id="rId263" Type="http://schemas.openxmlformats.org/officeDocument/2006/relationships/image" Target="../media/image370.png"/><Relationship Id="rId319" Type="http://schemas.openxmlformats.org/officeDocument/2006/relationships/image" Target="../media/image398.png"/><Relationship Id="rId58" Type="http://schemas.openxmlformats.org/officeDocument/2006/relationships/customXml" Target="../ink/ink251.xml"/><Relationship Id="rId123" Type="http://schemas.openxmlformats.org/officeDocument/2006/relationships/image" Target="../media/image300.png"/><Relationship Id="rId330" Type="http://schemas.openxmlformats.org/officeDocument/2006/relationships/customXml" Target="../ink/ink387.xml"/><Relationship Id="rId165" Type="http://schemas.openxmlformats.org/officeDocument/2006/relationships/image" Target="../media/image321.png"/><Relationship Id="rId372" Type="http://schemas.openxmlformats.org/officeDocument/2006/relationships/customXml" Target="../ink/ink408.xml"/><Relationship Id="rId232" Type="http://schemas.openxmlformats.org/officeDocument/2006/relationships/customXml" Target="../ink/ink338.xml"/><Relationship Id="rId274" Type="http://schemas.openxmlformats.org/officeDocument/2006/relationships/customXml" Target="../ink/ink359.xml"/><Relationship Id="rId27" Type="http://schemas.openxmlformats.org/officeDocument/2006/relationships/image" Target="../media/image252.png"/><Relationship Id="rId48" Type="http://schemas.openxmlformats.org/officeDocument/2006/relationships/customXml" Target="../ink/ink246.xml"/><Relationship Id="rId69" Type="http://schemas.openxmlformats.org/officeDocument/2006/relationships/image" Target="../media/image273.png"/><Relationship Id="rId113" Type="http://schemas.openxmlformats.org/officeDocument/2006/relationships/image" Target="../media/image295.png"/><Relationship Id="rId134" Type="http://schemas.openxmlformats.org/officeDocument/2006/relationships/customXml" Target="../ink/ink289.xml"/><Relationship Id="rId320" Type="http://schemas.openxmlformats.org/officeDocument/2006/relationships/customXml" Target="../ink/ink382.xml"/><Relationship Id="rId80" Type="http://schemas.openxmlformats.org/officeDocument/2006/relationships/customXml" Target="../ink/ink262.xml"/><Relationship Id="rId155" Type="http://schemas.openxmlformats.org/officeDocument/2006/relationships/image" Target="../media/image316.png"/><Relationship Id="rId176" Type="http://schemas.openxmlformats.org/officeDocument/2006/relationships/customXml" Target="../ink/ink310.xml"/><Relationship Id="rId197" Type="http://schemas.openxmlformats.org/officeDocument/2006/relationships/image" Target="../media/image337.png"/><Relationship Id="rId341" Type="http://schemas.openxmlformats.org/officeDocument/2006/relationships/image" Target="../media/image409.png"/><Relationship Id="rId362" Type="http://schemas.openxmlformats.org/officeDocument/2006/relationships/customXml" Target="../ink/ink403.xml"/><Relationship Id="rId383" Type="http://schemas.openxmlformats.org/officeDocument/2006/relationships/image" Target="../media/image430.png"/><Relationship Id="rId201" Type="http://schemas.openxmlformats.org/officeDocument/2006/relationships/image" Target="../media/image339.png"/><Relationship Id="rId222" Type="http://schemas.openxmlformats.org/officeDocument/2006/relationships/customXml" Target="../ink/ink333.xml"/><Relationship Id="rId243" Type="http://schemas.openxmlformats.org/officeDocument/2006/relationships/image" Target="../media/image360.png"/><Relationship Id="rId264" Type="http://schemas.openxmlformats.org/officeDocument/2006/relationships/customXml" Target="../ink/ink354.xml"/><Relationship Id="rId285" Type="http://schemas.openxmlformats.org/officeDocument/2006/relationships/image" Target="../media/image381.png"/><Relationship Id="rId17" Type="http://schemas.openxmlformats.org/officeDocument/2006/relationships/image" Target="../media/image247.png"/><Relationship Id="rId38" Type="http://schemas.openxmlformats.org/officeDocument/2006/relationships/customXml" Target="../ink/ink241.xml"/><Relationship Id="rId59" Type="http://schemas.openxmlformats.org/officeDocument/2006/relationships/image" Target="../media/image268.png"/><Relationship Id="rId103" Type="http://schemas.openxmlformats.org/officeDocument/2006/relationships/image" Target="../media/image290.png"/><Relationship Id="rId124" Type="http://schemas.openxmlformats.org/officeDocument/2006/relationships/customXml" Target="../ink/ink284.xml"/><Relationship Id="rId310" Type="http://schemas.openxmlformats.org/officeDocument/2006/relationships/customXml" Target="../ink/ink377.xml"/><Relationship Id="rId70" Type="http://schemas.openxmlformats.org/officeDocument/2006/relationships/customXml" Target="../ink/ink257.xml"/><Relationship Id="rId91" Type="http://schemas.openxmlformats.org/officeDocument/2006/relationships/image" Target="../media/image284.png"/><Relationship Id="rId145" Type="http://schemas.openxmlformats.org/officeDocument/2006/relationships/image" Target="../media/image311.png"/><Relationship Id="rId166" Type="http://schemas.openxmlformats.org/officeDocument/2006/relationships/customXml" Target="../ink/ink305.xml"/><Relationship Id="rId187" Type="http://schemas.openxmlformats.org/officeDocument/2006/relationships/image" Target="../media/image332.png"/><Relationship Id="rId331" Type="http://schemas.openxmlformats.org/officeDocument/2006/relationships/image" Target="../media/image404.png"/><Relationship Id="rId352" Type="http://schemas.openxmlformats.org/officeDocument/2006/relationships/customXml" Target="../ink/ink398.xml"/><Relationship Id="rId373" Type="http://schemas.openxmlformats.org/officeDocument/2006/relationships/image" Target="../media/image425.png"/><Relationship Id="rId394" Type="http://schemas.openxmlformats.org/officeDocument/2006/relationships/customXml" Target="../ink/ink419.xml"/><Relationship Id="rId408" Type="http://schemas.openxmlformats.org/officeDocument/2006/relationships/customXml" Target="../ink/ink426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328.xml"/><Relationship Id="rId233" Type="http://schemas.openxmlformats.org/officeDocument/2006/relationships/image" Target="../media/image355.png"/><Relationship Id="rId254" Type="http://schemas.openxmlformats.org/officeDocument/2006/relationships/customXml" Target="../ink/ink349.xml"/><Relationship Id="rId28" Type="http://schemas.openxmlformats.org/officeDocument/2006/relationships/customXml" Target="../ink/ink236.xml"/><Relationship Id="rId49" Type="http://schemas.openxmlformats.org/officeDocument/2006/relationships/image" Target="../media/image263.png"/><Relationship Id="rId114" Type="http://schemas.openxmlformats.org/officeDocument/2006/relationships/customXml" Target="../ink/ink279.xml"/><Relationship Id="rId275" Type="http://schemas.openxmlformats.org/officeDocument/2006/relationships/image" Target="../media/image376.png"/><Relationship Id="rId296" Type="http://schemas.openxmlformats.org/officeDocument/2006/relationships/customXml" Target="../ink/ink370.xml"/><Relationship Id="rId300" Type="http://schemas.openxmlformats.org/officeDocument/2006/relationships/customXml" Target="../ink/ink372.xml"/><Relationship Id="rId60" Type="http://schemas.openxmlformats.org/officeDocument/2006/relationships/customXml" Target="../ink/ink252.xml"/><Relationship Id="rId81" Type="http://schemas.openxmlformats.org/officeDocument/2006/relationships/image" Target="../media/image279.png"/><Relationship Id="rId135" Type="http://schemas.openxmlformats.org/officeDocument/2006/relationships/image" Target="../media/image306.png"/><Relationship Id="rId156" Type="http://schemas.openxmlformats.org/officeDocument/2006/relationships/customXml" Target="../ink/ink300.xml"/><Relationship Id="rId177" Type="http://schemas.openxmlformats.org/officeDocument/2006/relationships/image" Target="../media/image327.png"/><Relationship Id="rId198" Type="http://schemas.openxmlformats.org/officeDocument/2006/relationships/customXml" Target="../ink/ink321.xml"/><Relationship Id="rId321" Type="http://schemas.openxmlformats.org/officeDocument/2006/relationships/image" Target="../media/image399.png"/><Relationship Id="rId342" Type="http://schemas.openxmlformats.org/officeDocument/2006/relationships/customXml" Target="../ink/ink393.xml"/><Relationship Id="rId363" Type="http://schemas.openxmlformats.org/officeDocument/2006/relationships/image" Target="../media/image420.png"/><Relationship Id="rId384" Type="http://schemas.openxmlformats.org/officeDocument/2006/relationships/customXml" Target="../ink/ink414.xml"/><Relationship Id="rId202" Type="http://schemas.openxmlformats.org/officeDocument/2006/relationships/customXml" Target="../ink/ink323.xml"/><Relationship Id="rId223" Type="http://schemas.openxmlformats.org/officeDocument/2006/relationships/image" Target="../media/image350.png"/><Relationship Id="rId244" Type="http://schemas.openxmlformats.org/officeDocument/2006/relationships/customXml" Target="../ink/ink344.xml"/><Relationship Id="rId18" Type="http://schemas.openxmlformats.org/officeDocument/2006/relationships/customXml" Target="../ink/ink231.xml"/><Relationship Id="rId39" Type="http://schemas.openxmlformats.org/officeDocument/2006/relationships/image" Target="../media/image258.png"/><Relationship Id="rId265" Type="http://schemas.openxmlformats.org/officeDocument/2006/relationships/image" Target="../media/image371.png"/><Relationship Id="rId286" Type="http://schemas.openxmlformats.org/officeDocument/2006/relationships/customXml" Target="../ink/ink365.xml"/><Relationship Id="rId50" Type="http://schemas.openxmlformats.org/officeDocument/2006/relationships/customXml" Target="../ink/ink247.xml"/><Relationship Id="rId104" Type="http://schemas.openxmlformats.org/officeDocument/2006/relationships/customXml" Target="../ink/ink274.xml"/><Relationship Id="rId125" Type="http://schemas.openxmlformats.org/officeDocument/2006/relationships/image" Target="../media/image301.png"/><Relationship Id="rId146" Type="http://schemas.openxmlformats.org/officeDocument/2006/relationships/customXml" Target="../ink/ink295.xml"/><Relationship Id="rId167" Type="http://schemas.openxmlformats.org/officeDocument/2006/relationships/image" Target="../media/image322.png"/><Relationship Id="rId188" Type="http://schemas.openxmlformats.org/officeDocument/2006/relationships/customXml" Target="../ink/ink316.xml"/><Relationship Id="rId311" Type="http://schemas.openxmlformats.org/officeDocument/2006/relationships/image" Target="../media/image394.png"/><Relationship Id="rId332" Type="http://schemas.openxmlformats.org/officeDocument/2006/relationships/customXml" Target="../ink/ink388.xml"/><Relationship Id="rId353" Type="http://schemas.openxmlformats.org/officeDocument/2006/relationships/image" Target="../media/image415.png"/><Relationship Id="rId374" Type="http://schemas.openxmlformats.org/officeDocument/2006/relationships/customXml" Target="../ink/ink409.xml"/><Relationship Id="rId395" Type="http://schemas.openxmlformats.org/officeDocument/2006/relationships/image" Target="../media/image436.png"/><Relationship Id="rId409" Type="http://schemas.openxmlformats.org/officeDocument/2006/relationships/image" Target="../media/image443.png"/><Relationship Id="rId71" Type="http://schemas.openxmlformats.org/officeDocument/2006/relationships/image" Target="../media/image274.png"/><Relationship Id="rId92" Type="http://schemas.openxmlformats.org/officeDocument/2006/relationships/customXml" Target="../ink/ink268.xml"/><Relationship Id="rId213" Type="http://schemas.openxmlformats.org/officeDocument/2006/relationships/image" Target="../media/image345.png"/><Relationship Id="rId234" Type="http://schemas.openxmlformats.org/officeDocument/2006/relationships/customXml" Target="../ink/ink339.xml"/><Relationship Id="rId2" Type="http://schemas.openxmlformats.org/officeDocument/2006/relationships/image" Target="../media/image240.png"/><Relationship Id="rId29" Type="http://schemas.openxmlformats.org/officeDocument/2006/relationships/image" Target="../media/image253.png"/><Relationship Id="rId255" Type="http://schemas.openxmlformats.org/officeDocument/2006/relationships/image" Target="../media/image366.png"/><Relationship Id="rId276" Type="http://schemas.openxmlformats.org/officeDocument/2006/relationships/customXml" Target="../ink/ink360.xml"/><Relationship Id="rId297" Type="http://schemas.openxmlformats.org/officeDocument/2006/relationships/image" Target="../media/image387.png"/><Relationship Id="rId40" Type="http://schemas.openxmlformats.org/officeDocument/2006/relationships/customXml" Target="../ink/ink242.xml"/><Relationship Id="rId115" Type="http://schemas.openxmlformats.org/officeDocument/2006/relationships/image" Target="../media/image296.png"/><Relationship Id="rId136" Type="http://schemas.openxmlformats.org/officeDocument/2006/relationships/customXml" Target="../ink/ink290.xml"/><Relationship Id="rId157" Type="http://schemas.openxmlformats.org/officeDocument/2006/relationships/image" Target="../media/image317.png"/><Relationship Id="rId178" Type="http://schemas.openxmlformats.org/officeDocument/2006/relationships/customXml" Target="../ink/ink311.xml"/><Relationship Id="rId301" Type="http://schemas.openxmlformats.org/officeDocument/2006/relationships/image" Target="../media/image389.png"/><Relationship Id="rId322" Type="http://schemas.openxmlformats.org/officeDocument/2006/relationships/customXml" Target="../ink/ink383.xml"/><Relationship Id="rId343" Type="http://schemas.openxmlformats.org/officeDocument/2006/relationships/image" Target="../media/image410.png"/><Relationship Id="rId364" Type="http://schemas.openxmlformats.org/officeDocument/2006/relationships/customXml" Target="../ink/ink404.xml"/><Relationship Id="rId61" Type="http://schemas.openxmlformats.org/officeDocument/2006/relationships/image" Target="../media/image269.png"/><Relationship Id="rId82" Type="http://schemas.openxmlformats.org/officeDocument/2006/relationships/customXml" Target="../ink/ink263.xml"/><Relationship Id="rId199" Type="http://schemas.openxmlformats.org/officeDocument/2006/relationships/image" Target="../media/image338.png"/><Relationship Id="rId203" Type="http://schemas.openxmlformats.org/officeDocument/2006/relationships/image" Target="../media/image340.png"/><Relationship Id="rId385" Type="http://schemas.openxmlformats.org/officeDocument/2006/relationships/image" Target="../media/image431.png"/><Relationship Id="rId19" Type="http://schemas.openxmlformats.org/officeDocument/2006/relationships/image" Target="../media/image248.png"/><Relationship Id="rId224" Type="http://schemas.openxmlformats.org/officeDocument/2006/relationships/customXml" Target="../ink/ink334.xml"/><Relationship Id="rId245" Type="http://schemas.openxmlformats.org/officeDocument/2006/relationships/image" Target="../media/image361.png"/><Relationship Id="rId266" Type="http://schemas.openxmlformats.org/officeDocument/2006/relationships/customXml" Target="../ink/ink355.xml"/><Relationship Id="rId287" Type="http://schemas.openxmlformats.org/officeDocument/2006/relationships/image" Target="../media/image382.png"/><Relationship Id="rId410" Type="http://schemas.openxmlformats.org/officeDocument/2006/relationships/customXml" Target="../ink/ink427.xml"/><Relationship Id="rId30" Type="http://schemas.openxmlformats.org/officeDocument/2006/relationships/customXml" Target="../ink/ink237.xml"/><Relationship Id="rId105" Type="http://schemas.openxmlformats.org/officeDocument/2006/relationships/image" Target="../media/image291.png"/><Relationship Id="rId126" Type="http://schemas.openxmlformats.org/officeDocument/2006/relationships/customXml" Target="../ink/ink285.xml"/><Relationship Id="rId147" Type="http://schemas.openxmlformats.org/officeDocument/2006/relationships/image" Target="../media/image312.png"/><Relationship Id="rId168" Type="http://schemas.openxmlformats.org/officeDocument/2006/relationships/customXml" Target="../ink/ink306.xml"/><Relationship Id="rId312" Type="http://schemas.openxmlformats.org/officeDocument/2006/relationships/customXml" Target="../ink/ink378.xml"/><Relationship Id="rId333" Type="http://schemas.openxmlformats.org/officeDocument/2006/relationships/image" Target="../media/image405.png"/><Relationship Id="rId354" Type="http://schemas.openxmlformats.org/officeDocument/2006/relationships/customXml" Target="../ink/ink399.xml"/><Relationship Id="rId51" Type="http://schemas.openxmlformats.org/officeDocument/2006/relationships/image" Target="../media/image264.png"/><Relationship Id="rId72" Type="http://schemas.openxmlformats.org/officeDocument/2006/relationships/customXml" Target="../ink/ink258.xml"/><Relationship Id="rId93" Type="http://schemas.openxmlformats.org/officeDocument/2006/relationships/image" Target="../media/image285.png"/><Relationship Id="rId189" Type="http://schemas.openxmlformats.org/officeDocument/2006/relationships/image" Target="../media/image333.png"/><Relationship Id="rId375" Type="http://schemas.openxmlformats.org/officeDocument/2006/relationships/image" Target="../media/image426.png"/><Relationship Id="rId396" Type="http://schemas.openxmlformats.org/officeDocument/2006/relationships/customXml" Target="../ink/ink420.xml"/><Relationship Id="rId3" Type="http://schemas.openxmlformats.org/officeDocument/2006/relationships/customXml" Target="../ink/ink224.xml"/><Relationship Id="rId214" Type="http://schemas.openxmlformats.org/officeDocument/2006/relationships/customXml" Target="../ink/ink329.xml"/><Relationship Id="rId235" Type="http://schemas.openxmlformats.org/officeDocument/2006/relationships/image" Target="../media/image356.png"/><Relationship Id="rId256" Type="http://schemas.openxmlformats.org/officeDocument/2006/relationships/customXml" Target="../ink/ink350.xml"/><Relationship Id="rId277" Type="http://schemas.openxmlformats.org/officeDocument/2006/relationships/image" Target="../media/image377.png"/><Relationship Id="rId298" Type="http://schemas.openxmlformats.org/officeDocument/2006/relationships/customXml" Target="../ink/ink371.xml"/><Relationship Id="rId400" Type="http://schemas.openxmlformats.org/officeDocument/2006/relationships/customXml" Target="../ink/ink422.xml"/><Relationship Id="rId116" Type="http://schemas.openxmlformats.org/officeDocument/2006/relationships/customXml" Target="../ink/ink280.xml"/><Relationship Id="rId137" Type="http://schemas.openxmlformats.org/officeDocument/2006/relationships/image" Target="../media/image307.png"/><Relationship Id="rId158" Type="http://schemas.openxmlformats.org/officeDocument/2006/relationships/customXml" Target="../ink/ink301.xml"/><Relationship Id="rId302" Type="http://schemas.openxmlformats.org/officeDocument/2006/relationships/customXml" Target="../ink/ink373.xml"/><Relationship Id="rId323" Type="http://schemas.openxmlformats.org/officeDocument/2006/relationships/image" Target="../media/image400.png"/><Relationship Id="rId344" Type="http://schemas.openxmlformats.org/officeDocument/2006/relationships/customXml" Target="../ink/ink394.xml"/><Relationship Id="rId20" Type="http://schemas.openxmlformats.org/officeDocument/2006/relationships/customXml" Target="../ink/ink232.xml"/><Relationship Id="rId41" Type="http://schemas.openxmlformats.org/officeDocument/2006/relationships/image" Target="../media/image259.png"/><Relationship Id="rId62" Type="http://schemas.openxmlformats.org/officeDocument/2006/relationships/customXml" Target="../ink/ink253.xml"/><Relationship Id="rId83" Type="http://schemas.openxmlformats.org/officeDocument/2006/relationships/image" Target="../media/image280.png"/><Relationship Id="rId179" Type="http://schemas.openxmlformats.org/officeDocument/2006/relationships/image" Target="../media/image328.png"/><Relationship Id="rId365" Type="http://schemas.openxmlformats.org/officeDocument/2006/relationships/image" Target="../media/image421.png"/><Relationship Id="rId386" Type="http://schemas.openxmlformats.org/officeDocument/2006/relationships/customXml" Target="../ink/ink415.xml"/><Relationship Id="rId190" Type="http://schemas.openxmlformats.org/officeDocument/2006/relationships/customXml" Target="../ink/ink317.xml"/><Relationship Id="rId204" Type="http://schemas.openxmlformats.org/officeDocument/2006/relationships/customXml" Target="../ink/ink324.xml"/><Relationship Id="rId225" Type="http://schemas.openxmlformats.org/officeDocument/2006/relationships/image" Target="../media/image351.png"/><Relationship Id="rId246" Type="http://schemas.openxmlformats.org/officeDocument/2006/relationships/customXml" Target="../ink/ink345.xml"/><Relationship Id="rId267" Type="http://schemas.openxmlformats.org/officeDocument/2006/relationships/image" Target="../media/image372.png"/><Relationship Id="rId288" Type="http://schemas.openxmlformats.org/officeDocument/2006/relationships/customXml" Target="../ink/ink366.xml"/><Relationship Id="rId411" Type="http://schemas.openxmlformats.org/officeDocument/2006/relationships/image" Target="../media/image444.png"/><Relationship Id="rId106" Type="http://schemas.openxmlformats.org/officeDocument/2006/relationships/customXml" Target="../ink/ink275.xml"/><Relationship Id="rId127" Type="http://schemas.openxmlformats.org/officeDocument/2006/relationships/image" Target="../media/image302.png"/><Relationship Id="rId313" Type="http://schemas.openxmlformats.org/officeDocument/2006/relationships/image" Target="../media/image395.png"/><Relationship Id="rId10" Type="http://schemas.openxmlformats.org/officeDocument/2006/relationships/customXml" Target="../ink/ink227.xml"/><Relationship Id="rId31" Type="http://schemas.openxmlformats.org/officeDocument/2006/relationships/image" Target="../media/image254.png"/><Relationship Id="rId52" Type="http://schemas.openxmlformats.org/officeDocument/2006/relationships/customXml" Target="../ink/ink248.xml"/><Relationship Id="rId73" Type="http://schemas.openxmlformats.org/officeDocument/2006/relationships/image" Target="../media/image275.png"/><Relationship Id="rId94" Type="http://schemas.openxmlformats.org/officeDocument/2006/relationships/customXml" Target="../ink/ink269.xml"/><Relationship Id="rId148" Type="http://schemas.openxmlformats.org/officeDocument/2006/relationships/customXml" Target="../ink/ink296.xml"/><Relationship Id="rId169" Type="http://schemas.openxmlformats.org/officeDocument/2006/relationships/image" Target="../media/image323.png"/><Relationship Id="rId334" Type="http://schemas.openxmlformats.org/officeDocument/2006/relationships/customXml" Target="../ink/ink389.xml"/><Relationship Id="rId355" Type="http://schemas.openxmlformats.org/officeDocument/2006/relationships/image" Target="../media/image416.png"/><Relationship Id="rId376" Type="http://schemas.openxmlformats.org/officeDocument/2006/relationships/customXml" Target="../ink/ink410.xml"/><Relationship Id="rId397" Type="http://schemas.openxmlformats.org/officeDocument/2006/relationships/image" Target="../media/image437.png"/><Relationship Id="rId4" Type="http://schemas.openxmlformats.org/officeDocument/2006/relationships/image" Target="../media/image3610.png"/><Relationship Id="rId180" Type="http://schemas.openxmlformats.org/officeDocument/2006/relationships/customXml" Target="../ink/ink312.xml"/><Relationship Id="rId215" Type="http://schemas.openxmlformats.org/officeDocument/2006/relationships/image" Target="../media/image346.png"/><Relationship Id="rId236" Type="http://schemas.openxmlformats.org/officeDocument/2006/relationships/customXml" Target="../ink/ink340.xml"/><Relationship Id="rId257" Type="http://schemas.openxmlformats.org/officeDocument/2006/relationships/image" Target="../media/image367.png"/><Relationship Id="rId278" Type="http://schemas.openxmlformats.org/officeDocument/2006/relationships/customXml" Target="../ink/ink361.xml"/><Relationship Id="rId401" Type="http://schemas.openxmlformats.org/officeDocument/2006/relationships/image" Target="../media/image439.png"/><Relationship Id="rId303" Type="http://schemas.openxmlformats.org/officeDocument/2006/relationships/image" Target="../media/image390.png"/><Relationship Id="rId42" Type="http://schemas.openxmlformats.org/officeDocument/2006/relationships/customXml" Target="../ink/ink243.xml"/><Relationship Id="rId84" Type="http://schemas.openxmlformats.org/officeDocument/2006/relationships/customXml" Target="../ink/ink264.xml"/><Relationship Id="rId138" Type="http://schemas.openxmlformats.org/officeDocument/2006/relationships/customXml" Target="../ink/ink291.xml"/><Relationship Id="rId345" Type="http://schemas.openxmlformats.org/officeDocument/2006/relationships/image" Target="../media/image411.png"/><Relationship Id="rId387" Type="http://schemas.openxmlformats.org/officeDocument/2006/relationships/image" Target="../media/image432.png"/><Relationship Id="rId191" Type="http://schemas.openxmlformats.org/officeDocument/2006/relationships/image" Target="../media/image334.png"/><Relationship Id="rId205" Type="http://schemas.openxmlformats.org/officeDocument/2006/relationships/image" Target="../media/image341.png"/><Relationship Id="rId247" Type="http://schemas.openxmlformats.org/officeDocument/2006/relationships/image" Target="../media/image362.png"/><Relationship Id="rId107" Type="http://schemas.openxmlformats.org/officeDocument/2006/relationships/image" Target="../media/image292.png"/><Relationship Id="rId289" Type="http://schemas.openxmlformats.org/officeDocument/2006/relationships/image" Target="../media/image383.png"/><Relationship Id="rId11" Type="http://schemas.openxmlformats.org/officeDocument/2006/relationships/image" Target="../media/image244.png"/><Relationship Id="rId53" Type="http://schemas.openxmlformats.org/officeDocument/2006/relationships/image" Target="../media/image265.png"/><Relationship Id="rId149" Type="http://schemas.openxmlformats.org/officeDocument/2006/relationships/image" Target="../media/image313.png"/><Relationship Id="rId314" Type="http://schemas.openxmlformats.org/officeDocument/2006/relationships/customXml" Target="../ink/ink379.xml"/><Relationship Id="rId356" Type="http://schemas.openxmlformats.org/officeDocument/2006/relationships/customXml" Target="../ink/ink400.xml"/><Relationship Id="rId398" Type="http://schemas.openxmlformats.org/officeDocument/2006/relationships/customXml" Target="../ink/ink421.xml"/><Relationship Id="rId95" Type="http://schemas.openxmlformats.org/officeDocument/2006/relationships/image" Target="../media/image286.png"/><Relationship Id="rId160" Type="http://schemas.openxmlformats.org/officeDocument/2006/relationships/customXml" Target="../ink/ink302.xml"/><Relationship Id="rId216" Type="http://schemas.openxmlformats.org/officeDocument/2006/relationships/customXml" Target="../ink/ink330.xml"/><Relationship Id="rId258" Type="http://schemas.openxmlformats.org/officeDocument/2006/relationships/customXml" Target="../ink/ink351.xml"/><Relationship Id="rId22" Type="http://schemas.openxmlformats.org/officeDocument/2006/relationships/customXml" Target="../ink/ink233.xml"/><Relationship Id="rId64" Type="http://schemas.openxmlformats.org/officeDocument/2006/relationships/customXml" Target="../ink/ink254.xml"/><Relationship Id="rId118" Type="http://schemas.openxmlformats.org/officeDocument/2006/relationships/customXml" Target="../ink/ink281.xml"/><Relationship Id="rId325" Type="http://schemas.openxmlformats.org/officeDocument/2006/relationships/image" Target="../media/image401.png"/><Relationship Id="rId367" Type="http://schemas.openxmlformats.org/officeDocument/2006/relationships/image" Target="../media/image422.png"/><Relationship Id="rId171" Type="http://schemas.openxmlformats.org/officeDocument/2006/relationships/image" Target="../media/image324.png"/><Relationship Id="rId227" Type="http://schemas.openxmlformats.org/officeDocument/2006/relationships/image" Target="../media/image352.png"/><Relationship Id="rId269" Type="http://schemas.openxmlformats.org/officeDocument/2006/relationships/image" Target="../media/image373.png"/><Relationship Id="rId33" Type="http://schemas.openxmlformats.org/officeDocument/2006/relationships/image" Target="../media/image255.png"/><Relationship Id="rId129" Type="http://schemas.openxmlformats.org/officeDocument/2006/relationships/image" Target="../media/image303.png"/><Relationship Id="rId280" Type="http://schemas.openxmlformats.org/officeDocument/2006/relationships/customXml" Target="../ink/ink362.xml"/><Relationship Id="rId336" Type="http://schemas.openxmlformats.org/officeDocument/2006/relationships/customXml" Target="../ink/ink390.xml"/><Relationship Id="rId75" Type="http://schemas.openxmlformats.org/officeDocument/2006/relationships/image" Target="../media/image276.png"/><Relationship Id="rId140" Type="http://schemas.openxmlformats.org/officeDocument/2006/relationships/customXml" Target="../ink/ink292.xml"/><Relationship Id="rId182" Type="http://schemas.openxmlformats.org/officeDocument/2006/relationships/customXml" Target="../ink/ink313.xml"/><Relationship Id="rId378" Type="http://schemas.openxmlformats.org/officeDocument/2006/relationships/customXml" Target="../ink/ink411.xml"/><Relationship Id="rId403" Type="http://schemas.openxmlformats.org/officeDocument/2006/relationships/image" Target="../media/image440.png"/><Relationship Id="rId6" Type="http://schemas.openxmlformats.org/officeDocument/2006/relationships/customXml" Target="../ink/ink225.xml"/><Relationship Id="rId238" Type="http://schemas.openxmlformats.org/officeDocument/2006/relationships/customXml" Target="../ink/ink341.xml"/><Relationship Id="rId291" Type="http://schemas.openxmlformats.org/officeDocument/2006/relationships/image" Target="../media/image384.png"/><Relationship Id="rId305" Type="http://schemas.openxmlformats.org/officeDocument/2006/relationships/image" Target="../media/image391.png"/><Relationship Id="rId347" Type="http://schemas.openxmlformats.org/officeDocument/2006/relationships/image" Target="../media/image412.png"/><Relationship Id="rId44" Type="http://schemas.openxmlformats.org/officeDocument/2006/relationships/customXml" Target="../ink/ink244.xml"/><Relationship Id="rId86" Type="http://schemas.openxmlformats.org/officeDocument/2006/relationships/customXml" Target="../ink/ink265.xml"/><Relationship Id="rId151" Type="http://schemas.openxmlformats.org/officeDocument/2006/relationships/image" Target="../media/image314.png"/><Relationship Id="rId389" Type="http://schemas.openxmlformats.org/officeDocument/2006/relationships/image" Target="../media/image433.png"/><Relationship Id="rId193" Type="http://schemas.openxmlformats.org/officeDocument/2006/relationships/image" Target="../media/image335.png"/><Relationship Id="rId207" Type="http://schemas.openxmlformats.org/officeDocument/2006/relationships/image" Target="../media/image342.png"/><Relationship Id="rId249" Type="http://schemas.openxmlformats.org/officeDocument/2006/relationships/image" Target="../media/image363.png"/><Relationship Id="rId13" Type="http://schemas.openxmlformats.org/officeDocument/2006/relationships/image" Target="../media/image245.png"/><Relationship Id="rId109" Type="http://schemas.openxmlformats.org/officeDocument/2006/relationships/image" Target="../media/image293.png"/><Relationship Id="rId260" Type="http://schemas.openxmlformats.org/officeDocument/2006/relationships/customXml" Target="../ink/ink352.xml"/><Relationship Id="rId316" Type="http://schemas.openxmlformats.org/officeDocument/2006/relationships/customXml" Target="../ink/ink380.xml"/><Relationship Id="rId55" Type="http://schemas.openxmlformats.org/officeDocument/2006/relationships/image" Target="../media/image266.png"/><Relationship Id="rId97" Type="http://schemas.openxmlformats.org/officeDocument/2006/relationships/image" Target="../media/image287.png"/><Relationship Id="rId120" Type="http://schemas.openxmlformats.org/officeDocument/2006/relationships/customXml" Target="../ink/ink282.xml"/><Relationship Id="rId358" Type="http://schemas.openxmlformats.org/officeDocument/2006/relationships/customXml" Target="../ink/ink401.xml"/><Relationship Id="rId162" Type="http://schemas.openxmlformats.org/officeDocument/2006/relationships/customXml" Target="../ink/ink303.xml"/><Relationship Id="rId218" Type="http://schemas.openxmlformats.org/officeDocument/2006/relationships/customXml" Target="../ink/ink331.xml"/><Relationship Id="rId271" Type="http://schemas.openxmlformats.org/officeDocument/2006/relationships/image" Target="../media/image374.png"/><Relationship Id="rId24" Type="http://schemas.openxmlformats.org/officeDocument/2006/relationships/customXml" Target="../ink/ink234.xml"/><Relationship Id="rId66" Type="http://schemas.openxmlformats.org/officeDocument/2006/relationships/customXml" Target="../ink/ink255.xml"/><Relationship Id="rId131" Type="http://schemas.openxmlformats.org/officeDocument/2006/relationships/image" Target="../media/image304.png"/><Relationship Id="rId327" Type="http://schemas.openxmlformats.org/officeDocument/2006/relationships/image" Target="../media/image402.png"/><Relationship Id="rId369" Type="http://schemas.openxmlformats.org/officeDocument/2006/relationships/image" Target="../media/image423.png"/><Relationship Id="rId173" Type="http://schemas.openxmlformats.org/officeDocument/2006/relationships/image" Target="../media/image325.png"/><Relationship Id="rId229" Type="http://schemas.openxmlformats.org/officeDocument/2006/relationships/image" Target="../media/image353.png"/><Relationship Id="rId380" Type="http://schemas.openxmlformats.org/officeDocument/2006/relationships/customXml" Target="../ink/ink412.xml"/><Relationship Id="rId240" Type="http://schemas.openxmlformats.org/officeDocument/2006/relationships/customXml" Target="../ink/ink342.xml"/><Relationship Id="rId35" Type="http://schemas.openxmlformats.org/officeDocument/2006/relationships/image" Target="../media/image256.png"/><Relationship Id="rId77" Type="http://schemas.openxmlformats.org/officeDocument/2006/relationships/image" Target="../media/image277.png"/><Relationship Id="rId100" Type="http://schemas.openxmlformats.org/officeDocument/2006/relationships/customXml" Target="../ink/ink272.xml"/><Relationship Id="rId282" Type="http://schemas.openxmlformats.org/officeDocument/2006/relationships/customXml" Target="../ink/ink363.xml"/><Relationship Id="rId338" Type="http://schemas.openxmlformats.org/officeDocument/2006/relationships/customXml" Target="../ink/ink391.xml"/><Relationship Id="rId8" Type="http://schemas.openxmlformats.org/officeDocument/2006/relationships/customXml" Target="../ink/ink226.xml"/><Relationship Id="rId142" Type="http://schemas.openxmlformats.org/officeDocument/2006/relationships/customXml" Target="../ink/ink293.xml"/><Relationship Id="rId184" Type="http://schemas.openxmlformats.org/officeDocument/2006/relationships/customXml" Target="../ink/ink314.xml"/><Relationship Id="rId391" Type="http://schemas.openxmlformats.org/officeDocument/2006/relationships/image" Target="../media/image434.png"/><Relationship Id="rId405" Type="http://schemas.openxmlformats.org/officeDocument/2006/relationships/image" Target="../media/image441.png"/><Relationship Id="rId251" Type="http://schemas.openxmlformats.org/officeDocument/2006/relationships/image" Target="../media/image364.png"/><Relationship Id="rId46" Type="http://schemas.openxmlformats.org/officeDocument/2006/relationships/customXml" Target="../ink/ink245.xml"/><Relationship Id="rId293" Type="http://schemas.openxmlformats.org/officeDocument/2006/relationships/image" Target="../media/image385.png"/><Relationship Id="rId307" Type="http://schemas.openxmlformats.org/officeDocument/2006/relationships/image" Target="../media/image392.png"/><Relationship Id="rId349" Type="http://schemas.openxmlformats.org/officeDocument/2006/relationships/image" Target="../media/image413.png"/><Relationship Id="rId88" Type="http://schemas.openxmlformats.org/officeDocument/2006/relationships/customXml" Target="../ink/ink266.xml"/><Relationship Id="rId111" Type="http://schemas.openxmlformats.org/officeDocument/2006/relationships/image" Target="../media/image294.png"/><Relationship Id="rId153" Type="http://schemas.openxmlformats.org/officeDocument/2006/relationships/image" Target="../media/image315.png"/><Relationship Id="rId195" Type="http://schemas.openxmlformats.org/officeDocument/2006/relationships/image" Target="../media/image336.png"/><Relationship Id="rId209" Type="http://schemas.openxmlformats.org/officeDocument/2006/relationships/image" Target="../media/image343.png"/><Relationship Id="rId360" Type="http://schemas.openxmlformats.org/officeDocument/2006/relationships/customXml" Target="../ink/ink402.xml"/><Relationship Id="rId220" Type="http://schemas.openxmlformats.org/officeDocument/2006/relationships/customXml" Target="../ink/ink332.xml"/><Relationship Id="rId15" Type="http://schemas.openxmlformats.org/officeDocument/2006/relationships/image" Target="../media/image246.png"/><Relationship Id="rId57" Type="http://schemas.openxmlformats.org/officeDocument/2006/relationships/image" Target="../media/image267.png"/><Relationship Id="rId262" Type="http://schemas.openxmlformats.org/officeDocument/2006/relationships/customXml" Target="../ink/ink353.xml"/><Relationship Id="rId318" Type="http://schemas.openxmlformats.org/officeDocument/2006/relationships/customXml" Target="../ink/ink381.xml"/><Relationship Id="rId99" Type="http://schemas.openxmlformats.org/officeDocument/2006/relationships/image" Target="../media/image288.png"/><Relationship Id="rId122" Type="http://schemas.openxmlformats.org/officeDocument/2006/relationships/customXml" Target="../ink/ink283.xml"/><Relationship Id="rId164" Type="http://schemas.openxmlformats.org/officeDocument/2006/relationships/customXml" Target="../ink/ink304.xml"/><Relationship Id="rId371" Type="http://schemas.openxmlformats.org/officeDocument/2006/relationships/image" Target="../media/image424.png"/><Relationship Id="rId26" Type="http://schemas.openxmlformats.org/officeDocument/2006/relationships/customXml" Target="../ink/ink235.xml"/><Relationship Id="rId231" Type="http://schemas.openxmlformats.org/officeDocument/2006/relationships/image" Target="../media/image354.png"/><Relationship Id="rId273" Type="http://schemas.openxmlformats.org/officeDocument/2006/relationships/image" Target="../media/image375.png"/><Relationship Id="rId329" Type="http://schemas.openxmlformats.org/officeDocument/2006/relationships/image" Target="../media/image403.png"/><Relationship Id="rId68" Type="http://schemas.openxmlformats.org/officeDocument/2006/relationships/customXml" Target="../ink/ink256.xml"/><Relationship Id="rId133" Type="http://schemas.openxmlformats.org/officeDocument/2006/relationships/image" Target="../media/image305.png"/><Relationship Id="rId175" Type="http://schemas.openxmlformats.org/officeDocument/2006/relationships/image" Target="../media/image326.png"/><Relationship Id="rId340" Type="http://schemas.openxmlformats.org/officeDocument/2006/relationships/customXml" Target="../ink/ink392.xml"/><Relationship Id="rId200" Type="http://schemas.openxmlformats.org/officeDocument/2006/relationships/customXml" Target="../ink/ink322.xml"/><Relationship Id="rId382" Type="http://schemas.openxmlformats.org/officeDocument/2006/relationships/customXml" Target="../ink/ink413.xml"/><Relationship Id="rId242" Type="http://schemas.openxmlformats.org/officeDocument/2006/relationships/customXml" Target="../ink/ink343.xml"/><Relationship Id="rId284" Type="http://schemas.openxmlformats.org/officeDocument/2006/relationships/customXml" Target="../ink/ink364.xml"/><Relationship Id="rId37" Type="http://schemas.openxmlformats.org/officeDocument/2006/relationships/image" Target="../media/image257.png"/><Relationship Id="rId79" Type="http://schemas.openxmlformats.org/officeDocument/2006/relationships/image" Target="../media/image278.png"/><Relationship Id="rId102" Type="http://schemas.openxmlformats.org/officeDocument/2006/relationships/customXml" Target="../ink/ink273.xml"/><Relationship Id="rId144" Type="http://schemas.openxmlformats.org/officeDocument/2006/relationships/customXml" Target="../ink/ink294.xml"/><Relationship Id="rId90" Type="http://schemas.openxmlformats.org/officeDocument/2006/relationships/customXml" Target="../ink/ink267.xml"/><Relationship Id="rId186" Type="http://schemas.openxmlformats.org/officeDocument/2006/relationships/customXml" Target="../ink/ink315.xml"/><Relationship Id="rId351" Type="http://schemas.openxmlformats.org/officeDocument/2006/relationships/image" Target="../media/image414.png"/><Relationship Id="rId393" Type="http://schemas.openxmlformats.org/officeDocument/2006/relationships/image" Target="../media/image435.png"/><Relationship Id="rId407" Type="http://schemas.openxmlformats.org/officeDocument/2006/relationships/image" Target="../media/image442.png"/><Relationship Id="rId211" Type="http://schemas.openxmlformats.org/officeDocument/2006/relationships/image" Target="../media/image344.png"/><Relationship Id="rId253" Type="http://schemas.openxmlformats.org/officeDocument/2006/relationships/image" Target="../media/image365.png"/><Relationship Id="rId295" Type="http://schemas.openxmlformats.org/officeDocument/2006/relationships/image" Target="../media/image386.png"/><Relationship Id="rId309" Type="http://schemas.openxmlformats.org/officeDocument/2006/relationships/image" Target="../media/image393.pn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83.xml"/><Relationship Id="rId21" Type="http://schemas.openxmlformats.org/officeDocument/2006/relationships/customXml" Target="../ink/ink437.xml"/><Relationship Id="rId42" Type="http://schemas.openxmlformats.org/officeDocument/2006/relationships/image" Target="../media/image2122.png"/><Relationship Id="rId63" Type="http://schemas.openxmlformats.org/officeDocument/2006/relationships/customXml" Target="../ink/ink456.xml"/><Relationship Id="rId84" Type="http://schemas.openxmlformats.org/officeDocument/2006/relationships/image" Target="../media/image2332.png"/><Relationship Id="rId138" Type="http://schemas.openxmlformats.org/officeDocument/2006/relationships/image" Target="../media/image2602.png"/><Relationship Id="rId159" Type="http://schemas.openxmlformats.org/officeDocument/2006/relationships/customXml" Target="../ink/ink504.xml"/><Relationship Id="rId170" Type="http://schemas.openxmlformats.org/officeDocument/2006/relationships/image" Target="../media/image2760.png"/><Relationship Id="rId191" Type="http://schemas.openxmlformats.org/officeDocument/2006/relationships/customXml" Target="../ink/ink520.xml"/><Relationship Id="rId205" Type="http://schemas.openxmlformats.org/officeDocument/2006/relationships/customXml" Target="../ink/ink527.xml"/><Relationship Id="rId247" Type="http://schemas.openxmlformats.org/officeDocument/2006/relationships/customXml" Target="../ink/ink538.xml"/><Relationship Id="rId107" Type="http://schemas.openxmlformats.org/officeDocument/2006/relationships/customXml" Target="../ink/ink478.xml"/><Relationship Id="rId268" Type="http://schemas.openxmlformats.org/officeDocument/2006/relationships/image" Target="../media/image870.png"/><Relationship Id="rId11" Type="http://schemas.openxmlformats.org/officeDocument/2006/relationships/customXml" Target="../ink/ink432.xml"/><Relationship Id="rId32" Type="http://schemas.openxmlformats.org/officeDocument/2006/relationships/image" Target="../media/image2072.png"/><Relationship Id="rId53" Type="http://schemas.openxmlformats.org/officeDocument/2006/relationships/customXml" Target="../ink/ink451.xml"/><Relationship Id="rId74" Type="http://schemas.openxmlformats.org/officeDocument/2006/relationships/image" Target="../media/image2282.png"/><Relationship Id="rId128" Type="http://schemas.openxmlformats.org/officeDocument/2006/relationships/image" Target="../media/image2552.png"/><Relationship Id="rId149" Type="http://schemas.openxmlformats.org/officeDocument/2006/relationships/customXml" Target="../ink/ink499.xml"/><Relationship Id="rId5" Type="http://schemas.openxmlformats.org/officeDocument/2006/relationships/customXml" Target="../ink/ink429.xml"/><Relationship Id="rId95" Type="http://schemas.openxmlformats.org/officeDocument/2006/relationships/customXml" Target="../ink/ink472.xml"/><Relationship Id="rId160" Type="http://schemas.openxmlformats.org/officeDocument/2006/relationships/image" Target="../media/image2710.png"/><Relationship Id="rId181" Type="http://schemas.openxmlformats.org/officeDocument/2006/relationships/customXml" Target="../ink/ink515.xml"/><Relationship Id="rId216" Type="http://schemas.openxmlformats.org/officeDocument/2006/relationships/image" Target="../media/image2992.png"/><Relationship Id="rId258" Type="http://schemas.openxmlformats.org/officeDocument/2006/relationships/image" Target="../media/image3202.png"/><Relationship Id="rId279" Type="http://schemas.openxmlformats.org/officeDocument/2006/relationships/customXml" Target="../ink/ink554.xml"/><Relationship Id="rId22" Type="http://schemas.openxmlformats.org/officeDocument/2006/relationships/image" Target="../media/image2022.png"/><Relationship Id="rId43" Type="http://schemas.openxmlformats.org/officeDocument/2006/relationships/customXml" Target="../ink/ink448.xml"/><Relationship Id="rId64" Type="http://schemas.openxmlformats.org/officeDocument/2006/relationships/image" Target="../media/image2232.png"/><Relationship Id="rId118" Type="http://schemas.openxmlformats.org/officeDocument/2006/relationships/image" Target="../media/image2502.png"/><Relationship Id="rId139" Type="http://schemas.openxmlformats.org/officeDocument/2006/relationships/customXml" Target="../ink/ink494.xml"/><Relationship Id="rId85" Type="http://schemas.openxmlformats.org/officeDocument/2006/relationships/customXml" Target="../ink/ink467.xml"/><Relationship Id="rId150" Type="http://schemas.openxmlformats.org/officeDocument/2006/relationships/image" Target="../media/image2662.png"/><Relationship Id="rId171" Type="http://schemas.openxmlformats.org/officeDocument/2006/relationships/customXml" Target="../ink/ink510.xml"/><Relationship Id="rId192" Type="http://schemas.openxmlformats.org/officeDocument/2006/relationships/image" Target="../media/image2870.png"/><Relationship Id="rId206" Type="http://schemas.openxmlformats.org/officeDocument/2006/relationships/image" Target="../media/image2941.png"/><Relationship Id="rId248" Type="http://schemas.openxmlformats.org/officeDocument/2006/relationships/image" Target="../media/image3152.png"/><Relationship Id="rId269" Type="http://schemas.openxmlformats.org/officeDocument/2006/relationships/customXml" Target="../ink/ink549.xml"/><Relationship Id="rId12" Type="http://schemas.openxmlformats.org/officeDocument/2006/relationships/image" Target="../media/image1972.png"/><Relationship Id="rId33" Type="http://schemas.openxmlformats.org/officeDocument/2006/relationships/customXml" Target="../ink/ink443.xml"/><Relationship Id="rId108" Type="http://schemas.openxmlformats.org/officeDocument/2006/relationships/image" Target="../media/image2452.png"/><Relationship Id="rId129" Type="http://schemas.openxmlformats.org/officeDocument/2006/relationships/customXml" Target="../ink/ink489.xml"/><Relationship Id="rId280" Type="http://schemas.openxmlformats.org/officeDocument/2006/relationships/image" Target="../media/image9310.png"/><Relationship Id="rId54" Type="http://schemas.openxmlformats.org/officeDocument/2006/relationships/image" Target="../media/image2182.png"/><Relationship Id="rId75" Type="http://schemas.openxmlformats.org/officeDocument/2006/relationships/customXml" Target="../ink/ink462.xml"/><Relationship Id="rId96" Type="http://schemas.openxmlformats.org/officeDocument/2006/relationships/image" Target="../media/image2392.png"/><Relationship Id="rId140" Type="http://schemas.openxmlformats.org/officeDocument/2006/relationships/image" Target="../media/image2612.png"/><Relationship Id="rId161" Type="http://schemas.openxmlformats.org/officeDocument/2006/relationships/customXml" Target="../ink/ink505.xml"/><Relationship Id="rId182" Type="http://schemas.openxmlformats.org/officeDocument/2006/relationships/image" Target="../media/image2822.png"/><Relationship Id="rId217" Type="http://schemas.openxmlformats.org/officeDocument/2006/relationships/customXml" Target="../ink/ink533.xml"/><Relationship Id="rId6" Type="http://schemas.openxmlformats.org/officeDocument/2006/relationships/image" Target="../media/image1942.png"/><Relationship Id="rId259" Type="http://schemas.openxmlformats.org/officeDocument/2006/relationships/customXml" Target="../ink/ink544.xml"/><Relationship Id="rId23" Type="http://schemas.openxmlformats.org/officeDocument/2006/relationships/customXml" Target="../ink/ink438.xml"/><Relationship Id="rId119" Type="http://schemas.openxmlformats.org/officeDocument/2006/relationships/customXml" Target="../ink/ink484.xml"/><Relationship Id="rId270" Type="http://schemas.openxmlformats.org/officeDocument/2006/relationships/image" Target="../media/image880.png"/><Relationship Id="rId44" Type="http://schemas.openxmlformats.org/officeDocument/2006/relationships/image" Target="../media/image2132.png"/><Relationship Id="rId65" Type="http://schemas.openxmlformats.org/officeDocument/2006/relationships/customXml" Target="../ink/ink457.xml"/><Relationship Id="rId86" Type="http://schemas.openxmlformats.org/officeDocument/2006/relationships/image" Target="../media/image2342.png"/><Relationship Id="rId130" Type="http://schemas.openxmlformats.org/officeDocument/2006/relationships/image" Target="../media/image2562.png"/><Relationship Id="rId151" Type="http://schemas.openxmlformats.org/officeDocument/2006/relationships/customXml" Target="../ink/ink500.xml"/><Relationship Id="rId172" Type="http://schemas.openxmlformats.org/officeDocument/2006/relationships/image" Target="../media/image2772.png"/><Relationship Id="rId193" Type="http://schemas.openxmlformats.org/officeDocument/2006/relationships/customXml" Target="../ink/ink521.xml"/><Relationship Id="rId207" Type="http://schemas.openxmlformats.org/officeDocument/2006/relationships/customXml" Target="../ink/ink528.xml"/><Relationship Id="rId249" Type="http://schemas.openxmlformats.org/officeDocument/2006/relationships/customXml" Target="../ink/ink539.xml"/><Relationship Id="rId13" Type="http://schemas.openxmlformats.org/officeDocument/2006/relationships/customXml" Target="../ink/ink433.xml"/><Relationship Id="rId109" Type="http://schemas.openxmlformats.org/officeDocument/2006/relationships/customXml" Target="../ink/ink479.xml"/><Relationship Id="rId260" Type="http://schemas.openxmlformats.org/officeDocument/2006/relationships/image" Target="../media/image3811.png"/><Relationship Id="rId281" Type="http://schemas.openxmlformats.org/officeDocument/2006/relationships/customXml" Target="../ink/ink555.xml"/><Relationship Id="rId34" Type="http://schemas.openxmlformats.org/officeDocument/2006/relationships/image" Target="../media/image2082.png"/><Relationship Id="rId55" Type="http://schemas.openxmlformats.org/officeDocument/2006/relationships/customXml" Target="../ink/ink452.xml"/><Relationship Id="rId76" Type="http://schemas.openxmlformats.org/officeDocument/2006/relationships/image" Target="../media/image2292.png"/><Relationship Id="rId97" Type="http://schemas.openxmlformats.org/officeDocument/2006/relationships/customXml" Target="../ink/ink473.xml"/><Relationship Id="rId120" Type="http://schemas.openxmlformats.org/officeDocument/2006/relationships/image" Target="../media/image2512.png"/><Relationship Id="rId141" Type="http://schemas.openxmlformats.org/officeDocument/2006/relationships/customXml" Target="../ink/ink495.xml"/><Relationship Id="rId7" Type="http://schemas.openxmlformats.org/officeDocument/2006/relationships/customXml" Target="../ink/ink430.xml"/><Relationship Id="rId162" Type="http://schemas.openxmlformats.org/officeDocument/2006/relationships/image" Target="../media/image2720.png"/><Relationship Id="rId183" Type="http://schemas.openxmlformats.org/officeDocument/2006/relationships/customXml" Target="../ink/ink516.xml"/><Relationship Id="rId218" Type="http://schemas.openxmlformats.org/officeDocument/2006/relationships/image" Target="../media/image3002.png"/><Relationship Id="rId250" Type="http://schemas.openxmlformats.org/officeDocument/2006/relationships/image" Target="../media/image3162.png"/><Relationship Id="rId271" Type="http://schemas.openxmlformats.org/officeDocument/2006/relationships/customXml" Target="../ink/ink550.xml"/><Relationship Id="rId24" Type="http://schemas.openxmlformats.org/officeDocument/2006/relationships/image" Target="../media/image2032.png"/><Relationship Id="rId45" Type="http://schemas.openxmlformats.org/officeDocument/2006/relationships/customXml" Target="../ink/ink449.xml"/><Relationship Id="rId66" Type="http://schemas.openxmlformats.org/officeDocument/2006/relationships/image" Target="../media/image2242.png"/><Relationship Id="rId87" Type="http://schemas.openxmlformats.org/officeDocument/2006/relationships/customXml" Target="../ink/ink468.xml"/><Relationship Id="rId110" Type="http://schemas.openxmlformats.org/officeDocument/2006/relationships/image" Target="../media/image2462.png"/><Relationship Id="rId131" Type="http://schemas.openxmlformats.org/officeDocument/2006/relationships/customXml" Target="../ink/ink490.xml"/><Relationship Id="rId152" Type="http://schemas.openxmlformats.org/officeDocument/2006/relationships/image" Target="../media/image2672.png"/><Relationship Id="rId173" Type="http://schemas.openxmlformats.org/officeDocument/2006/relationships/customXml" Target="../ink/ink511.xml"/><Relationship Id="rId194" Type="http://schemas.openxmlformats.org/officeDocument/2006/relationships/image" Target="../media/image2880.png"/><Relationship Id="rId208" Type="http://schemas.openxmlformats.org/officeDocument/2006/relationships/image" Target="../media/image2951.png"/><Relationship Id="rId261" Type="http://schemas.openxmlformats.org/officeDocument/2006/relationships/customXml" Target="../ink/ink545.xml"/><Relationship Id="rId14" Type="http://schemas.openxmlformats.org/officeDocument/2006/relationships/image" Target="../media/image1982.png"/><Relationship Id="rId35" Type="http://schemas.openxmlformats.org/officeDocument/2006/relationships/customXml" Target="../ink/ink444.xml"/><Relationship Id="rId56" Type="http://schemas.openxmlformats.org/officeDocument/2006/relationships/image" Target="../media/image2192.png"/><Relationship Id="rId77" Type="http://schemas.openxmlformats.org/officeDocument/2006/relationships/customXml" Target="../ink/ink463.xml"/><Relationship Id="rId100" Type="http://schemas.openxmlformats.org/officeDocument/2006/relationships/image" Target="../media/image2412.png"/><Relationship Id="rId282" Type="http://schemas.openxmlformats.org/officeDocument/2006/relationships/image" Target="../media/image1922.png"/><Relationship Id="rId8" Type="http://schemas.openxmlformats.org/officeDocument/2006/relationships/image" Target="../media/image1952.png"/><Relationship Id="rId98" Type="http://schemas.openxmlformats.org/officeDocument/2006/relationships/image" Target="../media/image2402.png"/><Relationship Id="rId121" Type="http://schemas.openxmlformats.org/officeDocument/2006/relationships/customXml" Target="../ink/ink485.xml"/><Relationship Id="rId142" Type="http://schemas.openxmlformats.org/officeDocument/2006/relationships/image" Target="../media/image2622.png"/><Relationship Id="rId163" Type="http://schemas.openxmlformats.org/officeDocument/2006/relationships/customXml" Target="../ink/ink506.xml"/><Relationship Id="rId184" Type="http://schemas.openxmlformats.org/officeDocument/2006/relationships/image" Target="../media/image2832.png"/><Relationship Id="rId219" Type="http://schemas.openxmlformats.org/officeDocument/2006/relationships/customXml" Target="../ink/ink534.xml"/><Relationship Id="rId251" Type="http://schemas.openxmlformats.org/officeDocument/2006/relationships/customXml" Target="../ink/ink540.xml"/><Relationship Id="rId25" Type="http://schemas.openxmlformats.org/officeDocument/2006/relationships/customXml" Target="../ink/ink439.xml"/><Relationship Id="rId46" Type="http://schemas.openxmlformats.org/officeDocument/2006/relationships/image" Target="../media/image2142.png"/><Relationship Id="rId67" Type="http://schemas.openxmlformats.org/officeDocument/2006/relationships/customXml" Target="../ink/ink458.xml"/><Relationship Id="rId272" Type="http://schemas.openxmlformats.org/officeDocument/2006/relationships/image" Target="../media/image897.png"/><Relationship Id="rId88" Type="http://schemas.openxmlformats.org/officeDocument/2006/relationships/image" Target="../media/image2352.png"/><Relationship Id="rId111" Type="http://schemas.openxmlformats.org/officeDocument/2006/relationships/customXml" Target="../ink/ink480.xml"/><Relationship Id="rId132" Type="http://schemas.openxmlformats.org/officeDocument/2006/relationships/image" Target="../media/image2572.png"/><Relationship Id="rId153" Type="http://schemas.openxmlformats.org/officeDocument/2006/relationships/customXml" Target="../ink/ink501.xml"/><Relationship Id="rId174" Type="http://schemas.openxmlformats.org/officeDocument/2006/relationships/image" Target="../media/image2782.png"/><Relationship Id="rId195" Type="http://schemas.openxmlformats.org/officeDocument/2006/relationships/customXml" Target="../ink/ink522.xml"/><Relationship Id="rId209" Type="http://schemas.openxmlformats.org/officeDocument/2006/relationships/customXml" Target="../ink/ink529.xml"/><Relationship Id="rId220" Type="http://schemas.openxmlformats.org/officeDocument/2006/relationships/image" Target="../media/image3010.png"/><Relationship Id="rId15" Type="http://schemas.openxmlformats.org/officeDocument/2006/relationships/customXml" Target="../ink/ink434.xml"/><Relationship Id="rId36" Type="http://schemas.openxmlformats.org/officeDocument/2006/relationships/image" Target="../media/image2092.png"/><Relationship Id="rId57" Type="http://schemas.openxmlformats.org/officeDocument/2006/relationships/customXml" Target="../ink/ink453.xml"/><Relationship Id="rId262" Type="http://schemas.openxmlformats.org/officeDocument/2006/relationships/image" Target="../media/image840.png"/><Relationship Id="rId78" Type="http://schemas.openxmlformats.org/officeDocument/2006/relationships/image" Target="../media/image2302.png"/><Relationship Id="rId99" Type="http://schemas.openxmlformats.org/officeDocument/2006/relationships/customXml" Target="../ink/ink474.xml"/><Relationship Id="rId101" Type="http://schemas.openxmlformats.org/officeDocument/2006/relationships/customXml" Target="../ink/ink475.xml"/><Relationship Id="rId122" Type="http://schemas.openxmlformats.org/officeDocument/2006/relationships/image" Target="../media/image2522.png"/><Relationship Id="rId143" Type="http://schemas.openxmlformats.org/officeDocument/2006/relationships/customXml" Target="../ink/ink496.xml"/><Relationship Id="rId164" Type="http://schemas.openxmlformats.org/officeDocument/2006/relationships/image" Target="../media/image2730.png"/><Relationship Id="rId185" Type="http://schemas.openxmlformats.org/officeDocument/2006/relationships/customXml" Target="../ink/ink517.xml"/><Relationship Id="rId9" Type="http://schemas.openxmlformats.org/officeDocument/2006/relationships/customXml" Target="../ink/ink431.xml"/><Relationship Id="rId210" Type="http://schemas.openxmlformats.org/officeDocument/2006/relationships/image" Target="../media/image2961.png"/><Relationship Id="rId26" Type="http://schemas.openxmlformats.org/officeDocument/2006/relationships/image" Target="../media/image2042.png"/><Relationship Id="rId252" Type="http://schemas.openxmlformats.org/officeDocument/2006/relationships/image" Target="../media/image3172.png"/><Relationship Id="rId273" Type="http://schemas.openxmlformats.org/officeDocument/2006/relationships/customXml" Target="../ink/ink551.xml"/><Relationship Id="rId47" Type="http://schemas.openxmlformats.org/officeDocument/2006/relationships/customXml" Target="../ink/ink450.xml"/><Relationship Id="rId68" Type="http://schemas.openxmlformats.org/officeDocument/2006/relationships/image" Target="../media/image2252.png"/><Relationship Id="rId89" Type="http://schemas.openxmlformats.org/officeDocument/2006/relationships/customXml" Target="../ink/ink469.xml"/><Relationship Id="rId112" Type="http://schemas.openxmlformats.org/officeDocument/2006/relationships/image" Target="../media/image2472.png"/><Relationship Id="rId133" Type="http://schemas.openxmlformats.org/officeDocument/2006/relationships/customXml" Target="../ink/ink491.xml"/><Relationship Id="rId154" Type="http://schemas.openxmlformats.org/officeDocument/2006/relationships/image" Target="../media/image2682.png"/><Relationship Id="rId175" Type="http://schemas.openxmlformats.org/officeDocument/2006/relationships/customXml" Target="../ink/ink512.xml"/><Relationship Id="rId196" Type="http://schemas.openxmlformats.org/officeDocument/2006/relationships/image" Target="../media/image2890.png"/><Relationship Id="rId200" Type="http://schemas.openxmlformats.org/officeDocument/2006/relationships/image" Target="../media/image2910.png"/><Relationship Id="rId16" Type="http://schemas.openxmlformats.org/officeDocument/2006/relationships/image" Target="../media/image1992.png"/><Relationship Id="rId221" Type="http://schemas.openxmlformats.org/officeDocument/2006/relationships/customXml" Target="../ink/ink535.xml"/><Relationship Id="rId263" Type="http://schemas.openxmlformats.org/officeDocument/2006/relationships/customXml" Target="../ink/ink546.xml"/><Relationship Id="rId37" Type="http://schemas.openxmlformats.org/officeDocument/2006/relationships/customXml" Target="../ink/ink445.xml"/><Relationship Id="rId58" Type="http://schemas.openxmlformats.org/officeDocument/2006/relationships/image" Target="../media/image2202.png"/><Relationship Id="rId79" Type="http://schemas.openxmlformats.org/officeDocument/2006/relationships/customXml" Target="../ink/ink464.xml"/><Relationship Id="rId102" Type="http://schemas.openxmlformats.org/officeDocument/2006/relationships/image" Target="../media/image2422.png"/><Relationship Id="rId123" Type="http://schemas.openxmlformats.org/officeDocument/2006/relationships/customXml" Target="../ink/ink486.xml"/><Relationship Id="rId144" Type="http://schemas.openxmlformats.org/officeDocument/2006/relationships/image" Target="../media/image2632.png"/><Relationship Id="rId90" Type="http://schemas.openxmlformats.org/officeDocument/2006/relationships/image" Target="../media/image2362.png"/><Relationship Id="rId165" Type="http://schemas.openxmlformats.org/officeDocument/2006/relationships/customXml" Target="../ink/ink507.xml"/><Relationship Id="rId186" Type="http://schemas.openxmlformats.org/officeDocument/2006/relationships/image" Target="../media/image2840.png"/><Relationship Id="rId211" Type="http://schemas.openxmlformats.org/officeDocument/2006/relationships/customXml" Target="../ink/ink530.xml"/><Relationship Id="rId253" Type="http://schemas.openxmlformats.org/officeDocument/2006/relationships/customXml" Target="../ink/ink541.xml"/><Relationship Id="rId274" Type="http://schemas.openxmlformats.org/officeDocument/2006/relationships/image" Target="../media/image904.png"/><Relationship Id="rId27" Type="http://schemas.openxmlformats.org/officeDocument/2006/relationships/customXml" Target="../ink/ink440.xml"/><Relationship Id="rId69" Type="http://schemas.openxmlformats.org/officeDocument/2006/relationships/customXml" Target="../ink/ink459.xml"/><Relationship Id="rId113" Type="http://schemas.openxmlformats.org/officeDocument/2006/relationships/customXml" Target="../ink/ink481.xml"/><Relationship Id="rId134" Type="http://schemas.openxmlformats.org/officeDocument/2006/relationships/image" Target="../media/image2582.png"/><Relationship Id="rId80" Type="http://schemas.openxmlformats.org/officeDocument/2006/relationships/image" Target="../media/image2312.png"/><Relationship Id="rId155" Type="http://schemas.openxmlformats.org/officeDocument/2006/relationships/customXml" Target="../ink/ink502.xml"/><Relationship Id="rId176" Type="http://schemas.openxmlformats.org/officeDocument/2006/relationships/image" Target="../media/image2792.png"/><Relationship Id="rId197" Type="http://schemas.openxmlformats.org/officeDocument/2006/relationships/customXml" Target="../ink/ink523.xml"/><Relationship Id="rId201" Type="http://schemas.openxmlformats.org/officeDocument/2006/relationships/customXml" Target="../ink/ink525.xml"/><Relationship Id="rId222" Type="http://schemas.openxmlformats.org/officeDocument/2006/relationships/image" Target="../media/image3021.png"/><Relationship Id="rId264" Type="http://schemas.openxmlformats.org/officeDocument/2006/relationships/image" Target="../media/image850.png"/><Relationship Id="rId17" Type="http://schemas.openxmlformats.org/officeDocument/2006/relationships/customXml" Target="../ink/ink435.xml"/><Relationship Id="rId38" Type="http://schemas.openxmlformats.org/officeDocument/2006/relationships/image" Target="../media/image2102.png"/><Relationship Id="rId59" Type="http://schemas.openxmlformats.org/officeDocument/2006/relationships/customXml" Target="../ink/ink454.xml"/><Relationship Id="rId103" Type="http://schemas.openxmlformats.org/officeDocument/2006/relationships/customXml" Target="../ink/ink476.xml"/><Relationship Id="rId124" Type="http://schemas.openxmlformats.org/officeDocument/2006/relationships/image" Target="../media/image2532.png"/><Relationship Id="rId70" Type="http://schemas.openxmlformats.org/officeDocument/2006/relationships/image" Target="../media/image2262.png"/><Relationship Id="rId91" Type="http://schemas.openxmlformats.org/officeDocument/2006/relationships/customXml" Target="../ink/ink470.xml"/><Relationship Id="rId145" Type="http://schemas.openxmlformats.org/officeDocument/2006/relationships/customXml" Target="../ink/ink497.xml"/><Relationship Id="rId166" Type="http://schemas.openxmlformats.org/officeDocument/2006/relationships/image" Target="../media/image2740.png"/><Relationship Id="rId187" Type="http://schemas.openxmlformats.org/officeDocument/2006/relationships/customXml" Target="../ink/ink518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2971.png"/><Relationship Id="rId254" Type="http://schemas.openxmlformats.org/officeDocument/2006/relationships/image" Target="../media/image3182.png"/><Relationship Id="rId28" Type="http://schemas.openxmlformats.org/officeDocument/2006/relationships/image" Target="../media/image2052.png"/><Relationship Id="rId114" Type="http://schemas.openxmlformats.org/officeDocument/2006/relationships/image" Target="../media/image2482.png"/><Relationship Id="rId275" Type="http://schemas.openxmlformats.org/officeDocument/2006/relationships/customXml" Target="../ink/ink552.xml"/><Relationship Id="rId60" Type="http://schemas.openxmlformats.org/officeDocument/2006/relationships/image" Target="../media/image2212.png"/><Relationship Id="rId81" Type="http://schemas.openxmlformats.org/officeDocument/2006/relationships/customXml" Target="../ink/ink465.xml"/><Relationship Id="rId135" Type="http://schemas.openxmlformats.org/officeDocument/2006/relationships/customXml" Target="../ink/ink492.xml"/><Relationship Id="rId156" Type="http://schemas.openxmlformats.org/officeDocument/2006/relationships/image" Target="../media/image2692.png"/><Relationship Id="rId177" Type="http://schemas.openxmlformats.org/officeDocument/2006/relationships/customXml" Target="../ink/ink513.xml"/><Relationship Id="rId198" Type="http://schemas.openxmlformats.org/officeDocument/2006/relationships/image" Target="../media/image2900.png"/><Relationship Id="rId202" Type="http://schemas.openxmlformats.org/officeDocument/2006/relationships/image" Target="../media/image2920.png"/><Relationship Id="rId223" Type="http://schemas.openxmlformats.org/officeDocument/2006/relationships/customXml" Target="../ink/ink536.xml"/><Relationship Id="rId244" Type="http://schemas.openxmlformats.org/officeDocument/2006/relationships/image" Target="../media/image3132.png"/><Relationship Id="rId18" Type="http://schemas.openxmlformats.org/officeDocument/2006/relationships/image" Target="../media/image2002.png"/><Relationship Id="rId39" Type="http://schemas.openxmlformats.org/officeDocument/2006/relationships/customXml" Target="../ink/ink446.xml"/><Relationship Id="rId265" Type="http://schemas.openxmlformats.org/officeDocument/2006/relationships/customXml" Target="../ink/ink547.xml"/><Relationship Id="rId104" Type="http://schemas.openxmlformats.org/officeDocument/2006/relationships/image" Target="../media/image2432.png"/><Relationship Id="rId125" Type="http://schemas.openxmlformats.org/officeDocument/2006/relationships/customXml" Target="../ink/ink487.xml"/><Relationship Id="rId146" Type="http://schemas.openxmlformats.org/officeDocument/2006/relationships/image" Target="../media/image2642.png"/><Relationship Id="rId167" Type="http://schemas.openxmlformats.org/officeDocument/2006/relationships/customXml" Target="../ink/ink508.xml"/><Relationship Id="rId188" Type="http://schemas.openxmlformats.org/officeDocument/2006/relationships/image" Target="../media/image2850.png"/><Relationship Id="rId71" Type="http://schemas.openxmlformats.org/officeDocument/2006/relationships/customXml" Target="../ink/ink460.xml"/><Relationship Id="rId92" Type="http://schemas.openxmlformats.org/officeDocument/2006/relationships/image" Target="../media/image2372.png"/><Relationship Id="rId213" Type="http://schemas.openxmlformats.org/officeDocument/2006/relationships/customXml" Target="../ink/ink531.xml"/><Relationship Id="rId2" Type="http://schemas.openxmlformats.org/officeDocument/2006/relationships/image" Target="../media/image240.png"/><Relationship Id="rId29" Type="http://schemas.openxmlformats.org/officeDocument/2006/relationships/customXml" Target="../ink/ink441.xml"/><Relationship Id="rId255" Type="http://schemas.openxmlformats.org/officeDocument/2006/relationships/customXml" Target="../ink/ink542.xml"/><Relationship Id="rId276" Type="http://schemas.openxmlformats.org/officeDocument/2006/relationships/image" Target="../media/image9110.png"/><Relationship Id="rId40" Type="http://schemas.openxmlformats.org/officeDocument/2006/relationships/image" Target="../media/image2112.png"/><Relationship Id="rId115" Type="http://schemas.openxmlformats.org/officeDocument/2006/relationships/customXml" Target="../ink/ink482.xml"/><Relationship Id="rId136" Type="http://schemas.openxmlformats.org/officeDocument/2006/relationships/image" Target="../media/image2592.png"/><Relationship Id="rId157" Type="http://schemas.openxmlformats.org/officeDocument/2006/relationships/customXml" Target="../ink/ink503.xml"/><Relationship Id="rId178" Type="http://schemas.openxmlformats.org/officeDocument/2006/relationships/image" Target="../media/image2802.png"/><Relationship Id="rId61" Type="http://schemas.openxmlformats.org/officeDocument/2006/relationships/customXml" Target="../ink/ink455.xml"/><Relationship Id="rId82" Type="http://schemas.openxmlformats.org/officeDocument/2006/relationships/image" Target="../media/image2322.png"/><Relationship Id="rId199" Type="http://schemas.openxmlformats.org/officeDocument/2006/relationships/customXml" Target="../ink/ink524.xml"/><Relationship Id="rId203" Type="http://schemas.openxmlformats.org/officeDocument/2006/relationships/customXml" Target="../ink/ink526.xml"/><Relationship Id="rId19" Type="http://schemas.openxmlformats.org/officeDocument/2006/relationships/customXml" Target="../ink/ink436.xml"/><Relationship Id="rId245" Type="http://schemas.openxmlformats.org/officeDocument/2006/relationships/customXml" Target="../ink/ink537.xml"/><Relationship Id="rId266" Type="http://schemas.openxmlformats.org/officeDocument/2006/relationships/image" Target="../media/image860.png"/><Relationship Id="rId30" Type="http://schemas.openxmlformats.org/officeDocument/2006/relationships/image" Target="../media/image2062.png"/><Relationship Id="rId105" Type="http://schemas.openxmlformats.org/officeDocument/2006/relationships/customXml" Target="../ink/ink477.xml"/><Relationship Id="rId126" Type="http://schemas.openxmlformats.org/officeDocument/2006/relationships/image" Target="../media/image2542.png"/><Relationship Id="rId147" Type="http://schemas.openxmlformats.org/officeDocument/2006/relationships/customXml" Target="../ink/ink498.xml"/><Relationship Id="rId168" Type="http://schemas.openxmlformats.org/officeDocument/2006/relationships/image" Target="../media/image2750.png"/><Relationship Id="rId72" Type="http://schemas.openxmlformats.org/officeDocument/2006/relationships/image" Target="../media/image2272.png"/><Relationship Id="rId93" Type="http://schemas.openxmlformats.org/officeDocument/2006/relationships/customXml" Target="../ink/ink471.xml"/><Relationship Id="rId189" Type="http://schemas.openxmlformats.org/officeDocument/2006/relationships/customXml" Target="../ink/ink519.xml"/><Relationship Id="rId3" Type="http://schemas.openxmlformats.org/officeDocument/2006/relationships/customXml" Target="../ink/ink428.xml"/><Relationship Id="rId214" Type="http://schemas.openxmlformats.org/officeDocument/2006/relationships/image" Target="../media/image2982.png"/><Relationship Id="rId256" Type="http://schemas.openxmlformats.org/officeDocument/2006/relationships/image" Target="../media/image3192.png"/><Relationship Id="rId277" Type="http://schemas.openxmlformats.org/officeDocument/2006/relationships/customXml" Target="../ink/ink553.xml"/><Relationship Id="rId116" Type="http://schemas.openxmlformats.org/officeDocument/2006/relationships/image" Target="../media/image2492.png"/><Relationship Id="rId137" Type="http://schemas.openxmlformats.org/officeDocument/2006/relationships/customXml" Target="../ink/ink493.xml"/><Relationship Id="rId158" Type="http://schemas.openxmlformats.org/officeDocument/2006/relationships/image" Target="../media/image2702.png"/><Relationship Id="rId20" Type="http://schemas.openxmlformats.org/officeDocument/2006/relationships/image" Target="../media/image2012.png"/><Relationship Id="rId41" Type="http://schemas.openxmlformats.org/officeDocument/2006/relationships/customXml" Target="../ink/ink447.xml"/><Relationship Id="rId62" Type="http://schemas.openxmlformats.org/officeDocument/2006/relationships/image" Target="../media/image2222.png"/><Relationship Id="rId83" Type="http://schemas.openxmlformats.org/officeDocument/2006/relationships/customXml" Target="../ink/ink466.xml"/><Relationship Id="rId179" Type="http://schemas.openxmlformats.org/officeDocument/2006/relationships/customXml" Target="../ink/ink514.xml"/><Relationship Id="rId190" Type="http://schemas.openxmlformats.org/officeDocument/2006/relationships/image" Target="../media/image2860.png"/><Relationship Id="rId204" Type="http://schemas.openxmlformats.org/officeDocument/2006/relationships/image" Target="../media/image2930.png"/><Relationship Id="rId246" Type="http://schemas.openxmlformats.org/officeDocument/2006/relationships/image" Target="../media/image3142.png"/><Relationship Id="rId267" Type="http://schemas.openxmlformats.org/officeDocument/2006/relationships/customXml" Target="../ink/ink548.xml"/><Relationship Id="rId106" Type="http://schemas.openxmlformats.org/officeDocument/2006/relationships/image" Target="../media/image2442.png"/><Relationship Id="rId127" Type="http://schemas.openxmlformats.org/officeDocument/2006/relationships/customXml" Target="../ink/ink488.xml"/><Relationship Id="rId10" Type="http://schemas.openxmlformats.org/officeDocument/2006/relationships/image" Target="../media/image1962.png"/><Relationship Id="rId31" Type="http://schemas.openxmlformats.org/officeDocument/2006/relationships/customXml" Target="../ink/ink442.xml"/><Relationship Id="rId52" Type="http://schemas.openxmlformats.org/officeDocument/2006/relationships/image" Target="../media/image2172.png"/><Relationship Id="rId73" Type="http://schemas.openxmlformats.org/officeDocument/2006/relationships/customXml" Target="../ink/ink461.xml"/><Relationship Id="rId94" Type="http://schemas.openxmlformats.org/officeDocument/2006/relationships/image" Target="../media/image2382.png"/><Relationship Id="rId148" Type="http://schemas.openxmlformats.org/officeDocument/2006/relationships/image" Target="../media/image2652.png"/><Relationship Id="rId169" Type="http://schemas.openxmlformats.org/officeDocument/2006/relationships/customXml" Target="../ink/ink509.xml"/><Relationship Id="rId4" Type="http://schemas.openxmlformats.org/officeDocument/2006/relationships/image" Target="../media/image1932.png"/><Relationship Id="rId180" Type="http://schemas.openxmlformats.org/officeDocument/2006/relationships/image" Target="../media/image2810.png"/><Relationship Id="rId215" Type="http://schemas.openxmlformats.org/officeDocument/2006/relationships/customXml" Target="../ink/ink532.xml"/><Relationship Id="rId257" Type="http://schemas.openxmlformats.org/officeDocument/2006/relationships/customXml" Target="../ink/ink543.xml"/><Relationship Id="rId278" Type="http://schemas.openxmlformats.org/officeDocument/2006/relationships/image" Target="../media/image9210.png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13.xml"/><Relationship Id="rId21" Type="http://schemas.openxmlformats.org/officeDocument/2006/relationships/customXml" Target="../ink/ink565.xml"/><Relationship Id="rId42" Type="http://schemas.openxmlformats.org/officeDocument/2006/relationships/image" Target="../media/image3410.png"/><Relationship Id="rId63" Type="http://schemas.openxmlformats.org/officeDocument/2006/relationships/customXml" Target="../ink/ink586.xml"/><Relationship Id="rId84" Type="http://schemas.openxmlformats.org/officeDocument/2006/relationships/image" Target="../media/image3622.png"/><Relationship Id="rId138" Type="http://schemas.openxmlformats.org/officeDocument/2006/relationships/image" Target="../media/image3891.png"/><Relationship Id="rId159" Type="http://schemas.openxmlformats.org/officeDocument/2006/relationships/customXml" Target="../ink/ink634.xml"/><Relationship Id="rId170" Type="http://schemas.openxmlformats.org/officeDocument/2006/relationships/image" Target="../media/image4050.png"/><Relationship Id="rId191" Type="http://schemas.openxmlformats.org/officeDocument/2006/relationships/customXml" Target="../ink/ink650.xml"/><Relationship Id="rId205" Type="http://schemas.openxmlformats.org/officeDocument/2006/relationships/customXml" Target="../ink/ink657.xml"/><Relationship Id="rId226" Type="http://schemas.openxmlformats.org/officeDocument/2006/relationships/image" Target="../media/image4331.png"/><Relationship Id="rId107" Type="http://schemas.openxmlformats.org/officeDocument/2006/relationships/customXml" Target="../ink/ink608.xml"/><Relationship Id="rId11" Type="http://schemas.openxmlformats.org/officeDocument/2006/relationships/customXml" Target="../ink/ink560.xml"/><Relationship Id="rId32" Type="http://schemas.openxmlformats.org/officeDocument/2006/relationships/image" Target="../media/image3362.png"/><Relationship Id="rId53" Type="http://schemas.openxmlformats.org/officeDocument/2006/relationships/customXml" Target="../ink/ink581.xml"/><Relationship Id="rId74" Type="http://schemas.openxmlformats.org/officeDocument/2006/relationships/image" Target="../media/image3572.png"/><Relationship Id="rId128" Type="http://schemas.openxmlformats.org/officeDocument/2006/relationships/image" Target="../media/image3841.png"/><Relationship Id="rId149" Type="http://schemas.openxmlformats.org/officeDocument/2006/relationships/customXml" Target="../ink/ink629.xml"/><Relationship Id="rId5" Type="http://schemas.openxmlformats.org/officeDocument/2006/relationships/customXml" Target="../ink/ink557.xml"/><Relationship Id="rId95" Type="http://schemas.openxmlformats.org/officeDocument/2006/relationships/customXml" Target="../ink/ink602.xml"/><Relationship Id="rId160" Type="http://schemas.openxmlformats.org/officeDocument/2006/relationships/image" Target="../media/image4000.png"/><Relationship Id="rId181" Type="http://schemas.openxmlformats.org/officeDocument/2006/relationships/customXml" Target="../ink/ink645.xml"/><Relationship Id="rId216" Type="http://schemas.openxmlformats.org/officeDocument/2006/relationships/image" Target="../media/image4281.png"/><Relationship Id="rId22" Type="http://schemas.openxmlformats.org/officeDocument/2006/relationships/image" Target="../media/image3310.png"/><Relationship Id="rId43" Type="http://schemas.openxmlformats.org/officeDocument/2006/relationships/customXml" Target="../ink/ink576.xml"/><Relationship Id="rId64" Type="http://schemas.openxmlformats.org/officeDocument/2006/relationships/image" Target="../media/image3522.png"/><Relationship Id="rId118" Type="http://schemas.openxmlformats.org/officeDocument/2006/relationships/image" Target="../media/image3791.png"/><Relationship Id="rId139" Type="http://schemas.openxmlformats.org/officeDocument/2006/relationships/customXml" Target="../ink/ink624.xml"/><Relationship Id="rId85" Type="http://schemas.openxmlformats.org/officeDocument/2006/relationships/customXml" Target="../ink/ink597.xml"/><Relationship Id="rId150" Type="http://schemas.openxmlformats.org/officeDocument/2006/relationships/image" Target="../media/image3950.png"/><Relationship Id="rId171" Type="http://schemas.openxmlformats.org/officeDocument/2006/relationships/customXml" Target="../ink/ink640.xml"/><Relationship Id="rId192" Type="http://schemas.openxmlformats.org/officeDocument/2006/relationships/image" Target="../media/image4161.png"/><Relationship Id="rId206" Type="http://schemas.openxmlformats.org/officeDocument/2006/relationships/image" Target="../media/image4231.png"/><Relationship Id="rId227" Type="http://schemas.openxmlformats.org/officeDocument/2006/relationships/customXml" Target="../ink/ink668.xml"/><Relationship Id="rId12" Type="http://schemas.openxmlformats.org/officeDocument/2006/relationships/image" Target="../media/image3262.png"/><Relationship Id="rId33" Type="http://schemas.openxmlformats.org/officeDocument/2006/relationships/customXml" Target="../ink/ink571.xml"/><Relationship Id="rId108" Type="http://schemas.openxmlformats.org/officeDocument/2006/relationships/image" Target="../media/image3742.png"/><Relationship Id="rId129" Type="http://schemas.openxmlformats.org/officeDocument/2006/relationships/customXml" Target="../ink/ink619.xml"/><Relationship Id="rId54" Type="http://schemas.openxmlformats.org/officeDocument/2006/relationships/image" Target="../media/image3472.png"/><Relationship Id="rId75" Type="http://schemas.openxmlformats.org/officeDocument/2006/relationships/customXml" Target="../ink/ink592.xml"/><Relationship Id="rId96" Type="http://schemas.openxmlformats.org/officeDocument/2006/relationships/image" Target="../media/image3682.png"/><Relationship Id="rId140" Type="http://schemas.openxmlformats.org/officeDocument/2006/relationships/image" Target="../media/image3901.png"/><Relationship Id="rId161" Type="http://schemas.openxmlformats.org/officeDocument/2006/relationships/customXml" Target="../ink/ink635.xml"/><Relationship Id="rId182" Type="http://schemas.openxmlformats.org/officeDocument/2006/relationships/image" Target="../media/image4110.png"/><Relationship Id="rId217" Type="http://schemas.openxmlformats.org/officeDocument/2006/relationships/customXml" Target="../ink/ink663.xml"/><Relationship Id="rId6" Type="http://schemas.openxmlformats.org/officeDocument/2006/relationships/image" Target="../media/image3232.png"/><Relationship Id="rId23" Type="http://schemas.openxmlformats.org/officeDocument/2006/relationships/customXml" Target="../ink/ink566.xml"/><Relationship Id="rId119" Type="http://schemas.openxmlformats.org/officeDocument/2006/relationships/customXml" Target="../ink/ink614.xml"/><Relationship Id="rId44" Type="http://schemas.openxmlformats.org/officeDocument/2006/relationships/image" Target="../media/image3422.png"/><Relationship Id="rId65" Type="http://schemas.openxmlformats.org/officeDocument/2006/relationships/customXml" Target="../ink/ink587.xml"/><Relationship Id="rId86" Type="http://schemas.openxmlformats.org/officeDocument/2006/relationships/image" Target="../media/image3632.png"/><Relationship Id="rId130" Type="http://schemas.openxmlformats.org/officeDocument/2006/relationships/image" Target="../media/image3851.png"/><Relationship Id="rId151" Type="http://schemas.openxmlformats.org/officeDocument/2006/relationships/customXml" Target="../ink/ink630.xml"/><Relationship Id="rId172" Type="http://schemas.openxmlformats.org/officeDocument/2006/relationships/image" Target="../media/image4060.png"/><Relationship Id="rId193" Type="http://schemas.openxmlformats.org/officeDocument/2006/relationships/customXml" Target="../ink/ink651.xml"/><Relationship Id="rId207" Type="http://schemas.openxmlformats.org/officeDocument/2006/relationships/customXml" Target="../ink/ink658.xml"/><Relationship Id="rId228" Type="http://schemas.openxmlformats.org/officeDocument/2006/relationships/image" Target="../media/image4341.png"/><Relationship Id="rId13" Type="http://schemas.openxmlformats.org/officeDocument/2006/relationships/customXml" Target="../ink/ink561.xml"/><Relationship Id="rId109" Type="http://schemas.openxmlformats.org/officeDocument/2006/relationships/customXml" Target="../ink/ink609.xml"/><Relationship Id="rId34" Type="http://schemas.openxmlformats.org/officeDocument/2006/relationships/image" Target="../media/image3372.png"/><Relationship Id="rId55" Type="http://schemas.openxmlformats.org/officeDocument/2006/relationships/customXml" Target="../ink/ink582.xml"/><Relationship Id="rId76" Type="http://schemas.openxmlformats.org/officeDocument/2006/relationships/image" Target="../media/image3582.png"/><Relationship Id="rId97" Type="http://schemas.openxmlformats.org/officeDocument/2006/relationships/customXml" Target="../ink/ink603.xml"/><Relationship Id="rId120" Type="http://schemas.openxmlformats.org/officeDocument/2006/relationships/image" Target="../media/image3801.png"/><Relationship Id="rId141" Type="http://schemas.openxmlformats.org/officeDocument/2006/relationships/customXml" Target="../ink/ink625.xml"/><Relationship Id="rId7" Type="http://schemas.openxmlformats.org/officeDocument/2006/relationships/customXml" Target="../ink/ink558.xml"/><Relationship Id="rId162" Type="http://schemas.openxmlformats.org/officeDocument/2006/relationships/image" Target="../media/image4010.png"/><Relationship Id="rId183" Type="http://schemas.openxmlformats.org/officeDocument/2006/relationships/customXml" Target="../ink/ink646.xml"/><Relationship Id="rId218" Type="http://schemas.openxmlformats.org/officeDocument/2006/relationships/image" Target="../media/image4291.png"/><Relationship Id="rId24" Type="http://schemas.openxmlformats.org/officeDocument/2006/relationships/image" Target="../media/image3322.png"/><Relationship Id="rId45" Type="http://schemas.openxmlformats.org/officeDocument/2006/relationships/customXml" Target="../ink/ink577.xml"/><Relationship Id="rId66" Type="http://schemas.openxmlformats.org/officeDocument/2006/relationships/image" Target="../media/image3532.png"/><Relationship Id="rId87" Type="http://schemas.openxmlformats.org/officeDocument/2006/relationships/customXml" Target="../ink/ink598.xml"/><Relationship Id="rId110" Type="http://schemas.openxmlformats.org/officeDocument/2006/relationships/image" Target="../media/image3752.png"/><Relationship Id="rId131" Type="http://schemas.openxmlformats.org/officeDocument/2006/relationships/customXml" Target="../ink/ink620.xml"/><Relationship Id="rId152" Type="http://schemas.openxmlformats.org/officeDocument/2006/relationships/image" Target="../media/image3960.png"/><Relationship Id="rId173" Type="http://schemas.openxmlformats.org/officeDocument/2006/relationships/customXml" Target="../ink/ink641.xml"/><Relationship Id="rId194" Type="http://schemas.openxmlformats.org/officeDocument/2006/relationships/image" Target="../media/image4171.png"/><Relationship Id="rId208" Type="http://schemas.openxmlformats.org/officeDocument/2006/relationships/image" Target="../media/image4241.png"/><Relationship Id="rId229" Type="http://schemas.openxmlformats.org/officeDocument/2006/relationships/customXml" Target="../ink/ink669.xml"/><Relationship Id="rId14" Type="http://schemas.openxmlformats.org/officeDocument/2006/relationships/image" Target="../media/image3272.png"/><Relationship Id="rId35" Type="http://schemas.openxmlformats.org/officeDocument/2006/relationships/customXml" Target="../ink/ink572.xml"/><Relationship Id="rId56" Type="http://schemas.openxmlformats.org/officeDocument/2006/relationships/image" Target="../media/image3482.png"/><Relationship Id="rId77" Type="http://schemas.openxmlformats.org/officeDocument/2006/relationships/customXml" Target="../ink/ink593.xml"/><Relationship Id="rId100" Type="http://schemas.openxmlformats.org/officeDocument/2006/relationships/image" Target="../media/image3702.png"/><Relationship Id="rId8" Type="http://schemas.openxmlformats.org/officeDocument/2006/relationships/image" Target="../media/image3242.png"/><Relationship Id="rId98" Type="http://schemas.openxmlformats.org/officeDocument/2006/relationships/image" Target="../media/image3692.png"/><Relationship Id="rId121" Type="http://schemas.openxmlformats.org/officeDocument/2006/relationships/customXml" Target="../ink/ink615.xml"/><Relationship Id="rId142" Type="http://schemas.openxmlformats.org/officeDocument/2006/relationships/image" Target="../media/image3910.png"/><Relationship Id="rId163" Type="http://schemas.openxmlformats.org/officeDocument/2006/relationships/customXml" Target="../ink/ink636.xml"/><Relationship Id="rId184" Type="http://schemas.openxmlformats.org/officeDocument/2006/relationships/image" Target="../media/image4121.png"/><Relationship Id="rId219" Type="http://schemas.openxmlformats.org/officeDocument/2006/relationships/customXml" Target="../ink/ink664.xml"/><Relationship Id="rId230" Type="http://schemas.openxmlformats.org/officeDocument/2006/relationships/image" Target="../media/image4351.png"/><Relationship Id="rId25" Type="http://schemas.openxmlformats.org/officeDocument/2006/relationships/customXml" Target="../ink/ink567.xml"/><Relationship Id="rId46" Type="http://schemas.openxmlformats.org/officeDocument/2006/relationships/image" Target="../media/image3432.png"/><Relationship Id="rId67" Type="http://schemas.openxmlformats.org/officeDocument/2006/relationships/customXml" Target="../ink/ink588.xml"/><Relationship Id="rId20" Type="http://schemas.openxmlformats.org/officeDocument/2006/relationships/image" Target="../media/image3302.png"/><Relationship Id="rId41" Type="http://schemas.openxmlformats.org/officeDocument/2006/relationships/customXml" Target="../ink/ink575.xml"/><Relationship Id="rId62" Type="http://schemas.openxmlformats.org/officeDocument/2006/relationships/image" Target="../media/image3510.png"/><Relationship Id="rId83" Type="http://schemas.openxmlformats.org/officeDocument/2006/relationships/customXml" Target="../ink/ink596.xml"/><Relationship Id="rId88" Type="http://schemas.openxmlformats.org/officeDocument/2006/relationships/image" Target="../media/image3642.png"/><Relationship Id="rId111" Type="http://schemas.openxmlformats.org/officeDocument/2006/relationships/customXml" Target="../ink/ink610.xml"/><Relationship Id="rId132" Type="http://schemas.openxmlformats.org/officeDocument/2006/relationships/image" Target="../media/image3861.png"/><Relationship Id="rId153" Type="http://schemas.openxmlformats.org/officeDocument/2006/relationships/customXml" Target="../ink/ink631.xml"/><Relationship Id="rId174" Type="http://schemas.openxmlformats.org/officeDocument/2006/relationships/image" Target="../media/image4070.png"/><Relationship Id="rId179" Type="http://schemas.openxmlformats.org/officeDocument/2006/relationships/customXml" Target="../ink/ink644.xml"/><Relationship Id="rId195" Type="http://schemas.openxmlformats.org/officeDocument/2006/relationships/customXml" Target="../ink/ink652.xml"/><Relationship Id="rId209" Type="http://schemas.openxmlformats.org/officeDocument/2006/relationships/customXml" Target="../ink/ink659.xml"/><Relationship Id="rId190" Type="http://schemas.openxmlformats.org/officeDocument/2006/relationships/image" Target="../media/image4151.png"/><Relationship Id="rId204" Type="http://schemas.openxmlformats.org/officeDocument/2006/relationships/image" Target="../media/image4221.png"/><Relationship Id="rId220" Type="http://schemas.openxmlformats.org/officeDocument/2006/relationships/image" Target="../media/image4301.png"/><Relationship Id="rId225" Type="http://schemas.openxmlformats.org/officeDocument/2006/relationships/customXml" Target="../ink/ink667.xml"/><Relationship Id="rId15" Type="http://schemas.openxmlformats.org/officeDocument/2006/relationships/customXml" Target="../ink/ink562.xml"/><Relationship Id="rId36" Type="http://schemas.openxmlformats.org/officeDocument/2006/relationships/image" Target="../media/image3382.png"/><Relationship Id="rId57" Type="http://schemas.openxmlformats.org/officeDocument/2006/relationships/customXml" Target="../ink/ink583.xml"/><Relationship Id="rId106" Type="http://schemas.openxmlformats.org/officeDocument/2006/relationships/image" Target="../media/image3732.png"/><Relationship Id="rId127" Type="http://schemas.openxmlformats.org/officeDocument/2006/relationships/customXml" Target="../ink/ink618.xml"/><Relationship Id="rId10" Type="http://schemas.openxmlformats.org/officeDocument/2006/relationships/image" Target="../media/image3252.png"/><Relationship Id="rId31" Type="http://schemas.openxmlformats.org/officeDocument/2006/relationships/customXml" Target="../ink/ink570.xml"/><Relationship Id="rId52" Type="http://schemas.openxmlformats.org/officeDocument/2006/relationships/image" Target="../media/image3462.png"/><Relationship Id="rId73" Type="http://schemas.openxmlformats.org/officeDocument/2006/relationships/customXml" Target="../ink/ink591.xml"/><Relationship Id="rId78" Type="http://schemas.openxmlformats.org/officeDocument/2006/relationships/image" Target="../media/image3592.png"/><Relationship Id="rId94" Type="http://schemas.openxmlformats.org/officeDocument/2006/relationships/image" Target="../media/image3672.png"/><Relationship Id="rId99" Type="http://schemas.openxmlformats.org/officeDocument/2006/relationships/customXml" Target="../ink/ink604.xml"/><Relationship Id="rId101" Type="http://schemas.openxmlformats.org/officeDocument/2006/relationships/customXml" Target="../ink/ink605.xml"/><Relationship Id="rId122" Type="http://schemas.openxmlformats.org/officeDocument/2006/relationships/image" Target="../media/image3812.png"/><Relationship Id="rId143" Type="http://schemas.openxmlformats.org/officeDocument/2006/relationships/customXml" Target="../ink/ink626.xml"/><Relationship Id="rId148" Type="http://schemas.openxmlformats.org/officeDocument/2006/relationships/image" Target="../media/image3941.png"/><Relationship Id="rId164" Type="http://schemas.openxmlformats.org/officeDocument/2006/relationships/image" Target="../media/image4020.png"/><Relationship Id="rId169" Type="http://schemas.openxmlformats.org/officeDocument/2006/relationships/customXml" Target="../ink/ink639.xml"/><Relationship Id="rId185" Type="http://schemas.openxmlformats.org/officeDocument/2006/relationships/customXml" Target="../ink/ink647.xml"/><Relationship Id="rId4" Type="http://schemas.openxmlformats.org/officeDocument/2006/relationships/image" Target="../media/image3222.png"/><Relationship Id="rId9" Type="http://schemas.openxmlformats.org/officeDocument/2006/relationships/customXml" Target="../ink/ink559.xml"/><Relationship Id="rId180" Type="http://schemas.openxmlformats.org/officeDocument/2006/relationships/image" Target="../media/image4101.png"/><Relationship Id="rId210" Type="http://schemas.openxmlformats.org/officeDocument/2006/relationships/image" Target="../media/image4251.png"/><Relationship Id="rId215" Type="http://schemas.openxmlformats.org/officeDocument/2006/relationships/customXml" Target="../ink/ink662.xml"/><Relationship Id="rId26" Type="http://schemas.openxmlformats.org/officeDocument/2006/relationships/image" Target="../media/image3332.png"/><Relationship Id="rId231" Type="http://schemas.openxmlformats.org/officeDocument/2006/relationships/customXml" Target="../ink/ink670.xml"/><Relationship Id="rId47" Type="http://schemas.openxmlformats.org/officeDocument/2006/relationships/customXml" Target="../ink/ink578.xml"/><Relationship Id="rId68" Type="http://schemas.openxmlformats.org/officeDocument/2006/relationships/image" Target="../media/image3542.png"/><Relationship Id="rId89" Type="http://schemas.openxmlformats.org/officeDocument/2006/relationships/customXml" Target="../ink/ink599.xml"/><Relationship Id="rId112" Type="http://schemas.openxmlformats.org/officeDocument/2006/relationships/image" Target="../media/image3762.png"/><Relationship Id="rId133" Type="http://schemas.openxmlformats.org/officeDocument/2006/relationships/customXml" Target="../ink/ink621.xml"/><Relationship Id="rId154" Type="http://schemas.openxmlformats.org/officeDocument/2006/relationships/image" Target="../media/image3970.png"/><Relationship Id="rId175" Type="http://schemas.openxmlformats.org/officeDocument/2006/relationships/customXml" Target="../ink/ink642.xml"/><Relationship Id="rId196" Type="http://schemas.openxmlformats.org/officeDocument/2006/relationships/image" Target="../media/image4181.png"/><Relationship Id="rId200" Type="http://schemas.openxmlformats.org/officeDocument/2006/relationships/image" Target="../media/image4201.png"/><Relationship Id="rId16" Type="http://schemas.openxmlformats.org/officeDocument/2006/relationships/image" Target="../media/image3282.png"/><Relationship Id="rId221" Type="http://schemas.openxmlformats.org/officeDocument/2006/relationships/customXml" Target="../ink/ink665.xml"/><Relationship Id="rId37" Type="http://schemas.openxmlformats.org/officeDocument/2006/relationships/customXml" Target="../ink/ink573.xml"/><Relationship Id="rId58" Type="http://schemas.openxmlformats.org/officeDocument/2006/relationships/image" Target="../media/image3492.png"/><Relationship Id="rId79" Type="http://schemas.openxmlformats.org/officeDocument/2006/relationships/customXml" Target="../ink/ink594.xml"/><Relationship Id="rId102" Type="http://schemas.openxmlformats.org/officeDocument/2006/relationships/image" Target="../media/image3710.png"/><Relationship Id="rId123" Type="http://schemas.openxmlformats.org/officeDocument/2006/relationships/customXml" Target="../ink/ink616.xml"/><Relationship Id="rId144" Type="http://schemas.openxmlformats.org/officeDocument/2006/relationships/image" Target="../media/image3921.png"/><Relationship Id="rId90" Type="http://schemas.openxmlformats.org/officeDocument/2006/relationships/image" Target="../media/image3652.png"/><Relationship Id="rId165" Type="http://schemas.openxmlformats.org/officeDocument/2006/relationships/customXml" Target="../ink/ink637.xml"/><Relationship Id="rId186" Type="http://schemas.openxmlformats.org/officeDocument/2006/relationships/image" Target="../media/image4131.png"/><Relationship Id="rId211" Type="http://schemas.openxmlformats.org/officeDocument/2006/relationships/customXml" Target="../ink/ink660.xml"/><Relationship Id="rId232" Type="http://schemas.openxmlformats.org/officeDocument/2006/relationships/image" Target="../media/image4361.png"/><Relationship Id="rId27" Type="http://schemas.openxmlformats.org/officeDocument/2006/relationships/customXml" Target="../ink/ink568.xml"/><Relationship Id="rId48" Type="http://schemas.openxmlformats.org/officeDocument/2006/relationships/image" Target="../media/image3442.png"/><Relationship Id="rId69" Type="http://schemas.openxmlformats.org/officeDocument/2006/relationships/customXml" Target="../ink/ink589.xml"/><Relationship Id="rId113" Type="http://schemas.openxmlformats.org/officeDocument/2006/relationships/customXml" Target="../ink/ink611.xml"/><Relationship Id="rId134" Type="http://schemas.openxmlformats.org/officeDocument/2006/relationships/image" Target="../media/image3871.png"/><Relationship Id="rId80" Type="http://schemas.openxmlformats.org/officeDocument/2006/relationships/image" Target="../media/image3602.png"/><Relationship Id="rId155" Type="http://schemas.openxmlformats.org/officeDocument/2006/relationships/customXml" Target="../ink/ink632.xml"/><Relationship Id="rId176" Type="http://schemas.openxmlformats.org/officeDocument/2006/relationships/image" Target="../media/image4080.png"/><Relationship Id="rId197" Type="http://schemas.openxmlformats.org/officeDocument/2006/relationships/customXml" Target="../ink/ink653.xml"/><Relationship Id="rId201" Type="http://schemas.openxmlformats.org/officeDocument/2006/relationships/customXml" Target="../ink/ink655.xml"/><Relationship Id="rId222" Type="http://schemas.openxmlformats.org/officeDocument/2006/relationships/image" Target="../media/image4310.png"/><Relationship Id="rId17" Type="http://schemas.openxmlformats.org/officeDocument/2006/relationships/customXml" Target="../ink/ink563.xml"/><Relationship Id="rId38" Type="http://schemas.openxmlformats.org/officeDocument/2006/relationships/image" Target="../media/image3392.png"/><Relationship Id="rId59" Type="http://schemas.openxmlformats.org/officeDocument/2006/relationships/customXml" Target="../ink/ink584.xml"/><Relationship Id="rId103" Type="http://schemas.openxmlformats.org/officeDocument/2006/relationships/customXml" Target="../ink/ink606.xml"/><Relationship Id="rId124" Type="http://schemas.openxmlformats.org/officeDocument/2006/relationships/image" Target="../media/image3821.png"/><Relationship Id="rId70" Type="http://schemas.openxmlformats.org/officeDocument/2006/relationships/image" Target="../media/image3552.png"/><Relationship Id="rId91" Type="http://schemas.openxmlformats.org/officeDocument/2006/relationships/customXml" Target="../ink/ink600.xml"/><Relationship Id="rId145" Type="http://schemas.openxmlformats.org/officeDocument/2006/relationships/customXml" Target="../ink/ink627.xml"/><Relationship Id="rId166" Type="http://schemas.openxmlformats.org/officeDocument/2006/relationships/image" Target="../media/image4030.png"/><Relationship Id="rId187" Type="http://schemas.openxmlformats.org/officeDocument/2006/relationships/customXml" Target="../ink/ink648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4261.png"/><Relationship Id="rId233" Type="http://schemas.openxmlformats.org/officeDocument/2006/relationships/customXml" Target="../ink/ink671.xml"/><Relationship Id="rId28" Type="http://schemas.openxmlformats.org/officeDocument/2006/relationships/image" Target="../media/image3342.png"/><Relationship Id="rId49" Type="http://schemas.openxmlformats.org/officeDocument/2006/relationships/customXml" Target="../ink/ink579.xml"/><Relationship Id="rId114" Type="http://schemas.openxmlformats.org/officeDocument/2006/relationships/image" Target="../media/image3772.png"/><Relationship Id="rId60" Type="http://schemas.openxmlformats.org/officeDocument/2006/relationships/image" Target="../media/image3502.png"/><Relationship Id="rId81" Type="http://schemas.openxmlformats.org/officeDocument/2006/relationships/customXml" Target="../ink/ink595.xml"/><Relationship Id="rId135" Type="http://schemas.openxmlformats.org/officeDocument/2006/relationships/customXml" Target="../ink/ink622.xml"/><Relationship Id="rId156" Type="http://schemas.openxmlformats.org/officeDocument/2006/relationships/image" Target="../media/image3980.png"/><Relationship Id="rId177" Type="http://schemas.openxmlformats.org/officeDocument/2006/relationships/customXml" Target="../ink/ink643.xml"/><Relationship Id="rId198" Type="http://schemas.openxmlformats.org/officeDocument/2006/relationships/image" Target="../media/image4191.png"/><Relationship Id="rId202" Type="http://schemas.openxmlformats.org/officeDocument/2006/relationships/image" Target="../media/image4210.png"/><Relationship Id="rId223" Type="http://schemas.openxmlformats.org/officeDocument/2006/relationships/customXml" Target="../ink/ink666.xml"/><Relationship Id="rId18" Type="http://schemas.openxmlformats.org/officeDocument/2006/relationships/image" Target="../media/image3292.png"/><Relationship Id="rId39" Type="http://schemas.openxmlformats.org/officeDocument/2006/relationships/customXml" Target="../ink/ink574.xml"/><Relationship Id="rId50" Type="http://schemas.openxmlformats.org/officeDocument/2006/relationships/image" Target="../media/image3452.png"/><Relationship Id="rId104" Type="http://schemas.openxmlformats.org/officeDocument/2006/relationships/image" Target="../media/image3722.png"/><Relationship Id="rId125" Type="http://schemas.openxmlformats.org/officeDocument/2006/relationships/customXml" Target="../ink/ink617.xml"/><Relationship Id="rId146" Type="http://schemas.openxmlformats.org/officeDocument/2006/relationships/image" Target="../media/image3931.png"/><Relationship Id="rId167" Type="http://schemas.openxmlformats.org/officeDocument/2006/relationships/customXml" Target="../ink/ink638.xml"/><Relationship Id="rId188" Type="http://schemas.openxmlformats.org/officeDocument/2006/relationships/image" Target="../media/image4141.png"/><Relationship Id="rId71" Type="http://schemas.openxmlformats.org/officeDocument/2006/relationships/customXml" Target="../ink/ink590.xml"/><Relationship Id="rId92" Type="http://schemas.openxmlformats.org/officeDocument/2006/relationships/image" Target="../media/image3662.png"/><Relationship Id="rId213" Type="http://schemas.openxmlformats.org/officeDocument/2006/relationships/customXml" Target="../ink/ink661.xml"/><Relationship Id="rId234" Type="http://schemas.openxmlformats.org/officeDocument/2006/relationships/image" Target="../media/image4371.png"/><Relationship Id="rId2" Type="http://schemas.openxmlformats.org/officeDocument/2006/relationships/image" Target="../media/image445.png"/><Relationship Id="rId29" Type="http://schemas.openxmlformats.org/officeDocument/2006/relationships/customXml" Target="../ink/ink569.xml"/><Relationship Id="rId40" Type="http://schemas.openxmlformats.org/officeDocument/2006/relationships/image" Target="../media/image3402.png"/><Relationship Id="rId115" Type="http://schemas.openxmlformats.org/officeDocument/2006/relationships/customXml" Target="../ink/ink612.xml"/><Relationship Id="rId136" Type="http://schemas.openxmlformats.org/officeDocument/2006/relationships/image" Target="../media/image3881.png"/><Relationship Id="rId157" Type="http://schemas.openxmlformats.org/officeDocument/2006/relationships/customXml" Target="../ink/ink633.xml"/><Relationship Id="rId178" Type="http://schemas.openxmlformats.org/officeDocument/2006/relationships/image" Target="../media/image4091.png"/><Relationship Id="rId61" Type="http://schemas.openxmlformats.org/officeDocument/2006/relationships/customXml" Target="../ink/ink585.xml"/><Relationship Id="rId82" Type="http://schemas.openxmlformats.org/officeDocument/2006/relationships/image" Target="../media/image3613.png"/><Relationship Id="rId199" Type="http://schemas.openxmlformats.org/officeDocument/2006/relationships/customXml" Target="../ink/ink654.xml"/><Relationship Id="rId203" Type="http://schemas.openxmlformats.org/officeDocument/2006/relationships/customXml" Target="../ink/ink656.xml"/><Relationship Id="rId19" Type="http://schemas.openxmlformats.org/officeDocument/2006/relationships/customXml" Target="../ink/ink564.xml"/><Relationship Id="rId224" Type="http://schemas.openxmlformats.org/officeDocument/2006/relationships/image" Target="../media/image4321.png"/><Relationship Id="rId30" Type="http://schemas.openxmlformats.org/officeDocument/2006/relationships/image" Target="../media/image3352.png"/><Relationship Id="rId105" Type="http://schemas.openxmlformats.org/officeDocument/2006/relationships/customXml" Target="../ink/ink607.xml"/><Relationship Id="rId126" Type="http://schemas.openxmlformats.org/officeDocument/2006/relationships/image" Target="../media/image3831.png"/><Relationship Id="rId147" Type="http://schemas.openxmlformats.org/officeDocument/2006/relationships/customXml" Target="../ink/ink628.xml"/><Relationship Id="rId168" Type="http://schemas.openxmlformats.org/officeDocument/2006/relationships/image" Target="../media/image4040.png"/><Relationship Id="rId51" Type="http://schemas.openxmlformats.org/officeDocument/2006/relationships/customXml" Target="../ink/ink580.xml"/><Relationship Id="rId72" Type="http://schemas.openxmlformats.org/officeDocument/2006/relationships/image" Target="../media/image3562.png"/><Relationship Id="rId93" Type="http://schemas.openxmlformats.org/officeDocument/2006/relationships/customXml" Target="../ink/ink601.xml"/><Relationship Id="rId189" Type="http://schemas.openxmlformats.org/officeDocument/2006/relationships/customXml" Target="../ink/ink649.xml"/><Relationship Id="rId3" Type="http://schemas.openxmlformats.org/officeDocument/2006/relationships/customXml" Target="../ink/ink556.xml"/><Relationship Id="rId214" Type="http://schemas.openxmlformats.org/officeDocument/2006/relationships/image" Target="../media/image4271.png"/><Relationship Id="rId116" Type="http://schemas.openxmlformats.org/officeDocument/2006/relationships/image" Target="../media/image3782.png"/><Relationship Id="rId137" Type="http://schemas.openxmlformats.org/officeDocument/2006/relationships/customXml" Target="../ink/ink623.xml"/><Relationship Id="rId158" Type="http://schemas.openxmlformats.org/officeDocument/2006/relationships/image" Target="../media/image3990.png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729.xml"/><Relationship Id="rId299" Type="http://schemas.openxmlformats.org/officeDocument/2006/relationships/customXml" Target="../ink/ink820.xml"/><Relationship Id="rId21" Type="http://schemas.openxmlformats.org/officeDocument/2006/relationships/customXml" Target="../ink/ink681.xml"/><Relationship Id="rId63" Type="http://schemas.openxmlformats.org/officeDocument/2006/relationships/customXml" Target="../ink/ink702.xml"/><Relationship Id="rId159" Type="http://schemas.openxmlformats.org/officeDocument/2006/relationships/customXml" Target="../ink/ink750.xml"/><Relationship Id="rId170" Type="http://schemas.openxmlformats.org/officeDocument/2006/relationships/image" Target="../media/image1990.png"/><Relationship Id="rId226" Type="http://schemas.openxmlformats.org/officeDocument/2006/relationships/image" Target="../media/image2270.png"/><Relationship Id="rId268" Type="http://schemas.openxmlformats.org/officeDocument/2006/relationships/image" Target="../media/image2480.png"/><Relationship Id="rId32" Type="http://schemas.openxmlformats.org/officeDocument/2006/relationships/image" Target="../media/image1300.png"/><Relationship Id="rId74" Type="http://schemas.openxmlformats.org/officeDocument/2006/relationships/image" Target="../media/image1510.png"/><Relationship Id="rId128" Type="http://schemas.openxmlformats.org/officeDocument/2006/relationships/image" Target="../media/image1780.png"/><Relationship Id="rId335" Type="http://schemas.openxmlformats.org/officeDocument/2006/relationships/customXml" Target="../ink/ink832.xml"/><Relationship Id="rId5" Type="http://schemas.openxmlformats.org/officeDocument/2006/relationships/customXml" Target="../ink/ink673.xml"/><Relationship Id="rId181" Type="http://schemas.openxmlformats.org/officeDocument/2006/relationships/customXml" Target="../ink/ink761.xml"/><Relationship Id="rId237" Type="http://schemas.openxmlformats.org/officeDocument/2006/relationships/customXml" Target="../ink/ink789.xml"/><Relationship Id="rId279" Type="http://schemas.openxmlformats.org/officeDocument/2006/relationships/customXml" Target="../ink/ink810.xml"/><Relationship Id="rId43" Type="http://schemas.openxmlformats.org/officeDocument/2006/relationships/customXml" Target="../ink/ink692.xml"/><Relationship Id="rId139" Type="http://schemas.openxmlformats.org/officeDocument/2006/relationships/customXml" Target="../ink/ink740.xml"/><Relationship Id="rId290" Type="http://schemas.openxmlformats.org/officeDocument/2006/relationships/image" Target="../media/image2590.png"/><Relationship Id="rId304" Type="http://schemas.openxmlformats.org/officeDocument/2006/relationships/image" Target="../media/image2660.png"/><Relationship Id="rId346" Type="http://schemas.openxmlformats.org/officeDocument/2006/relationships/image" Target="../media/image3052.png"/><Relationship Id="rId85" Type="http://schemas.openxmlformats.org/officeDocument/2006/relationships/customXml" Target="../ink/ink713.xml"/><Relationship Id="rId150" Type="http://schemas.openxmlformats.org/officeDocument/2006/relationships/image" Target="../media/image1890.png"/><Relationship Id="rId192" Type="http://schemas.openxmlformats.org/officeDocument/2006/relationships/image" Target="../media/image2100.png"/><Relationship Id="rId206" Type="http://schemas.openxmlformats.org/officeDocument/2006/relationships/image" Target="../media/image2170.png"/><Relationship Id="rId248" Type="http://schemas.openxmlformats.org/officeDocument/2006/relationships/image" Target="../media/image2380.png"/><Relationship Id="rId12" Type="http://schemas.openxmlformats.org/officeDocument/2006/relationships/image" Target="../media/image1200.png"/><Relationship Id="rId108" Type="http://schemas.openxmlformats.org/officeDocument/2006/relationships/image" Target="../media/image1680.png"/><Relationship Id="rId54" Type="http://schemas.openxmlformats.org/officeDocument/2006/relationships/image" Target="../media/image1410.png"/><Relationship Id="rId96" Type="http://schemas.openxmlformats.org/officeDocument/2006/relationships/image" Target="../media/image1620.png"/><Relationship Id="rId161" Type="http://schemas.openxmlformats.org/officeDocument/2006/relationships/customXml" Target="../ink/ink751.xml"/><Relationship Id="rId217" Type="http://schemas.openxmlformats.org/officeDocument/2006/relationships/customXml" Target="../ink/ink779.xml"/><Relationship Id="rId259" Type="http://schemas.openxmlformats.org/officeDocument/2006/relationships/customXml" Target="../ink/ink800.xml"/><Relationship Id="rId23" Type="http://schemas.openxmlformats.org/officeDocument/2006/relationships/customXml" Target="../ink/ink682.xml"/><Relationship Id="rId119" Type="http://schemas.openxmlformats.org/officeDocument/2006/relationships/customXml" Target="../ink/ink730.xml"/><Relationship Id="rId270" Type="http://schemas.openxmlformats.org/officeDocument/2006/relationships/image" Target="../media/image2490.png"/><Relationship Id="rId326" Type="http://schemas.openxmlformats.org/officeDocument/2006/relationships/image" Target="../media/image2770.png"/><Relationship Id="rId65" Type="http://schemas.openxmlformats.org/officeDocument/2006/relationships/customXml" Target="../ink/ink703.xml"/><Relationship Id="rId130" Type="http://schemas.openxmlformats.org/officeDocument/2006/relationships/image" Target="../media/image1790.png"/><Relationship Id="rId172" Type="http://schemas.openxmlformats.org/officeDocument/2006/relationships/image" Target="../media/image2000.png"/><Relationship Id="rId228" Type="http://schemas.openxmlformats.org/officeDocument/2006/relationships/image" Target="../media/image2280.png"/><Relationship Id="rId281" Type="http://schemas.openxmlformats.org/officeDocument/2006/relationships/customXml" Target="../ink/ink811.xml"/><Relationship Id="rId337" Type="http://schemas.openxmlformats.org/officeDocument/2006/relationships/customXml" Target="../ink/ink833.xml"/><Relationship Id="rId34" Type="http://schemas.openxmlformats.org/officeDocument/2006/relationships/image" Target="../media/image1310.png"/><Relationship Id="rId76" Type="http://schemas.openxmlformats.org/officeDocument/2006/relationships/image" Target="../media/image1520.png"/><Relationship Id="rId141" Type="http://schemas.openxmlformats.org/officeDocument/2006/relationships/customXml" Target="../ink/ink741.xml"/><Relationship Id="rId7" Type="http://schemas.openxmlformats.org/officeDocument/2006/relationships/customXml" Target="../ink/ink674.xml"/><Relationship Id="rId183" Type="http://schemas.openxmlformats.org/officeDocument/2006/relationships/customXml" Target="../ink/ink762.xml"/><Relationship Id="rId239" Type="http://schemas.openxmlformats.org/officeDocument/2006/relationships/customXml" Target="../ink/ink790.xml"/><Relationship Id="rId250" Type="http://schemas.openxmlformats.org/officeDocument/2006/relationships/image" Target="../media/image2390.png"/><Relationship Id="rId292" Type="http://schemas.openxmlformats.org/officeDocument/2006/relationships/image" Target="../media/image2600.png"/><Relationship Id="rId306" Type="http://schemas.openxmlformats.org/officeDocument/2006/relationships/image" Target="../media/image2670.png"/><Relationship Id="rId45" Type="http://schemas.openxmlformats.org/officeDocument/2006/relationships/customXml" Target="../ink/ink693.xml"/><Relationship Id="rId87" Type="http://schemas.openxmlformats.org/officeDocument/2006/relationships/customXml" Target="../ink/ink714.xml"/><Relationship Id="rId110" Type="http://schemas.openxmlformats.org/officeDocument/2006/relationships/image" Target="../media/image1690.png"/><Relationship Id="rId348" Type="http://schemas.openxmlformats.org/officeDocument/2006/relationships/image" Target="../media/image3062.png"/><Relationship Id="rId152" Type="http://schemas.openxmlformats.org/officeDocument/2006/relationships/image" Target="../media/image1900.png"/><Relationship Id="rId173" Type="http://schemas.openxmlformats.org/officeDocument/2006/relationships/customXml" Target="../ink/ink757.xml"/><Relationship Id="rId194" Type="http://schemas.openxmlformats.org/officeDocument/2006/relationships/image" Target="../media/image2110.png"/><Relationship Id="rId208" Type="http://schemas.openxmlformats.org/officeDocument/2006/relationships/image" Target="../media/image2180.png"/><Relationship Id="rId229" Type="http://schemas.openxmlformats.org/officeDocument/2006/relationships/customXml" Target="../ink/ink785.xml"/><Relationship Id="rId240" Type="http://schemas.openxmlformats.org/officeDocument/2006/relationships/image" Target="../media/image2340.png"/><Relationship Id="rId261" Type="http://schemas.openxmlformats.org/officeDocument/2006/relationships/customXml" Target="../ink/ink801.xml"/><Relationship Id="rId14" Type="http://schemas.openxmlformats.org/officeDocument/2006/relationships/image" Target="../media/image1210.png"/><Relationship Id="rId35" Type="http://schemas.openxmlformats.org/officeDocument/2006/relationships/customXml" Target="../ink/ink688.xml"/><Relationship Id="rId56" Type="http://schemas.openxmlformats.org/officeDocument/2006/relationships/image" Target="../media/image1420.png"/><Relationship Id="rId77" Type="http://schemas.openxmlformats.org/officeDocument/2006/relationships/customXml" Target="../ink/ink709.xml"/><Relationship Id="rId100" Type="http://schemas.openxmlformats.org/officeDocument/2006/relationships/image" Target="../media/image1640.png"/><Relationship Id="rId282" Type="http://schemas.openxmlformats.org/officeDocument/2006/relationships/image" Target="../media/image2550.png"/><Relationship Id="rId338" Type="http://schemas.openxmlformats.org/officeDocument/2006/relationships/image" Target="../media/image2830.png"/><Relationship Id="rId8" Type="http://schemas.openxmlformats.org/officeDocument/2006/relationships/image" Target="../media/image1180.png"/><Relationship Id="rId98" Type="http://schemas.openxmlformats.org/officeDocument/2006/relationships/image" Target="../media/image1630.png"/><Relationship Id="rId121" Type="http://schemas.openxmlformats.org/officeDocument/2006/relationships/customXml" Target="../ink/ink731.xml"/><Relationship Id="rId142" Type="http://schemas.openxmlformats.org/officeDocument/2006/relationships/image" Target="../media/image1850.png"/><Relationship Id="rId163" Type="http://schemas.openxmlformats.org/officeDocument/2006/relationships/customXml" Target="../ink/ink752.xml"/><Relationship Id="rId184" Type="http://schemas.openxmlformats.org/officeDocument/2006/relationships/image" Target="../media/image2060.png"/><Relationship Id="rId219" Type="http://schemas.openxmlformats.org/officeDocument/2006/relationships/customXml" Target="../ink/ink780.xml"/><Relationship Id="rId230" Type="http://schemas.openxmlformats.org/officeDocument/2006/relationships/image" Target="../media/image2290.png"/><Relationship Id="rId251" Type="http://schemas.openxmlformats.org/officeDocument/2006/relationships/customXml" Target="../ink/ink796.xml"/><Relationship Id="rId25" Type="http://schemas.openxmlformats.org/officeDocument/2006/relationships/customXml" Target="../ink/ink683.xml"/><Relationship Id="rId46" Type="http://schemas.openxmlformats.org/officeDocument/2006/relationships/image" Target="../media/image1370.png"/><Relationship Id="rId67" Type="http://schemas.openxmlformats.org/officeDocument/2006/relationships/customXml" Target="../ink/ink704.xml"/><Relationship Id="rId272" Type="http://schemas.openxmlformats.org/officeDocument/2006/relationships/image" Target="../media/image2500.png"/><Relationship Id="rId293" Type="http://schemas.openxmlformats.org/officeDocument/2006/relationships/customXml" Target="../ink/ink817.xml"/><Relationship Id="rId307" Type="http://schemas.openxmlformats.org/officeDocument/2006/relationships/customXml" Target="../ink/ink824.xml"/><Relationship Id="rId328" Type="http://schemas.openxmlformats.org/officeDocument/2006/relationships/image" Target="../media/image2780.png"/><Relationship Id="rId349" Type="http://schemas.openxmlformats.org/officeDocument/2006/relationships/customXml" Target="../ink/ink839.xml"/><Relationship Id="rId88" Type="http://schemas.openxmlformats.org/officeDocument/2006/relationships/image" Target="../media/image1580.png"/><Relationship Id="rId111" Type="http://schemas.openxmlformats.org/officeDocument/2006/relationships/customXml" Target="../ink/ink726.xml"/><Relationship Id="rId132" Type="http://schemas.openxmlformats.org/officeDocument/2006/relationships/image" Target="../media/image1800.png"/><Relationship Id="rId153" Type="http://schemas.openxmlformats.org/officeDocument/2006/relationships/customXml" Target="../ink/ink747.xml"/><Relationship Id="rId174" Type="http://schemas.openxmlformats.org/officeDocument/2006/relationships/image" Target="../media/image2010.png"/><Relationship Id="rId195" Type="http://schemas.openxmlformats.org/officeDocument/2006/relationships/customXml" Target="../ink/ink768.xml"/><Relationship Id="rId209" Type="http://schemas.openxmlformats.org/officeDocument/2006/relationships/customXml" Target="../ink/ink775.xml"/><Relationship Id="rId220" Type="http://schemas.openxmlformats.org/officeDocument/2006/relationships/image" Target="../media/image2240.png"/><Relationship Id="rId241" Type="http://schemas.openxmlformats.org/officeDocument/2006/relationships/customXml" Target="../ink/ink791.xml"/><Relationship Id="rId15" Type="http://schemas.openxmlformats.org/officeDocument/2006/relationships/customXml" Target="../ink/ink678.xml"/><Relationship Id="rId36" Type="http://schemas.openxmlformats.org/officeDocument/2006/relationships/image" Target="../media/image1320.png"/><Relationship Id="rId57" Type="http://schemas.openxmlformats.org/officeDocument/2006/relationships/customXml" Target="../ink/ink699.xml"/><Relationship Id="rId262" Type="http://schemas.openxmlformats.org/officeDocument/2006/relationships/image" Target="../media/image2450.png"/><Relationship Id="rId283" Type="http://schemas.openxmlformats.org/officeDocument/2006/relationships/customXml" Target="../ink/ink812.xml"/><Relationship Id="rId339" Type="http://schemas.openxmlformats.org/officeDocument/2006/relationships/customXml" Target="../ink/ink834.xml"/><Relationship Id="rId78" Type="http://schemas.openxmlformats.org/officeDocument/2006/relationships/image" Target="../media/image1530.png"/><Relationship Id="rId99" Type="http://schemas.openxmlformats.org/officeDocument/2006/relationships/customXml" Target="../ink/ink720.xml"/><Relationship Id="rId101" Type="http://schemas.openxmlformats.org/officeDocument/2006/relationships/customXml" Target="../ink/ink721.xml"/><Relationship Id="rId122" Type="http://schemas.openxmlformats.org/officeDocument/2006/relationships/image" Target="../media/image1750.png"/><Relationship Id="rId143" Type="http://schemas.openxmlformats.org/officeDocument/2006/relationships/customXml" Target="../ink/ink742.xml"/><Relationship Id="rId164" Type="http://schemas.openxmlformats.org/officeDocument/2006/relationships/image" Target="../media/image1960.png"/><Relationship Id="rId185" Type="http://schemas.openxmlformats.org/officeDocument/2006/relationships/customXml" Target="../ink/ink763.xml"/><Relationship Id="rId350" Type="http://schemas.openxmlformats.org/officeDocument/2006/relationships/image" Target="../media/image3071.png"/><Relationship Id="rId9" Type="http://schemas.openxmlformats.org/officeDocument/2006/relationships/customXml" Target="../ink/ink675.xml"/><Relationship Id="rId210" Type="http://schemas.openxmlformats.org/officeDocument/2006/relationships/image" Target="../media/image2190.png"/><Relationship Id="rId26" Type="http://schemas.openxmlformats.org/officeDocument/2006/relationships/image" Target="../media/image1270.png"/><Relationship Id="rId231" Type="http://schemas.openxmlformats.org/officeDocument/2006/relationships/customXml" Target="../ink/ink786.xml"/><Relationship Id="rId252" Type="http://schemas.openxmlformats.org/officeDocument/2006/relationships/image" Target="../media/image2400.png"/><Relationship Id="rId273" Type="http://schemas.openxmlformats.org/officeDocument/2006/relationships/customXml" Target="../ink/ink807.xml"/><Relationship Id="rId294" Type="http://schemas.openxmlformats.org/officeDocument/2006/relationships/image" Target="../media/image2610.png"/><Relationship Id="rId308" Type="http://schemas.openxmlformats.org/officeDocument/2006/relationships/image" Target="../media/image2680.png"/><Relationship Id="rId329" Type="http://schemas.openxmlformats.org/officeDocument/2006/relationships/customXml" Target="../ink/ink829.xml"/><Relationship Id="rId47" Type="http://schemas.openxmlformats.org/officeDocument/2006/relationships/customXml" Target="../ink/ink694.xml"/><Relationship Id="rId68" Type="http://schemas.openxmlformats.org/officeDocument/2006/relationships/image" Target="../media/image1480.png"/><Relationship Id="rId89" Type="http://schemas.openxmlformats.org/officeDocument/2006/relationships/customXml" Target="../ink/ink715.xml"/><Relationship Id="rId112" Type="http://schemas.openxmlformats.org/officeDocument/2006/relationships/image" Target="../media/image1700.png"/><Relationship Id="rId133" Type="http://schemas.openxmlformats.org/officeDocument/2006/relationships/customXml" Target="../ink/ink737.xml"/><Relationship Id="rId154" Type="http://schemas.openxmlformats.org/officeDocument/2006/relationships/image" Target="../media/image1910.png"/><Relationship Id="rId175" Type="http://schemas.openxmlformats.org/officeDocument/2006/relationships/customXml" Target="../ink/ink758.xml"/><Relationship Id="rId340" Type="http://schemas.openxmlformats.org/officeDocument/2006/relationships/image" Target="../media/image2162.png"/><Relationship Id="rId196" Type="http://schemas.openxmlformats.org/officeDocument/2006/relationships/image" Target="../media/image2120.png"/><Relationship Id="rId200" Type="http://schemas.openxmlformats.org/officeDocument/2006/relationships/image" Target="../media/image2140.png"/><Relationship Id="rId16" Type="http://schemas.openxmlformats.org/officeDocument/2006/relationships/image" Target="../media/image1220.png"/><Relationship Id="rId221" Type="http://schemas.openxmlformats.org/officeDocument/2006/relationships/customXml" Target="../ink/ink781.xml"/><Relationship Id="rId242" Type="http://schemas.openxmlformats.org/officeDocument/2006/relationships/image" Target="../media/image2350.png"/><Relationship Id="rId263" Type="http://schemas.openxmlformats.org/officeDocument/2006/relationships/customXml" Target="../ink/ink802.xml"/><Relationship Id="rId284" Type="http://schemas.openxmlformats.org/officeDocument/2006/relationships/image" Target="../media/image2560.png"/><Relationship Id="rId37" Type="http://schemas.openxmlformats.org/officeDocument/2006/relationships/customXml" Target="../ink/ink689.xml"/><Relationship Id="rId58" Type="http://schemas.openxmlformats.org/officeDocument/2006/relationships/image" Target="../media/image1430.png"/><Relationship Id="rId79" Type="http://schemas.openxmlformats.org/officeDocument/2006/relationships/customXml" Target="../ink/ink710.xml"/><Relationship Id="rId102" Type="http://schemas.openxmlformats.org/officeDocument/2006/relationships/image" Target="../media/image1650.png"/><Relationship Id="rId123" Type="http://schemas.openxmlformats.org/officeDocument/2006/relationships/customXml" Target="../ink/ink732.xml"/><Relationship Id="rId144" Type="http://schemas.openxmlformats.org/officeDocument/2006/relationships/image" Target="../media/image1860.png"/><Relationship Id="rId330" Type="http://schemas.openxmlformats.org/officeDocument/2006/relationships/image" Target="../media/image2790.png"/><Relationship Id="rId90" Type="http://schemas.openxmlformats.org/officeDocument/2006/relationships/image" Target="../media/image1590.png"/><Relationship Id="rId165" Type="http://schemas.openxmlformats.org/officeDocument/2006/relationships/customXml" Target="../ink/ink753.xml"/><Relationship Id="rId186" Type="http://schemas.openxmlformats.org/officeDocument/2006/relationships/image" Target="../media/image2070.png"/><Relationship Id="rId211" Type="http://schemas.openxmlformats.org/officeDocument/2006/relationships/customXml" Target="../ink/ink776.xml"/><Relationship Id="rId232" Type="http://schemas.openxmlformats.org/officeDocument/2006/relationships/image" Target="../media/image2300.png"/><Relationship Id="rId253" Type="http://schemas.openxmlformats.org/officeDocument/2006/relationships/customXml" Target="../ink/ink797.xml"/><Relationship Id="rId274" Type="http://schemas.openxmlformats.org/officeDocument/2006/relationships/image" Target="../media/image2510.png"/><Relationship Id="rId295" Type="http://schemas.openxmlformats.org/officeDocument/2006/relationships/customXml" Target="../ink/ink818.xml"/><Relationship Id="rId309" Type="http://schemas.openxmlformats.org/officeDocument/2006/relationships/customXml" Target="../ink/ink825.xml"/><Relationship Id="rId27" Type="http://schemas.openxmlformats.org/officeDocument/2006/relationships/customXml" Target="../ink/ink684.xml"/><Relationship Id="rId48" Type="http://schemas.openxmlformats.org/officeDocument/2006/relationships/image" Target="../media/image1380.png"/><Relationship Id="rId69" Type="http://schemas.openxmlformats.org/officeDocument/2006/relationships/customXml" Target="../ink/ink705.xml"/><Relationship Id="rId113" Type="http://schemas.openxmlformats.org/officeDocument/2006/relationships/customXml" Target="../ink/ink727.xml"/><Relationship Id="rId134" Type="http://schemas.openxmlformats.org/officeDocument/2006/relationships/image" Target="../media/image1810.png"/><Relationship Id="rId80" Type="http://schemas.openxmlformats.org/officeDocument/2006/relationships/image" Target="../media/image1540.png"/><Relationship Id="rId155" Type="http://schemas.openxmlformats.org/officeDocument/2006/relationships/customXml" Target="../ink/ink748.xml"/><Relationship Id="rId176" Type="http://schemas.openxmlformats.org/officeDocument/2006/relationships/image" Target="../media/image2020.png"/><Relationship Id="rId197" Type="http://schemas.openxmlformats.org/officeDocument/2006/relationships/customXml" Target="../ink/ink769.xml"/><Relationship Id="rId341" Type="http://schemas.openxmlformats.org/officeDocument/2006/relationships/customXml" Target="../ink/ink835.xml"/><Relationship Id="rId201" Type="http://schemas.openxmlformats.org/officeDocument/2006/relationships/customXml" Target="../ink/ink771.xml"/><Relationship Id="rId222" Type="http://schemas.openxmlformats.org/officeDocument/2006/relationships/image" Target="../media/image2250.png"/><Relationship Id="rId243" Type="http://schemas.openxmlformats.org/officeDocument/2006/relationships/customXml" Target="../ink/ink792.xml"/><Relationship Id="rId264" Type="http://schemas.openxmlformats.org/officeDocument/2006/relationships/image" Target="../media/image2460.png"/><Relationship Id="rId285" Type="http://schemas.openxmlformats.org/officeDocument/2006/relationships/customXml" Target="../ink/ink813.xml"/><Relationship Id="rId17" Type="http://schemas.openxmlformats.org/officeDocument/2006/relationships/customXml" Target="../ink/ink679.xml"/><Relationship Id="rId38" Type="http://schemas.openxmlformats.org/officeDocument/2006/relationships/image" Target="../media/image1330.png"/><Relationship Id="rId59" Type="http://schemas.openxmlformats.org/officeDocument/2006/relationships/customXml" Target="../ink/ink700.xml"/><Relationship Id="rId103" Type="http://schemas.openxmlformats.org/officeDocument/2006/relationships/customXml" Target="../ink/ink722.xml"/><Relationship Id="rId124" Type="http://schemas.openxmlformats.org/officeDocument/2006/relationships/image" Target="../media/image1760.png"/><Relationship Id="rId310" Type="http://schemas.openxmlformats.org/officeDocument/2006/relationships/image" Target="../media/image2690.png"/><Relationship Id="rId70" Type="http://schemas.openxmlformats.org/officeDocument/2006/relationships/image" Target="../media/image1490.png"/><Relationship Id="rId91" Type="http://schemas.openxmlformats.org/officeDocument/2006/relationships/customXml" Target="../ink/ink716.xml"/><Relationship Id="rId145" Type="http://schemas.openxmlformats.org/officeDocument/2006/relationships/customXml" Target="../ink/ink743.xml"/><Relationship Id="rId166" Type="http://schemas.openxmlformats.org/officeDocument/2006/relationships/image" Target="../media/image1970.png"/><Relationship Id="rId187" Type="http://schemas.openxmlformats.org/officeDocument/2006/relationships/customXml" Target="../ink/ink764.xml"/><Relationship Id="rId331" Type="http://schemas.openxmlformats.org/officeDocument/2006/relationships/customXml" Target="../ink/ink830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2200.png"/><Relationship Id="rId233" Type="http://schemas.openxmlformats.org/officeDocument/2006/relationships/customXml" Target="../ink/ink787.xml"/><Relationship Id="rId254" Type="http://schemas.openxmlformats.org/officeDocument/2006/relationships/image" Target="../media/image2410.png"/><Relationship Id="rId28" Type="http://schemas.openxmlformats.org/officeDocument/2006/relationships/image" Target="../media/image1280.png"/><Relationship Id="rId49" Type="http://schemas.openxmlformats.org/officeDocument/2006/relationships/customXml" Target="../ink/ink695.xml"/><Relationship Id="rId114" Type="http://schemas.openxmlformats.org/officeDocument/2006/relationships/image" Target="../media/image1710.png"/><Relationship Id="rId275" Type="http://schemas.openxmlformats.org/officeDocument/2006/relationships/customXml" Target="../ink/ink808.xml"/><Relationship Id="rId296" Type="http://schemas.openxmlformats.org/officeDocument/2006/relationships/image" Target="../media/image2620.png"/><Relationship Id="rId300" Type="http://schemas.openxmlformats.org/officeDocument/2006/relationships/image" Target="../media/image2640.png"/><Relationship Id="rId60" Type="http://schemas.openxmlformats.org/officeDocument/2006/relationships/image" Target="../media/image1440.png"/><Relationship Id="rId81" Type="http://schemas.openxmlformats.org/officeDocument/2006/relationships/customXml" Target="../ink/ink711.xml"/><Relationship Id="rId135" Type="http://schemas.openxmlformats.org/officeDocument/2006/relationships/customXml" Target="../ink/ink738.xml"/><Relationship Id="rId156" Type="http://schemas.openxmlformats.org/officeDocument/2006/relationships/image" Target="../media/image1920.png"/><Relationship Id="rId177" Type="http://schemas.openxmlformats.org/officeDocument/2006/relationships/customXml" Target="../ink/ink759.xml"/><Relationship Id="rId198" Type="http://schemas.openxmlformats.org/officeDocument/2006/relationships/image" Target="../media/image2130.png"/><Relationship Id="rId342" Type="http://schemas.openxmlformats.org/officeDocument/2006/relationships/image" Target="../media/image3032.png"/><Relationship Id="rId202" Type="http://schemas.openxmlformats.org/officeDocument/2006/relationships/image" Target="../media/image2150.png"/><Relationship Id="rId223" Type="http://schemas.openxmlformats.org/officeDocument/2006/relationships/customXml" Target="../ink/ink782.xml"/><Relationship Id="rId244" Type="http://schemas.openxmlformats.org/officeDocument/2006/relationships/image" Target="../media/image2360.png"/><Relationship Id="rId18" Type="http://schemas.openxmlformats.org/officeDocument/2006/relationships/image" Target="../media/image1230.png"/><Relationship Id="rId39" Type="http://schemas.openxmlformats.org/officeDocument/2006/relationships/customXml" Target="../ink/ink690.xml"/><Relationship Id="rId265" Type="http://schemas.openxmlformats.org/officeDocument/2006/relationships/customXml" Target="../ink/ink803.xml"/><Relationship Id="rId286" Type="http://schemas.openxmlformats.org/officeDocument/2006/relationships/image" Target="../media/image2570.png"/><Relationship Id="rId50" Type="http://schemas.openxmlformats.org/officeDocument/2006/relationships/image" Target="../media/image1390.png"/><Relationship Id="rId104" Type="http://schemas.openxmlformats.org/officeDocument/2006/relationships/image" Target="../media/image1660.png"/><Relationship Id="rId125" Type="http://schemas.openxmlformats.org/officeDocument/2006/relationships/customXml" Target="../ink/ink733.xml"/><Relationship Id="rId146" Type="http://schemas.openxmlformats.org/officeDocument/2006/relationships/image" Target="../media/image1870.png"/><Relationship Id="rId167" Type="http://schemas.openxmlformats.org/officeDocument/2006/relationships/customXml" Target="../ink/ink754.xml"/><Relationship Id="rId188" Type="http://schemas.openxmlformats.org/officeDocument/2006/relationships/image" Target="../media/image2080.png"/><Relationship Id="rId311" Type="http://schemas.openxmlformats.org/officeDocument/2006/relationships/customXml" Target="../ink/ink826.xml"/><Relationship Id="rId332" Type="http://schemas.openxmlformats.org/officeDocument/2006/relationships/image" Target="../media/image2800.png"/><Relationship Id="rId71" Type="http://schemas.openxmlformats.org/officeDocument/2006/relationships/customXml" Target="../ink/ink706.xml"/><Relationship Id="rId92" Type="http://schemas.openxmlformats.org/officeDocument/2006/relationships/image" Target="../media/image1600.png"/><Relationship Id="rId213" Type="http://schemas.openxmlformats.org/officeDocument/2006/relationships/customXml" Target="../ink/ink777.xml"/><Relationship Id="rId234" Type="http://schemas.openxmlformats.org/officeDocument/2006/relationships/image" Target="../media/image2310.png"/><Relationship Id="rId2" Type="http://schemas.openxmlformats.org/officeDocument/2006/relationships/image" Target="../media/image445.png"/><Relationship Id="rId29" Type="http://schemas.openxmlformats.org/officeDocument/2006/relationships/customXml" Target="../ink/ink685.xml"/><Relationship Id="rId255" Type="http://schemas.openxmlformats.org/officeDocument/2006/relationships/customXml" Target="../ink/ink798.xml"/><Relationship Id="rId276" Type="http://schemas.openxmlformats.org/officeDocument/2006/relationships/image" Target="../media/image2520.png"/><Relationship Id="rId297" Type="http://schemas.openxmlformats.org/officeDocument/2006/relationships/customXml" Target="../ink/ink819.xml"/><Relationship Id="rId40" Type="http://schemas.openxmlformats.org/officeDocument/2006/relationships/image" Target="../media/image1340.png"/><Relationship Id="rId115" Type="http://schemas.openxmlformats.org/officeDocument/2006/relationships/customXml" Target="../ink/ink728.xml"/><Relationship Id="rId136" Type="http://schemas.openxmlformats.org/officeDocument/2006/relationships/image" Target="../media/image1820.png"/><Relationship Id="rId157" Type="http://schemas.openxmlformats.org/officeDocument/2006/relationships/customXml" Target="../ink/ink749.xml"/><Relationship Id="rId178" Type="http://schemas.openxmlformats.org/officeDocument/2006/relationships/image" Target="../media/image2030.png"/><Relationship Id="rId301" Type="http://schemas.openxmlformats.org/officeDocument/2006/relationships/customXml" Target="../ink/ink821.xml"/><Relationship Id="rId343" Type="http://schemas.openxmlformats.org/officeDocument/2006/relationships/customXml" Target="../ink/ink836.xml"/><Relationship Id="rId61" Type="http://schemas.openxmlformats.org/officeDocument/2006/relationships/customXml" Target="../ink/ink701.xml"/><Relationship Id="rId82" Type="http://schemas.openxmlformats.org/officeDocument/2006/relationships/image" Target="../media/image1550.png"/><Relationship Id="rId199" Type="http://schemas.openxmlformats.org/officeDocument/2006/relationships/customXml" Target="../ink/ink770.xml"/><Relationship Id="rId203" Type="http://schemas.openxmlformats.org/officeDocument/2006/relationships/customXml" Target="../ink/ink772.xml"/><Relationship Id="rId19" Type="http://schemas.openxmlformats.org/officeDocument/2006/relationships/customXml" Target="../ink/ink680.xml"/><Relationship Id="rId224" Type="http://schemas.openxmlformats.org/officeDocument/2006/relationships/image" Target="../media/image2260.png"/><Relationship Id="rId245" Type="http://schemas.openxmlformats.org/officeDocument/2006/relationships/customXml" Target="../ink/ink793.xml"/><Relationship Id="rId266" Type="http://schemas.openxmlformats.org/officeDocument/2006/relationships/image" Target="../media/image2470.png"/><Relationship Id="rId287" Type="http://schemas.openxmlformats.org/officeDocument/2006/relationships/customXml" Target="../ink/ink814.xml"/><Relationship Id="rId30" Type="http://schemas.openxmlformats.org/officeDocument/2006/relationships/image" Target="../media/image1290.png"/><Relationship Id="rId105" Type="http://schemas.openxmlformats.org/officeDocument/2006/relationships/customXml" Target="../ink/ink723.xml"/><Relationship Id="rId126" Type="http://schemas.openxmlformats.org/officeDocument/2006/relationships/image" Target="../media/image1770.png"/><Relationship Id="rId147" Type="http://schemas.openxmlformats.org/officeDocument/2006/relationships/customXml" Target="../ink/ink744.xml"/><Relationship Id="rId168" Type="http://schemas.openxmlformats.org/officeDocument/2006/relationships/image" Target="../media/image1980.png"/><Relationship Id="rId312" Type="http://schemas.openxmlformats.org/officeDocument/2006/relationships/image" Target="../media/image2700.png"/><Relationship Id="rId333" Type="http://schemas.openxmlformats.org/officeDocument/2006/relationships/customXml" Target="../ink/ink831.xml"/><Relationship Id="rId51" Type="http://schemas.openxmlformats.org/officeDocument/2006/relationships/customXml" Target="../ink/ink696.xml"/><Relationship Id="rId72" Type="http://schemas.openxmlformats.org/officeDocument/2006/relationships/image" Target="../media/image1500.png"/><Relationship Id="rId93" Type="http://schemas.openxmlformats.org/officeDocument/2006/relationships/customXml" Target="../ink/ink717.xml"/><Relationship Id="rId189" Type="http://schemas.openxmlformats.org/officeDocument/2006/relationships/customXml" Target="../ink/ink765.xml"/><Relationship Id="rId3" Type="http://schemas.openxmlformats.org/officeDocument/2006/relationships/customXml" Target="../ink/ink672.xml"/><Relationship Id="rId214" Type="http://schemas.openxmlformats.org/officeDocument/2006/relationships/image" Target="../media/image2210.png"/><Relationship Id="rId235" Type="http://schemas.openxmlformats.org/officeDocument/2006/relationships/customXml" Target="../ink/ink788.xml"/><Relationship Id="rId256" Type="http://schemas.openxmlformats.org/officeDocument/2006/relationships/image" Target="../media/image2420.png"/><Relationship Id="rId277" Type="http://schemas.openxmlformats.org/officeDocument/2006/relationships/customXml" Target="../ink/ink809.xml"/><Relationship Id="rId298" Type="http://schemas.openxmlformats.org/officeDocument/2006/relationships/image" Target="../media/image2630.png"/><Relationship Id="rId116" Type="http://schemas.openxmlformats.org/officeDocument/2006/relationships/image" Target="../media/image1720.png"/><Relationship Id="rId137" Type="http://schemas.openxmlformats.org/officeDocument/2006/relationships/customXml" Target="../ink/ink739.xml"/><Relationship Id="rId158" Type="http://schemas.openxmlformats.org/officeDocument/2006/relationships/image" Target="../media/image1930.png"/><Relationship Id="rId302" Type="http://schemas.openxmlformats.org/officeDocument/2006/relationships/image" Target="../media/image2650.png"/><Relationship Id="rId344" Type="http://schemas.openxmlformats.org/officeDocument/2006/relationships/image" Target="../media/image3042.png"/><Relationship Id="rId20" Type="http://schemas.openxmlformats.org/officeDocument/2006/relationships/image" Target="../media/image1240.png"/><Relationship Id="rId41" Type="http://schemas.openxmlformats.org/officeDocument/2006/relationships/customXml" Target="../ink/ink691.xml"/><Relationship Id="rId62" Type="http://schemas.openxmlformats.org/officeDocument/2006/relationships/image" Target="../media/image1450.png"/><Relationship Id="rId83" Type="http://schemas.openxmlformats.org/officeDocument/2006/relationships/customXml" Target="../ink/ink712.xml"/><Relationship Id="rId179" Type="http://schemas.openxmlformats.org/officeDocument/2006/relationships/customXml" Target="../ink/ink760.xml"/><Relationship Id="rId190" Type="http://schemas.openxmlformats.org/officeDocument/2006/relationships/image" Target="../media/image2090.png"/><Relationship Id="rId204" Type="http://schemas.openxmlformats.org/officeDocument/2006/relationships/image" Target="../media/image2160.png"/><Relationship Id="rId225" Type="http://schemas.openxmlformats.org/officeDocument/2006/relationships/customXml" Target="../ink/ink783.xml"/><Relationship Id="rId246" Type="http://schemas.openxmlformats.org/officeDocument/2006/relationships/image" Target="../media/image2370.png"/><Relationship Id="rId267" Type="http://schemas.openxmlformats.org/officeDocument/2006/relationships/customXml" Target="../ink/ink804.xml"/><Relationship Id="rId288" Type="http://schemas.openxmlformats.org/officeDocument/2006/relationships/image" Target="../media/image2580.png"/><Relationship Id="rId106" Type="http://schemas.openxmlformats.org/officeDocument/2006/relationships/image" Target="../media/image1670.png"/><Relationship Id="rId127" Type="http://schemas.openxmlformats.org/officeDocument/2006/relationships/customXml" Target="../ink/ink734.xml"/><Relationship Id="rId313" Type="http://schemas.openxmlformats.org/officeDocument/2006/relationships/customXml" Target="../ink/ink827.xml"/><Relationship Id="rId10" Type="http://schemas.openxmlformats.org/officeDocument/2006/relationships/image" Target="../media/image1190.png"/><Relationship Id="rId31" Type="http://schemas.openxmlformats.org/officeDocument/2006/relationships/customXml" Target="../ink/ink686.xml"/><Relationship Id="rId52" Type="http://schemas.openxmlformats.org/officeDocument/2006/relationships/image" Target="../media/image1400.png"/><Relationship Id="rId73" Type="http://schemas.openxmlformats.org/officeDocument/2006/relationships/customXml" Target="../ink/ink707.xml"/><Relationship Id="rId94" Type="http://schemas.openxmlformats.org/officeDocument/2006/relationships/image" Target="../media/image1610.png"/><Relationship Id="rId148" Type="http://schemas.openxmlformats.org/officeDocument/2006/relationships/image" Target="../media/image1880.png"/><Relationship Id="rId169" Type="http://schemas.openxmlformats.org/officeDocument/2006/relationships/customXml" Target="../ink/ink755.xml"/><Relationship Id="rId334" Type="http://schemas.openxmlformats.org/officeDocument/2006/relationships/image" Target="../media/image2811.png"/><Relationship Id="rId4" Type="http://schemas.openxmlformats.org/officeDocument/2006/relationships/image" Target="../media/image1160.png"/><Relationship Id="rId180" Type="http://schemas.openxmlformats.org/officeDocument/2006/relationships/image" Target="../media/image2040.png"/><Relationship Id="rId215" Type="http://schemas.openxmlformats.org/officeDocument/2006/relationships/customXml" Target="../ink/ink778.xml"/><Relationship Id="rId236" Type="http://schemas.openxmlformats.org/officeDocument/2006/relationships/image" Target="../media/image2320.png"/><Relationship Id="rId257" Type="http://schemas.openxmlformats.org/officeDocument/2006/relationships/customXml" Target="../ink/ink799.xml"/><Relationship Id="rId278" Type="http://schemas.openxmlformats.org/officeDocument/2006/relationships/image" Target="../media/image2530.png"/><Relationship Id="rId303" Type="http://schemas.openxmlformats.org/officeDocument/2006/relationships/customXml" Target="../ink/ink822.xml"/><Relationship Id="rId42" Type="http://schemas.openxmlformats.org/officeDocument/2006/relationships/image" Target="../media/image1350.png"/><Relationship Id="rId84" Type="http://schemas.openxmlformats.org/officeDocument/2006/relationships/image" Target="../media/image1560.png"/><Relationship Id="rId138" Type="http://schemas.openxmlformats.org/officeDocument/2006/relationships/image" Target="../media/image1830.png"/><Relationship Id="rId345" Type="http://schemas.openxmlformats.org/officeDocument/2006/relationships/customXml" Target="../ink/ink837.xml"/><Relationship Id="rId191" Type="http://schemas.openxmlformats.org/officeDocument/2006/relationships/customXml" Target="../ink/ink766.xml"/><Relationship Id="rId205" Type="http://schemas.openxmlformats.org/officeDocument/2006/relationships/customXml" Target="../ink/ink773.xml"/><Relationship Id="rId247" Type="http://schemas.openxmlformats.org/officeDocument/2006/relationships/customXml" Target="../ink/ink794.xml"/><Relationship Id="rId107" Type="http://schemas.openxmlformats.org/officeDocument/2006/relationships/customXml" Target="../ink/ink724.xml"/><Relationship Id="rId289" Type="http://schemas.openxmlformats.org/officeDocument/2006/relationships/customXml" Target="../ink/ink815.xml"/><Relationship Id="rId11" Type="http://schemas.openxmlformats.org/officeDocument/2006/relationships/customXml" Target="../ink/ink676.xml"/><Relationship Id="rId53" Type="http://schemas.openxmlformats.org/officeDocument/2006/relationships/customXml" Target="../ink/ink697.xml"/><Relationship Id="rId149" Type="http://schemas.openxmlformats.org/officeDocument/2006/relationships/customXml" Target="../ink/ink745.xml"/><Relationship Id="rId95" Type="http://schemas.openxmlformats.org/officeDocument/2006/relationships/customXml" Target="../ink/ink718.xml"/><Relationship Id="rId160" Type="http://schemas.openxmlformats.org/officeDocument/2006/relationships/image" Target="../media/image1940.png"/><Relationship Id="rId216" Type="http://schemas.openxmlformats.org/officeDocument/2006/relationships/image" Target="../media/image2220.png"/><Relationship Id="rId258" Type="http://schemas.openxmlformats.org/officeDocument/2006/relationships/image" Target="../media/image2430.png"/><Relationship Id="rId22" Type="http://schemas.openxmlformats.org/officeDocument/2006/relationships/image" Target="../media/image1250.png"/><Relationship Id="rId64" Type="http://schemas.openxmlformats.org/officeDocument/2006/relationships/image" Target="../media/image1460.png"/><Relationship Id="rId118" Type="http://schemas.openxmlformats.org/officeDocument/2006/relationships/image" Target="../media/image1730.png"/><Relationship Id="rId171" Type="http://schemas.openxmlformats.org/officeDocument/2006/relationships/customXml" Target="../ink/ink756.xml"/><Relationship Id="rId227" Type="http://schemas.openxmlformats.org/officeDocument/2006/relationships/customXml" Target="../ink/ink784.xml"/><Relationship Id="rId269" Type="http://schemas.openxmlformats.org/officeDocument/2006/relationships/customXml" Target="../ink/ink805.xml"/><Relationship Id="rId33" Type="http://schemas.openxmlformats.org/officeDocument/2006/relationships/customXml" Target="../ink/ink687.xml"/><Relationship Id="rId129" Type="http://schemas.openxmlformats.org/officeDocument/2006/relationships/customXml" Target="../ink/ink735.xml"/><Relationship Id="rId280" Type="http://schemas.openxmlformats.org/officeDocument/2006/relationships/image" Target="../media/image2540.png"/><Relationship Id="rId336" Type="http://schemas.openxmlformats.org/officeDocument/2006/relationships/image" Target="../media/image2820.png"/><Relationship Id="rId75" Type="http://schemas.openxmlformats.org/officeDocument/2006/relationships/customXml" Target="../ink/ink708.xml"/><Relationship Id="rId140" Type="http://schemas.openxmlformats.org/officeDocument/2006/relationships/image" Target="../media/image1840.png"/><Relationship Id="rId182" Type="http://schemas.openxmlformats.org/officeDocument/2006/relationships/image" Target="../media/image2050.png"/><Relationship Id="rId6" Type="http://schemas.openxmlformats.org/officeDocument/2006/relationships/image" Target="../media/image1170.png"/><Relationship Id="rId238" Type="http://schemas.openxmlformats.org/officeDocument/2006/relationships/image" Target="../media/image2330.png"/><Relationship Id="rId291" Type="http://schemas.openxmlformats.org/officeDocument/2006/relationships/customXml" Target="../ink/ink816.xml"/><Relationship Id="rId305" Type="http://schemas.openxmlformats.org/officeDocument/2006/relationships/customXml" Target="../ink/ink823.xml"/><Relationship Id="rId347" Type="http://schemas.openxmlformats.org/officeDocument/2006/relationships/customXml" Target="../ink/ink838.xml"/><Relationship Id="rId44" Type="http://schemas.openxmlformats.org/officeDocument/2006/relationships/image" Target="../media/image1360.png"/><Relationship Id="rId86" Type="http://schemas.openxmlformats.org/officeDocument/2006/relationships/image" Target="../media/image1570.png"/><Relationship Id="rId151" Type="http://schemas.openxmlformats.org/officeDocument/2006/relationships/customXml" Target="../ink/ink746.xml"/><Relationship Id="rId193" Type="http://schemas.openxmlformats.org/officeDocument/2006/relationships/customXml" Target="../ink/ink767.xml"/><Relationship Id="rId207" Type="http://schemas.openxmlformats.org/officeDocument/2006/relationships/customXml" Target="../ink/ink774.xml"/><Relationship Id="rId249" Type="http://schemas.openxmlformats.org/officeDocument/2006/relationships/customXml" Target="../ink/ink795.xml"/><Relationship Id="rId13" Type="http://schemas.openxmlformats.org/officeDocument/2006/relationships/customXml" Target="../ink/ink677.xml"/><Relationship Id="rId109" Type="http://schemas.openxmlformats.org/officeDocument/2006/relationships/customXml" Target="../ink/ink725.xml"/><Relationship Id="rId260" Type="http://schemas.openxmlformats.org/officeDocument/2006/relationships/image" Target="../media/image2440.png"/><Relationship Id="rId55" Type="http://schemas.openxmlformats.org/officeDocument/2006/relationships/customXml" Target="../ink/ink698.xml"/><Relationship Id="rId97" Type="http://schemas.openxmlformats.org/officeDocument/2006/relationships/customXml" Target="../ink/ink719.xml"/><Relationship Id="rId120" Type="http://schemas.openxmlformats.org/officeDocument/2006/relationships/image" Target="../media/image1740.png"/><Relationship Id="rId162" Type="http://schemas.openxmlformats.org/officeDocument/2006/relationships/image" Target="../media/image1950.png"/><Relationship Id="rId218" Type="http://schemas.openxmlformats.org/officeDocument/2006/relationships/image" Target="../media/image2230.png"/><Relationship Id="rId271" Type="http://schemas.openxmlformats.org/officeDocument/2006/relationships/customXml" Target="../ink/ink806.xml"/><Relationship Id="rId24" Type="http://schemas.openxmlformats.org/officeDocument/2006/relationships/image" Target="../media/image1260.png"/><Relationship Id="rId66" Type="http://schemas.openxmlformats.org/officeDocument/2006/relationships/image" Target="../media/image1470.png"/><Relationship Id="rId131" Type="http://schemas.openxmlformats.org/officeDocument/2006/relationships/customXml" Target="../ink/ink736.xml"/><Relationship Id="rId327" Type="http://schemas.openxmlformats.org/officeDocument/2006/relationships/customXml" Target="../ink/ink828.xml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897.xml"/><Relationship Id="rId299" Type="http://schemas.openxmlformats.org/officeDocument/2006/relationships/customXml" Target="../ink/ink988.xml"/><Relationship Id="rId21" Type="http://schemas.openxmlformats.org/officeDocument/2006/relationships/customXml" Target="../ink/ink849.xml"/><Relationship Id="rId63" Type="http://schemas.openxmlformats.org/officeDocument/2006/relationships/customXml" Target="../ink/ink870.xml"/><Relationship Id="rId159" Type="http://schemas.openxmlformats.org/officeDocument/2006/relationships/customXml" Target="../ink/ink918.xml"/><Relationship Id="rId324" Type="http://schemas.openxmlformats.org/officeDocument/2006/relationships/image" Target="../media/image606.png"/><Relationship Id="rId366" Type="http://schemas.openxmlformats.org/officeDocument/2006/relationships/image" Target="../media/image627.png"/><Relationship Id="rId170" Type="http://schemas.openxmlformats.org/officeDocument/2006/relationships/image" Target="../media/image529.png"/><Relationship Id="rId226" Type="http://schemas.openxmlformats.org/officeDocument/2006/relationships/image" Target="../media/image557.png"/><Relationship Id="rId433" Type="http://schemas.openxmlformats.org/officeDocument/2006/relationships/customXml" Target="../ink/ink1055.xml"/><Relationship Id="rId268" Type="http://schemas.openxmlformats.org/officeDocument/2006/relationships/image" Target="../media/image578.png"/><Relationship Id="rId475" Type="http://schemas.openxmlformats.org/officeDocument/2006/relationships/customXml" Target="../ink/ink1076.xml"/><Relationship Id="rId32" Type="http://schemas.openxmlformats.org/officeDocument/2006/relationships/image" Target="../media/image460.png"/><Relationship Id="rId74" Type="http://schemas.openxmlformats.org/officeDocument/2006/relationships/image" Target="../media/image481.png"/><Relationship Id="rId128" Type="http://schemas.openxmlformats.org/officeDocument/2006/relationships/image" Target="../media/image508.png"/><Relationship Id="rId335" Type="http://schemas.openxmlformats.org/officeDocument/2006/relationships/customXml" Target="../ink/ink1006.xml"/><Relationship Id="rId377" Type="http://schemas.openxmlformats.org/officeDocument/2006/relationships/customXml" Target="../ink/ink1027.xml"/><Relationship Id="rId5" Type="http://schemas.openxmlformats.org/officeDocument/2006/relationships/customXml" Target="../ink/ink841.xml"/><Relationship Id="rId181" Type="http://schemas.openxmlformats.org/officeDocument/2006/relationships/customXml" Target="../ink/ink929.xml"/><Relationship Id="rId237" Type="http://schemas.openxmlformats.org/officeDocument/2006/relationships/customXml" Target="../ink/ink957.xml"/><Relationship Id="rId402" Type="http://schemas.openxmlformats.org/officeDocument/2006/relationships/image" Target="../media/image645.png"/><Relationship Id="rId279" Type="http://schemas.openxmlformats.org/officeDocument/2006/relationships/customXml" Target="../ink/ink978.xml"/><Relationship Id="rId444" Type="http://schemas.openxmlformats.org/officeDocument/2006/relationships/image" Target="../media/image666.png"/><Relationship Id="rId43" Type="http://schemas.openxmlformats.org/officeDocument/2006/relationships/customXml" Target="../ink/ink860.xml"/><Relationship Id="rId139" Type="http://schemas.openxmlformats.org/officeDocument/2006/relationships/customXml" Target="../ink/ink908.xml"/><Relationship Id="rId290" Type="http://schemas.openxmlformats.org/officeDocument/2006/relationships/image" Target="../media/image589.png"/><Relationship Id="rId304" Type="http://schemas.openxmlformats.org/officeDocument/2006/relationships/image" Target="../media/image596.png"/><Relationship Id="rId346" Type="http://schemas.openxmlformats.org/officeDocument/2006/relationships/image" Target="../media/image617.png"/><Relationship Id="rId388" Type="http://schemas.openxmlformats.org/officeDocument/2006/relationships/image" Target="../media/image638.png"/><Relationship Id="rId85" Type="http://schemas.openxmlformats.org/officeDocument/2006/relationships/customXml" Target="../ink/ink881.xml"/><Relationship Id="rId150" Type="http://schemas.openxmlformats.org/officeDocument/2006/relationships/image" Target="../media/image519.png"/><Relationship Id="rId192" Type="http://schemas.openxmlformats.org/officeDocument/2006/relationships/image" Target="../media/image540.png"/><Relationship Id="rId206" Type="http://schemas.openxmlformats.org/officeDocument/2006/relationships/image" Target="../media/image547.png"/><Relationship Id="rId413" Type="http://schemas.openxmlformats.org/officeDocument/2006/relationships/customXml" Target="../ink/ink1045.xml"/><Relationship Id="rId248" Type="http://schemas.openxmlformats.org/officeDocument/2006/relationships/image" Target="../media/image568.png"/><Relationship Id="rId455" Type="http://schemas.openxmlformats.org/officeDocument/2006/relationships/customXml" Target="../ink/ink1066.xml"/><Relationship Id="rId12" Type="http://schemas.openxmlformats.org/officeDocument/2006/relationships/image" Target="../media/image450.png"/><Relationship Id="rId108" Type="http://schemas.openxmlformats.org/officeDocument/2006/relationships/image" Target="../media/image498.png"/><Relationship Id="rId315" Type="http://schemas.openxmlformats.org/officeDocument/2006/relationships/customXml" Target="../ink/ink996.xml"/><Relationship Id="rId357" Type="http://schemas.openxmlformats.org/officeDocument/2006/relationships/customXml" Target="../ink/ink1017.xml"/><Relationship Id="rId54" Type="http://schemas.openxmlformats.org/officeDocument/2006/relationships/image" Target="../media/image471.png"/><Relationship Id="rId96" Type="http://schemas.openxmlformats.org/officeDocument/2006/relationships/image" Target="../media/image492.png"/><Relationship Id="rId161" Type="http://schemas.openxmlformats.org/officeDocument/2006/relationships/customXml" Target="../ink/ink919.xml"/><Relationship Id="rId217" Type="http://schemas.openxmlformats.org/officeDocument/2006/relationships/customXml" Target="../ink/ink947.xml"/><Relationship Id="rId399" Type="http://schemas.openxmlformats.org/officeDocument/2006/relationships/customXml" Target="../ink/ink1038.xml"/><Relationship Id="rId259" Type="http://schemas.openxmlformats.org/officeDocument/2006/relationships/customXml" Target="../ink/ink968.xml"/><Relationship Id="rId424" Type="http://schemas.openxmlformats.org/officeDocument/2006/relationships/image" Target="../media/image656.png"/><Relationship Id="rId466" Type="http://schemas.openxmlformats.org/officeDocument/2006/relationships/image" Target="../media/image677.png"/><Relationship Id="rId23" Type="http://schemas.openxmlformats.org/officeDocument/2006/relationships/customXml" Target="../ink/ink850.xml"/><Relationship Id="rId119" Type="http://schemas.openxmlformats.org/officeDocument/2006/relationships/customXml" Target="../ink/ink898.xml"/><Relationship Id="rId270" Type="http://schemas.openxmlformats.org/officeDocument/2006/relationships/image" Target="../media/image579.png"/><Relationship Id="rId326" Type="http://schemas.openxmlformats.org/officeDocument/2006/relationships/image" Target="../media/image607.png"/><Relationship Id="rId65" Type="http://schemas.openxmlformats.org/officeDocument/2006/relationships/customXml" Target="../ink/ink871.xml"/><Relationship Id="rId130" Type="http://schemas.openxmlformats.org/officeDocument/2006/relationships/image" Target="../media/image509.png"/><Relationship Id="rId368" Type="http://schemas.openxmlformats.org/officeDocument/2006/relationships/image" Target="../media/image628.png"/><Relationship Id="rId172" Type="http://schemas.openxmlformats.org/officeDocument/2006/relationships/image" Target="../media/image530.png"/><Relationship Id="rId228" Type="http://schemas.openxmlformats.org/officeDocument/2006/relationships/image" Target="../media/image558.png"/><Relationship Id="rId435" Type="http://schemas.openxmlformats.org/officeDocument/2006/relationships/customXml" Target="../ink/ink1056.xml"/><Relationship Id="rId477" Type="http://schemas.openxmlformats.org/officeDocument/2006/relationships/customXml" Target="../ink/ink1077.xml"/><Relationship Id="rId281" Type="http://schemas.openxmlformats.org/officeDocument/2006/relationships/customXml" Target="../ink/ink979.xml"/><Relationship Id="rId337" Type="http://schemas.openxmlformats.org/officeDocument/2006/relationships/customXml" Target="../ink/ink1007.xml"/><Relationship Id="rId34" Type="http://schemas.openxmlformats.org/officeDocument/2006/relationships/image" Target="../media/image461.png"/><Relationship Id="rId76" Type="http://schemas.openxmlformats.org/officeDocument/2006/relationships/image" Target="../media/image482.png"/><Relationship Id="rId141" Type="http://schemas.openxmlformats.org/officeDocument/2006/relationships/customXml" Target="../ink/ink909.xml"/><Relationship Id="rId379" Type="http://schemas.openxmlformats.org/officeDocument/2006/relationships/customXml" Target="../ink/ink1028.xml"/><Relationship Id="rId7" Type="http://schemas.openxmlformats.org/officeDocument/2006/relationships/customXml" Target="../ink/ink842.xml"/><Relationship Id="rId183" Type="http://schemas.openxmlformats.org/officeDocument/2006/relationships/customXml" Target="../ink/ink930.xml"/><Relationship Id="rId239" Type="http://schemas.openxmlformats.org/officeDocument/2006/relationships/customXml" Target="../ink/ink958.xml"/><Relationship Id="rId390" Type="http://schemas.openxmlformats.org/officeDocument/2006/relationships/image" Target="../media/image639.png"/><Relationship Id="rId404" Type="http://schemas.openxmlformats.org/officeDocument/2006/relationships/image" Target="../media/image646.png"/><Relationship Id="rId446" Type="http://schemas.openxmlformats.org/officeDocument/2006/relationships/image" Target="../media/image667.png"/><Relationship Id="rId250" Type="http://schemas.openxmlformats.org/officeDocument/2006/relationships/image" Target="../media/image569.png"/><Relationship Id="rId292" Type="http://schemas.openxmlformats.org/officeDocument/2006/relationships/image" Target="../media/image590.png"/><Relationship Id="rId306" Type="http://schemas.openxmlformats.org/officeDocument/2006/relationships/image" Target="../media/image597.png"/><Relationship Id="rId45" Type="http://schemas.openxmlformats.org/officeDocument/2006/relationships/customXml" Target="../ink/ink861.xml"/><Relationship Id="rId87" Type="http://schemas.openxmlformats.org/officeDocument/2006/relationships/customXml" Target="../ink/ink882.xml"/><Relationship Id="rId110" Type="http://schemas.openxmlformats.org/officeDocument/2006/relationships/image" Target="../media/image499.png"/><Relationship Id="rId348" Type="http://schemas.openxmlformats.org/officeDocument/2006/relationships/image" Target="../media/image618.png"/><Relationship Id="rId152" Type="http://schemas.openxmlformats.org/officeDocument/2006/relationships/image" Target="../media/image520.png"/><Relationship Id="rId194" Type="http://schemas.openxmlformats.org/officeDocument/2006/relationships/image" Target="../media/image541.png"/><Relationship Id="rId208" Type="http://schemas.openxmlformats.org/officeDocument/2006/relationships/image" Target="../media/image548.png"/><Relationship Id="rId415" Type="http://schemas.openxmlformats.org/officeDocument/2006/relationships/customXml" Target="../ink/ink1046.xml"/><Relationship Id="rId457" Type="http://schemas.openxmlformats.org/officeDocument/2006/relationships/customXml" Target="../ink/ink1067.xml"/><Relationship Id="rId261" Type="http://schemas.openxmlformats.org/officeDocument/2006/relationships/customXml" Target="../ink/ink969.xml"/><Relationship Id="rId14" Type="http://schemas.openxmlformats.org/officeDocument/2006/relationships/image" Target="../media/image451.png"/><Relationship Id="rId56" Type="http://schemas.openxmlformats.org/officeDocument/2006/relationships/image" Target="../media/image472.png"/><Relationship Id="rId317" Type="http://schemas.openxmlformats.org/officeDocument/2006/relationships/customXml" Target="../ink/ink997.xml"/><Relationship Id="rId359" Type="http://schemas.openxmlformats.org/officeDocument/2006/relationships/customXml" Target="../ink/ink1018.xml"/><Relationship Id="rId98" Type="http://schemas.openxmlformats.org/officeDocument/2006/relationships/image" Target="../media/image493.png"/><Relationship Id="rId121" Type="http://schemas.openxmlformats.org/officeDocument/2006/relationships/customXml" Target="../ink/ink899.xml"/><Relationship Id="rId163" Type="http://schemas.openxmlformats.org/officeDocument/2006/relationships/customXml" Target="../ink/ink920.xml"/><Relationship Id="rId219" Type="http://schemas.openxmlformats.org/officeDocument/2006/relationships/customXml" Target="../ink/ink948.xml"/><Relationship Id="rId370" Type="http://schemas.openxmlformats.org/officeDocument/2006/relationships/image" Target="../media/image629.png"/><Relationship Id="rId426" Type="http://schemas.openxmlformats.org/officeDocument/2006/relationships/image" Target="../media/image657.png"/><Relationship Id="rId230" Type="http://schemas.openxmlformats.org/officeDocument/2006/relationships/image" Target="../media/image559.png"/><Relationship Id="rId468" Type="http://schemas.openxmlformats.org/officeDocument/2006/relationships/image" Target="../media/image678.png"/><Relationship Id="rId25" Type="http://schemas.openxmlformats.org/officeDocument/2006/relationships/customXml" Target="../ink/ink851.xml"/><Relationship Id="rId67" Type="http://schemas.openxmlformats.org/officeDocument/2006/relationships/customXml" Target="../ink/ink872.xml"/><Relationship Id="rId272" Type="http://schemas.openxmlformats.org/officeDocument/2006/relationships/image" Target="../media/image580.png"/><Relationship Id="rId328" Type="http://schemas.openxmlformats.org/officeDocument/2006/relationships/image" Target="../media/image608.png"/><Relationship Id="rId132" Type="http://schemas.openxmlformats.org/officeDocument/2006/relationships/image" Target="../media/image510.png"/><Relationship Id="rId174" Type="http://schemas.openxmlformats.org/officeDocument/2006/relationships/image" Target="../media/image531.png"/><Relationship Id="rId381" Type="http://schemas.openxmlformats.org/officeDocument/2006/relationships/customXml" Target="../ink/ink1029.xml"/><Relationship Id="rId241" Type="http://schemas.openxmlformats.org/officeDocument/2006/relationships/customXml" Target="../ink/ink959.xml"/><Relationship Id="rId437" Type="http://schemas.openxmlformats.org/officeDocument/2006/relationships/customXml" Target="../ink/ink1057.xml"/><Relationship Id="rId479" Type="http://schemas.openxmlformats.org/officeDocument/2006/relationships/customXml" Target="../ink/ink1078.xml"/><Relationship Id="rId36" Type="http://schemas.openxmlformats.org/officeDocument/2006/relationships/image" Target="../media/image462.png"/><Relationship Id="rId283" Type="http://schemas.openxmlformats.org/officeDocument/2006/relationships/customXml" Target="../ink/ink980.xml"/><Relationship Id="rId339" Type="http://schemas.openxmlformats.org/officeDocument/2006/relationships/customXml" Target="../ink/ink1008.xml"/><Relationship Id="rId78" Type="http://schemas.openxmlformats.org/officeDocument/2006/relationships/image" Target="../media/image483.png"/><Relationship Id="rId101" Type="http://schemas.openxmlformats.org/officeDocument/2006/relationships/customXml" Target="../ink/ink889.xml"/><Relationship Id="rId143" Type="http://schemas.openxmlformats.org/officeDocument/2006/relationships/customXml" Target="../ink/ink910.xml"/><Relationship Id="rId185" Type="http://schemas.openxmlformats.org/officeDocument/2006/relationships/customXml" Target="../ink/ink931.xml"/><Relationship Id="rId350" Type="http://schemas.openxmlformats.org/officeDocument/2006/relationships/image" Target="../media/image619.png"/><Relationship Id="rId406" Type="http://schemas.openxmlformats.org/officeDocument/2006/relationships/image" Target="../media/image647.png"/><Relationship Id="rId9" Type="http://schemas.openxmlformats.org/officeDocument/2006/relationships/customXml" Target="../ink/ink843.xml"/><Relationship Id="rId210" Type="http://schemas.openxmlformats.org/officeDocument/2006/relationships/image" Target="../media/image549.png"/><Relationship Id="rId392" Type="http://schemas.openxmlformats.org/officeDocument/2006/relationships/image" Target="../media/image640.png"/><Relationship Id="rId448" Type="http://schemas.openxmlformats.org/officeDocument/2006/relationships/image" Target="../media/image668.png"/><Relationship Id="rId252" Type="http://schemas.openxmlformats.org/officeDocument/2006/relationships/image" Target="../media/image570.png"/><Relationship Id="rId294" Type="http://schemas.openxmlformats.org/officeDocument/2006/relationships/image" Target="../media/image591.png"/><Relationship Id="rId308" Type="http://schemas.openxmlformats.org/officeDocument/2006/relationships/image" Target="../media/image598.png"/><Relationship Id="rId47" Type="http://schemas.openxmlformats.org/officeDocument/2006/relationships/customXml" Target="../ink/ink862.xml"/><Relationship Id="rId89" Type="http://schemas.openxmlformats.org/officeDocument/2006/relationships/customXml" Target="../ink/ink883.xml"/><Relationship Id="rId112" Type="http://schemas.openxmlformats.org/officeDocument/2006/relationships/image" Target="../media/image500.png"/><Relationship Id="rId154" Type="http://schemas.openxmlformats.org/officeDocument/2006/relationships/image" Target="../media/image521.png"/><Relationship Id="rId361" Type="http://schemas.openxmlformats.org/officeDocument/2006/relationships/customXml" Target="../ink/ink1019.xml"/><Relationship Id="rId196" Type="http://schemas.openxmlformats.org/officeDocument/2006/relationships/image" Target="../media/image542.png"/><Relationship Id="rId417" Type="http://schemas.openxmlformats.org/officeDocument/2006/relationships/customXml" Target="../ink/ink1047.xml"/><Relationship Id="rId459" Type="http://schemas.openxmlformats.org/officeDocument/2006/relationships/customXml" Target="../ink/ink1068.xml"/><Relationship Id="rId16" Type="http://schemas.openxmlformats.org/officeDocument/2006/relationships/image" Target="../media/image452.png"/><Relationship Id="rId221" Type="http://schemas.openxmlformats.org/officeDocument/2006/relationships/customXml" Target="../ink/ink949.xml"/><Relationship Id="rId263" Type="http://schemas.openxmlformats.org/officeDocument/2006/relationships/customXml" Target="../ink/ink970.xml"/><Relationship Id="rId319" Type="http://schemas.openxmlformats.org/officeDocument/2006/relationships/customXml" Target="../ink/ink998.xml"/><Relationship Id="rId470" Type="http://schemas.openxmlformats.org/officeDocument/2006/relationships/image" Target="../media/image679.png"/><Relationship Id="rId58" Type="http://schemas.openxmlformats.org/officeDocument/2006/relationships/image" Target="../media/image473.png"/><Relationship Id="rId123" Type="http://schemas.openxmlformats.org/officeDocument/2006/relationships/customXml" Target="../ink/ink900.xml"/><Relationship Id="rId330" Type="http://schemas.openxmlformats.org/officeDocument/2006/relationships/image" Target="../media/image609.png"/><Relationship Id="rId165" Type="http://schemas.openxmlformats.org/officeDocument/2006/relationships/customXml" Target="../ink/ink921.xml"/><Relationship Id="rId372" Type="http://schemas.openxmlformats.org/officeDocument/2006/relationships/image" Target="../media/image630.png"/><Relationship Id="rId428" Type="http://schemas.openxmlformats.org/officeDocument/2006/relationships/image" Target="../media/image658.png"/><Relationship Id="rId232" Type="http://schemas.openxmlformats.org/officeDocument/2006/relationships/image" Target="../media/image560.png"/><Relationship Id="rId274" Type="http://schemas.openxmlformats.org/officeDocument/2006/relationships/image" Target="../media/image581.png"/><Relationship Id="rId27" Type="http://schemas.openxmlformats.org/officeDocument/2006/relationships/customXml" Target="../ink/ink852.xml"/><Relationship Id="rId69" Type="http://schemas.openxmlformats.org/officeDocument/2006/relationships/customXml" Target="../ink/ink873.xml"/><Relationship Id="rId134" Type="http://schemas.openxmlformats.org/officeDocument/2006/relationships/image" Target="../media/image511.png"/><Relationship Id="rId80" Type="http://schemas.openxmlformats.org/officeDocument/2006/relationships/image" Target="../media/image484.png"/><Relationship Id="rId176" Type="http://schemas.openxmlformats.org/officeDocument/2006/relationships/image" Target="../media/image532.png"/><Relationship Id="rId341" Type="http://schemas.openxmlformats.org/officeDocument/2006/relationships/customXml" Target="../ink/ink1009.xml"/><Relationship Id="rId383" Type="http://schemas.openxmlformats.org/officeDocument/2006/relationships/customXml" Target="../ink/ink1030.xml"/><Relationship Id="rId439" Type="http://schemas.openxmlformats.org/officeDocument/2006/relationships/customXml" Target="../ink/ink1058.xml"/><Relationship Id="rId201" Type="http://schemas.openxmlformats.org/officeDocument/2006/relationships/customXml" Target="../ink/ink939.xml"/><Relationship Id="rId243" Type="http://schemas.openxmlformats.org/officeDocument/2006/relationships/customXml" Target="../ink/ink960.xml"/><Relationship Id="rId285" Type="http://schemas.openxmlformats.org/officeDocument/2006/relationships/customXml" Target="../ink/ink981.xml"/><Relationship Id="rId450" Type="http://schemas.openxmlformats.org/officeDocument/2006/relationships/image" Target="../media/image669.png"/><Relationship Id="rId38" Type="http://schemas.openxmlformats.org/officeDocument/2006/relationships/image" Target="../media/image463.png"/><Relationship Id="rId103" Type="http://schemas.openxmlformats.org/officeDocument/2006/relationships/customXml" Target="../ink/ink890.xml"/><Relationship Id="rId310" Type="http://schemas.openxmlformats.org/officeDocument/2006/relationships/image" Target="../media/image599.png"/><Relationship Id="rId91" Type="http://schemas.openxmlformats.org/officeDocument/2006/relationships/customXml" Target="../ink/ink884.xml"/><Relationship Id="rId145" Type="http://schemas.openxmlformats.org/officeDocument/2006/relationships/customXml" Target="../ink/ink911.xml"/><Relationship Id="rId187" Type="http://schemas.openxmlformats.org/officeDocument/2006/relationships/customXml" Target="../ink/ink932.xml"/><Relationship Id="rId352" Type="http://schemas.openxmlformats.org/officeDocument/2006/relationships/image" Target="../media/image620.png"/><Relationship Id="rId394" Type="http://schemas.openxmlformats.org/officeDocument/2006/relationships/image" Target="../media/image641.png"/><Relationship Id="rId408" Type="http://schemas.openxmlformats.org/officeDocument/2006/relationships/image" Target="../media/image648.png"/><Relationship Id="rId212" Type="http://schemas.openxmlformats.org/officeDocument/2006/relationships/image" Target="../media/image550.png"/><Relationship Id="rId254" Type="http://schemas.openxmlformats.org/officeDocument/2006/relationships/image" Target="../media/image571.png"/><Relationship Id="rId49" Type="http://schemas.openxmlformats.org/officeDocument/2006/relationships/customXml" Target="../ink/ink863.xml"/><Relationship Id="rId114" Type="http://schemas.openxmlformats.org/officeDocument/2006/relationships/image" Target="../media/image501.png"/><Relationship Id="rId296" Type="http://schemas.openxmlformats.org/officeDocument/2006/relationships/image" Target="../media/image592.png"/><Relationship Id="rId461" Type="http://schemas.openxmlformats.org/officeDocument/2006/relationships/customXml" Target="../ink/ink1069.xml"/><Relationship Id="rId60" Type="http://schemas.openxmlformats.org/officeDocument/2006/relationships/image" Target="../media/image474.png"/><Relationship Id="rId156" Type="http://schemas.openxmlformats.org/officeDocument/2006/relationships/image" Target="../media/image522.png"/><Relationship Id="rId198" Type="http://schemas.openxmlformats.org/officeDocument/2006/relationships/image" Target="../media/image543.png"/><Relationship Id="rId321" Type="http://schemas.openxmlformats.org/officeDocument/2006/relationships/customXml" Target="../ink/ink999.xml"/><Relationship Id="rId363" Type="http://schemas.openxmlformats.org/officeDocument/2006/relationships/customXml" Target="../ink/ink1020.xml"/><Relationship Id="rId419" Type="http://schemas.openxmlformats.org/officeDocument/2006/relationships/customXml" Target="../ink/ink1048.xml"/><Relationship Id="rId223" Type="http://schemas.openxmlformats.org/officeDocument/2006/relationships/customXml" Target="../ink/ink950.xml"/><Relationship Id="rId430" Type="http://schemas.openxmlformats.org/officeDocument/2006/relationships/image" Target="../media/image659.png"/><Relationship Id="rId18" Type="http://schemas.openxmlformats.org/officeDocument/2006/relationships/image" Target="../media/image453.png"/><Relationship Id="rId265" Type="http://schemas.openxmlformats.org/officeDocument/2006/relationships/customXml" Target="../ink/ink971.xml"/><Relationship Id="rId472" Type="http://schemas.openxmlformats.org/officeDocument/2006/relationships/image" Target="../media/image680.png"/><Relationship Id="rId125" Type="http://schemas.openxmlformats.org/officeDocument/2006/relationships/customXml" Target="../ink/ink901.xml"/><Relationship Id="rId167" Type="http://schemas.openxmlformats.org/officeDocument/2006/relationships/customXml" Target="../ink/ink922.xml"/><Relationship Id="rId332" Type="http://schemas.openxmlformats.org/officeDocument/2006/relationships/image" Target="../media/image610.png"/><Relationship Id="rId374" Type="http://schemas.openxmlformats.org/officeDocument/2006/relationships/image" Target="../media/image631.png"/><Relationship Id="rId71" Type="http://schemas.openxmlformats.org/officeDocument/2006/relationships/customXml" Target="../ink/ink874.xml"/><Relationship Id="rId234" Type="http://schemas.openxmlformats.org/officeDocument/2006/relationships/image" Target="../media/image561.png"/><Relationship Id="rId2" Type="http://schemas.openxmlformats.org/officeDocument/2006/relationships/image" Target="../media/image445.png"/><Relationship Id="rId29" Type="http://schemas.openxmlformats.org/officeDocument/2006/relationships/customXml" Target="../ink/ink853.xml"/><Relationship Id="rId276" Type="http://schemas.openxmlformats.org/officeDocument/2006/relationships/image" Target="../media/image582.png"/><Relationship Id="rId441" Type="http://schemas.openxmlformats.org/officeDocument/2006/relationships/customXml" Target="../ink/ink1059.xml"/><Relationship Id="rId40" Type="http://schemas.openxmlformats.org/officeDocument/2006/relationships/image" Target="../media/image464.png"/><Relationship Id="rId136" Type="http://schemas.openxmlformats.org/officeDocument/2006/relationships/image" Target="../media/image512.png"/><Relationship Id="rId178" Type="http://schemas.openxmlformats.org/officeDocument/2006/relationships/image" Target="../media/image533.png"/><Relationship Id="rId301" Type="http://schemas.openxmlformats.org/officeDocument/2006/relationships/customXml" Target="../ink/ink989.xml"/><Relationship Id="rId343" Type="http://schemas.openxmlformats.org/officeDocument/2006/relationships/customXml" Target="../ink/ink1010.xml"/><Relationship Id="rId82" Type="http://schemas.openxmlformats.org/officeDocument/2006/relationships/image" Target="../media/image485.png"/><Relationship Id="rId203" Type="http://schemas.openxmlformats.org/officeDocument/2006/relationships/customXml" Target="../ink/ink940.xml"/><Relationship Id="rId385" Type="http://schemas.openxmlformats.org/officeDocument/2006/relationships/customXml" Target="../ink/ink1031.xml"/><Relationship Id="rId245" Type="http://schemas.openxmlformats.org/officeDocument/2006/relationships/customXml" Target="../ink/ink961.xml"/><Relationship Id="rId287" Type="http://schemas.openxmlformats.org/officeDocument/2006/relationships/customXml" Target="../ink/ink982.xml"/><Relationship Id="rId410" Type="http://schemas.openxmlformats.org/officeDocument/2006/relationships/image" Target="../media/image649.png"/><Relationship Id="rId452" Type="http://schemas.openxmlformats.org/officeDocument/2006/relationships/image" Target="../media/image670.png"/><Relationship Id="rId105" Type="http://schemas.openxmlformats.org/officeDocument/2006/relationships/customXml" Target="../ink/ink891.xml"/><Relationship Id="rId147" Type="http://schemas.openxmlformats.org/officeDocument/2006/relationships/customXml" Target="../ink/ink912.xml"/><Relationship Id="rId312" Type="http://schemas.openxmlformats.org/officeDocument/2006/relationships/image" Target="../media/image600.png"/><Relationship Id="rId354" Type="http://schemas.openxmlformats.org/officeDocument/2006/relationships/image" Target="../media/image621.png"/><Relationship Id="rId51" Type="http://schemas.openxmlformats.org/officeDocument/2006/relationships/customXml" Target="../ink/ink864.xml"/><Relationship Id="rId72" Type="http://schemas.openxmlformats.org/officeDocument/2006/relationships/image" Target="../media/image480.png"/><Relationship Id="rId93" Type="http://schemas.openxmlformats.org/officeDocument/2006/relationships/customXml" Target="../ink/ink885.xml"/><Relationship Id="rId189" Type="http://schemas.openxmlformats.org/officeDocument/2006/relationships/customXml" Target="../ink/ink933.xml"/><Relationship Id="rId375" Type="http://schemas.openxmlformats.org/officeDocument/2006/relationships/customXml" Target="../ink/ink1026.xml"/><Relationship Id="rId396" Type="http://schemas.openxmlformats.org/officeDocument/2006/relationships/image" Target="../media/image642.png"/><Relationship Id="rId3" Type="http://schemas.openxmlformats.org/officeDocument/2006/relationships/customXml" Target="../ink/ink840.xml"/><Relationship Id="rId214" Type="http://schemas.openxmlformats.org/officeDocument/2006/relationships/image" Target="../media/image551.png"/><Relationship Id="rId235" Type="http://schemas.openxmlformats.org/officeDocument/2006/relationships/customXml" Target="../ink/ink956.xml"/><Relationship Id="rId256" Type="http://schemas.openxmlformats.org/officeDocument/2006/relationships/image" Target="../media/image572.png"/><Relationship Id="rId277" Type="http://schemas.openxmlformats.org/officeDocument/2006/relationships/customXml" Target="../ink/ink977.xml"/><Relationship Id="rId298" Type="http://schemas.openxmlformats.org/officeDocument/2006/relationships/image" Target="../media/image593.png"/><Relationship Id="rId400" Type="http://schemas.openxmlformats.org/officeDocument/2006/relationships/image" Target="../media/image644.png"/><Relationship Id="rId421" Type="http://schemas.openxmlformats.org/officeDocument/2006/relationships/customXml" Target="../ink/ink1049.xml"/><Relationship Id="rId442" Type="http://schemas.openxmlformats.org/officeDocument/2006/relationships/image" Target="../media/image665.png"/><Relationship Id="rId463" Type="http://schemas.openxmlformats.org/officeDocument/2006/relationships/customXml" Target="../ink/ink1070.xml"/><Relationship Id="rId116" Type="http://schemas.openxmlformats.org/officeDocument/2006/relationships/image" Target="../media/image502.png"/><Relationship Id="rId137" Type="http://schemas.openxmlformats.org/officeDocument/2006/relationships/customXml" Target="../ink/ink907.xml"/><Relationship Id="rId158" Type="http://schemas.openxmlformats.org/officeDocument/2006/relationships/image" Target="../media/image523.png"/><Relationship Id="rId302" Type="http://schemas.openxmlformats.org/officeDocument/2006/relationships/image" Target="../media/image595.png"/><Relationship Id="rId323" Type="http://schemas.openxmlformats.org/officeDocument/2006/relationships/customXml" Target="../ink/ink1000.xml"/><Relationship Id="rId344" Type="http://schemas.openxmlformats.org/officeDocument/2006/relationships/image" Target="../media/image616.png"/><Relationship Id="rId20" Type="http://schemas.openxmlformats.org/officeDocument/2006/relationships/image" Target="../media/image454.png"/><Relationship Id="rId41" Type="http://schemas.openxmlformats.org/officeDocument/2006/relationships/customXml" Target="../ink/ink859.xml"/><Relationship Id="rId62" Type="http://schemas.openxmlformats.org/officeDocument/2006/relationships/image" Target="../media/image475.png"/><Relationship Id="rId83" Type="http://schemas.openxmlformats.org/officeDocument/2006/relationships/customXml" Target="../ink/ink880.xml"/><Relationship Id="rId179" Type="http://schemas.openxmlformats.org/officeDocument/2006/relationships/customXml" Target="../ink/ink928.xml"/><Relationship Id="rId365" Type="http://schemas.openxmlformats.org/officeDocument/2006/relationships/customXml" Target="../ink/ink1021.xml"/><Relationship Id="rId386" Type="http://schemas.openxmlformats.org/officeDocument/2006/relationships/image" Target="../media/image637.png"/><Relationship Id="rId190" Type="http://schemas.openxmlformats.org/officeDocument/2006/relationships/image" Target="../media/image539.png"/><Relationship Id="rId204" Type="http://schemas.openxmlformats.org/officeDocument/2006/relationships/image" Target="../media/image546.png"/><Relationship Id="rId225" Type="http://schemas.openxmlformats.org/officeDocument/2006/relationships/customXml" Target="../ink/ink951.xml"/><Relationship Id="rId246" Type="http://schemas.openxmlformats.org/officeDocument/2006/relationships/image" Target="../media/image567.png"/><Relationship Id="rId267" Type="http://schemas.openxmlformats.org/officeDocument/2006/relationships/customXml" Target="../ink/ink972.xml"/><Relationship Id="rId288" Type="http://schemas.openxmlformats.org/officeDocument/2006/relationships/image" Target="../media/image588.png"/><Relationship Id="rId411" Type="http://schemas.openxmlformats.org/officeDocument/2006/relationships/customXml" Target="../ink/ink1044.xml"/><Relationship Id="rId432" Type="http://schemas.openxmlformats.org/officeDocument/2006/relationships/image" Target="../media/image660.png"/><Relationship Id="rId453" Type="http://schemas.openxmlformats.org/officeDocument/2006/relationships/customXml" Target="../ink/ink1065.xml"/><Relationship Id="rId474" Type="http://schemas.openxmlformats.org/officeDocument/2006/relationships/image" Target="../media/image681.png"/><Relationship Id="rId106" Type="http://schemas.openxmlformats.org/officeDocument/2006/relationships/image" Target="../media/image497.png"/><Relationship Id="rId127" Type="http://schemas.openxmlformats.org/officeDocument/2006/relationships/customXml" Target="../ink/ink902.xml"/><Relationship Id="rId313" Type="http://schemas.openxmlformats.org/officeDocument/2006/relationships/customXml" Target="../ink/ink995.xml"/><Relationship Id="rId10" Type="http://schemas.openxmlformats.org/officeDocument/2006/relationships/image" Target="../media/image449.png"/><Relationship Id="rId31" Type="http://schemas.openxmlformats.org/officeDocument/2006/relationships/customXml" Target="../ink/ink854.xml"/><Relationship Id="rId52" Type="http://schemas.openxmlformats.org/officeDocument/2006/relationships/image" Target="../media/image470.png"/><Relationship Id="rId73" Type="http://schemas.openxmlformats.org/officeDocument/2006/relationships/customXml" Target="../ink/ink875.xml"/><Relationship Id="rId94" Type="http://schemas.openxmlformats.org/officeDocument/2006/relationships/image" Target="../media/image491.png"/><Relationship Id="rId148" Type="http://schemas.openxmlformats.org/officeDocument/2006/relationships/image" Target="../media/image518.png"/><Relationship Id="rId169" Type="http://schemas.openxmlformats.org/officeDocument/2006/relationships/customXml" Target="../ink/ink923.xml"/><Relationship Id="rId334" Type="http://schemas.openxmlformats.org/officeDocument/2006/relationships/image" Target="../media/image611.png"/><Relationship Id="rId355" Type="http://schemas.openxmlformats.org/officeDocument/2006/relationships/customXml" Target="../ink/ink1016.xml"/><Relationship Id="rId376" Type="http://schemas.openxmlformats.org/officeDocument/2006/relationships/image" Target="../media/image632.png"/><Relationship Id="rId397" Type="http://schemas.openxmlformats.org/officeDocument/2006/relationships/customXml" Target="../ink/ink1037.xml"/><Relationship Id="rId4" Type="http://schemas.openxmlformats.org/officeDocument/2006/relationships/image" Target="../media/image446.png"/><Relationship Id="rId180" Type="http://schemas.openxmlformats.org/officeDocument/2006/relationships/image" Target="../media/image534.png"/><Relationship Id="rId215" Type="http://schemas.openxmlformats.org/officeDocument/2006/relationships/customXml" Target="../ink/ink946.xml"/><Relationship Id="rId236" Type="http://schemas.openxmlformats.org/officeDocument/2006/relationships/image" Target="../media/image562.png"/><Relationship Id="rId257" Type="http://schemas.openxmlformats.org/officeDocument/2006/relationships/customXml" Target="../ink/ink967.xml"/><Relationship Id="rId278" Type="http://schemas.openxmlformats.org/officeDocument/2006/relationships/image" Target="../media/image583.png"/><Relationship Id="rId401" Type="http://schemas.openxmlformats.org/officeDocument/2006/relationships/customXml" Target="../ink/ink1039.xml"/><Relationship Id="rId422" Type="http://schemas.openxmlformats.org/officeDocument/2006/relationships/image" Target="../media/image655.png"/><Relationship Id="rId443" Type="http://schemas.openxmlformats.org/officeDocument/2006/relationships/customXml" Target="../ink/ink1060.xml"/><Relationship Id="rId464" Type="http://schemas.openxmlformats.org/officeDocument/2006/relationships/image" Target="../media/image676.png"/><Relationship Id="rId303" Type="http://schemas.openxmlformats.org/officeDocument/2006/relationships/customXml" Target="../ink/ink990.xml"/><Relationship Id="rId42" Type="http://schemas.openxmlformats.org/officeDocument/2006/relationships/image" Target="../media/image465.png"/><Relationship Id="rId84" Type="http://schemas.openxmlformats.org/officeDocument/2006/relationships/image" Target="../media/image486.png"/><Relationship Id="rId138" Type="http://schemas.openxmlformats.org/officeDocument/2006/relationships/image" Target="../media/image513.png"/><Relationship Id="rId345" Type="http://schemas.openxmlformats.org/officeDocument/2006/relationships/customXml" Target="../ink/ink1011.xml"/><Relationship Id="rId387" Type="http://schemas.openxmlformats.org/officeDocument/2006/relationships/customXml" Target="../ink/ink1032.xml"/><Relationship Id="rId191" Type="http://schemas.openxmlformats.org/officeDocument/2006/relationships/customXml" Target="../ink/ink934.xml"/><Relationship Id="rId205" Type="http://schemas.openxmlformats.org/officeDocument/2006/relationships/customXml" Target="../ink/ink941.xml"/><Relationship Id="rId247" Type="http://schemas.openxmlformats.org/officeDocument/2006/relationships/customXml" Target="../ink/ink962.xml"/><Relationship Id="rId412" Type="http://schemas.openxmlformats.org/officeDocument/2006/relationships/image" Target="../media/image650.png"/><Relationship Id="rId107" Type="http://schemas.openxmlformats.org/officeDocument/2006/relationships/customXml" Target="../ink/ink892.xml"/><Relationship Id="rId289" Type="http://schemas.openxmlformats.org/officeDocument/2006/relationships/customXml" Target="../ink/ink983.xml"/><Relationship Id="rId454" Type="http://schemas.openxmlformats.org/officeDocument/2006/relationships/image" Target="../media/image671.png"/><Relationship Id="rId11" Type="http://schemas.openxmlformats.org/officeDocument/2006/relationships/customXml" Target="../ink/ink844.xml"/><Relationship Id="rId53" Type="http://schemas.openxmlformats.org/officeDocument/2006/relationships/customXml" Target="../ink/ink865.xml"/><Relationship Id="rId149" Type="http://schemas.openxmlformats.org/officeDocument/2006/relationships/customXml" Target="../ink/ink913.xml"/><Relationship Id="rId314" Type="http://schemas.openxmlformats.org/officeDocument/2006/relationships/image" Target="../media/image601.png"/><Relationship Id="rId356" Type="http://schemas.openxmlformats.org/officeDocument/2006/relationships/image" Target="../media/image622.png"/><Relationship Id="rId398" Type="http://schemas.openxmlformats.org/officeDocument/2006/relationships/image" Target="../media/image643.png"/><Relationship Id="rId95" Type="http://schemas.openxmlformats.org/officeDocument/2006/relationships/customXml" Target="../ink/ink886.xml"/><Relationship Id="rId160" Type="http://schemas.openxmlformats.org/officeDocument/2006/relationships/image" Target="../media/image524.png"/><Relationship Id="rId216" Type="http://schemas.openxmlformats.org/officeDocument/2006/relationships/image" Target="../media/image552.png"/><Relationship Id="rId423" Type="http://schemas.openxmlformats.org/officeDocument/2006/relationships/customXml" Target="../ink/ink1050.xml"/><Relationship Id="rId258" Type="http://schemas.openxmlformats.org/officeDocument/2006/relationships/image" Target="../media/image573.png"/><Relationship Id="rId465" Type="http://schemas.openxmlformats.org/officeDocument/2006/relationships/customXml" Target="../ink/ink1071.xml"/><Relationship Id="rId22" Type="http://schemas.openxmlformats.org/officeDocument/2006/relationships/image" Target="../media/image455.png"/><Relationship Id="rId64" Type="http://schemas.openxmlformats.org/officeDocument/2006/relationships/image" Target="../media/image476.png"/><Relationship Id="rId118" Type="http://schemas.openxmlformats.org/officeDocument/2006/relationships/image" Target="../media/image503.png"/><Relationship Id="rId325" Type="http://schemas.openxmlformats.org/officeDocument/2006/relationships/customXml" Target="../ink/ink1001.xml"/><Relationship Id="rId367" Type="http://schemas.openxmlformats.org/officeDocument/2006/relationships/customXml" Target="../ink/ink1022.xml"/><Relationship Id="rId171" Type="http://schemas.openxmlformats.org/officeDocument/2006/relationships/customXml" Target="../ink/ink924.xml"/><Relationship Id="rId227" Type="http://schemas.openxmlformats.org/officeDocument/2006/relationships/customXml" Target="../ink/ink952.xml"/><Relationship Id="rId269" Type="http://schemas.openxmlformats.org/officeDocument/2006/relationships/customXml" Target="../ink/ink973.xml"/><Relationship Id="rId434" Type="http://schemas.openxmlformats.org/officeDocument/2006/relationships/image" Target="../media/image661.png"/><Relationship Id="rId476" Type="http://schemas.openxmlformats.org/officeDocument/2006/relationships/image" Target="../media/image682.png"/><Relationship Id="rId33" Type="http://schemas.openxmlformats.org/officeDocument/2006/relationships/customXml" Target="../ink/ink855.xml"/><Relationship Id="rId129" Type="http://schemas.openxmlformats.org/officeDocument/2006/relationships/customXml" Target="../ink/ink903.xml"/><Relationship Id="rId280" Type="http://schemas.openxmlformats.org/officeDocument/2006/relationships/image" Target="../media/image584.png"/><Relationship Id="rId336" Type="http://schemas.openxmlformats.org/officeDocument/2006/relationships/image" Target="../media/image612.png"/><Relationship Id="rId75" Type="http://schemas.openxmlformats.org/officeDocument/2006/relationships/customXml" Target="../ink/ink876.xml"/><Relationship Id="rId140" Type="http://schemas.openxmlformats.org/officeDocument/2006/relationships/image" Target="../media/image514.png"/><Relationship Id="rId182" Type="http://schemas.openxmlformats.org/officeDocument/2006/relationships/image" Target="../media/image535.png"/><Relationship Id="rId378" Type="http://schemas.openxmlformats.org/officeDocument/2006/relationships/image" Target="../media/image633.png"/><Relationship Id="rId403" Type="http://schemas.openxmlformats.org/officeDocument/2006/relationships/customXml" Target="../ink/ink1040.xml"/><Relationship Id="rId6" Type="http://schemas.openxmlformats.org/officeDocument/2006/relationships/image" Target="../media/image447.png"/><Relationship Id="rId238" Type="http://schemas.openxmlformats.org/officeDocument/2006/relationships/image" Target="../media/image563.png"/><Relationship Id="rId445" Type="http://schemas.openxmlformats.org/officeDocument/2006/relationships/customXml" Target="../ink/ink1061.xml"/><Relationship Id="rId291" Type="http://schemas.openxmlformats.org/officeDocument/2006/relationships/customXml" Target="../ink/ink984.xml"/><Relationship Id="rId305" Type="http://schemas.openxmlformats.org/officeDocument/2006/relationships/customXml" Target="../ink/ink991.xml"/><Relationship Id="rId347" Type="http://schemas.openxmlformats.org/officeDocument/2006/relationships/customXml" Target="../ink/ink1012.xml"/><Relationship Id="rId44" Type="http://schemas.openxmlformats.org/officeDocument/2006/relationships/image" Target="../media/image466.png"/><Relationship Id="rId86" Type="http://schemas.openxmlformats.org/officeDocument/2006/relationships/image" Target="../media/image487.png"/><Relationship Id="rId151" Type="http://schemas.openxmlformats.org/officeDocument/2006/relationships/customXml" Target="../ink/ink914.xml"/><Relationship Id="rId389" Type="http://schemas.openxmlformats.org/officeDocument/2006/relationships/customXml" Target="../ink/ink1033.xml"/><Relationship Id="rId193" Type="http://schemas.openxmlformats.org/officeDocument/2006/relationships/customXml" Target="../ink/ink935.xml"/><Relationship Id="rId207" Type="http://schemas.openxmlformats.org/officeDocument/2006/relationships/customXml" Target="../ink/ink942.xml"/><Relationship Id="rId249" Type="http://schemas.openxmlformats.org/officeDocument/2006/relationships/customXml" Target="../ink/ink963.xml"/><Relationship Id="rId414" Type="http://schemas.openxmlformats.org/officeDocument/2006/relationships/image" Target="../media/image651.png"/><Relationship Id="rId456" Type="http://schemas.openxmlformats.org/officeDocument/2006/relationships/image" Target="../media/image672.png"/><Relationship Id="rId13" Type="http://schemas.openxmlformats.org/officeDocument/2006/relationships/customXml" Target="../ink/ink845.xml"/><Relationship Id="rId109" Type="http://schemas.openxmlformats.org/officeDocument/2006/relationships/customXml" Target="../ink/ink893.xml"/><Relationship Id="rId260" Type="http://schemas.openxmlformats.org/officeDocument/2006/relationships/image" Target="../media/image574.png"/><Relationship Id="rId316" Type="http://schemas.openxmlformats.org/officeDocument/2006/relationships/image" Target="../media/image602.png"/><Relationship Id="rId55" Type="http://schemas.openxmlformats.org/officeDocument/2006/relationships/customXml" Target="../ink/ink866.xml"/><Relationship Id="rId97" Type="http://schemas.openxmlformats.org/officeDocument/2006/relationships/customXml" Target="../ink/ink887.xml"/><Relationship Id="rId120" Type="http://schemas.openxmlformats.org/officeDocument/2006/relationships/image" Target="../media/image504.png"/><Relationship Id="rId358" Type="http://schemas.openxmlformats.org/officeDocument/2006/relationships/image" Target="../media/image623.png"/><Relationship Id="rId162" Type="http://schemas.openxmlformats.org/officeDocument/2006/relationships/image" Target="../media/image525.png"/><Relationship Id="rId218" Type="http://schemas.openxmlformats.org/officeDocument/2006/relationships/image" Target="../media/image553.png"/><Relationship Id="rId425" Type="http://schemas.openxmlformats.org/officeDocument/2006/relationships/customXml" Target="../ink/ink1051.xml"/><Relationship Id="rId467" Type="http://schemas.openxmlformats.org/officeDocument/2006/relationships/customXml" Target="../ink/ink1072.xml"/><Relationship Id="rId271" Type="http://schemas.openxmlformats.org/officeDocument/2006/relationships/customXml" Target="../ink/ink974.xml"/><Relationship Id="rId24" Type="http://schemas.openxmlformats.org/officeDocument/2006/relationships/image" Target="../media/image456.png"/><Relationship Id="rId66" Type="http://schemas.openxmlformats.org/officeDocument/2006/relationships/image" Target="../media/image477.png"/><Relationship Id="rId131" Type="http://schemas.openxmlformats.org/officeDocument/2006/relationships/customXml" Target="../ink/ink904.xml"/><Relationship Id="rId327" Type="http://schemas.openxmlformats.org/officeDocument/2006/relationships/customXml" Target="../ink/ink1002.xml"/><Relationship Id="rId369" Type="http://schemas.openxmlformats.org/officeDocument/2006/relationships/customXml" Target="../ink/ink1023.xml"/><Relationship Id="rId173" Type="http://schemas.openxmlformats.org/officeDocument/2006/relationships/customXml" Target="../ink/ink925.xml"/><Relationship Id="rId229" Type="http://schemas.openxmlformats.org/officeDocument/2006/relationships/customXml" Target="../ink/ink953.xml"/><Relationship Id="rId380" Type="http://schemas.openxmlformats.org/officeDocument/2006/relationships/image" Target="../media/image634.png"/><Relationship Id="rId436" Type="http://schemas.openxmlformats.org/officeDocument/2006/relationships/image" Target="../media/image662.png"/><Relationship Id="rId240" Type="http://schemas.openxmlformats.org/officeDocument/2006/relationships/image" Target="../media/image564.png"/><Relationship Id="rId478" Type="http://schemas.openxmlformats.org/officeDocument/2006/relationships/image" Target="../media/image683.png"/><Relationship Id="rId35" Type="http://schemas.openxmlformats.org/officeDocument/2006/relationships/customXml" Target="../ink/ink856.xml"/><Relationship Id="rId77" Type="http://schemas.openxmlformats.org/officeDocument/2006/relationships/customXml" Target="../ink/ink877.xml"/><Relationship Id="rId100" Type="http://schemas.openxmlformats.org/officeDocument/2006/relationships/image" Target="../media/image494.png"/><Relationship Id="rId282" Type="http://schemas.openxmlformats.org/officeDocument/2006/relationships/image" Target="../media/image585.png"/><Relationship Id="rId338" Type="http://schemas.openxmlformats.org/officeDocument/2006/relationships/image" Target="../media/image613.png"/><Relationship Id="rId8" Type="http://schemas.openxmlformats.org/officeDocument/2006/relationships/image" Target="../media/image448.png"/><Relationship Id="rId142" Type="http://schemas.openxmlformats.org/officeDocument/2006/relationships/image" Target="../media/image515.png"/><Relationship Id="rId184" Type="http://schemas.openxmlformats.org/officeDocument/2006/relationships/image" Target="../media/image536.png"/><Relationship Id="rId391" Type="http://schemas.openxmlformats.org/officeDocument/2006/relationships/customXml" Target="../ink/ink1034.xml"/><Relationship Id="rId405" Type="http://schemas.openxmlformats.org/officeDocument/2006/relationships/customXml" Target="../ink/ink1041.xml"/><Relationship Id="rId447" Type="http://schemas.openxmlformats.org/officeDocument/2006/relationships/customXml" Target="../ink/ink1062.xml"/><Relationship Id="rId251" Type="http://schemas.openxmlformats.org/officeDocument/2006/relationships/customXml" Target="../ink/ink964.xml"/><Relationship Id="rId46" Type="http://schemas.openxmlformats.org/officeDocument/2006/relationships/image" Target="../media/image467.png"/><Relationship Id="rId293" Type="http://schemas.openxmlformats.org/officeDocument/2006/relationships/customXml" Target="../ink/ink985.xml"/><Relationship Id="rId307" Type="http://schemas.openxmlformats.org/officeDocument/2006/relationships/customXml" Target="../ink/ink992.xml"/><Relationship Id="rId349" Type="http://schemas.openxmlformats.org/officeDocument/2006/relationships/customXml" Target="../ink/ink1013.xml"/><Relationship Id="rId88" Type="http://schemas.openxmlformats.org/officeDocument/2006/relationships/image" Target="../media/image488.png"/><Relationship Id="rId111" Type="http://schemas.openxmlformats.org/officeDocument/2006/relationships/customXml" Target="../ink/ink894.xml"/><Relationship Id="rId153" Type="http://schemas.openxmlformats.org/officeDocument/2006/relationships/customXml" Target="../ink/ink915.xml"/><Relationship Id="rId195" Type="http://schemas.openxmlformats.org/officeDocument/2006/relationships/customXml" Target="../ink/ink936.xml"/><Relationship Id="rId209" Type="http://schemas.openxmlformats.org/officeDocument/2006/relationships/customXml" Target="../ink/ink943.xml"/><Relationship Id="rId360" Type="http://schemas.openxmlformats.org/officeDocument/2006/relationships/image" Target="../media/image624.png"/><Relationship Id="rId416" Type="http://schemas.openxmlformats.org/officeDocument/2006/relationships/image" Target="../media/image652.png"/><Relationship Id="rId220" Type="http://schemas.openxmlformats.org/officeDocument/2006/relationships/image" Target="../media/image554.png"/><Relationship Id="rId458" Type="http://schemas.openxmlformats.org/officeDocument/2006/relationships/image" Target="../media/image673.png"/><Relationship Id="rId15" Type="http://schemas.openxmlformats.org/officeDocument/2006/relationships/customXml" Target="../ink/ink846.xml"/><Relationship Id="rId57" Type="http://schemas.openxmlformats.org/officeDocument/2006/relationships/customXml" Target="../ink/ink867.xml"/><Relationship Id="rId262" Type="http://schemas.openxmlformats.org/officeDocument/2006/relationships/image" Target="../media/image575.png"/><Relationship Id="rId318" Type="http://schemas.openxmlformats.org/officeDocument/2006/relationships/image" Target="../media/image603.png"/><Relationship Id="rId99" Type="http://schemas.openxmlformats.org/officeDocument/2006/relationships/customXml" Target="../ink/ink888.xml"/><Relationship Id="rId122" Type="http://schemas.openxmlformats.org/officeDocument/2006/relationships/image" Target="../media/image505.png"/><Relationship Id="rId164" Type="http://schemas.openxmlformats.org/officeDocument/2006/relationships/image" Target="../media/image526.png"/><Relationship Id="rId371" Type="http://schemas.openxmlformats.org/officeDocument/2006/relationships/customXml" Target="../ink/ink1024.xml"/><Relationship Id="rId427" Type="http://schemas.openxmlformats.org/officeDocument/2006/relationships/customXml" Target="../ink/ink1052.xml"/><Relationship Id="rId469" Type="http://schemas.openxmlformats.org/officeDocument/2006/relationships/customXml" Target="../ink/ink1073.xml"/><Relationship Id="rId26" Type="http://schemas.openxmlformats.org/officeDocument/2006/relationships/image" Target="../media/image457.png"/><Relationship Id="rId231" Type="http://schemas.openxmlformats.org/officeDocument/2006/relationships/customXml" Target="../ink/ink954.xml"/><Relationship Id="rId273" Type="http://schemas.openxmlformats.org/officeDocument/2006/relationships/customXml" Target="../ink/ink975.xml"/><Relationship Id="rId329" Type="http://schemas.openxmlformats.org/officeDocument/2006/relationships/customXml" Target="../ink/ink1003.xml"/><Relationship Id="rId480" Type="http://schemas.openxmlformats.org/officeDocument/2006/relationships/image" Target="../media/image684.png"/><Relationship Id="rId68" Type="http://schemas.openxmlformats.org/officeDocument/2006/relationships/image" Target="../media/image478.png"/><Relationship Id="rId133" Type="http://schemas.openxmlformats.org/officeDocument/2006/relationships/customXml" Target="../ink/ink905.xml"/><Relationship Id="rId175" Type="http://schemas.openxmlformats.org/officeDocument/2006/relationships/customXml" Target="../ink/ink926.xml"/><Relationship Id="rId340" Type="http://schemas.openxmlformats.org/officeDocument/2006/relationships/image" Target="../media/image614.png"/><Relationship Id="rId200" Type="http://schemas.openxmlformats.org/officeDocument/2006/relationships/image" Target="../media/image544.png"/><Relationship Id="rId382" Type="http://schemas.openxmlformats.org/officeDocument/2006/relationships/image" Target="../media/image635.png"/><Relationship Id="rId438" Type="http://schemas.openxmlformats.org/officeDocument/2006/relationships/image" Target="../media/image663.png"/><Relationship Id="rId242" Type="http://schemas.openxmlformats.org/officeDocument/2006/relationships/image" Target="../media/image565.png"/><Relationship Id="rId284" Type="http://schemas.openxmlformats.org/officeDocument/2006/relationships/image" Target="../media/image586.png"/><Relationship Id="rId37" Type="http://schemas.openxmlformats.org/officeDocument/2006/relationships/customXml" Target="../ink/ink857.xml"/><Relationship Id="rId79" Type="http://schemas.openxmlformats.org/officeDocument/2006/relationships/customXml" Target="../ink/ink878.xml"/><Relationship Id="rId102" Type="http://schemas.openxmlformats.org/officeDocument/2006/relationships/image" Target="../media/image495.png"/><Relationship Id="rId144" Type="http://schemas.openxmlformats.org/officeDocument/2006/relationships/image" Target="../media/image516.png"/><Relationship Id="rId90" Type="http://schemas.openxmlformats.org/officeDocument/2006/relationships/image" Target="../media/image489.png"/><Relationship Id="rId186" Type="http://schemas.openxmlformats.org/officeDocument/2006/relationships/image" Target="../media/image537.png"/><Relationship Id="rId351" Type="http://schemas.openxmlformats.org/officeDocument/2006/relationships/customXml" Target="../ink/ink1014.xml"/><Relationship Id="rId393" Type="http://schemas.openxmlformats.org/officeDocument/2006/relationships/customXml" Target="../ink/ink1035.xml"/><Relationship Id="rId407" Type="http://schemas.openxmlformats.org/officeDocument/2006/relationships/customXml" Target="../ink/ink1042.xml"/><Relationship Id="rId449" Type="http://schemas.openxmlformats.org/officeDocument/2006/relationships/customXml" Target="../ink/ink1063.xml"/><Relationship Id="rId211" Type="http://schemas.openxmlformats.org/officeDocument/2006/relationships/customXml" Target="../ink/ink944.xml"/><Relationship Id="rId253" Type="http://schemas.openxmlformats.org/officeDocument/2006/relationships/customXml" Target="../ink/ink965.xml"/><Relationship Id="rId295" Type="http://schemas.openxmlformats.org/officeDocument/2006/relationships/customXml" Target="../ink/ink986.xml"/><Relationship Id="rId309" Type="http://schemas.openxmlformats.org/officeDocument/2006/relationships/customXml" Target="../ink/ink993.xml"/><Relationship Id="rId460" Type="http://schemas.openxmlformats.org/officeDocument/2006/relationships/image" Target="../media/image674.png"/><Relationship Id="rId48" Type="http://schemas.openxmlformats.org/officeDocument/2006/relationships/image" Target="../media/image468.png"/><Relationship Id="rId113" Type="http://schemas.openxmlformats.org/officeDocument/2006/relationships/customXml" Target="../ink/ink895.xml"/><Relationship Id="rId320" Type="http://schemas.openxmlformats.org/officeDocument/2006/relationships/image" Target="../media/image604.png"/><Relationship Id="rId155" Type="http://schemas.openxmlformats.org/officeDocument/2006/relationships/customXml" Target="../ink/ink916.xml"/><Relationship Id="rId197" Type="http://schemas.openxmlformats.org/officeDocument/2006/relationships/customXml" Target="../ink/ink937.xml"/><Relationship Id="rId362" Type="http://schemas.openxmlformats.org/officeDocument/2006/relationships/image" Target="../media/image625.png"/><Relationship Id="rId418" Type="http://schemas.openxmlformats.org/officeDocument/2006/relationships/image" Target="../media/image653.png"/><Relationship Id="rId222" Type="http://schemas.openxmlformats.org/officeDocument/2006/relationships/image" Target="../media/image555.png"/><Relationship Id="rId264" Type="http://schemas.openxmlformats.org/officeDocument/2006/relationships/image" Target="../media/image576.png"/><Relationship Id="rId471" Type="http://schemas.openxmlformats.org/officeDocument/2006/relationships/customXml" Target="../ink/ink1074.xml"/><Relationship Id="rId17" Type="http://schemas.openxmlformats.org/officeDocument/2006/relationships/customXml" Target="../ink/ink847.xml"/><Relationship Id="rId59" Type="http://schemas.openxmlformats.org/officeDocument/2006/relationships/customXml" Target="../ink/ink868.xml"/><Relationship Id="rId124" Type="http://schemas.openxmlformats.org/officeDocument/2006/relationships/image" Target="../media/image506.png"/><Relationship Id="rId70" Type="http://schemas.openxmlformats.org/officeDocument/2006/relationships/image" Target="../media/image479.png"/><Relationship Id="rId166" Type="http://schemas.openxmlformats.org/officeDocument/2006/relationships/image" Target="../media/image527.png"/><Relationship Id="rId331" Type="http://schemas.openxmlformats.org/officeDocument/2006/relationships/customXml" Target="../ink/ink1004.xml"/><Relationship Id="rId373" Type="http://schemas.openxmlformats.org/officeDocument/2006/relationships/customXml" Target="../ink/ink1025.xml"/><Relationship Id="rId429" Type="http://schemas.openxmlformats.org/officeDocument/2006/relationships/customXml" Target="../ink/ink1053.xml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955.xml"/><Relationship Id="rId440" Type="http://schemas.openxmlformats.org/officeDocument/2006/relationships/image" Target="../media/image664.png"/><Relationship Id="rId28" Type="http://schemas.openxmlformats.org/officeDocument/2006/relationships/image" Target="../media/image458.png"/><Relationship Id="rId275" Type="http://schemas.openxmlformats.org/officeDocument/2006/relationships/customXml" Target="../ink/ink976.xml"/><Relationship Id="rId300" Type="http://schemas.openxmlformats.org/officeDocument/2006/relationships/image" Target="../media/image594.png"/><Relationship Id="rId81" Type="http://schemas.openxmlformats.org/officeDocument/2006/relationships/customXml" Target="../ink/ink879.xml"/><Relationship Id="rId135" Type="http://schemas.openxmlformats.org/officeDocument/2006/relationships/customXml" Target="../ink/ink906.xml"/><Relationship Id="rId177" Type="http://schemas.openxmlformats.org/officeDocument/2006/relationships/customXml" Target="../ink/ink927.xml"/><Relationship Id="rId342" Type="http://schemas.openxmlformats.org/officeDocument/2006/relationships/image" Target="../media/image615.png"/><Relationship Id="rId384" Type="http://schemas.openxmlformats.org/officeDocument/2006/relationships/image" Target="../media/image636.png"/><Relationship Id="rId202" Type="http://schemas.openxmlformats.org/officeDocument/2006/relationships/image" Target="../media/image545.png"/><Relationship Id="rId244" Type="http://schemas.openxmlformats.org/officeDocument/2006/relationships/image" Target="../media/image566.png"/><Relationship Id="rId39" Type="http://schemas.openxmlformats.org/officeDocument/2006/relationships/customXml" Target="../ink/ink858.xml"/><Relationship Id="rId286" Type="http://schemas.openxmlformats.org/officeDocument/2006/relationships/image" Target="../media/image587.png"/><Relationship Id="rId451" Type="http://schemas.openxmlformats.org/officeDocument/2006/relationships/customXml" Target="../ink/ink1064.xml"/><Relationship Id="rId50" Type="http://schemas.openxmlformats.org/officeDocument/2006/relationships/image" Target="../media/image469.png"/><Relationship Id="rId104" Type="http://schemas.openxmlformats.org/officeDocument/2006/relationships/image" Target="../media/image496.png"/><Relationship Id="rId146" Type="http://schemas.openxmlformats.org/officeDocument/2006/relationships/image" Target="../media/image517.png"/><Relationship Id="rId188" Type="http://schemas.openxmlformats.org/officeDocument/2006/relationships/image" Target="../media/image538.png"/><Relationship Id="rId311" Type="http://schemas.openxmlformats.org/officeDocument/2006/relationships/customXml" Target="../ink/ink994.xml"/><Relationship Id="rId353" Type="http://schemas.openxmlformats.org/officeDocument/2006/relationships/customXml" Target="../ink/ink1015.xml"/><Relationship Id="rId395" Type="http://schemas.openxmlformats.org/officeDocument/2006/relationships/customXml" Target="../ink/ink1036.xml"/><Relationship Id="rId409" Type="http://schemas.openxmlformats.org/officeDocument/2006/relationships/customXml" Target="../ink/ink1043.xml"/><Relationship Id="rId92" Type="http://schemas.openxmlformats.org/officeDocument/2006/relationships/image" Target="../media/image490.png"/><Relationship Id="rId213" Type="http://schemas.openxmlformats.org/officeDocument/2006/relationships/customXml" Target="../ink/ink945.xml"/><Relationship Id="rId420" Type="http://schemas.openxmlformats.org/officeDocument/2006/relationships/image" Target="../media/image654.png"/><Relationship Id="rId255" Type="http://schemas.openxmlformats.org/officeDocument/2006/relationships/customXml" Target="../ink/ink966.xml"/><Relationship Id="rId297" Type="http://schemas.openxmlformats.org/officeDocument/2006/relationships/customXml" Target="../ink/ink987.xml"/><Relationship Id="rId462" Type="http://schemas.openxmlformats.org/officeDocument/2006/relationships/image" Target="../media/image675.png"/><Relationship Id="rId115" Type="http://schemas.openxmlformats.org/officeDocument/2006/relationships/customXml" Target="../ink/ink896.xml"/><Relationship Id="rId157" Type="http://schemas.openxmlformats.org/officeDocument/2006/relationships/customXml" Target="../ink/ink917.xml"/><Relationship Id="rId322" Type="http://schemas.openxmlformats.org/officeDocument/2006/relationships/image" Target="../media/image605.png"/><Relationship Id="rId364" Type="http://schemas.openxmlformats.org/officeDocument/2006/relationships/image" Target="../media/image626.png"/><Relationship Id="rId61" Type="http://schemas.openxmlformats.org/officeDocument/2006/relationships/customXml" Target="../ink/ink869.xml"/><Relationship Id="rId199" Type="http://schemas.openxmlformats.org/officeDocument/2006/relationships/customXml" Target="../ink/ink938.xml"/><Relationship Id="rId19" Type="http://schemas.openxmlformats.org/officeDocument/2006/relationships/customXml" Target="../ink/ink848.xml"/><Relationship Id="rId224" Type="http://schemas.openxmlformats.org/officeDocument/2006/relationships/image" Target="../media/image556.png"/><Relationship Id="rId266" Type="http://schemas.openxmlformats.org/officeDocument/2006/relationships/image" Target="../media/image577.png"/><Relationship Id="rId431" Type="http://schemas.openxmlformats.org/officeDocument/2006/relationships/customXml" Target="../ink/ink1054.xml"/><Relationship Id="rId473" Type="http://schemas.openxmlformats.org/officeDocument/2006/relationships/customXml" Target="../ink/ink1075.xml"/><Relationship Id="rId30" Type="http://schemas.openxmlformats.org/officeDocument/2006/relationships/image" Target="../media/image459.png"/><Relationship Id="rId126" Type="http://schemas.openxmlformats.org/officeDocument/2006/relationships/image" Target="../media/image507.png"/><Relationship Id="rId168" Type="http://schemas.openxmlformats.org/officeDocument/2006/relationships/image" Target="../media/image528.png"/><Relationship Id="rId333" Type="http://schemas.openxmlformats.org/officeDocument/2006/relationships/customXml" Target="../ink/ink100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136.xml"/><Relationship Id="rId299" Type="http://schemas.openxmlformats.org/officeDocument/2006/relationships/customXml" Target="../ink/ink1227.xml"/><Relationship Id="rId21" Type="http://schemas.openxmlformats.org/officeDocument/2006/relationships/customXml" Target="../ink/ink1088.xml"/><Relationship Id="rId63" Type="http://schemas.openxmlformats.org/officeDocument/2006/relationships/customXml" Target="../ink/ink1109.xml"/><Relationship Id="rId159" Type="http://schemas.openxmlformats.org/officeDocument/2006/relationships/customXml" Target="../ink/ink1157.xml"/><Relationship Id="rId324" Type="http://schemas.openxmlformats.org/officeDocument/2006/relationships/image" Target="../media/image5921.png"/><Relationship Id="rId366" Type="http://schemas.openxmlformats.org/officeDocument/2006/relationships/image" Target="../media/image6131.png"/><Relationship Id="rId170" Type="http://schemas.openxmlformats.org/officeDocument/2006/relationships/image" Target="../media/image5152.png"/><Relationship Id="rId226" Type="http://schemas.openxmlformats.org/officeDocument/2006/relationships/image" Target="../media/image5432.png"/><Relationship Id="rId268" Type="http://schemas.openxmlformats.org/officeDocument/2006/relationships/image" Target="../media/image5642.png"/><Relationship Id="rId32" Type="http://schemas.openxmlformats.org/officeDocument/2006/relationships/image" Target="../media/image4461.png"/><Relationship Id="rId74" Type="http://schemas.openxmlformats.org/officeDocument/2006/relationships/image" Target="../media/image4671.png"/><Relationship Id="rId128" Type="http://schemas.openxmlformats.org/officeDocument/2006/relationships/image" Target="../media/image4942.png"/><Relationship Id="rId335" Type="http://schemas.openxmlformats.org/officeDocument/2006/relationships/customXml" Target="../ink/ink1245.xml"/><Relationship Id="rId377" Type="http://schemas.openxmlformats.org/officeDocument/2006/relationships/customXml" Target="../ink/ink1266.xml"/><Relationship Id="rId5" Type="http://schemas.openxmlformats.org/officeDocument/2006/relationships/customXml" Target="../ink/ink1080.xml"/><Relationship Id="rId181" Type="http://schemas.openxmlformats.org/officeDocument/2006/relationships/customXml" Target="../ink/ink1168.xml"/><Relationship Id="rId237" Type="http://schemas.openxmlformats.org/officeDocument/2006/relationships/customXml" Target="../ink/ink1196.xml"/><Relationship Id="rId402" Type="http://schemas.openxmlformats.org/officeDocument/2006/relationships/image" Target="../media/image6311.png"/><Relationship Id="rId279" Type="http://schemas.openxmlformats.org/officeDocument/2006/relationships/customXml" Target="../ink/ink1217.xml"/><Relationship Id="rId43" Type="http://schemas.openxmlformats.org/officeDocument/2006/relationships/customXml" Target="../ink/ink1099.xml"/><Relationship Id="rId139" Type="http://schemas.openxmlformats.org/officeDocument/2006/relationships/customXml" Target="../ink/ink1147.xml"/><Relationship Id="rId290" Type="http://schemas.openxmlformats.org/officeDocument/2006/relationships/image" Target="../media/image5752.png"/><Relationship Id="rId304" Type="http://schemas.openxmlformats.org/officeDocument/2006/relationships/image" Target="../media/image5821.png"/><Relationship Id="rId346" Type="http://schemas.openxmlformats.org/officeDocument/2006/relationships/image" Target="../media/image6031.png"/><Relationship Id="rId388" Type="http://schemas.openxmlformats.org/officeDocument/2006/relationships/image" Target="../media/image6241.png"/><Relationship Id="rId85" Type="http://schemas.openxmlformats.org/officeDocument/2006/relationships/customXml" Target="../ink/ink1120.xml"/><Relationship Id="rId150" Type="http://schemas.openxmlformats.org/officeDocument/2006/relationships/image" Target="../media/image5052.png"/><Relationship Id="rId192" Type="http://schemas.openxmlformats.org/officeDocument/2006/relationships/image" Target="../media/image5262.png"/><Relationship Id="rId206" Type="http://schemas.openxmlformats.org/officeDocument/2006/relationships/image" Target="../media/image5332.png"/><Relationship Id="rId413" Type="http://schemas.openxmlformats.org/officeDocument/2006/relationships/customXml" Target="../ink/ink1284.xml"/><Relationship Id="rId248" Type="http://schemas.openxmlformats.org/officeDocument/2006/relationships/image" Target="../media/image5542.png"/><Relationship Id="rId12" Type="http://schemas.openxmlformats.org/officeDocument/2006/relationships/image" Target="../media/image3122.png"/><Relationship Id="rId108" Type="http://schemas.openxmlformats.org/officeDocument/2006/relationships/image" Target="../media/image4842.png"/><Relationship Id="rId315" Type="http://schemas.openxmlformats.org/officeDocument/2006/relationships/customXml" Target="../ink/ink1235.xml"/><Relationship Id="rId357" Type="http://schemas.openxmlformats.org/officeDocument/2006/relationships/customXml" Target="../ink/ink1256.xml"/><Relationship Id="rId54" Type="http://schemas.openxmlformats.org/officeDocument/2006/relationships/image" Target="../media/image4571.png"/><Relationship Id="rId96" Type="http://schemas.openxmlformats.org/officeDocument/2006/relationships/image" Target="../media/image4782.png"/><Relationship Id="rId161" Type="http://schemas.openxmlformats.org/officeDocument/2006/relationships/customXml" Target="../ink/ink1158.xml"/><Relationship Id="rId217" Type="http://schemas.openxmlformats.org/officeDocument/2006/relationships/customXml" Target="../ink/ink1186.xml"/><Relationship Id="rId399" Type="http://schemas.openxmlformats.org/officeDocument/2006/relationships/customXml" Target="../ink/ink1277.xml"/><Relationship Id="rId259" Type="http://schemas.openxmlformats.org/officeDocument/2006/relationships/customXml" Target="../ink/ink1207.xml"/><Relationship Id="rId424" Type="http://schemas.openxmlformats.org/officeDocument/2006/relationships/image" Target="../media/image6421.png"/><Relationship Id="rId23" Type="http://schemas.openxmlformats.org/officeDocument/2006/relationships/customXml" Target="../ink/ink1089.xml"/><Relationship Id="rId119" Type="http://schemas.openxmlformats.org/officeDocument/2006/relationships/customXml" Target="../ink/ink1137.xml"/><Relationship Id="rId270" Type="http://schemas.openxmlformats.org/officeDocument/2006/relationships/image" Target="../media/image5652.png"/><Relationship Id="rId326" Type="http://schemas.openxmlformats.org/officeDocument/2006/relationships/image" Target="../media/image5931.png"/><Relationship Id="rId65" Type="http://schemas.openxmlformats.org/officeDocument/2006/relationships/customXml" Target="../ink/ink1110.xml"/><Relationship Id="rId130" Type="http://schemas.openxmlformats.org/officeDocument/2006/relationships/image" Target="../media/image4952.png"/><Relationship Id="rId368" Type="http://schemas.openxmlformats.org/officeDocument/2006/relationships/image" Target="../media/image6141.png"/><Relationship Id="rId172" Type="http://schemas.openxmlformats.org/officeDocument/2006/relationships/image" Target="../media/image5162.png"/><Relationship Id="rId228" Type="http://schemas.openxmlformats.org/officeDocument/2006/relationships/image" Target="../media/image5442.png"/><Relationship Id="rId281" Type="http://schemas.openxmlformats.org/officeDocument/2006/relationships/customXml" Target="../ink/ink1218.xml"/><Relationship Id="rId337" Type="http://schemas.openxmlformats.org/officeDocument/2006/relationships/customXml" Target="../ink/ink1246.xml"/><Relationship Id="rId34" Type="http://schemas.openxmlformats.org/officeDocument/2006/relationships/image" Target="../media/image4471.png"/><Relationship Id="rId76" Type="http://schemas.openxmlformats.org/officeDocument/2006/relationships/image" Target="../media/image4681.png"/><Relationship Id="rId141" Type="http://schemas.openxmlformats.org/officeDocument/2006/relationships/customXml" Target="../ink/ink1148.xml"/><Relationship Id="rId379" Type="http://schemas.openxmlformats.org/officeDocument/2006/relationships/customXml" Target="../ink/ink1267.xml"/><Relationship Id="rId7" Type="http://schemas.openxmlformats.org/officeDocument/2006/relationships/customXml" Target="../ink/ink1081.xml"/><Relationship Id="rId183" Type="http://schemas.openxmlformats.org/officeDocument/2006/relationships/customXml" Target="../ink/ink1169.xml"/><Relationship Id="rId239" Type="http://schemas.openxmlformats.org/officeDocument/2006/relationships/customXml" Target="../ink/ink1197.xml"/><Relationship Id="rId390" Type="http://schemas.openxmlformats.org/officeDocument/2006/relationships/image" Target="../media/image6251.png"/><Relationship Id="rId404" Type="http://schemas.openxmlformats.org/officeDocument/2006/relationships/image" Target="../media/image6321.png"/><Relationship Id="rId250" Type="http://schemas.openxmlformats.org/officeDocument/2006/relationships/image" Target="../media/image5552.png"/><Relationship Id="rId292" Type="http://schemas.openxmlformats.org/officeDocument/2006/relationships/image" Target="../media/image5762.png"/><Relationship Id="rId306" Type="http://schemas.openxmlformats.org/officeDocument/2006/relationships/image" Target="../media/image5831.png"/><Relationship Id="rId45" Type="http://schemas.openxmlformats.org/officeDocument/2006/relationships/customXml" Target="../ink/ink1100.xml"/><Relationship Id="rId87" Type="http://schemas.openxmlformats.org/officeDocument/2006/relationships/customXml" Target="../ink/ink1121.xml"/><Relationship Id="rId110" Type="http://schemas.openxmlformats.org/officeDocument/2006/relationships/image" Target="../media/image4852.png"/><Relationship Id="rId348" Type="http://schemas.openxmlformats.org/officeDocument/2006/relationships/image" Target="../media/image6041.png"/><Relationship Id="rId152" Type="http://schemas.openxmlformats.org/officeDocument/2006/relationships/image" Target="../media/image5062.png"/><Relationship Id="rId194" Type="http://schemas.openxmlformats.org/officeDocument/2006/relationships/image" Target="../media/image5272.png"/><Relationship Id="rId208" Type="http://schemas.openxmlformats.org/officeDocument/2006/relationships/image" Target="../media/image5342.png"/><Relationship Id="rId415" Type="http://schemas.openxmlformats.org/officeDocument/2006/relationships/customXml" Target="../ink/ink1285.xml"/><Relationship Id="rId261" Type="http://schemas.openxmlformats.org/officeDocument/2006/relationships/customXml" Target="../ink/ink1208.xml"/><Relationship Id="rId14" Type="http://schemas.openxmlformats.org/officeDocument/2006/relationships/image" Target="../media/image3212.png"/><Relationship Id="rId56" Type="http://schemas.openxmlformats.org/officeDocument/2006/relationships/image" Target="../media/image4581.png"/><Relationship Id="rId317" Type="http://schemas.openxmlformats.org/officeDocument/2006/relationships/customXml" Target="../ink/ink1236.xml"/><Relationship Id="rId359" Type="http://schemas.openxmlformats.org/officeDocument/2006/relationships/customXml" Target="../ink/ink1257.xml"/><Relationship Id="rId98" Type="http://schemas.openxmlformats.org/officeDocument/2006/relationships/image" Target="../media/image4792.png"/><Relationship Id="rId121" Type="http://schemas.openxmlformats.org/officeDocument/2006/relationships/customXml" Target="../ink/ink1138.xml"/><Relationship Id="rId163" Type="http://schemas.openxmlformats.org/officeDocument/2006/relationships/customXml" Target="../ink/ink1159.xml"/><Relationship Id="rId219" Type="http://schemas.openxmlformats.org/officeDocument/2006/relationships/customXml" Target="../ink/ink1187.xml"/><Relationship Id="rId370" Type="http://schemas.openxmlformats.org/officeDocument/2006/relationships/image" Target="../media/image6151.png"/><Relationship Id="rId426" Type="http://schemas.openxmlformats.org/officeDocument/2006/relationships/image" Target="../media/image6431.png"/><Relationship Id="rId230" Type="http://schemas.openxmlformats.org/officeDocument/2006/relationships/image" Target="../media/image5451.png"/><Relationship Id="rId25" Type="http://schemas.openxmlformats.org/officeDocument/2006/relationships/customXml" Target="../ink/ink1090.xml"/><Relationship Id="rId67" Type="http://schemas.openxmlformats.org/officeDocument/2006/relationships/customXml" Target="../ink/ink1111.xml"/><Relationship Id="rId272" Type="http://schemas.openxmlformats.org/officeDocument/2006/relationships/image" Target="../media/image5662.png"/><Relationship Id="rId328" Type="http://schemas.openxmlformats.org/officeDocument/2006/relationships/image" Target="../media/image5941.png"/><Relationship Id="rId132" Type="http://schemas.openxmlformats.org/officeDocument/2006/relationships/image" Target="../media/image4962.png"/><Relationship Id="rId174" Type="http://schemas.openxmlformats.org/officeDocument/2006/relationships/image" Target="../media/image5172.png"/><Relationship Id="rId381" Type="http://schemas.openxmlformats.org/officeDocument/2006/relationships/customXml" Target="../ink/ink1268.xml"/><Relationship Id="rId241" Type="http://schemas.openxmlformats.org/officeDocument/2006/relationships/customXml" Target="../ink/ink1198.xml"/><Relationship Id="rId36" Type="http://schemas.openxmlformats.org/officeDocument/2006/relationships/image" Target="../media/image4481.png"/><Relationship Id="rId283" Type="http://schemas.openxmlformats.org/officeDocument/2006/relationships/customXml" Target="../ink/ink1219.xml"/><Relationship Id="rId339" Type="http://schemas.openxmlformats.org/officeDocument/2006/relationships/customXml" Target="../ink/ink1247.xml"/><Relationship Id="rId78" Type="http://schemas.openxmlformats.org/officeDocument/2006/relationships/image" Target="../media/image4691.png"/><Relationship Id="rId101" Type="http://schemas.openxmlformats.org/officeDocument/2006/relationships/customXml" Target="../ink/ink1128.xml"/><Relationship Id="rId143" Type="http://schemas.openxmlformats.org/officeDocument/2006/relationships/customXml" Target="../ink/ink1149.xml"/><Relationship Id="rId185" Type="http://schemas.openxmlformats.org/officeDocument/2006/relationships/customXml" Target="../ink/ink1170.xml"/><Relationship Id="rId350" Type="http://schemas.openxmlformats.org/officeDocument/2006/relationships/image" Target="../media/image6051.png"/><Relationship Id="rId406" Type="http://schemas.openxmlformats.org/officeDocument/2006/relationships/image" Target="../media/image6331.png"/><Relationship Id="rId9" Type="http://schemas.openxmlformats.org/officeDocument/2006/relationships/customXml" Target="../ink/ink1082.xml"/><Relationship Id="rId210" Type="http://schemas.openxmlformats.org/officeDocument/2006/relationships/image" Target="../media/image5352.png"/><Relationship Id="rId392" Type="http://schemas.openxmlformats.org/officeDocument/2006/relationships/image" Target="../media/image6261.png"/><Relationship Id="rId252" Type="http://schemas.openxmlformats.org/officeDocument/2006/relationships/image" Target="../media/image5562.png"/><Relationship Id="rId294" Type="http://schemas.openxmlformats.org/officeDocument/2006/relationships/image" Target="../media/image5772.png"/><Relationship Id="rId308" Type="http://schemas.openxmlformats.org/officeDocument/2006/relationships/image" Target="../media/image5841.png"/><Relationship Id="rId47" Type="http://schemas.openxmlformats.org/officeDocument/2006/relationships/customXml" Target="../ink/ink1101.xml"/><Relationship Id="rId89" Type="http://schemas.openxmlformats.org/officeDocument/2006/relationships/customXml" Target="../ink/ink1122.xml"/><Relationship Id="rId112" Type="http://schemas.openxmlformats.org/officeDocument/2006/relationships/image" Target="../media/image4862.png"/><Relationship Id="rId154" Type="http://schemas.openxmlformats.org/officeDocument/2006/relationships/image" Target="../media/image5072.png"/><Relationship Id="rId361" Type="http://schemas.openxmlformats.org/officeDocument/2006/relationships/customXml" Target="../ink/ink1258.xml"/><Relationship Id="rId196" Type="http://schemas.openxmlformats.org/officeDocument/2006/relationships/image" Target="../media/image5282.png"/><Relationship Id="rId417" Type="http://schemas.openxmlformats.org/officeDocument/2006/relationships/customXml" Target="../ink/ink1286.xml"/><Relationship Id="rId16" Type="http://schemas.openxmlformats.org/officeDocument/2006/relationships/image" Target="../media/image4381.png"/><Relationship Id="rId221" Type="http://schemas.openxmlformats.org/officeDocument/2006/relationships/customXml" Target="../ink/ink1188.xml"/><Relationship Id="rId263" Type="http://schemas.openxmlformats.org/officeDocument/2006/relationships/customXml" Target="../ink/ink1209.xml"/><Relationship Id="rId319" Type="http://schemas.openxmlformats.org/officeDocument/2006/relationships/customXml" Target="../ink/ink1237.xml"/><Relationship Id="rId58" Type="http://schemas.openxmlformats.org/officeDocument/2006/relationships/image" Target="../media/image4591.png"/><Relationship Id="rId123" Type="http://schemas.openxmlformats.org/officeDocument/2006/relationships/customXml" Target="../ink/ink1139.xml"/><Relationship Id="rId330" Type="http://schemas.openxmlformats.org/officeDocument/2006/relationships/image" Target="../media/image5951.png"/><Relationship Id="rId165" Type="http://schemas.openxmlformats.org/officeDocument/2006/relationships/customXml" Target="../ink/ink1160.xml"/><Relationship Id="rId372" Type="http://schemas.openxmlformats.org/officeDocument/2006/relationships/image" Target="../media/image6161.png"/><Relationship Id="rId232" Type="http://schemas.openxmlformats.org/officeDocument/2006/relationships/image" Target="../media/image5461.png"/><Relationship Id="rId274" Type="http://schemas.openxmlformats.org/officeDocument/2006/relationships/image" Target="../media/image5672.png"/><Relationship Id="rId27" Type="http://schemas.openxmlformats.org/officeDocument/2006/relationships/customXml" Target="../ink/ink1091.xml"/><Relationship Id="rId69" Type="http://schemas.openxmlformats.org/officeDocument/2006/relationships/customXml" Target="../ink/ink1112.xml"/><Relationship Id="rId134" Type="http://schemas.openxmlformats.org/officeDocument/2006/relationships/image" Target="../media/image4972.png"/><Relationship Id="rId80" Type="http://schemas.openxmlformats.org/officeDocument/2006/relationships/image" Target="../media/image4701.png"/><Relationship Id="rId176" Type="http://schemas.openxmlformats.org/officeDocument/2006/relationships/image" Target="../media/image5182.png"/><Relationship Id="rId341" Type="http://schemas.openxmlformats.org/officeDocument/2006/relationships/customXml" Target="../ink/ink1248.xml"/><Relationship Id="rId383" Type="http://schemas.openxmlformats.org/officeDocument/2006/relationships/customXml" Target="../ink/ink1269.xml"/><Relationship Id="rId201" Type="http://schemas.openxmlformats.org/officeDocument/2006/relationships/customXml" Target="../ink/ink1178.xml"/><Relationship Id="rId243" Type="http://schemas.openxmlformats.org/officeDocument/2006/relationships/customXml" Target="../ink/ink1199.xml"/><Relationship Id="rId285" Type="http://schemas.openxmlformats.org/officeDocument/2006/relationships/customXml" Target="../ink/ink1220.xml"/><Relationship Id="rId38" Type="http://schemas.openxmlformats.org/officeDocument/2006/relationships/image" Target="../media/image4491.png"/><Relationship Id="rId103" Type="http://schemas.openxmlformats.org/officeDocument/2006/relationships/customXml" Target="../ink/ink1129.xml"/><Relationship Id="rId310" Type="http://schemas.openxmlformats.org/officeDocument/2006/relationships/image" Target="../media/image5851.png"/><Relationship Id="rId70" Type="http://schemas.openxmlformats.org/officeDocument/2006/relationships/image" Target="../media/image4651.png"/><Relationship Id="rId91" Type="http://schemas.openxmlformats.org/officeDocument/2006/relationships/customXml" Target="../ink/ink1123.xml"/><Relationship Id="rId145" Type="http://schemas.openxmlformats.org/officeDocument/2006/relationships/customXml" Target="../ink/ink1150.xml"/><Relationship Id="rId166" Type="http://schemas.openxmlformats.org/officeDocument/2006/relationships/image" Target="../media/image5132.png"/><Relationship Id="rId187" Type="http://schemas.openxmlformats.org/officeDocument/2006/relationships/customXml" Target="../ink/ink1171.xml"/><Relationship Id="rId331" Type="http://schemas.openxmlformats.org/officeDocument/2006/relationships/customXml" Target="../ink/ink1243.xml"/><Relationship Id="rId352" Type="http://schemas.openxmlformats.org/officeDocument/2006/relationships/image" Target="../media/image6061.png"/><Relationship Id="rId373" Type="http://schemas.openxmlformats.org/officeDocument/2006/relationships/customXml" Target="../ink/ink1264.xml"/><Relationship Id="rId394" Type="http://schemas.openxmlformats.org/officeDocument/2006/relationships/image" Target="../media/image6271.png"/><Relationship Id="rId408" Type="http://schemas.openxmlformats.org/officeDocument/2006/relationships/image" Target="../media/image6341.png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5362.png"/><Relationship Id="rId233" Type="http://schemas.openxmlformats.org/officeDocument/2006/relationships/customXml" Target="../ink/ink1194.xml"/><Relationship Id="rId254" Type="http://schemas.openxmlformats.org/officeDocument/2006/relationships/image" Target="../media/image5572.png"/><Relationship Id="rId28" Type="http://schemas.openxmlformats.org/officeDocument/2006/relationships/image" Target="../media/image4441.png"/><Relationship Id="rId49" Type="http://schemas.openxmlformats.org/officeDocument/2006/relationships/customXml" Target="../ink/ink1102.xml"/><Relationship Id="rId114" Type="http://schemas.openxmlformats.org/officeDocument/2006/relationships/image" Target="../media/image4872.png"/><Relationship Id="rId275" Type="http://schemas.openxmlformats.org/officeDocument/2006/relationships/customXml" Target="../ink/ink1215.xml"/><Relationship Id="rId296" Type="http://schemas.openxmlformats.org/officeDocument/2006/relationships/image" Target="../media/image5782.png"/><Relationship Id="rId300" Type="http://schemas.openxmlformats.org/officeDocument/2006/relationships/image" Target="../media/image5802.png"/><Relationship Id="rId60" Type="http://schemas.openxmlformats.org/officeDocument/2006/relationships/image" Target="../media/image4601.png"/><Relationship Id="rId81" Type="http://schemas.openxmlformats.org/officeDocument/2006/relationships/customXml" Target="../ink/ink1118.xml"/><Relationship Id="rId135" Type="http://schemas.openxmlformats.org/officeDocument/2006/relationships/customXml" Target="../ink/ink1145.xml"/><Relationship Id="rId156" Type="http://schemas.openxmlformats.org/officeDocument/2006/relationships/image" Target="../media/image5082.png"/><Relationship Id="rId177" Type="http://schemas.openxmlformats.org/officeDocument/2006/relationships/customXml" Target="../ink/ink1166.xml"/><Relationship Id="rId198" Type="http://schemas.openxmlformats.org/officeDocument/2006/relationships/image" Target="../media/image5292.png"/><Relationship Id="rId321" Type="http://schemas.openxmlformats.org/officeDocument/2006/relationships/customXml" Target="../ink/ink1238.xml"/><Relationship Id="rId342" Type="http://schemas.openxmlformats.org/officeDocument/2006/relationships/image" Target="../media/image6011.png"/><Relationship Id="rId363" Type="http://schemas.openxmlformats.org/officeDocument/2006/relationships/customXml" Target="../ink/ink1259.xml"/><Relationship Id="rId384" Type="http://schemas.openxmlformats.org/officeDocument/2006/relationships/image" Target="../media/image6221.png"/><Relationship Id="rId419" Type="http://schemas.openxmlformats.org/officeDocument/2006/relationships/customXml" Target="../ink/ink1287.xml"/><Relationship Id="rId202" Type="http://schemas.openxmlformats.org/officeDocument/2006/relationships/image" Target="../media/image5312.png"/><Relationship Id="rId223" Type="http://schemas.openxmlformats.org/officeDocument/2006/relationships/customXml" Target="../ink/ink1189.xml"/><Relationship Id="rId244" Type="http://schemas.openxmlformats.org/officeDocument/2006/relationships/image" Target="../media/image5522.png"/><Relationship Id="rId18" Type="http://schemas.openxmlformats.org/officeDocument/2006/relationships/image" Target="../media/image4391.png"/><Relationship Id="rId39" Type="http://schemas.openxmlformats.org/officeDocument/2006/relationships/customXml" Target="../ink/ink1097.xml"/><Relationship Id="rId265" Type="http://schemas.openxmlformats.org/officeDocument/2006/relationships/customXml" Target="../ink/ink1210.xml"/><Relationship Id="rId286" Type="http://schemas.openxmlformats.org/officeDocument/2006/relationships/image" Target="../media/image5732.png"/><Relationship Id="rId50" Type="http://schemas.openxmlformats.org/officeDocument/2006/relationships/image" Target="../media/image4551.png"/><Relationship Id="rId104" Type="http://schemas.openxmlformats.org/officeDocument/2006/relationships/image" Target="../media/image4822.png"/><Relationship Id="rId125" Type="http://schemas.openxmlformats.org/officeDocument/2006/relationships/customXml" Target="../ink/ink1140.xml"/><Relationship Id="rId146" Type="http://schemas.openxmlformats.org/officeDocument/2006/relationships/image" Target="../media/image5032.png"/><Relationship Id="rId167" Type="http://schemas.openxmlformats.org/officeDocument/2006/relationships/customXml" Target="../ink/ink1161.xml"/><Relationship Id="rId188" Type="http://schemas.openxmlformats.org/officeDocument/2006/relationships/image" Target="../media/image5242.png"/><Relationship Id="rId311" Type="http://schemas.openxmlformats.org/officeDocument/2006/relationships/customXml" Target="../ink/ink1233.xml"/><Relationship Id="rId332" Type="http://schemas.openxmlformats.org/officeDocument/2006/relationships/image" Target="../media/image5961.png"/><Relationship Id="rId353" Type="http://schemas.openxmlformats.org/officeDocument/2006/relationships/customXml" Target="../ink/ink1254.xml"/><Relationship Id="rId374" Type="http://schemas.openxmlformats.org/officeDocument/2006/relationships/image" Target="../media/image6171.png"/><Relationship Id="rId395" Type="http://schemas.openxmlformats.org/officeDocument/2006/relationships/customXml" Target="../ink/ink1275.xml"/><Relationship Id="rId409" Type="http://schemas.openxmlformats.org/officeDocument/2006/relationships/customXml" Target="../ink/ink1282.xml"/><Relationship Id="rId71" Type="http://schemas.openxmlformats.org/officeDocument/2006/relationships/customXml" Target="../ink/ink1113.xml"/><Relationship Id="rId92" Type="http://schemas.openxmlformats.org/officeDocument/2006/relationships/image" Target="../media/image4762.png"/><Relationship Id="rId213" Type="http://schemas.openxmlformats.org/officeDocument/2006/relationships/customXml" Target="../ink/ink1184.xml"/><Relationship Id="rId234" Type="http://schemas.openxmlformats.org/officeDocument/2006/relationships/image" Target="../media/image5472.png"/><Relationship Id="rId420" Type="http://schemas.openxmlformats.org/officeDocument/2006/relationships/image" Target="../media/image6401.png"/><Relationship Id="rId2" Type="http://schemas.openxmlformats.org/officeDocument/2006/relationships/image" Target="../media/image445.png"/><Relationship Id="rId29" Type="http://schemas.openxmlformats.org/officeDocument/2006/relationships/customXml" Target="../ink/ink1092.xml"/><Relationship Id="rId255" Type="http://schemas.openxmlformats.org/officeDocument/2006/relationships/customXml" Target="../ink/ink1205.xml"/><Relationship Id="rId276" Type="http://schemas.openxmlformats.org/officeDocument/2006/relationships/image" Target="../media/image5682.png"/><Relationship Id="rId297" Type="http://schemas.openxmlformats.org/officeDocument/2006/relationships/customXml" Target="../ink/ink1226.xml"/><Relationship Id="rId40" Type="http://schemas.openxmlformats.org/officeDocument/2006/relationships/image" Target="../media/image4501.png"/><Relationship Id="rId115" Type="http://schemas.openxmlformats.org/officeDocument/2006/relationships/customXml" Target="../ink/ink1135.xml"/><Relationship Id="rId136" Type="http://schemas.openxmlformats.org/officeDocument/2006/relationships/image" Target="../media/image4982.png"/><Relationship Id="rId157" Type="http://schemas.openxmlformats.org/officeDocument/2006/relationships/customXml" Target="../ink/ink1156.xml"/><Relationship Id="rId178" Type="http://schemas.openxmlformats.org/officeDocument/2006/relationships/image" Target="../media/image5192.png"/><Relationship Id="rId301" Type="http://schemas.openxmlformats.org/officeDocument/2006/relationships/customXml" Target="../ink/ink1228.xml"/><Relationship Id="rId322" Type="http://schemas.openxmlformats.org/officeDocument/2006/relationships/image" Target="../media/image5911.png"/><Relationship Id="rId343" Type="http://schemas.openxmlformats.org/officeDocument/2006/relationships/customXml" Target="../ink/ink1249.xml"/><Relationship Id="rId364" Type="http://schemas.openxmlformats.org/officeDocument/2006/relationships/image" Target="../media/image6121.png"/><Relationship Id="rId61" Type="http://schemas.openxmlformats.org/officeDocument/2006/relationships/customXml" Target="../ink/ink1108.xml"/><Relationship Id="rId82" Type="http://schemas.openxmlformats.org/officeDocument/2006/relationships/image" Target="../media/image4710.png"/><Relationship Id="rId199" Type="http://schemas.openxmlformats.org/officeDocument/2006/relationships/customXml" Target="../ink/ink1177.xml"/><Relationship Id="rId203" Type="http://schemas.openxmlformats.org/officeDocument/2006/relationships/customXml" Target="../ink/ink1179.xml"/><Relationship Id="rId385" Type="http://schemas.openxmlformats.org/officeDocument/2006/relationships/customXml" Target="../ink/ink1270.xml"/><Relationship Id="rId19" Type="http://schemas.openxmlformats.org/officeDocument/2006/relationships/customXml" Target="../ink/ink1087.xml"/><Relationship Id="rId224" Type="http://schemas.openxmlformats.org/officeDocument/2006/relationships/image" Target="../media/image5422.png"/><Relationship Id="rId245" Type="http://schemas.openxmlformats.org/officeDocument/2006/relationships/customXml" Target="../ink/ink1200.xml"/><Relationship Id="rId266" Type="http://schemas.openxmlformats.org/officeDocument/2006/relationships/image" Target="../media/image5632.png"/><Relationship Id="rId287" Type="http://schemas.openxmlformats.org/officeDocument/2006/relationships/customXml" Target="../ink/ink1221.xml"/><Relationship Id="rId410" Type="http://schemas.openxmlformats.org/officeDocument/2006/relationships/image" Target="../media/image6351.png"/><Relationship Id="rId30" Type="http://schemas.openxmlformats.org/officeDocument/2006/relationships/image" Target="../media/image4451.png"/><Relationship Id="rId105" Type="http://schemas.openxmlformats.org/officeDocument/2006/relationships/customXml" Target="../ink/ink1130.xml"/><Relationship Id="rId126" Type="http://schemas.openxmlformats.org/officeDocument/2006/relationships/image" Target="../media/image4932.png"/><Relationship Id="rId147" Type="http://schemas.openxmlformats.org/officeDocument/2006/relationships/customXml" Target="../ink/ink1151.xml"/><Relationship Id="rId168" Type="http://schemas.openxmlformats.org/officeDocument/2006/relationships/image" Target="../media/image5142.png"/><Relationship Id="rId312" Type="http://schemas.openxmlformats.org/officeDocument/2006/relationships/image" Target="../media/image5861.png"/><Relationship Id="rId333" Type="http://schemas.openxmlformats.org/officeDocument/2006/relationships/customXml" Target="../ink/ink1244.xml"/><Relationship Id="rId354" Type="http://schemas.openxmlformats.org/officeDocument/2006/relationships/image" Target="../media/image6071.png"/><Relationship Id="rId51" Type="http://schemas.openxmlformats.org/officeDocument/2006/relationships/customXml" Target="../ink/ink1103.xml"/><Relationship Id="rId72" Type="http://schemas.openxmlformats.org/officeDocument/2006/relationships/image" Target="../media/image4661.png"/><Relationship Id="rId93" Type="http://schemas.openxmlformats.org/officeDocument/2006/relationships/customXml" Target="../ink/ink1124.xml"/><Relationship Id="rId189" Type="http://schemas.openxmlformats.org/officeDocument/2006/relationships/customXml" Target="../ink/ink1172.xml"/><Relationship Id="rId375" Type="http://schemas.openxmlformats.org/officeDocument/2006/relationships/customXml" Target="../ink/ink1265.xml"/><Relationship Id="rId396" Type="http://schemas.openxmlformats.org/officeDocument/2006/relationships/image" Target="../media/image6281.png"/><Relationship Id="rId3" Type="http://schemas.openxmlformats.org/officeDocument/2006/relationships/customXml" Target="../ink/ink1079.xml"/><Relationship Id="rId214" Type="http://schemas.openxmlformats.org/officeDocument/2006/relationships/image" Target="../media/image5372.png"/><Relationship Id="rId235" Type="http://schemas.openxmlformats.org/officeDocument/2006/relationships/customXml" Target="../ink/ink1195.xml"/><Relationship Id="rId256" Type="http://schemas.openxmlformats.org/officeDocument/2006/relationships/image" Target="../media/image5582.png"/><Relationship Id="rId277" Type="http://schemas.openxmlformats.org/officeDocument/2006/relationships/customXml" Target="../ink/ink1216.xml"/><Relationship Id="rId298" Type="http://schemas.openxmlformats.org/officeDocument/2006/relationships/image" Target="../media/image5792.png"/><Relationship Id="rId400" Type="http://schemas.openxmlformats.org/officeDocument/2006/relationships/image" Target="../media/image6301.png"/><Relationship Id="rId421" Type="http://schemas.openxmlformats.org/officeDocument/2006/relationships/customXml" Target="../ink/ink1288.xml"/><Relationship Id="rId116" Type="http://schemas.openxmlformats.org/officeDocument/2006/relationships/image" Target="../media/image4882.png"/><Relationship Id="rId137" Type="http://schemas.openxmlformats.org/officeDocument/2006/relationships/customXml" Target="../ink/ink1146.xml"/><Relationship Id="rId158" Type="http://schemas.openxmlformats.org/officeDocument/2006/relationships/image" Target="../media/image5092.png"/><Relationship Id="rId302" Type="http://schemas.openxmlformats.org/officeDocument/2006/relationships/image" Target="../media/image5811.png"/><Relationship Id="rId323" Type="http://schemas.openxmlformats.org/officeDocument/2006/relationships/customXml" Target="../ink/ink1239.xml"/><Relationship Id="rId344" Type="http://schemas.openxmlformats.org/officeDocument/2006/relationships/image" Target="../media/image6021.png"/><Relationship Id="rId20" Type="http://schemas.openxmlformats.org/officeDocument/2006/relationships/image" Target="../media/image4401.png"/><Relationship Id="rId41" Type="http://schemas.openxmlformats.org/officeDocument/2006/relationships/customXml" Target="../ink/ink1098.xml"/><Relationship Id="rId62" Type="http://schemas.openxmlformats.org/officeDocument/2006/relationships/image" Target="../media/image4610.png"/><Relationship Id="rId83" Type="http://schemas.openxmlformats.org/officeDocument/2006/relationships/customXml" Target="../ink/ink1119.xml"/><Relationship Id="rId179" Type="http://schemas.openxmlformats.org/officeDocument/2006/relationships/customXml" Target="../ink/ink1167.xml"/><Relationship Id="rId365" Type="http://schemas.openxmlformats.org/officeDocument/2006/relationships/customXml" Target="../ink/ink1260.xml"/><Relationship Id="rId386" Type="http://schemas.openxmlformats.org/officeDocument/2006/relationships/image" Target="../media/image6231.png"/><Relationship Id="rId190" Type="http://schemas.openxmlformats.org/officeDocument/2006/relationships/image" Target="../media/image5252.png"/><Relationship Id="rId204" Type="http://schemas.openxmlformats.org/officeDocument/2006/relationships/image" Target="../media/image5322.png"/><Relationship Id="rId225" Type="http://schemas.openxmlformats.org/officeDocument/2006/relationships/customXml" Target="../ink/ink1190.xml"/><Relationship Id="rId246" Type="http://schemas.openxmlformats.org/officeDocument/2006/relationships/image" Target="../media/image5532.png"/><Relationship Id="rId267" Type="http://schemas.openxmlformats.org/officeDocument/2006/relationships/customXml" Target="../ink/ink1211.xml"/><Relationship Id="rId288" Type="http://schemas.openxmlformats.org/officeDocument/2006/relationships/image" Target="../media/image5742.png"/><Relationship Id="rId411" Type="http://schemas.openxmlformats.org/officeDocument/2006/relationships/customXml" Target="../ink/ink1283.xml"/><Relationship Id="rId106" Type="http://schemas.openxmlformats.org/officeDocument/2006/relationships/image" Target="../media/image4832.png"/><Relationship Id="rId127" Type="http://schemas.openxmlformats.org/officeDocument/2006/relationships/customXml" Target="../ink/ink1141.xml"/><Relationship Id="rId313" Type="http://schemas.openxmlformats.org/officeDocument/2006/relationships/customXml" Target="../ink/ink1234.xml"/><Relationship Id="rId10" Type="http://schemas.openxmlformats.org/officeDocument/2006/relationships/image" Target="../media/image3110.png"/><Relationship Id="rId31" Type="http://schemas.openxmlformats.org/officeDocument/2006/relationships/customXml" Target="../ink/ink1093.xml"/><Relationship Id="rId52" Type="http://schemas.openxmlformats.org/officeDocument/2006/relationships/image" Target="../media/image4561.png"/><Relationship Id="rId73" Type="http://schemas.openxmlformats.org/officeDocument/2006/relationships/customXml" Target="../ink/ink1114.xml"/><Relationship Id="rId94" Type="http://schemas.openxmlformats.org/officeDocument/2006/relationships/image" Target="../media/image4772.png"/><Relationship Id="rId148" Type="http://schemas.openxmlformats.org/officeDocument/2006/relationships/image" Target="../media/image5042.png"/><Relationship Id="rId169" Type="http://schemas.openxmlformats.org/officeDocument/2006/relationships/customXml" Target="../ink/ink1162.xml"/><Relationship Id="rId334" Type="http://schemas.openxmlformats.org/officeDocument/2006/relationships/image" Target="../media/image5971.png"/><Relationship Id="rId355" Type="http://schemas.openxmlformats.org/officeDocument/2006/relationships/customXml" Target="../ink/ink1255.xml"/><Relationship Id="rId376" Type="http://schemas.openxmlformats.org/officeDocument/2006/relationships/image" Target="../media/image6181.png"/><Relationship Id="rId397" Type="http://schemas.openxmlformats.org/officeDocument/2006/relationships/customXml" Target="../ink/ink1276.xml"/><Relationship Id="rId4" Type="http://schemas.openxmlformats.org/officeDocument/2006/relationships/image" Target="../media/image3082.png"/><Relationship Id="rId180" Type="http://schemas.openxmlformats.org/officeDocument/2006/relationships/image" Target="../media/image5202.png"/><Relationship Id="rId215" Type="http://schemas.openxmlformats.org/officeDocument/2006/relationships/customXml" Target="../ink/ink1185.xml"/><Relationship Id="rId236" Type="http://schemas.openxmlformats.org/officeDocument/2006/relationships/image" Target="../media/image5482.png"/><Relationship Id="rId257" Type="http://schemas.openxmlformats.org/officeDocument/2006/relationships/customXml" Target="../ink/ink1206.xml"/><Relationship Id="rId278" Type="http://schemas.openxmlformats.org/officeDocument/2006/relationships/image" Target="../media/image5692.png"/><Relationship Id="rId401" Type="http://schemas.openxmlformats.org/officeDocument/2006/relationships/customXml" Target="../ink/ink1278.xml"/><Relationship Id="rId422" Type="http://schemas.openxmlformats.org/officeDocument/2006/relationships/image" Target="../media/image6411.png"/><Relationship Id="rId303" Type="http://schemas.openxmlformats.org/officeDocument/2006/relationships/customXml" Target="../ink/ink1229.xml"/><Relationship Id="rId42" Type="http://schemas.openxmlformats.org/officeDocument/2006/relationships/image" Target="../media/image4510.png"/><Relationship Id="rId84" Type="http://schemas.openxmlformats.org/officeDocument/2006/relationships/image" Target="../media/image4721.png"/><Relationship Id="rId138" Type="http://schemas.openxmlformats.org/officeDocument/2006/relationships/image" Target="../media/image4992.png"/><Relationship Id="rId345" Type="http://schemas.openxmlformats.org/officeDocument/2006/relationships/customXml" Target="../ink/ink1250.xml"/><Relationship Id="rId387" Type="http://schemas.openxmlformats.org/officeDocument/2006/relationships/customXml" Target="../ink/ink1271.xml"/><Relationship Id="rId191" Type="http://schemas.openxmlformats.org/officeDocument/2006/relationships/customXml" Target="../ink/ink1173.xml"/><Relationship Id="rId205" Type="http://schemas.openxmlformats.org/officeDocument/2006/relationships/customXml" Target="../ink/ink1180.xml"/><Relationship Id="rId247" Type="http://schemas.openxmlformats.org/officeDocument/2006/relationships/customXml" Target="../ink/ink1201.xml"/><Relationship Id="rId412" Type="http://schemas.openxmlformats.org/officeDocument/2006/relationships/image" Target="../media/image6361.png"/><Relationship Id="rId107" Type="http://schemas.openxmlformats.org/officeDocument/2006/relationships/customXml" Target="../ink/ink1131.xml"/><Relationship Id="rId289" Type="http://schemas.openxmlformats.org/officeDocument/2006/relationships/customXml" Target="../ink/ink1222.xml"/><Relationship Id="rId11" Type="http://schemas.openxmlformats.org/officeDocument/2006/relationships/customXml" Target="../ink/ink1083.xml"/><Relationship Id="rId53" Type="http://schemas.openxmlformats.org/officeDocument/2006/relationships/customXml" Target="../ink/ink1104.xml"/><Relationship Id="rId149" Type="http://schemas.openxmlformats.org/officeDocument/2006/relationships/customXml" Target="../ink/ink1152.xml"/><Relationship Id="rId314" Type="http://schemas.openxmlformats.org/officeDocument/2006/relationships/image" Target="../media/image5871.png"/><Relationship Id="rId356" Type="http://schemas.openxmlformats.org/officeDocument/2006/relationships/image" Target="../media/image6081.png"/><Relationship Id="rId398" Type="http://schemas.openxmlformats.org/officeDocument/2006/relationships/image" Target="../media/image6291.png"/><Relationship Id="rId95" Type="http://schemas.openxmlformats.org/officeDocument/2006/relationships/customXml" Target="../ink/ink1125.xml"/><Relationship Id="rId160" Type="http://schemas.openxmlformats.org/officeDocument/2006/relationships/image" Target="../media/image5102.png"/><Relationship Id="rId216" Type="http://schemas.openxmlformats.org/officeDocument/2006/relationships/image" Target="../media/image5382.png"/><Relationship Id="rId423" Type="http://schemas.openxmlformats.org/officeDocument/2006/relationships/customXml" Target="../ink/ink1289.xml"/><Relationship Id="rId258" Type="http://schemas.openxmlformats.org/officeDocument/2006/relationships/image" Target="../media/image5592.png"/><Relationship Id="rId22" Type="http://schemas.openxmlformats.org/officeDocument/2006/relationships/image" Target="../media/image4410.png"/><Relationship Id="rId64" Type="http://schemas.openxmlformats.org/officeDocument/2006/relationships/image" Target="../media/image4621.png"/><Relationship Id="rId118" Type="http://schemas.openxmlformats.org/officeDocument/2006/relationships/image" Target="../media/image4892.png"/><Relationship Id="rId325" Type="http://schemas.openxmlformats.org/officeDocument/2006/relationships/customXml" Target="../ink/ink1240.xml"/><Relationship Id="rId367" Type="http://schemas.openxmlformats.org/officeDocument/2006/relationships/customXml" Target="../ink/ink1261.xml"/><Relationship Id="rId171" Type="http://schemas.openxmlformats.org/officeDocument/2006/relationships/customXml" Target="../ink/ink1163.xml"/><Relationship Id="rId227" Type="http://schemas.openxmlformats.org/officeDocument/2006/relationships/customXml" Target="../ink/ink1191.xml"/><Relationship Id="rId269" Type="http://schemas.openxmlformats.org/officeDocument/2006/relationships/customXml" Target="../ink/ink1212.xml"/><Relationship Id="rId33" Type="http://schemas.openxmlformats.org/officeDocument/2006/relationships/customXml" Target="../ink/ink1094.xml"/><Relationship Id="rId129" Type="http://schemas.openxmlformats.org/officeDocument/2006/relationships/customXml" Target="../ink/ink1142.xml"/><Relationship Id="rId280" Type="http://schemas.openxmlformats.org/officeDocument/2006/relationships/image" Target="../media/image5702.png"/><Relationship Id="rId336" Type="http://schemas.openxmlformats.org/officeDocument/2006/relationships/image" Target="../media/image5981.png"/><Relationship Id="rId75" Type="http://schemas.openxmlformats.org/officeDocument/2006/relationships/customXml" Target="../ink/ink1115.xml"/><Relationship Id="rId140" Type="http://schemas.openxmlformats.org/officeDocument/2006/relationships/image" Target="../media/image5002.png"/><Relationship Id="rId182" Type="http://schemas.openxmlformats.org/officeDocument/2006/relationships/image" Target="../media/image5212.png"/><Relationship Id="rId378" Type="http://schemas.openxmlformats.org/officeDocument/2006/relationships/image" Target="../media/image6191.png"/><Relationship Id="rId403" Type="http://schemas.openxmlformats.org/officeDocument/2006/relationships/customXml" Target="../ink/ink1279.xml"/><Relationship Id="rId6" Type="http://schemas.openxmlformats.org/officeDocument/2006/relationships/image" Target="../media/image3092.png"/><Relationship Id="rId238" Type="http://schemas.openxmlformats.org/officeDocument/2006/relationships/image" Target="../media/image5492.png"/><Relationship Id="rId291" Type="http://schemas.openxmlformats.org/officeDocument/2006/relationships/customXml" Target="../ink/ink1223.xml"/><Relationship Id="rId305" Type="http://schemas.openxmlformats.org/officeDocument/2006/relationships/customXml" Target="../ink/ink1230.xml"/><Relationship Id="rId347" Type="http://schemas.openxmlformats.org/officeDocument/2006/relationships/customXml" Target="../ink/ink1251.xml"/><Relationship Id="rId44" Type="http://schemas.openxmlformats.org/officeDocument/2006/relationships/image" Target="../media/image4521.png"/><Relationship Id="rId86" Type="http://schemas.openxmlformats.org/officeDocument/2006/relationships/image" Target="../media/image4732.png"/><Relationship Id="rId151" Type="http://schemas.openxmlformats.org/officeDocument/2006/relationships/customXml" Target="../ink/ink1153.xml"/><Relationship Id="rId389" Type="http://schemas.openxmlformats.org/officeDocument/2006/relationships/customXml" Target="../ink/ink1272.xml"/><Relationship Id="rId193" Type="http://schemas.openxmlformats.org/officeDocument/2006/relationships/customXml" Target="../ink/ink1174.xml"/><Relationship Id="rId207" Type="http://schemas.openxmlformats.org/officeDocument/2006/relationships/customXml" Target="../ink/ink1181.xml"/><Relationship Id="rId249" Type="http://schemas.openxmlformats.org/officeDocument/2006/relationships/customXml" Target="../ink/ink1202.xml"/><Relationship Id="rId414" Type="http://schemas.openxmlformats.org/officeDocument/2006/relationships/image" Target="../media/image6371.png"/><Relationship Id="rId13" Type="http://schemas.openxmlformats.org/officeDocument/2006/relationships/customXml" Target="../ink/ink1084.xml"/><Relationship Id="rId109" Type="http://schemas.openxmlformats.org/officeDocument/2006/relationships/customXml" Target="../ink/ink1132.xml"/><Relationship Id="rId260" Type="http://schemas.openxmlformats.org/officeDocument/2006/relationships/image" Target="../media/image5602.png"/><Relationship Id="rId316" Type="http://schemas.openxmlformats.org/officeDocument/2006/relationships/image" Target="../media/image5881.png"/><Relationship Id="rId55" Type="http://schemas.openxmlformats.org/officeDocument/2006/relationships/customXml" Target="../ink/ink1105.xml"/><Relationship Id="rId97" Type="http://schemas.openxmlformats.org/officeDocument/2006/relationships/customXml" Target="../ink/ink1126.xml"/><Relationship Id="rId120" Type="http://schemas.openxmlformats.org/officeDocument/2006/relationships/image" Target="../media/image4902.png"/><Relationship Id="rId358" Type="http://schemas.openxmlformats.org/officeDocument/2006/relationships/image" Target="../media/image6091.png"/><Relationship Id="rId162" Type="http://schemas.openxmlformats.org/officeDocument/2006/relationships/image" Target="../media/image5112.png"/><Relationship Id="rId218" Type="http://schemas.openxmlformats.org/officeDocument/2006/relationships/image" Target="../media/image5392.png"/><Relationship Id="rId425" Type="http://schemas.openxmlformats.org/officeDocument/2006/relationships/customXml" Target="../ink/ink1290.xml"/><Relationship Id="rId271" Type="http://schemas.openxmlformats.org/officeDocument/2006/relationships/customXml" Target="../ink/ink1213.xml"/><Relationship Id="rId24" Type="http://schemas.openxmlformats.org/officeDocument/2006/relationships/image" Target="../media/image4421.png"/><Relationship Id="rId66" Type="http://schemas.openxmlformats.org/officeDocument/2006/relationships/image" Target="../media/image4631.png"/><Relationship Id="rId131" Type="http://schemas.openxmlformats.org/officeDocument/2006/relationships/customXml" Target="../ink/ink1143.xml"/><Relationship Id="rId327" Type="http://schemas.openxmlformats.org/officeDocument/2006/relationships/customXml" Target="../ink/ink1241.xml"/><Relationship Id="rId369" Type="http://schemas.openxmlformats.org/officeDocument/2006/relationships/customXml" Target="../ink/ink1262.xml"/><Relationship Id="rId173" Type="http://schemas.openxmlformats.org/officeDocument/2006/relationships/customXml" Target="../ink/ink1164.xml"/><Relationship Id="rId229" Type="http://schemas.openxmlformats.org/officeDocument/2006/relationships/customXml" Target="../ink/ink1192.xml"/><Relationship Id="rId380" Type="http://schemas.openxmlformats.org/officeDocument/2006/relationships/image" Target="../media/image6201.png"/><Relationship Id="rId240" Type="http://schemas.openxmlformats.org/officeDocument/2006/relationships/image" Target="../media/image5502.png"/><Relationship Id="rId35" Type="http://schemas.openxmlformats.org/officeDocument/2006/relationships/customXml" Target="../ink/ink1095.xml"/><Relationship Id="rId77" Type="http://schemas.openxmlformats.org/officeDocument/2006/relationships/customXml" Target="../ink/ink1116.xml"/><Relationship Id="rId100" Type="http://schemas.openxmlformats.org/officeDocument/2006/relationships/image" Target="../media/image4802.png"/><Relationship Id="rId282" Type="http://schemas.openxmlformats.org/officeDocument/2006/relationships/image" Target="../media/image5712.png"/><Relationship Id="rId338" Type="http://schemas.openxmlformats.org/officeDocument/2006/relationships/image" Target="../media/image5991.png"/><Relationship Id="rId8" Type="http://schemas.openxmlformats.org/officeDocument/2006/relationships/image" Target="../media/image3102.png"/><Relationship Id="rId142" Type="http://schemas.openxmlformats.org/officeDocument/2006/relationships/image" Target="../media/image5012.png"/><Relationship Id="rId184" Type="http://schemas.openxmlformats.org/officeDocument/2006/relationships/image" Target="../media/image5222.png"/><Relationship Id="rId391" Type="http://schemas.openxmlformats.org/officeDocument/2006/relationships/customXml" Target="../ink/ink1273.xml"/><Relationship Id="rId405" Type="http://schemas.openxmlformats.org/officeDocument/2006/relationships/customXml" Target="../ink/ink1280.xml"/><Relationship Id="rId251" Type="http://schemas.openxmlformats.org/officeDocument/2006/relationships/customXml" Target="../ink/ink1203.xml"/><Relationship Id="rId46" Type="http://schemas.openxmlformats.org/officeDocument/2006/relationships/image" Target="../media/image4531.png"/><Relationship Id="rId293" Type="http://schemas.openxmlformats.org/officeDocument/2006/relationships/customXml" Target="../ink/ink1224.xml"/><Relationship Id="rId307" Type="http://schemas.openxmlformats.org/officeDocument/2006/relationships/customXml" Target="../ink/ink1231.xml"/><Relationship Id="rId349" Type="http://schemas.openxmlformats.org/officeDocument/2006/relationships/customXml" Target="../ink/ink1252.xml"/><Relationship Id="rId88" Type="http://schemas.openxmlformats.org/officeDocument/2006/relationships/image" Target="../media/image4742.png"/><Relationship Id="rId111" Type="http://schemas.openxmlformats.org/officeDocument/2006/relationships/customXml" Target="../ink/ink1133.xml"/><Relationship Id="rId153" Type="http://schemas.openxmlformats.org/officeDocument/2006/relationships/customXml" Target="../ink/ink1154.xml"/><Relationship Id="rId195" Type="http://schemas.openxmlformats.org/officeDocument/2006/relationships/customXml" Target="../ink/ink1175.xml"/><Relationship Id="rId209" Type="http://schemas.openxmlformats.org/officeDocument/2006/relationships/customXml" Target="../ink/ink1182.xml"/><Relationship Id="rId360" Type="http://schemas.openxmlformats.org/officeDocument/2006/relationships/image" Target="../media/image6101.png"/><Relationship Id="rId416" Type="http://schemas.openxmlformats.org/officeDocument/2006/relationships/image" Target="../media/image6381.png"/><Relationship Id="rId220" Type="http://schemas.openxmlformats.org/officeDocument/2006/relationships/image" Target="../media/image5402.png"/><Relationship Id="rId15" Type="http://schemas.openxmlformats.org/officeDocument/2006/relationships/customXml" Target="../ink/ink1085.xml"/><Relationship Id="rId57" Type="http://schemas.openxmlformats.org/officeDocument/2006/relationships/customXml" Target="../ink/ink1106.xml"/><Relationship Id="rId262" Type="http://schemas.openxmlformats.org/officeDocument/2006/relationships/image" Target="../media/image5612.png"/><Relationship Id="rId318" Type="http://schemas.openxmlformats.org/officeDocument/2006/relationships/image" Target="../media/image5891.png"/><Relationship Id="rId99" Type="http://schemas.openxmlformats.org/officeDocument/2006/relationships/customXml" Target="../ink/ink1127.xml"/><Relationship Id="rId122" Type="http://schemas.openxmlformats.org/officeDocument/2006/relationships/image" Target="../media/image4912.png"/><Relationship Id="rId164" Type="http://schemas.openxmlformats.org/officeDocument/2006/relationships/image" Target="../media/image5122.png"/><Relationship Id="rId371" Type="http://schemas.openxmlformats.org/officeDocument/2006/relationships/customXml" Target="../ink/ink1263.xml"/><Relationship Id="rId26" Type="http://schemas.openxmlformats.org/officeDocument/2006/relationships/image" Target="../media/image4431.png"/><Relationship Id="rId231" Type="http://schemas.openxmlformats.org/officeDocument/2006/relationships/customXml" Target="../ink/ink1193.xml"/><Relationship Id="rId273" Type="http://schemas.openxmlformats.org/officeDocument/2006/relationships/customXml" Target="../ink/ink1214.xml"/><Relationship Id="rId329" Type="http://schemas.openxmlformats.org/officeDocument/2006/relationships/customXml" Target="../ink/ink1242.xml"/><Relationship Id="rId68" Type="http://schemas.openxmlformats.org/officeDocument/2006/relationships/image" Target="../media/image4641.png"/><Relationship Id="rId133" Type="http://schemas.openxmlformats.org/officeDocument/2006/relationships/customXml" Target="../ink/ink1144.xml"/><Relationship Id="rId175" Type="http://schemas.openxmlformats.org/officeDocument/2006/relationships/customXml" Target="../ink/ink1165.xml"/><Relationship Id="rId340" Type="http://schemas.openxmlformats.org/officeDocument/2006/relationships/image" Target="../media/image6001.png"/><Relationship Id="rId200" Type="http://schemas.openxmlformats.org/officeDocument/2006/relationships/image" Target="../media/image5302.png"/><Relationship Id="rId382" Type="http://schemas.openxmlformats.org/officeDocument/2006/relationships/image" Target="../media/image6211.png"/><Relationship Id="rId242" Type="http://schemas.openxmlformats.org/officeDocument/2006/relationships/image" Target="../media/image5512.png"/><Relationship Id="rId284" Type="http://schemas.openxmlformats.org/officeDocument/2006/relationships/image" Target="../media/image5722.png"/><Relationship Id="rId37" Type="http://schemas.openxmlformats.org/officeDocument/2006/relationships/customXml" Target="../ink/ink1096.xml"/><Relationship Id="rId79" Type="http://schemas.openxmlformats.org/officeDocument/2006/relationships/customXml" Target="../ink/ink1117.xml"/><Relationship Id="rId102" Type="http://schemas.openxmlformats.org/officeDocument/2006/relationships/image" Target="../media/image4812.png"/><Relationship Id="rId144" Type="http://schemas.openxmlformats.org/officeDocument/2006/relationships/image" Target="../media/image5022.png"/><Relationship Id="rId90" Type="http://schemas.openxmlformats.org/officeDocument/2006/relationships/image" Target="../media/image4752.png"/><Relationship Id="rId186" Type="http://schemas.openxmlformats.org/officeDocument/2006/relationships/image" Target="../media/image5232.png"/><Relationship Id="rId351" Type="http://schemas.openxmlformats.org/officeDocument/2006/relationships/customXml" Target="../ink/ink1253.xml"/><Relationship Id="rId393" Type="http://schemas.openxmlformats.org/officeDocument/2006/relationships/customXml" Target="../ink/ink1274.xml"/><Relationship Id="rId407" Type="http://schemas.openxmlformats.org/officeDocument/2006/relationships/customXml" Target="../ink/ink1281.xml"/><Relationship Id="rId211" Type="http://schemas.openxmlformats.org/officeDocument/2006/relationships/customXml" Target="../ink/ink1183.xml"/><Relationship Id="rId253" Type="http://schemas.openxmlformats.org/officeDocument/2006/relationships/customXml" Target="../ink/ink1204.xml"/><Relationship Id="rId295" Type="http://schemas.openxmlformats.org/officeDocument/2006/relationships/customXml" Target="../ink/ink1225.xml"/><Relationship Id="rId309" Type="http://schemas.openxmlformats.org/officeDocument/2006/relationships/customXml" Target="../ink/ink1232.xml"/><Relationship Id="rId48" Type="http://schemas.openxmlformats.org/officeDocument/2006/relationships/image" Target="../media/image4541.png"/><Relationship Id="rId113" Type="http://schemas.openxmlformats.org/officeDocument/2006/relationships/customXml" Target="../ink/ink1134.xml"/><Relationship Id="rId320" Type="http://schemas.openxmlformats.org/officeDocument/2006/relationships/image" Target="../media/image5901.png"/><Relationship Id="rId155" Type="http://schemas.openxmlformats.org/officeDocument/2006/relationships/customXml" Target="../ink/ink1155.xml"/><Relationship Id="rId197" Type="http://schemas.openxmlformats.org/officeDocument/2006/relationships/customXml" Target="../ink/ink1176.xml"/><Relationship Id="rId362" Type="http://schemas.openxmlformats.org/officeDocument/2006/relationships/image" Target="../media/image6111.png"/><Relationship Id="rId418" Type="http://schemas.openxmlformats.org/officeDocument/2006/relationships/image" Target="../media/image6391.png"/><Relationship Id="rId222" Type="http://schemas.openxmlformats.org/officeDocument/2006/relationships/image" Target="../media/image5412.png"/><Relationship Id="rId264" Type="http://schemas.openxmlformats.org/officeDocument/2006/relationships/image" Target="../media/image5622.png"/><Relationship Id="rId17" Type="http://schemas.openxmlformats.org/officeDocument/2006/relationships/customXml" Target="../ink/ink1086.xml"/><Relationship Id="rId59" Type="http://schemas.openxmlformats.org/officeDocument/2006/relationships/customXml" Target="../ink/ink1107.xml"/><Relationship Id="rId124" Type="http://schemas.openxmlformats.org/officeDocument/2006/relationships/image" Target="../media/image4922.png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291.png"/><Relationship Id="rId21" Type="http://schemas.openxmlformats.org/officeDocument/2006/relationships/image" Target="../media/image4810.png"/><Relationship Id="rId42" Type="http://schemas.openxmlformats.org/officeDocument/2006/relationships/customXml" Target="../ink/ink1310.xml"/><Relationship Id="rId63" Type="http://schemas.openxmlformats.org/officeDocument/2006/relationships/image" Target="../media/image5021.png"/><Relationship Id="rId84" Type="http://schemas.openxmlformats.org/officeDocument/2006/relationships/customXml" Target="../ink/ink1331.xml"/><Relationship Id="rId138" Type="http://schemas.openxmlformats.org/officeDocument/2006/relationships/customXml" Target="../ink/ink1358.xml"/><Relationship Id="rId159" Type="http://schemas.openxmlformats.org/officeDocument/2006/relationships/image" Target="../media/image691.png"/><Relationship Id="rId170" Type="http://schemas.openxmlformats.org/officeDocument/2006/relationships/customXml" Target="../ink/ink1374.xml"/><Relationship Id="rId191" Type="http://schemas.openxmlformats.org/officeDocument/2006/relationships/image" Target="../media/image707.png"/><Relationship Id="rId107" Type="http://schemas.openxmlformats.org/officeDocument/2006/relationships/image" Target="../media/image5241.png"/><Relationship Id="rId11" Type="http://schemas.openxmlformats.org/officeDocument/2006/relationships/image" Target="../media/image4761.png"/><Relationship Id="rId32" Type="http://schemas.openxmlformats.org/officeDocument/2006/relationships/customXml" Target="../ink/ink1305.xml"/><Relationship Id="rId53" Type="http://schemas.openxmlformats.org/officeDocument/2006/relationships/image" Target="../media/image4971.png"/><Relationship Id="rId74" Type="http://schemas.openxmlformats.org/officeDocument/2006/relationships/customXml" Target="../ink/ink1326.xml"/><Relationship Id="rId128" Type="http://schemas.openxmlformats.org/officeDocument/2006/relationships/customXml" Target="../ink/ink1353.xml"/><Relationship Id="rId149" Type="http://schemas.openxmlformats.org/officeDocument/2006/relationships/image" Target="../media/image89.png"/><Relationship Id="rId5" Type="http://schemas.openxmlformats.org/officeDocument/2006/relationships/image" Target="../media/image4731.png"/><Relationship Id="rId95" Type="http://schemas.openxmlformats.org/officeDocument/2006/relationships/image" Target="../media/image5181.png"/><Relationship Id="rId160" Type="http://schemas.openxmlformats.org/officeDocument/2006/relationships/customXml" Target="../ink/ink1369.xml"/><Relationship Id="rId181" Type="http://schemas.openxmlformats.org/officeDocument/2006/relationships/image" Target="../media/image702.png"/><Relationship Id="rId22" Type="http://schemas.openxmlformats.org/officeDocument/2006/relationships/customXml" Target="../ink/ink1300.xml"/><Relationship Id="rId43" Type="http://schemas.openxmlformats.org/officeDocument/2006/relationships/image" Target="../media/image4921.png"/><Relationship Id="rId64" Type="http://schemas.openxmlformats.org/officeDocument/2006/relationships/customXml" Target="../ink/ink1321.xml"/><Relationship Id="rId118" Type="http://schemas.openxmlformats.org/officeDocument/2006/relationships/customXml" Target="../ink/ink1348.xml"/><Relationship Id="rId139" Type="http://schemas.openxmlformats.org/officeDocument/2006/relationships/image" Target="../media/image5401.png"/><Relationship Id="rId85" Type="http://schemas.openxmlformats.org/officeDocument/2006/relationships/image" Target="../media/image5131.png"/><Relationship Id="rId150" Type="http://schemas.openxmlformats.org/officeDocument/2006/relationships/customXml" Target="../ink/ink1364.xml"/><Relationship Id="rId171" Type="http://schemas.openxmlformats.org/officeDocument/2006/relationships/image" Target="../media/image697.png"/><Relationship Id="rId12" Type="http://schemas.openxmlformats.org/officeDocument/2006/relationships/customXml" Target="../ink/ink1295.xml"/><Relationship Id="rId33" Type="http://schemas.openxmlformats.org/officeDocument/2006/relationships/image" Target="../media/image4871.png"/><Relationship Id="rId108" Type="http://schemas.openxmlformats.org/officeDocument/2006/relationships/customXml" Target="../ink/ink1343.xml"/><Relationship Id="rId129" Type="http://schemas.openxmlformats.org/officeDocument/2006/relationships/image" Target="../media/image5351.png"/><Relationship Id="rId54" Type="http://schemas.openxmlformats.org/officeDocument/2006/relationships/customXml" Target="../ink/ink1316.xml"/><Relationship Id="rId75" Type="http://schemas.openxmlformats.org/officeDocument/2006/relationships/image" Target="../media/image5081.png"/><Relationship Id="rId96" Type="http://schemas.openxmlformats.org/officeDocument/2006/relationships/customXml" Target="../ink/ink1337.xml"/><Relationship Id="rId140" Type="http://schemas.openxmlformats.org/officeDocument/2006/relationships/customXml" Target="../ink/ink1359.xml"/><Relationship Id="rId161" Type="http://schemas.openxmlformats.org/officeDocument/2006/relationships/image" Target="../media/image692.png"/><Relationship Id="rId182" Type="http://schemas.openxmlformats.org/officeDocument/2006/relationships/customXml" Target="../ink/ink1380.xml"/><Relationship Id="rId6" Type="http://schemas.openxmlformats.org/officeDocument/2006/relationships/customXml" Target="../ink/ink1292.xml"/><Relationship Id="rId23" Type="http://schemas.openxmlformats.org/officeDocument/2006/relationships/image" Target="../media/image4821.png"/><Relationship Id="rId119" Type="http://schemas.openxmlformats.org/officeDocument/2006/relationships/image" Target="../media/image5301.png"/><Relationship Id="rId44" Type="http://schemas.openxmlformats.org/officeDocument/2006/relationships/customXml" Target="../ink/ink1311.xml"/><Relationship Id="rId65" Type="http://schemas.openxmlformats.org/officeDocument/2006/relationships/image" Target="../media/image5031.png"/><Relationship Id="rId86" Type="http://schemas.openxmlformats.org/officeDocument/2006/relationships/customXml" Target="../ink/ink1332.xml"/><Relationship Id="rId130" Type="http://schemas.openxmlformats.org/officeDocument/2006/relationships/customXml" Target="../ink/ink1354.xml"/><Relationship Id="rId151" Type="http://schemas.openxmlformats.org/officeDocument/2006/relationships/image" Target="../media/image687.png"/><Relationship Id="rId172" Type="http://schemas.openxmlformats.org/officeDocument/2006/relationships/customXml" Target="../ink/ink1375.xml"/><Relationship Id="rId13" Type="http://schemas.openxmlformats.org/officeDocument/2006/relationships/image" Target="../media/image4771.png"/><Relationship Id="rId18" Type="http://schemas.openxmlformats.org/officeDocument/2006/relationships/customXml" Target="../ink/ink1298.xml"/><Relationship Id="rId39" Type="http://schemas.openxmlformats.org/officeDocument/2006/relationships/image" Target="../media/image4901.png"/><Relationship Id="rId109" Type="http://schemas.openxmlformats.org/officeDocument/2006/relationships/image" Target="../media/image5251.png"/><Relationship Id="rId34" Type="http://schemas.openxmlformats.org/officeDocument/2006/relationships/customXml" Target="../ink/ink1306.xml"/><Relationship Id="rId50" Type="http://schemas.openxmlformats.org/officeDocument/2006/relationships/customXml" Target="../ink/ink1314.xml"/><Relationship Id="rId55" Type="http://schemas.openxmlformats.org/officeDocument/2006/relationships/image" Target="../media/image4981.png"/><Relationship Id="rId76" Type="http://schemas.openxmlformats.org/officeDocument/2006/relationships/customXml" Target="../ink/ink1327.xml"/><Relationship Id="rId97" Type="http://schemas.openxmlformats.org/officeDocument/2006/relationships/image" Target="../media/image5191.png"/><Relationship Id="rId104" Type="http://schemas.openxmlformats.org/officeDocument/2006/relationships/customXml" Target="../ink/ink1341.xml"/><Relationship Id="rId120" Type="http://schemas.openxmlformats.org/officeDocument/2006/relationships/customXml" Target="../ink/ink1349.xml"/><Relationship Id="rId125" Type="http://schemas.openxmlformats.org/officeDocument/2006/relationships/image" Target="../media/image5331.png"/><Relationship Id="rId141" Type="http://schemas.openxmlformats.org/officeDocument/2006/relationships/image" Target="../media/image5410.png"/><Relationship Id="rId146" Type="http://schemas.openxmlformats.org/officeDocument/2006/relationships/customXml" Target="../ink/ink1362.xml"/><Relationship Id="rId167" Type="http://schemas.openxmlformats.org/officeDocument/2006/relationships/image" Target="../media/image695.png"/><Relationship Id="rId188" Type="http://schemas.openxmlformats.org/officeDocument/2006/relationships/customXml" Target="../ink/ink1383.xml"/><Relationship Id="rId7" Type="http://schemas.openxmlformats.org/officeDocument/2006/relationships/image" Target="../media/image4741.png"/><Relationship Id="rId71" Type="http://schemas.openxmlformats.org/officeDocument/2006/relationships/image" Target="../media/image5061.png"/><Relationship Id="rId92" Type="http://schemas.openxmlformats.org/officeDocument/2006/relationships/customXml" Target="../ink/ink1335.xml"/><Relationship Id="rId162" Type="http://schemas.openxmlformats.org/officeDocument/2006/relationships/customXml" Target="../ink/ink1370.xml"/><Relationship Id="rId183" Type="http://schemas.openxmlformats.org/officeDocument/2006/relationships/image" Target="../media/image703.png"/><Relationship Id="rId2" Type="http://schemas.openxmlformats.org/officeDocument/2006/relationships/image" Target="../media/image685.png"/><Relationship Id="rId29" Type="http://schemas.openxmlformats.org/officeDocument/2006/relationships/image" Target="../media/image4851.png"/><Relationship Id="rId24" Type="http://schemas.openxmlformats.org/officeDocument/2006/relationships/customXml" Target="../ink/ink1301.xml"/><Relationship Id="rId40" Type="http://schemas.openxmlformats.org/officeDocument/2006/relationships/customXml" Target="../ink/ink1309.xml"/><Relationship Id="rId45" Type="http://schemas.openxmlformats.org/officeDocument/2006/relationships/image" Target="../media/image4931.png"/><Relationship Id="rId66" Type="http://schemas.openxmlformats.org/officeDocument/2006/relationships/customXml" Target="../ink/ink1322.xml"/><Relationship Id="rId87" Type="http://schemas.openxmlformats.org/officeDocument/2006/relationships/image" Target="../media/image5141.png"/><Relationship Id="rId110" Type="http://schemas.openxmlformats.org/officeDocument/2006/relationships/customXml" Target="../ink/ink1344.xml"/><Relationship Id="rId115" Type="http://schemas.openxmlformats.org/officeDocument/2006/relationships/image" Target="../media/image5281.png"/><Relationship Id="rId131" Type="http://schemas.openxmlformats.org/officeDocument/2006/relationships/image" Target="../media/image5361.png"/><Relationship Id="rId136" Type="http://schemas.openxmlformats.org/officeDocument/2006/relationships/customXml" Target="../ink/ink1357.xml"/><Relationship Id="rId157" Type="http://schemas.openxmlformats.org/officeDocument/2006/relationships/image" Target="../media/image690.png"/><Relationship Id="rId178" Type="http://schemas.openxmlformats.org/officeDocument/2006/relationships/customXml" Target="../ink/ink1378.xml"/><Relationship Id="rId61" Type="http://schemas.openxmlformats.org/officeDocument/2006/relationships/image" Target="../media/image5010.png"/><Relationship Id="rId82" Type="http://schemas.openxmlformats.org/officeDocument/2006/relationships/customXml" Target="../ink/ink1330.xml"/><Relationship Id="rId152" Type="http://schemas.openxmlformats.org/officeDocument/2006/relationships/customXml" Target="../ink/ink1365.xml"/><Relationship Id="rId173" Type="http://schemas.openxmlformats.org/officeDocument/2006/relationships/image" Target="../media/image698.png"/><Relationship Id="rId19" Type="http://schemas.openxmlformats.org/officeDocument/2006/relationships/image" Target="../media/image4801.png"/><Relationship Id="rId14" Type="http://schemas.openxmlformats.org/officeDocument/2006/relationships/customXml" Target="../ink/ink1296.xml"/><Relationship Id="rId30" Type="http://schemas.openxmlformats.org/officeDocument/2006/relationships/customXml" Target="../ink/ink1304.xml"/><Relationship Id="rId35" Type="http://schemas.openxmlformats.org/officeDocument/2006/relationships/image" Target="../media/image4881.png"/><Relationship Id="rId56" Type="http://schemas.openxmlformats.org/officeDocument/2006/relationships/customXml" Target="../ink/ink1317.xml"/><Relationship Id="rId77" Type="http://schemas.openxmlformats.org/officeDocument/2006/relationships/image" Target="../media/image5091.png"/><Relationship Id="rId100" Type="http://schemas.openxmlformats.org/officeDocument/2006/relationships/customXml" Target="../ink/ink1339.xml"/><Relationship Id="rId105" Type="http://schemas.openxmlformats.org/officeDocument/2006/relationships/image" Target="../media/image5231.png"/><Relationship Id="rId126" Type="http://schemas.openxmlformats.org/officeDocument/2006/relationships/customXml" Target="../ink/ink1352.xml"/><Relationship Id="rId147" Type="http://schemas.openxmlformats.org/officeDocument/2006/relationships/image" Target="../media/image5441.png"/><Relationship Id="rId168" Type="http://schemas.openxmlformats.org/officeDocument/2006/relationships/customXml" Target="../ink/ink1373.xml"/><Relationship Id="rId8" Type="http://schemas.openxmlformats.org/officeDocument/2006/relationships/customXml" Target="../ink/ink1293.xml"/><Relationship Id="rId51" Type="http://schemas.openxmlformats.org/officeDocument/2006/relationships/image" Target="../media/image4961.png"/><Relationship Id="rId72" Type="http://schemas.openxmlformats.org/officeDocument/2006/relationships/customXml" Target="../ink/ink1325.xml"/><Relationship Id="rId93" Type="http://schemas.openxmlformats.org/officeDocument/2006/relationships/image" Target="../media/image5171.png"/><Relationship Id="rId98" Type="http://schemas.openxmlformats.org/officeDocument/2006/relationships/customXml" Target="../ink/ink1338.xml"/><Relationship Id="rId121" Type="http://schemas.openxmlformats.org/officeDocument/2006/relationships/image" Target="../media/image5310.png"/><Relationship Id="rId142" Type="http://schemas.openxmlformats.org/officeDocument/2006/relationships/customXml" Target="../ink/ink1360.xml"/><Relationship Id="rId163" Type="http://schemas.openxmlformats.org/officeDocument/2006/relationships/image" Target="../media/image693.png"/><Relationship Id="rId184" Type="http://schemas.openxmlformats.org/officeDocument/2006/relationships/customXml" Target="../ink/ink1381.xml"/><Relationship Id="rId189" Type="http://schemas.openxmlformats.org/officeDocument/2006/relationships/image" Target="../media/image706.png"/><Relationship Id="rId3" Type="http://schemas.openxmlformats.org/officeDocument/2006/relationships/image" Target="../media/image686.PNG"/><Relationship Id="rId25" Type="http://schemas.openxmlformats.org/officeDocument/2006/relationships/image" Target="../media/image4831.png"/><Relationship Id="rId46" Type="http://schemas.openxmlformats.org/officeDocument/2006/relationships/customXml" Target="../ink/ink1312.xml"/><Relationship Id="rId67" Type="http://schemas.openxmlformats.org/officeDocument/2006/relationships/image" Target="../media/image5041.png"/><Relationship Id="rId116" Type="http://schemas.openxmlformats.org/officeDocument/2006/relationships/customXml" Target="../ink/ink1347.xml"/><Relationship Id="rId137" Type="http://schemas.openxmlformats.org/officeDocument/2006/relationships/image" Target="../media/image5391.png"/><Relationship Id="rId158" Type="http://schemas.openxmlformats.org/officeDocument/2006/relationships/customXml" Target="../ink/ink1368.xml"/><Relationship Id="rId20" Type="http://schemas.openxmlformats.org/officeDocument/2006/relationships/customXml" Target="../ink/ink1299.xml"/><Relationship Id="rId41" Type="http://schemas.openxmlformats.org/officeDocument/2006/relationships/image" Target="../media/image4910.png"/><Relationship Id="rId62" Type="http://schemas.openxmlformats.org/officeDocument/2006/relationships/customXml" Target="../ink/ink1320.xml"/><Relationship Id="rId83" Type="http://schemas.openxmlformats.org/officeDocument/2006/relationships/image" Target="../media/image5121.png"/><Relationship Id="rId88" Type="http://schemas.openxmlformats.org/officeDocument/2006/relationships/customXml" Target="../ink/ink1333.xml"/><Relationship Id="rId111" Type="http://schemas.openxmlformats.org/officeDocument/2006/relationships/image" Target="../media/image5261.png"/><Relationship Id="rId132" Type="http://schemas.openxmlformats.org/officeDocument/2006/relationships/customXml" Target="../ink/ink1355.xml"/><Relationship Id="rId153" Type="http://schemas.openxmlformats.org/officeDocument/2006/relationships/image" Target="../media/image688.png"/><Relationship Id="rId174" Type="http://schemas.openxmlformats.org/officeDocument/2006/relationships/customXml" Target="../ink/ink1376.xml"/><Relationship Id="rId179" Type="http://schemas.openxmlformats.org/officeDocument/2006/relationships/image" Target="../media/image701.png"/><Relationship Id="rId190" Type="http://schemas.openxmlformats.org/officeDocument/2006/relationships/customXml" Target="../ink/ink1384.xml"/><Relationship Id="rId15" Type="http://schemas.openxmlformats.org/officeDocument/2006/relationships/image" Target="../media/image4781.png"/><Relationship Id="rId36" Type="http://schemas.openxmlformats.org/officeDocument/2006/relationships/customXml" Target="../ink/ink1307.xml"/><Relationship Id="rId57" Type="http://schemas.openxmlformats.org/officeDocument/2006/relationships/image" Target="../media/image4991.png"/><Relationship Id="rId106" Type="http://schemas.openxmlformats.org/officeDocument/2006/relationships/customXml" Target="../ink/ink1342.xml"/><Relationship Id="rId127" Type="http://schemas.openxmlformats.org/officeDocument/2006/relationships/image" Target="../media/image5341.png"/><Relationship Id="rId10" Type="http://schemas.openxmlformats.org/officeDocument/2006/relationships/customXml" Target="../ink/ink1294.xml"/><Relationship Id="rId31" Type="http://schemas.openxmlformats.org/officeDocument/2006/relationships/image" Target="../media/image4861.png"/><Relationship Id="rId52" Type="http://schemas.openxmlformats.org/officeDocument/2006/relationships/customXml" Target="../ink/ink1315.xml"/><Relationship Id="rId73" Type="http://schemas.openxmlformats.org/officeDocument/2006/relationships/image" Target="../media/image5071.png"/><Relationship Id="rId78" Type="http://schemas.openxmlformats.org/officeDocument/2006/relationships/customXml" Target="../ink/ink1328.xml"/><Relationship Id="rId94" Type="http://schemas.openxmlformats.org/officeDocument/2006/relationships/customXml" Target="../ink/ink1336.xml"/><Relationship Id="rId99" Type="http://schemas.openxmlformats.org/officeDocument/2006/relationships/image" Target="../media/image5201.png"/><Relationship Id="rId101" Type="http://schemas.openxmlformats.org/officeDocument/2006/relationships/image" Target="../media/image5210.png"/><Relationship Id="rId122" Type="http://schemas.openxmlformats.org/officeDocument/2006/relationships/customXml" Target="../ink/ink1350.xml"/><Relationship Id="rId143" Type="http://schemas.openxmlformats.org/officeDocument/2006/relationships/image" Target="../media/image5421.png"/><Relationship Id="rId148" Type="http://schemas.openxmlformats.org/officeDocument/2006/relationships/customXml" Target="../ink/ink1363.xml"/><Relationship Id="rId164" Type="http://schemas.openxmlformats.org/officeDocument/2006/relationships/customXml" Target="../ink/ink1371.xml"/><Relationship Id="rId169" Type="http://schemas.openxmlformats.org/officeDocument/2006/relationships/image" Target="../media/image696.png"/><Relationship Id="rId185" Type="http://schemas.openxmlformats.org/officeDocument/2006/relationships/image" Target="../media/image704.png"/><Relationship Id="rId4" Type="http://schemas.openxmlformats.org/officeDocument/2006/relationships/customXml" Target="../ink/ink1291.xml"/><Relationship Id="rId9" Type="http://schemas.openxmlformats.org/officeDocument/2006/relationships/image" Target="../media/image4751.png"/><Relationship Id="rId180" Type="http://schemas.openxmlformats.org/officeDocument/2006/relationships/customXml" Target="../ink/ink1379.xml"/><Relationship Id="rId26" Type="http://schemas.openxmlformats.org/officeDocument/2006/relationships/customXml" Target="../ink/ink1302.xml"/><Relationship Id="rId47" Type="http://schemas.openxmlformats.org/officeDocument/2006/relationships/image" Target="../media/image4941.png"/><Relationship Id="rId68" Type="http://schemas.openxmlformats.org/officeDocument/2006/relationships/customXml" Target="../ink/ink1323.xml"/><Relationship Id="rId89" Type="http://schemas.openxmlformats.org/officeDocument/2006/relationships/image" Target="../media/image5151.png"/><Relationship Id="rId112" Type="http://schemas.openxmlformats.org/officeDocument/2006/relationships/customXml" Target="../ink/ink1345.xml"/><Relationship Id="rId133" Type="http://schemas.openxmlformats.org/officeDocument/2006/relationships/image" Target="../media/image5371.png"/><Relationship Id="rId154" Type="http://schemas.openxmlformats.org/officeDocument/2006/relationships/customXml" Target="../ink/ink1366.xml"/><Relationship Id="rId175" Type="http://schemas.openxmlformats.org/officeDocument/2006/relationships/image" Target="../media/image699.png"/><Relationship Id="rId16" Type="http://schemas.openxmlformats.org/officeDocument/2006/relationships/customXml" Target="../ink/ink1297.xml"/><Relationship Id="rId37" Type="http://schemas.openxmlformats.org/officeDocument/2006/relationships/image" Target="../media/image4891.png"/><Relationship Id="rId58" Type="http://schemas.openxmlformats.org/officeDocument/2006/relationships/customXml" Target="../ink/ink1318.xml"/><Relationship Id="rId79" Type="http://schemas.openxmlformats.org/officeDocument/2006/relationships/image" Target="../media/image5101.png"/><Relationship Id="rId102" Type="http://schemas.openxmlformats.org/officeDocument/2006/relationships/customXml" Target="../ink/ink1340.xml"/><Relationship Id="rId123" Type="http://schemas.openxmlformats.org/officeDocument/2006/relationships/image" Target="../media/image5321.png"/><Relationship Id="rId144" Type="http://schemas.openxmlformats.org/officeDocument/2006/relationships/customXml" Target="../ink/ink1361.xml"/><Relationship Id="rId90" Type="http://schemas.openxmlformats.org/officeDocument/2006/relationships/customXml" Target="../ink/ink1334.xml"/><Relationship Id="rId165" Type="http://schemas.openxmlformats.org/officeDocument/2006/relationships/image" Target="../media/image694.png"/><Relationship Id="rId186" Type="http://schemas.openxmlformats.org/officeDocument/2006/relationships/customXml" Target="../ink/ink1382.xml"/><Relationship Id="rId27" Type="http://schemas.openxmlformats.org/officeDocument/2006/relationships/image" Target="../media/image4841.png"/><Relationship Id="rId48" Type="http://schemas.openxmlformats.org/officeDocument/2006/relationships/customXml" Target="../ink/ink1313.xml"/><Relationship Id="rId69" Type="http://schemas.openxmlformats.org/officeDocument/2006/relationships/image" Target="../media/image5051.png"/><Relationship Id="rId113" Type="http://schemas.openxmlformats.org/officeDocument/2006/relationships/image" Target="../media/image5271.png"/><Relationship Id="rId134" Type="http://schemas.openxmlformats.org/officeDocument/2006/relationships/customXml" Target="../ink/ink1356.xml"/><Relationship Id="rId80" Type="http://schemas.openxmlformats.org/officeDocument/2006/relationships/customXml" Target="../ink/ink1329.xml"/><Relationship Id="rId155" Type="http://schemas.openxmlformats.org/officeDocument/2006/relationships/image" Target="../media/image689.png"/><Relationship Id="rId176" Type="http://schemas.openxmlformats.org/officeDocument/2006/relationships/customXml" Target="../ink/ink1377.xml"/><Relationship Id="rId17" Type="http://schemas.openxmlformats.org/officeDocument/2006/relationships/image" Target="../media/image4791.png"/><Relationship Id="rId38" Type="http://schemas.openxmlformats.org/officeDocument/2006/relationships/customXml" Target="../ink/ink1308.xml"/><Relationship Id="rId59" Type="http://schemas.openxmlformats.org/officeDocument/2006/relationships/image" Target="../media/image5001.png"/><Relationship Id="rId103" Type="http://schemas.openxmlformats.org/officeDocument/2006/relationships/image" Target="../media/image5221.png"/><Relationship Id="rId124" Type="http://schemas.openxmlformats.org/officeDocument/2006/relationships/customXml" Target="../ink/ink1351.xml"/><Relationship Id="rId70" Type="http://schemas.openxmlformats.org/officeDocument/2006/relationships/customXml" Target="../ink/ink1324.xml"/><Relationship Id="rId91" Type="http://schemas.openxmlformats.org/officeDocument/2006/relationships/image" Target="../media/image5161.png"/><Relationship Id="rId145" Type="http://schemas.openxmlformats.org/officeDocument/2006/relationships/image" Target="../media/image5431.png"/><Relationship Id="rId166" Type="http://schemas.openxmlformats.org/officeDocument/2006/relationships/customXml" Target="../ink/ink1372.xml"/><Relationship Id="rId187" Type="http://schemas.openxmlformats.org/officeDocument/2006/relationships/image" Target="../media/image705.png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1303.xml"/><Relationship Id="rId49" Type="http://schemas.openxmlformats.org/officeDocument/2006/relationships/image" Target="../media/image4951.png"/><Relationship Id="rId114" Type="http://schemas.openxmlformats.org/officeDocument/2006/relationships/customXml" Target="../ink/ink1346.xml"/><Relationship Id="rId60" Type="http://schemas.openxmlformats.org/officeDocument/2006/relationships/customXml" Target="../ink/ink1319.xml"/><Relationship Id="rId81" Type="http://schemas.openxmlformats.org/officeDocument/2006/relationships/image" Target="../media/image5110.png"/><Relationship Id="rId135" Type="http://schemas.openxmlformats.org/officeDocument/2006/relationships/image" Target="../media/image5381.png"/><Relationship Id="rId156" Type="http://schemas.openxmlformats.org/officeDocument/2006/relationships/customXml" Target="../ink/ink1367.xml"/><Relationship Id="rId177" Type="http://schemas.openxmlformats.org/officeDocument/2006/relationships/image" Target="../media/image700.png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990.png"/><Relationship Id="rId299" Type="http://schemas.openxmlformats.org/officeDocument/2006/relationships/image" Target="../media/image735.png"/><Relationship Id="rId21" Type="http://schemas.openxmlformats.org/officeDocument/2006/relationships/image" Target="../media/image5510.png"/><Relationship Id="rId63" Type="http://schemas.openxmlformats.org/officeDocument/2006/relationships/image" Target="../media/image5721.png"/><Relationship Id="rId159" Type="http://schemas.openxmlformats.org/officeDocument/2006/relationships/image" Target="../media/image6200.png"/><Relationship Id="rId324" Type="http://schemas.openxmlformats.org/officeDocument/2006/relationships/customXml" Target="../ink/ink1545.xml"/><Relationship Id="rId366" Type="http://schemas.openxmlformats.org/officeDocument/2006/relationships/customXml" Target="../ink/ink1566.xml"/><Relationship Id="rId170" Type="http://schemas.openxmlformats.org/officeDocument/2006/relationships/customXml" Target="../ink/ink1468.xml"/><Relationship Id="rId226" Type="http://schemas.openxmlformats.org/officeDocument/2006/relationships/customXml" Target="../ink/ink1496.xml"/><Relationship Id="rId268" Type="http://schemas.openxmlformats.org/officeDocument/2006/relationships/customXml" Target="../ink/ink1517.xml"/><Relationship Id="rId32" Type="http://schemas.openxmlformats.org/officeDocument/2006/relationships/customXml" Target="../ink/ink1399.xml"/><Relationship Id="rId74" Type="http://schemas.openxmlformats.org/officeDocument/2006/relationships/customXml" Target="../ink/ink1420.xml"/><Relationship Id="rId128" Type="http://schemas.openxmlformats.org/officeDocument/2006/relationships/customXml" Target="../ink/ink1447.xml"/><Relationship Id="rId335" Type="http://schemas.openxmlformats.org/officeDocument/2006/relationships/image" Target="../media/image753.png"/><Relationship Id="rId377" Type="http://schemas.openxmlformats.org/officeDocument/2006/relationships/image" Target="../media/image774.png"/><Relationship Id="rId5" Type="http://schemas.openxmlformats.org/officeDocument/2006/relationships/image" Target="../media/image2980.png"/><Relationship Id="rId181" Type="http://schemas.openxmlformats.org/officeDocument/2006/relationships/image" Target="../media/image6310.png"/><Relationship Id="rId237" Type="http://schemas.openxmlformats.org/officeDocument/2006/relationships/image" Target="../media/image6580.png"/><Relationship Id="rId279" Type="http://schemas.openxmlformats.org/officeDocument/2006/relationships/image" Target="../media/image725.png"/><Relationship Id="rId43" Type="http://schemas.openxmlformats.org/officeDocument/2006/relationships/image" Target="../media/image5621.png"/><Relationship Id="rId139" Type="http://schemas.openxmlformats.org/officeDocument/2006/relationships/image" Target="../media/image6100.png"/><Relationship Id="rId290" Type="http://schemas.openxmlformats.org/officeDocument/2006/relationships/customXml" Target="../ink/ink1528.xml"/><Relationship Id="rId304" Type="http://schemas.openxmlformats.org/officeDocument/2006/relationships/customXml" Target="../ink/ink1535.xml"/><Relationship Id="rId346" Type="http://schemas.openxmlformats.org/officeDocument/2006/relationships/customXml" Target="../ink/ink1556.xml"/><Relationship Id="rId85" Type="http://schemas.openxmlformats.org/officeDocument/2006/relationships/image" Target="../media/image5830.png"/><Relationship Id="rId150" Type="http://schemas.openxmlformats.org/officeDocument/2006/relationships/customXml" Target="../ink/ink1458.xml"/><Relationship Id="rId192" Type="http://schemas.openxmlformats.org/officeDocument/2006/relationships/customXml" Target="../ink/ink1479.xml"/><Relationship Id="rId206" Type="http://schemas.openxmlformats.org/officeDocument/2006/relationships/customXml" Target="../ink/ink1486.xml"/><Relationship Id="rId248" Type="http://schemas.openxmlformats.org/officeDocument/2006/relationships/customXml" Target="../ink/ink1507.xml"/><Relationship Id="rId12" Type="http://schemas.openxmlformats.org/officeDocument/2006/relationships/customXml" Target="../ink/ink1389.xml"/><Relationship Id="rId108" Type="http://schemas.openxmlformats.org/officeDocument/2006/relationships/customXml" Target="../ink/ink1437.xml"/><Relationship Id="rId315" Type="http://schemas.openxmlformats.org/officeDocument/2006/relationships/image" Target="../media/image743.png"/><Relationship Id="rId357" Type="http://schemas.openxmlformats.org/officeDocument/2006/relationships/image" Target="../media/image764.png"/><Relationship Id="rId54" Type="http://schemas.openxmlformats.org/officeDocument/2006/relationships/customXml" Target="../ink/ink1410.xml"/><Relationship Id="rId96" Type="http://schemas.openxmlformats.org/officeDocument/2006/relationships/customXml" Target="../ink/ink1431.xml"/><Relationship Id="rId161" Type="http://schemas.openxmlformats.org/officeDocument/2006/relationships/image" Target="../media/image6210.png"/><Relationship Id="rId217" Type="http://schemas.openxmlformats.org/officeDocument/2006/relationships/image" Target="../media/image6480.png"/><Relationship Id="rId259" Type="http://schemas.openxmlformats.org/officeDocument/2006/relationships/image" Target="../media/image715.png"/><Relationship Id="rId23" Type="http://schemas.openxmlformats.org/officeDocument/2006/relationships/image" Target="../media/image5521.png"/><Relationship Id="rId119" Type="http://schemas.openxmlformats.org/officeDocument/2006/relationships/image" Target="../media/image6000.png"/><Relationship Id="rId270" Type="http://schemas.openxmlformats.org/officeDocument/2006/relationships/customXml" Target="../ink/ink1518.xml"/><Relationship Id="rId326" Type="http://schemas.openxmlformats.org/officeDocument/2006/relationships/customXml" Target="../ink/ink1546.xml"/><Relationship Id="rId65" Type="http://schemas.openxmlformats.org/officeDocument/2006/relationships/image" Target="../media/image5731.png"/><Relationship Id="rId130" Type="http://schemas.openxmlformats.org/officeDocument/2006/relationships/customXml" Target="../ink/ink1448.xml"/><Relationship Id="rId368" Type="http://schemas.openxmlformats.org/officeDocument/2006/relationships/customXml" Target="../ink/ink1567.xml"/><Relationship Id="rId172" Type="http://schemas.openxmlformats.org/officeDocument/2006/relationships/customXml" Target="../ink/ink1469.xml"/><Relationship Id="rId228" Type="http://schemas.openxmlformats.org/officeDocument/2006/relationships/customXml" Target="../ink/ink1497.xml"/><Relationship Id="rId281" Type="http://schemas.openxmlformats.org/officeDocument/2006/relationships/image" Target="../media/image726.png"/><Relationship Id="rId337" Type="http://schemas.openxmlformats.org/officeDocument/2006/relationships/image" Target="../media/image754.png"/><Relationship Id="rId34" Type="http://schemas.openxmlformats.org/officeDocument/2006/relationships/customXml" Target="../ink/ink1400.xml"/><Relationship Id="rId76" Type="http://schemas.openxmlformats.org/officeDocument/2006/relationships/customXml" Target="../ink/ink1421.xml"/><Relationship Id="rId141" Type="http://schemas.openxmlformats.org/officeDocument/2006/relationships/image" Target="../media/image6110.png"/><Relationship Id="rId379" Type="http://schemas.openxmlformats.org/officeDocument/2006/relationships/image" Target="../media/image775.png"/><Relationship Id="rId7" Type="http://schemas.openxmlformats.org/officeDocument/2006/relationships/image" Target="../media/image2990.png"/><Relationship Id="rId183" Type="http://schemas.openxmlformats.org/officeDocument/2006/relationships/image" Target="../media/image6320.png"/><Relationship Id="rId239" Type="http://schemas.openxmlformats.org/officeDocument/2006/relationships/image" Target="../media/image6590.png"/><Relationship Id="rId250" Type="http://schemas.openxmlformats.org/officeDocument/2006/relationships/customXml" Target="../ink/ink1508.xml"/><Relationship Id="rId292" Type="http://schemas.openxmlformats.org/officeDocument/2006/relationships/customXml" Target="../ink/ink1529.xml"/><Relationship Id="rId306" Type="http://schemas.openxmlformats.org/officeDocument/2006/relationships/customXml" Target="../ink/ink1536.xml"/><Relationship Id="rId45" Type="http://schemas.openxmlformats.org/officeDocument/2006/relationships/image" Target="../media/image5631.png"/><Relationship Id="rId87" Type="http://schemas.openxmlformats.org/officeDocument/2006/relationships/image" Target="../media/image5840.png"/><Relationship Id="rId110" Type="http://schemas.openxmlformats.org/officeDocument/2006/relationships/customXml" Target="../ink/ink1438.xml"/><Relationship Id="rId348" Type="http://schemas.openxmlformats.org/officeDocument/2006/relationships/customXml" Target="../ink/ink1557.xml"/><Relationship Id="rId152" Type="http://schemas.openxmlformats.org/officeDocument/2006/relationships/customXml" Target="../ink/ink1459.xml"/><Relationship Id="rId194" Type="http://schemas.openxmlformats.org/officeDocument/2006/relationships/customXml" Target="../ink/ink1480.xml"/><Relationship Id="rId208" Type="http://schemas.openxmlformats.org/officeDocument/2006/relationships/customXml" Target="../ink/ink1487.xml"/><Relationship Id="rId261" Type="http://schemas.openxmlformats.org/officeDocument/2006/relationships/image" Target="../media/image716.png"/><Relationship Id="rId14" Type="http://schemas.openxmlformats.org/officeDocument/2006/relationships/customXml" Target="../ink/ink1390.xml"/><Relationship Id="rId56" Type="http://schemas.openxmlformats.org/officeDocument/2006/relationships/customXml" Target="../ink/ink1411.xml"/><Relationship Id="rId317" Type="http://schemas.openxmlformats.org/officeDocument/2006/relationships/image" Target="../media/image744.png"/><Relationship Id="rId359" Type="http://schemas.openxmlformats.org/officeDocument/2006/relationships/image" Target="../media/image765.png"/><Relationship Id="rId98" Type="http://schemas.openxmlformats.org/officeDocument/2006/relationships/customXml" Target="../ink/ink1432.xml"/><Relationship Id="rId121" Type="http://schemas.openxmlformats.org/officeDocument/2006/relationships/image" Target="../media/image6010.png"/><Relationship Id="rId163" Type="http://schemas.openxmlformats.org/officeDocument/2006/relationships/image" Target="../media/image6220.png"/><Relationship Id="rId219" Type="http://schemas.openxmlformats.org/officeDocument/2006/relationships/image" Target="../media/image6490.png"/><Relationship Id="rId370" Type="http://schemas.openxmlformats.org/officeDocument/2006/relationships/customXml" Target="../ink/ink1568.xml"/><Relationship Id="rId230" Type="http://schemas.openxmlformats.org/officeDocument/2006/relationships/customXml" Target="../ink/ink1498.xml"/><Relationship Id="rId25" Type="http://schemas.openxmlformats.org/officeDocument/2006/relationships/image" Target="../media/image5531.png"/><Relationship Id="rId67" Type="http://schemas.openxmlformats.org/officeDocument/2006/relationships/image" Target="../media/image5741.png"/><Relationship Id="rId272" Type="http://schemas.openxmlformats.org/officeDocument/2006/relationships/customXml" Target="../ink/ink1519.xml"/><Relationship Id="rId328" Type="http://schemas.openxmlformats.org/officeDocument/2006/relationships/customXml" Target="../ink/ink1547.xml"/><Relationship Id="rId132" Type="http://schemas.openxmlformats.org/officeDocument/2006/relationships/customXml" Target="../ink/ink1449.xml"/><Relationship Id="rId174" Type="http://schemas.openxmlformats.org/officeDocument/2006/relationships/customXml" Target="../ink/ink1470.xml"/><Relationship Id="rId241" Type="http://schemas.openxmlformats.org/officeDocument/2006/relationships/image" Target="../media/image6600.png"/><Relationship Id="rId36" Type="http://schemas.openxmlformats.org/officeDocument/2006/relationships/customXml" Target="../ink/ink1401.xml"/><Relationship Id="rId283" Type="http://schemas.openxmlformats.org/officeDocument/2006/relationships/image" Target="../media/image727.png"/><Relationship Id="rId339" Type="http://schemas.openxmlformats.org/officeDocument/2006/relationships/image" Target="../media/image755.png"/><Relationship Id="rId78" Type="http://schemas.openxmlformats.org/officeDocument/2006/relationships/customXml" Target="../ink/ink1422.xml"/><Relationship Id="rId101" Type="http://schemas.openxmlformats.org/officeDocument/2006/relationships/image" Target="../media/image5910.png"/><Relationship Id="rId143" Type="http://schemas.openxmlformats.org/officeDocument/2006/relationships/image" Target="../media/image6120.png"/><Relationship Id="rId185" Type="http://schemas.openxmlformats.org/officeDocument/2006/relationships/image" Target="../media/image6330.png"/><Relationship Id="rId350" Type="http://schemas.openxmlformats.org/officeDocument/2006/relationships/customXml" Target="../ink/ink1558.xml"/><Relationship Id="rId9" Type="http://schemas.openxmlformats.org/officeDocument/2006/relationships/image" Target="../media/image3000.png"/><Relationship Id="rId210" Type="http://schemas.openxmlformats.org/officeDocument/2006/relationships/customXml" Target="../ink/ink1488.xml"/><Relationship Id="rId26" Type="http://schemas.openxmlformats.org/officeDocument/2006/relationships/customXml" Target="../ink/ink1396.xml"/><Relationship Id="rId231" Type="http://schemas.openxmlformats.org/officeDocument/2006/relationships/image" Target="../media/image6550.png"/><Relationship Id="rId252" Type="http://schemas.openxmlformats.org/officeDocument/2006/relationships/customXml" Target="../ink/ink1509.xml"/><Relationship Id="rId273" Type="http://schemas.openxmlformats.org/officeDocument/2006/relationships/image" Target="../media/image722.png"/><Relationship Id="rId294" Type="http://schemas.openxmlformats.org/officeDocument/2006/relationships/customXml" Target="../ink/ink1530.xml"/><Relationship Id="rId308" Type="http://schemas.openxmlformats.org/officeDocument/2006/relationships/customXml" Target="../ink/ink1537.xml"/><Relationship Id="rId329" Type="http://schemas.openxmlformats.org/officeDocument/2006/relationships/image" Target="../media/image750.png"/><Relationship Id="rId47" Type="http://schemas.openxmlformats.org/officeDocument/2006/relationships/image" Target="../media/image5641.png"/><Relationship Id="rId68" Type="http://schemas.openxmlformats.org/officeDocument/2006/relationships/customXml" Target="../ink/ink1417.xml"/><Relationship Id="rId89" Type="http://schemas.openxmlformats.org/officeDocument/2006/relationships/image" Target="../media/image5850.png"/><Relationship Id="rId112" Type="http://schemas.openxmlformats.org/officeDocument/2006/relationships/customXml" Target="../ink/ink1439.xml"/><Relationship Id="rId133" Type="http://schemas.openxmlformats.org/officeDocument/2006/relationships/image" Target="../media/image6070.png"/><Relationship Id="rId154" Type="http://schemas.openxmlformats.org/officeDocument/2006/relationships/customXml" Target="../ink/ink1460.xml"/><Relationship Id="rId175" Type="http://schemas.openxmlformats.org/officeDocument/2006/relationships/image" Target="../media/image6280.png"/><Relationship Id="rId340" Type="http://schemas.openxmlformats.org/officeDocument/2006/relationships/customXml" Target="../ink/ink1553.xml"/><Relationship Id="rId361" Type="http://schemas.openxmlformats.org/officeDocument/2006/relationships/image" Target="../media/image766.png"/><Relationship Id="rId196" Type="http://schemas.openxmlformats.org/officeDocument/2006/relationships/customXml" Target="../ink/ink1481.xml"/><Relationship Id="rId200" Type="http://schemas.openxmlformats.org/officeDocument/2006/relationships/customXml" Target="../ink/ink1483.xml"/><Relationship Id="rId16" Type="http://schemas.openxmlformats.org/officeDocument/2006/relationships/customXml" Target="../ink/ink1391.xml"/><Relationship Id="rId221" Type="http://schemas.openxmlformats.org/officeDocument/2006/relationships/image" Target="../media/image6500.png"/><Relationship Id="rId242" Type="http://schemas.openxmlformats.org/officeDocument/2006/relationships/customXml" Target="../ink/ink1504.xml"/><Relationship Id="rId263" Type="http://schemas.openxmlformats.org/officeDocument/2006/relationships/image" Target="../media/image717.png"/><Relationship Id="rId284" Type="http://schemas.openxmlformats.org/officeDocument/2006/relationships/customXml" Target="../ink/ink1525.xml"/><Relationship Id="rId319" Type="http://schemas.openxmlformats.org/officeDocument/2006/relationships/image" Target="../media/image745.png"/><Relationship Id="rId37" Type="http://schemas.openxmlformats.org/officeDocument/2006/relationships/image" Target="../media/image5591.png"/><Relationship Id="rId58" Type="http://schemas.openxmlformats.org/officeDocument/2006/relationships/customXml" Target="../ink/ink1412.xml"/><Relationship Id="rId79" Type="http://schemas.openxmlformats.org/officeDocument/2006/relationships/image" Target="../media/image5801.png"/><Relationship Id="rId102" Type="http://schemas.openxmlformats.org/officeDocument/2006/relationships/customXml" Target="../ink/ink1434.xml"/><Relationship Id="rId123" Type="http://schemas.openxmlformats.org/officeDocument/2006/relationships/image" Target="../media/image6020.png"/><Relationship Id="rId144" Type="http://schemas.openxmlformats.org/officeDocument/2006/relationships/customXml" Target="../ink/ink1455.xml"/><Relationship Id="rId330" Type="http://schemas.openxmlformats.org/officeDocument/2006/relationships/customXml" Target="../ink/ink1548.xml"/><Relationship Id="rId90" Type="http://schemas.openxmlformats.org/officeDocument/2006/relationships/customXml" Target="../ink/ink1428.xml"/><Relationship Id="rId165" Type="http://schemas.openxmlformats.org/officeDocument/2006/relationships/image" Target="../media/image6230.png"/><Relationship Id="rId186" Type="http://schemas.openxmlformats.org/officeDocument/2006/relationships/customXml" Target="../ink/ink1476.xml"/><Relationship Id="rId351" Type="http://schemas.openxmlformats.org/officeDocument/2006/relationships/image" Target="../media/image761.png"/><Relationship Id="rId372" Type="http://schemas.openxmlformats.org/officeDocument/2006/relationships/customXml" Target="../ink/ink1569.xml"/><Relationship Id="rId211" Type="http://schemas.openxmlformats.org/officeDocument/2006/relationships/image" Target="../media/image6460.png"/><Relationship Id="rId232" Type="http://schemas.openxmlformats.org/officeDocument/2006/relationships/customXml" Target="../ink/ink1499.xml"/><Relationship Id="rId253" Type="http://schemas.openxmlformats.org/officeDocument/2006/relationships/image" Target="../media/image712.png"/><Relationship Id="rId274" Type="http://schemas.openxmlformats.org/officeDocument/2006/relationships/customXml" Target="../ink/ink1520.xml"/><Relationship Id="rId295" Type="http://schemas.openxmlformats.org/officeDocument/2006/relationships/image" Target="../media/image733.png"/><Relationship Id="rId309" Type="http://schemas.openxmlformats.org/officeDocument/2006/relationships/image" Target="../media/image740.png"/><Relationship Id="rId27" Type="http://schemas.openxmlformats.org/officeDocument/2006/relationships/image" Target="../media/image5541.png"/><Relationship Id="rId48" Type="http://schemas.openxmlformats.org/officeDocument/2006/relationships/customXml" Target="../ink/ink1407.xml"/><Relationship Id="rId69" Type="http://schemas.openxmlformats.org/officeDocument/2006/relationships/image" Target="../media/image5751.png"/><Relationship Id="rId113" Type="http://schemas.openxmlformats.org/officeDocument/2006/relationships/image" Target="../media/image5970.png"/><Relationship Id="rId134" Type="http://schemas.openxmlformats.org/officeDocument/2006/relationships/customXml" Target="../ink/ink1450.xml"/><Relationship Id="rId320" Type="http://schemas.openxmlformats.org/officeDocument/2006/relationships/customXml" Target="../ink/ink1543.xml"/><Relationship Id="rId80" Type="http://schemas.openxmlformats.org/officeDocument/2006/relationships/customXml" Target="../ink/ink1423.xml"/><Relationship Id="rId155" Type="http://schemas.openxmlformats.org/officeDocument/2006/relationships/image" Target="../media/image6180.png"/><Relationship Id="rId176" Type="http://schemas.openxmlformats.org/officeDocument/2006/relationships/customXml" Target="../ink/ink1471.xml"/><Relationship Id="rId197" Type="http://schemas.openxmlformats.org/officeDocument/2006/relationships/image" Target="../media/image6390.png"/><Relationship Id="rId341" Type="http://schemas.openxmlformats.org/officeDocument/2006/relationships/image" Target="../media/image756.png"/><Relationship Id="rId362" Type="http://schemas.openxmlformats.org/officeDocument/2006/relationships/customXml" Target="../ink/ink1564.xml"/><Relationship Id="rId201" Type="http://schemas.openxmlformats.org/officeDocument/2006/relationships/image" Target="../media/image6410.png"/><Relationship Id="rId222" Type="http://schemas.openxmlformats.org/officeDocument/2006/relationships/customXml" Target="../ink/ink1494.xml"/><Relationship Id="rId243" Type="http://schemas.openxmlformats.org/officeDocument/2006/relationships/image" Target="../media/image6610.png"/><Relationship Id="rId264" Type="http://schemas.openxmlformats.org/officeDocument/2006/relationships/customXml" Target="../ink/ink1515.xml"/><Relationship Id="rId285" Type="http://schemas.openxmlformats.org/officeDocument/2006/relationships/image" Target="../media/image728.png"/><Relationship Id="rId17" Type="http://schemas.openxmlformats.org/officeDocument/2006/relationships/image" Target="../media/image5491.png"/><Relationship Id="rId38" Type="http://schemas.openxmlformats.org/officeDocument/2006/relationships/customXml" Target="../ink/ink1402.xml"/><Relationship Id="rId59" Type="http://schemas.openxmlformats.org/officeDocument/2006/relationships/image" Target="../media/image5701.png"/><Relationship Id="rId103" Type="http://schemas.openxmlformats.org/officeDocument/2006/relationships/image" Target="../media/image5920.png"/><Relationship Id="rId124" Type="http://schemas.openxmlformats.org/officeDocument/2006/relationships/customXml" Target="../ink/ink1445.xml"/><Relationship Id="rId310" Type="http://schemas.openxmlformats.org/officeDocument/2006/relationships/customXml" Target="../ink/ink1538.xml"/><Relationship Id="rId70" Type="http://schemas.openxmlformats.org/officeDocument/2006/relationships/customXml" Target="../ink/ink1418.xml"/><Relationship Id="rId91" Type="http://schemas.openxmlformats.org/officeDocument/2006/relationships/image" Target="../media/image5860.png"/><Relationship Id="rId145" Type="http://schemas.openxmlformats.org/officeDocument/2006/relationships/image" Target="../media/image6130.png"/><Relationship Id="rId166" Type="http://schemas.openxmlformats.org/officeDocument/2006/relationships/customXml" Target="../ink/ink1466.xml"/><Relationship Id="rId187" Type="http://schemas.openxmlformats.org/officeDocument/2006/relationships/image" Target="../media/image6340.png"/><Relationship Id="rId331" Type="http://schemas.openxmlformats.org/officeDocument/2006/relationships/image" Target="../media/image751.png"/><Relationship Id="rId352" Type="http://schemas.openxmlformats.org/officeDocument/2006/relationships/customXml" Target="../ink/ink1559.xml"/><Relationship Id="rId373" Type="http://schemas.openxmlformats.org/officeDocument/2006/relationships/image" Target="../media/image772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489.xml"/><Relationship Id="rId233" Type="http://schemas.openxmlformats.org/officeDocument/2006/relationships/image" Target="../media/image6560.png"/><Relationship Id="rId254" Type="http://schemas.openxmlformats.org/officeDocument/2006/relationships/customXml" Target="../ink/ink1510.xml"/><Relationship Id="rId28" Type="http://schemas.openxmlformats.org/officeDocument/2006/relationships/customXml" Target="../ink/ink1397.xml"/><Relationship Id="rId49" Type="http://schemas.openxmlformats.org/officeDocument/2006/relationships/image" Target="../media/image5651.png"/><Relationship Id="rId114" Type="http://schemas.openxmlformats.org/officeDocument/2006/relationships/customXml" Target="../ink/ink1440.xml"/><Relationship Id="rId275" Type="http://schemas.openxmlformats.org/officeDocument/2006/relationships/image" Target="../media/image723.png"/><Relationship Id="rId296" Type="http://schemas.openxmlformats.org/officeDocument/2006/relationships/customXml" Target="../ink/ink1531.xml"/><Relationship Id="rId300" Type="http://schemas.openxmlformats.org/officeDocument/2006/relationships/customXml" Target="../ink/ink1533.xml"/><Relationship Id="rId60" Type="http://schemas.openxmlformats.org/officeDocument/2006/relationships/customXml" Target="../ink/ink1413.xml"/><Relationship Id="rId81" Type="http://schemas.openxmlformats.org/officeDocument/2006/relationships/image" Target="../media/image5810.png"/><Relationship Id="rId135" Type="http://schemas.openxmlformats.org/officeDocument/2006/relationships/image" Target="../media/image6080.png"/><Relationship Id="rId156" Type="http://schemas.openxmlformats.org/officeDocument/2006/relationships/customXml" Target="../ink/ink1461.xml"/><Relationship Id="rId177" Type="http://schemas.openxmlformats.org/officeDocument/2006/relationships/image" Target="../media/image6290.png"/><Relationship Id="rId198" Type="http://schemas.openxmlformats.org/officeDocument/2006/relationships/customXml" Target="../ink/ink1482.xml"/><Relationship Id="rId321" Type="http://schemas.openxmlformats.org/officeDocument/2006/relationships/image" Target="../media/image746.png"/><Relationship Id="rId342" Type="http://schemas.openxmlformats.org/officeDocument/2006/relationships/customXml" Target="../ink/ink1554.xml"/><Relationship Id="rId363" Type="http://schemas.openxmlformats.org/officeDocument/2006/relationships/image" Target="../media/image767.png"/><Relationship Id="rId202" Type="http://schemas.openxmlformats.org/officeDocument/2006/relationships/customXml" Target="../ink/ink1484.xml"/><Relationship Id="rId223" Type="http://schemas.openxmlformats.org/officeDocument/2006/relationships/image" Target="../media/image6510.png"/><Relationship Id="rId244" Type="http://schemas.openxmlformats.org/officeDocument/2006/relationships/customXml" Target="../ink/ink1505.xml"/><Relationship Id="rId18" Type="http://schemas.openxmlformats.org/officeDocument/2006/relationships/customXml" Target="../ink/ink1392.xml"/><Relationship Id="rId39" Type="http://schemas.openxmlformats.org/officeDocument/2006/relationships/image" Target="../media/image5601.png"/><Relationship Id="rId265" Type="http://schemas.openxmlformats.org/officeDocument/2006/relationships/image" Target="../media/image718.png"/><Relationship Id="rId286" Type="http://schemas.openxmlformats.org/officeDocument/2006/relationships/customXml" Target="../ink/ink1526.xml"/><Relationship Id="rId50" Type="http://schemas.openxmlformats.org/officeDocument/2006/relationships/customXml" Target="../ink/ink1408.xml"/><Relationship Id="rId104" Type="http://schemas.openxmlformats.org/officeDocument/2006/relationships/customXml" Target="../ink/ink1435.xml"/><Relationship Id="rId125" Type="http://schemas.openxmlformats.org/officeDocument/2006/relationships/image" Target="../media/image6030.png"/><Relationship Id="rId146" Type="http://schemas.openxmlformats.org/officeDocument/2006/relationships/customXml" Target="../ink/ink1456.xml"/><Relationship Id="rId167" Type="http://schemas.openxmlformats.org/officeDocument/2006/relationships/image" Target="../media/image6240.png"/><Relationship Id="rId188" Type="http://schemas.openxmlformats.org/officeDocument/2006/relationships/customXml" Target="../ink/ink1477.xml"/><Relationship Id="rId311" Type="http://schemas.openxmlformats.org/officeDocument/2006/relationships/image" Target="../media/image741.png"/><Relationship Id="rId332" Type="http://schemas.openxmlformats.org/officeDocument/2006/relationships/customXml" Target="../ink/ink1549.xml"/><Relationship Id="rId353" Type="http://schemas.openxmlformats.org/officeDocument/2006/relationships/image" Target="../media/image762.png"/><Relationship Id="rId374" Type="http://schemas.openxmlformats.org/officeDocument/2006/relationships/customXml" Target="../ink/ink1570.xml"/><Relationship Id="rId71" Type="http://schemas.openxmlformats.org/officeDocument/2006/relationships/image" Target="../media/image5761.png"/><Relationship Id="rId92" Type="http://schemas.openxmlformats.org/officeDocument/2006/relationships/customXml" Target="../ink/ink1429.xml"/><Relationship Id="rId213" Type="http://schemas.openxmlformats.org/officeDocument/2006/relationships/image" Target="../media/image6470.png"/><Relationship Id="rId234" Type="http://schemas.openxmlformats.org/officeDocument/2006/relationships/customXml" Target="../ink/ink1500.xml"/><Relationship Id="rId2" Type="http://schemas.openxmlformats.org/officeDocument/2006/relationships/image" Target="../media/image708.png"/><Relationship Id="rId29" Type="http://schemas.openxmlformats.org/officeDocument/2006/relationships/image" Target="../media/image5551.png"/><Relationship Id="rId255" Type="http://schemas.openxmlformats.org/officeDocument/2006/relationships/image" Target="../media/image713.png"/><Relationship Id="rId276" Type="http://schemas.openxmlformats.org/officeDocument/2006/relationships/customXml" Target="../ink/ink1521.xml"/><Relationship Id="rId297" Type="http://schemas.openxmlformats.org/officeDocument/2006/relationships/image" Target="../media/image734.png"/><Relationship Id="rId40" Type="http://schemas.openxmlformats.org/officeDocument/2006/relationships/customXml" Target="../ink/ink1403.xml"/><Relationship Id="rId115" Type="http://schemas.openxmlformats.org/officeDocument/2006/relationships/image" Target="../media/image5980.png"/><Relationship Id="rId136" Type="http://schemas.openxmlformats.org/officeDocument/2006/relationships/customXml" Target="../ink/ink1451.xml"/><Relationship Id="rId157" Type="http://schemas.openxmlformats.org/officeDocument/2006/relationships/image" Target="../media/image6190.png"/><Relationship Id="rId178" Type="http://schemas.openxmlformats.org/officeDocument/2006/relationships/customXml" Target="../ink/ink1472.xml"/><Relationship Id="rId301" Type="http://schemas.openxmlformats.org/officeDocument/2006/relationships/image" Target="../media/image736.png"/><Relationship Id="rId322" Type="http://schemas.openxmlformats.org/officeDocument/2006/relationships/customXml" Target="../ink/ink1544.xml"/><Relationship Id="rId343" Type="http://schemas.openxmlformats.org/officeDocument/2006/relationships/image" Target="../media/image757.png"/><Relationship Id="rId364" Type="http://schemas.openxmlformats.org/officeDocument/2006/relationships/customXml" Target="../ink/ink1565.xml"/><Relationship Id="rId61" Type="http://schemas.openxmlformats.org/officeDocument/2006/relationships/image" Target="../media/image5710.png"/><Relationship Id="rId82" Type="http://schemas.openxmlformats.org/officeDocument/2006/relationships/customXml" Target="../ink/ink1424.xml"/><Relationship Id="rId199" Type="http://schemas.openxmlformats.org/officeDocument/2006/relationships/image" Target="../media/image6400.png"/><Relationship Id="rId203" Type="http://schemas.openxmlformats.org/officeDocument/2006/relationships/image" Target="../media/image6420.png"/><Relationship Id="rId19" Type="http://schemas.openxmlformats.org/officeDocument/2006/relationships/image" Target="../media/image5501.png"/><Relationship Id="rId224" Type="http://schemas.openxmlformats.org/officeDocument/2006/relationships/customXml" Target="../ink/ink1495.xml"/><Relationship Id="rId245" Type="http://schemas.openxmlformats.org/officeDocument/2006/relationships/image" Target="../media/image6620.png"/><Relationship Id="rId266" Type="http://schemas.openxmlformats.org/officeDocument/2006/relationships/customXml" Target="../ink/ink1516.xml"/><Relationship Id="rId287" Type="http://schemas.openxmlformats.org/officeDocument/2006/relationships/image" Target="../media/image729.png"/><Relationship Id="rId30" Type="http://schemas.openxmlformats.org/officeDocument/2006/relationships/customXml" Target="../ink/ink1398.xml"/><Relationship Id="rId105" Type="http://schemas.openxmlformats.org/officeDocument/2006/relationships/image" Target="../media/image5930.png"/><Relationship Id="rId126" Type="http://schemas.openxmlformats.org/officeDocument/2006/relationships/customXml" Target="../ink/ink1446.xml"/><Relationship Id="rId147" Type="http://schemas.openxmlformats.org/officeDocument/2006/relationships/image" Target="../media/image6140.png"/><Relationship Id="rId168" Type="http://schemas.openxmlformats.org/officeDocument/2006/relationships/customXml" Target="../ink/ink1467.xml"/><Relationship Id="rId312" Type="http://schemas.openxmlformats.org/officeDocument/2006/relationships/customXml" Target="../ink/ink1539.xml"/><Relationship Id="rId333" Type="http://schemas.openxmlformats.org/officeDocument/2006/relationships/image" Target="../media/image752.png"/><Relationship Id="rId354" Type="http://schemas.openxmlformats.org/officeDocument/2006/relationships/customXml" Target="../ink/ink1560.xml"/><Relationship Id="rId51" Type="http://schemas.openxmlformats.org/officeDocument/2006/relationships/image" Target="../media/image5661.png"/><Relationship Id="rId72" Type="http://schemas.openxmlformats.org/officeDocument/2006/relationships/customXml" Target="../ink/ink1419.xml"/><Relationship Id="rId93" Type="http://schemas.openxmlformats.org/officeDocument/2006/relationships/image" Target="../media/image5870.png"/><Relationship Id="rId189" Type="http://schemas.openxmlformats.org/officeDocument/2006/relationships/image" Target="../media/image6350.png"/><Relationship Id="rId375" Type="http://schemas.openxmlformats.org/officeDocument/2006/relationships/image" Target="../media/image773.png"/><Relationship Id="rId3" Type="http://schemas.openxmlformats.org/officeDocument/2006/relationships/image" Target="../media/image709.png"/><Relationship Id="rId214" Type="http://schemas.openxmlformats.org/officeDocument/2006/relationships/customXml" Target="../ink/ink1490.xml"/><Relationship Id="rId235" Type="http://schemas.openxmlformats.org/officeDocument/2006/relationships/image" Target="../media/image6570.png"/><Relationship Id="rId256" Type="http://schemas.openxmlformats.org/officeDocument/2006/relationships/customXml" Target="../ink/ink1511.xml"/><Relationship Id="rId277" Type="http://schemas.openxmlformats.org/officeDocument/2006/relationships/image" Target="../media/image724.png"/><Relationship Id="rId298" Type="http://schemas.openxmlformats.org/officeDocument/2006/relationships/customXml" Target="../ink/ink1532.xml"/><Relationship Id="rId116" Type="http://schemas.openxmlformats.org/officeDocument/2006/relationships/customXml" Target="../ink/ink1441.xml"/><Relationship Id="rId137" Type="http://schemas.openxmlformats.org/officeDocument/2006/relationships/image" Target="../media/image6090.png"/><Relationship Id="rId158" Type="http://schemas.openxmlformats.org/officeDocument/2006/relationships/customXml" Target="../ink/ink1462.xml"/><Relationship Id="rId302" Type="http://schemas.openxmlformats.org/officeDocument/2006/relationships/customXml" Target="../ink/ink1534.xml"/><Relationship Id="rId323" Type="http://schemas.openxmlformats.org/officeDocument/2006/relationships/image" Target="../media/image747.png"/><Relationship Id="rId344" Type="http://schemas.openxmlformats.org/officeDocument/2006/relationships/customXml" Target="../ink/ink1555.xml"/><Relationship Id="rId20" Type="http://schemas.openxmlformats.org/officeDocument/2006/relationships/customXml" Target="../ink/ink1393.xml"/><Relationship Id="rId41" Type="http://schemas.openxmlformats.org/officeDocument/2006/relationships/image" Target="../media/image5610.png"/><Relationship Id="rId62" Type="http://schemas.openxmlformats.org/officeDocument/2006/relationships/customXml" Target="../ink/ink1414.xml"/><Relationship Id="rId83" Type="http://schemas.openxmlformats.org/officeDocument/2006/relationships/image" Target="../media/image5820.png"/><Relationship Id="rId179" Type="http://schemas.openxmlformats.org/officeDocument/2006/relationships/image" Target="../media/image6300.png"/><Relationship Id="rId365" Type="http://schemas.openxmlformats.org/officeDocument/2006/relationships/image" Target="../media/image768.png"/><Relationship Id="rId190" Type="http://schemas.openxmlformats.org/officeDocument/2006/relationships/customXml" Target="../ink/ink1478.xml"/><Relationship Id="rId204" Type="http://schemas.openxmlformats.org/officeDocument/2006/relationships/customXml" Target="../ink/ink1485.xml"/><Relationship Id="rId225" Type="http://schemas.openxmlformats.org/officeDocument/2006/relationships/image" Target="../media/image6520.png"/><Relationship Id="rId246" Type="http://schemas.openxmlformats.org/officeDocument/2006/relationships/customXml" Target="../ink/ink1506.xml"/><Relationship Id="rId267" Type="http://schemas.openxmlformats.org/officeDocument/2006/relationships/image" Target="../media/image719.png"/><Relationship Id="rId288" Type="http://schemas.openxmlformats.org/officeDocument/2006/relationships/customXml" Target="../ink/ink1527.xml"/><Relationship Id="rId106" Type="http://schemas.openxmlformats.org/officeDocument/2006/relationships/customXml" Target="../ink/ink1436.xml"/><Relationship Id="rId127" Type="http://schemas.openxmlformats.org/officeDocument/2006/relationships/image" Target="../media/image6040.png"/><Relationship Id="rId313" Type="http://schemas.openxmlformats.org/officeDocument/2006/relationships/image" Target="../media/image742.png"/><Relationship Id="rId10" Type="http://schemas.openxmlformats.org/officeDocument/2006/relationships/customXml" Target="../ink/ink1388.xml"/><Relationship Id="rId31" Type="http://schemas.openxmlformats.org/officeDocument/2006/relationships/image" Target="../media/image5561.png"/><Relationship Id="rId52" Type="http://schemas.openxmlformats.org/officeDocument/2006/relationships/customXml" Target="../ink/ink1409.xml"/><Relationship Id="rId73" Type="http://schemas.openxmlformats.org/officeDocument/2006/relationships/image" Target="../media/image5771.png"/><Relationship Id="rId94" Type="http://schemas.openxmlformats.org/officeDocument/2006/relationships/customXml" Target="../ink/ink1430.xml"/><Relationship Id="rId148" Type="http://schemas.openxmlformats.org/officeDocument/2006/relationships/customXml" Target="../ink/ink1457.xml"/><Relationship Id="rId169" Type="http://schemas.openxmlformats.org/officeDocument/2006/relationships/image" Target="../media/image6250.png"/><Relationship Id="rId334" Type="http://schemas.openxmlformats.org/officeDocument/2006/relationships/customXml" Target="../ink/ink1550.xml"/><Relationship Id="rId355" Type="http://schemas.openxmlformats.org/officeDocument/2006/relationships/image" Target="../media/image763.png"/><Relationship Id="rId376" Type="http://schemas.openxmlformats.org/officeDocument/2006/relationships/customXml" Target="../ink/ink1571.xml"/><Relationship Id="rId4" Type="http://schemas.openxmlformats.org/officeDocument/2006/relationships/customXml" Target="../ink/ink1385.xml"/><Relationship Id="rId180" Type="http://schemas.openxmlformats.org/officeDocument/2006/relationships/customXml" Target="../ink/ink1473.xml"/><Relationship Id="rId215" Type="http://schemas.openxmlformats.org/officeDocument/2006/relationships/image" Target="../media/image110.png"/><Relationship Id="rId236" Type="http://schemas.openxmlformats.org/officeDocument/2006/relationships/customXml" Target="../ink/ink1501.xml"/><Relationship Id="rId257" Type="http://schemas.openxmlformats.org/officeDocument/2006/relationships/image" Target="../media/image714.png"/><Relationship Id="rId278" Type="http://schemas.openxmlformats.org/officeDocument/2006/relationships/customXml" Target="../ink/ink1522.xml"/><Relationship Id="rId303" Type="http://schemas.openxmlformats.org/officeDocument/2006/relationships/image" Target="../media/image737.png"/><Relationship Id="rId42" Type="http://schemas.openxmlformats.org/officeDocument/2006/relationships/customXml" Target="../ink/ink1404.xml"/><Relationship Id="rId84" Type="http://schemas.openxmlformats.org/officeDocument/2006/relationships/customXml" Target="../ink/ink1425.xml"/><Relationship Id="rId138" Type="http://schemas.openxmlformats.org/officeDocument/2006/relationships/customXml" Target="../ink/ink1452.xml"/><Relationship Id="rId345" Type="http://schemas.openxmlformats.org/officeDocument/2006/relationships/image" Target="../media/image758.png"/><Relationship Id="rId191" Type="http://schemas.openxmlformats.org/officeDocument/2006/relationships/image" Target="../media/image6360.png"/><Relationship Id="rId205" Type="http://schemas.openxmlformats.org/officeDocument/2006/relationships/image" Target="../media/image6430.png"/><Relationship Id="rId247" Type="http://schemas.openxmlformats.org/officeDocument/2006/relationships/image" Target="../media/image6630.png"/><Relationship Id="rId107" Type="http://schemas.openxmlformats.org/officeDocument/2006/relationships/image" Target="../media/image5940.png"/><Relationship Id="rId289" Type="http://schemas.openxmlformats.org/officeDocument/2006/relationships/image" Target="../media/image730.png"/><Relationship Id="rId11" Type="http://schemas.openxmlformats.org/officeDocument/2006/relationships/image" Target="../media/image3011.png"/><Relationship Id="rId53" Type="http://schemas.openxmlformats.org/officeDocument/2006/relationships/image" Target="../media/image5671.png"/><Relationship Id="rId149" Type="http://schemas.openxmlformats.org/officeDocument/2006/relationships/image" Target="../media/image6150.png"/><Relationship Id="rId314" Type="http://schemas.openxmlformats.org/officeDocument/2006/relationships/customXml" Target="../ink/ink1540.xml"/><Relationship Id="rId356" Type="http://schemas.openxmlformats.org/officeDocument/2006/relationships/customXml" Target="../ink/ink1561.xml"/><Relationship Id="rId95" Type="http://schemas.openxmlformats.org/officeDocument/2006/relationships/image" Target="../media/image5880.png"/><Relationship Id="rId160" Type="http://schemas.openxmlformats.org/officeDocument/2006/relationships/customXml" Target="../ink/ink1463.xml"/><Relationship Id="rId216" Type="http://schemas.openxmlformats.org/officeDocument/2006/relationships/customXml" Target="../ink/ink1491.xml"/><Relationship Id="rId258" Type="http://schemas.openxmlformats.org/officeDocument/2006/relationships/customXml" Target="../ink/ink1512.xml"/><Relationship Id="rId22" Type="http://schemas.openxmlformats.org/officeDocument/2006/relationships/customXml" Target="../ink/ink1394.xml"/><Relationship Id="rId64" Type="http://schemas.openxmlformats.org/officeDocument/2006/relationships/customXml" Target="../ink/ink1415.xml"/><Relationship Id="rId118" Type="http://schemas.openxmlformats.org/officeDocument/2006/relationships/customXml" Target="../ink/ink1442.xml"/><Relationship Id="rId325" Type="http://schemas.openxmlformats.org/officeDocument/2006/relationships/image" Target="../media/image748.png"/><Relationship Id="rId367" Type="http://schemas.openxmlformats.org/officeDocument/2006/relationships/image" Target="../media/image769.png"/><Relationship Id="rId171" Type="http://schemas.openxmlformats.org/officeDocument/2006/relationships/image" Target="../media/image6260.png"/><Relationship Id="rId227" Type="http://schemas.openxmlformats.org/officeDocument/2006/relationships/image" Target="../media/image6530.png"/><Relationship Id="rId269" Type="http://schemas.openxmlformats.org/officeDocument/2006/relationships/image" Target="../media/image720.png"/><Relationship Id="rId33" Type="http://schemas.openxmlformats.org/officeDocument/2006/relationships/image" Target="../media/image5571.png"/><Relationship Id="rId129" Type="http://schemas.openxmlformats.org/officeDocument/2006/relationships/image" Target="../media/image6050.png"/><Relationship Id="rId280" Type="http://schemas.openxmlformats.org/officeDocument/2006/relationships/customXml" Target="../ink/ink1523.xml"/><Relationship Id="rId336" Type="http://schemas.openxmlformats.org/officeDocument/2006/relationships/customXml" Target="../ink/ink1551.xml"/><Relationship Id="rId75" Type="http://schemas.openxmlformats.org/officeDocument/2006/relationships/image" Target="../media/image5781.png"/><Relationship Id="rId140" Type="http://schemas.openxmlformats.org/officeDocument/2006/relationships/customXml" Target="../ink/ink1453.xml"/><Relationship Id="rId182" Type="http://schemas.openxmlformats.org/officeDocument/2006/relationships/customXml" Target="../ink/ink1474.xml"/><Relationship Id="rId378" Type="http://schemas.openxmlformats.org/officeDocument/2006/relationships/customXml" Target="../ink/ink1572.xml"/><Relationship Id="rId6" Type="http://schemas.openxmlformats.org/officeDocument/2006/relationships/customXml" Target="../ink/ink1386.xml"/><Relationship Id="rId238" Type="http://schemas.openxmlformats.org/officeDocument/2006/relationships/customXml" Target="../ink/ink1502.xml"/><Relationship Id="rId291" Type="http://schemas.openxmlformats.org/officeDocument/2006/relationships/image" Target="../media/image731.png"/><Relationship Id="rId305" Type="http://schemas.openxmlformats.org/officeDocument/2006/relationships/image" Target="../media/image738.png"/><Relationship Id="rId347" Type="http://schemas.openxmlformats.org/officeDocument/2006/relationships/image" Target="../media/image759.png"/><Relationship Id="rId44" Type="http://schemas.openxmlformats.org/officeDocument/2006/relationships/customXml" Target="../ink/ink1405.xml"/><Relationship Id="rId86" Type="http://schemas.openxmlformats.org/officeDocument/2006/relationships/customXml" Target="../ink/ink1426.xml"/><Relationship Id="rId151" Type="http://schemas.openxmlformats.org/officeDocument/2006/relationships/image" Target="../media/image6160.png"/><Relationship Id="rId193" Type="http://schemas.openxmlformats.org/officeDocument/2006/relationships/image" Target="../media/image6370.png"/><Relationship Id="rId207" Type="http://schemas.openxmlformats.org/officeDocument/2006/relationships/image" Target="../media/image6440.png"/><Relationship Id="rId249" Type="http://schemas.openxmlformats.org/officeDocument/2006/relationships/image" Target="../media/image710.png"/><Relationship Id="rId13" Type="http://schemas.openxmlformats.org/officeDocument/2006/relationships/image" Target="../media/image5471.png"/><Relationship Id="rId109" Type="http://schemas.openxmlformats.org/officeDocument/2006/relationships/image" Target="../media/image5950.png"/><Relationship Id="rId260" Type="http://schemas.openxmlformats.org/officeDocument/2006/relationships/customXml" Target="../ink/ink1513.xml"/><Relationship Id="rId316" Type="http://schemas.openxmlformats.org/officeDocument/2006/relationships/customXml" Target="../ink/ink1541.xml"/><Relationship Id="rId55" Type="http://schemas.openxmlformats.org/officeDocument/2006/relationships/image" Target="../media/image5681.png"/><Relationship Id="rId97" Type="http://schemas.openxmlformats.org/officeDocument/2006/relationships/image" Target="../media/image5890.png"/><Relationship Id="rId120" Type="http://schemas.openxmlformats.org/officeDocument/2006/relationships/customXml" Target="../ink/ink1443.xml"/><Relationship Id="rId358" Type="http://schemas.openxmlformats.org/officeDocument/2006/relationships/customXml" Target="../ink/ink1562.xml"/><Relationship Id="rId162" Type="http://schemas.openxmlformats.org/officeDocument/2006/relationships/customXml" Target="../ink/ink1464.xml"/><Relationship Id="rId218" Type="http://schemas.openxmlformats.org/officeDocument/2006/relationships/customXml" Target="../ink/ink1492.xml"/><Relationship Id="rId271" Type="http://schemas.openxmlformats.org/officeDocument/2006/relationships/image" Target="../media/image721.png"/><Relationship Id="rId24" Type="http://schemas.openxmlformats.org/officeDocument/2006/relationships/customXml" Target="../ink/ink1395.xml"/><Relationship Id="rId66" Type="http://schemas.openxmlformats.org/officeDocument/2006/relationships/customXml" Target="../ink/ink1416.xml"/><Relationship Id="rId131" Type="http://schemas.openxmlformats.org/officeDocument/2006/relationships/image" Target="../media/image6060.png"/><Relationship Id="rId327" Type="http://schemas.openxmlformats.org/officeDocument/2006/relationships/image" Target="../media/image749.png"/><Relationship Id="rId369" Type="http://schemas.openxmlformats.org/officeDocument/2006/relationships/image" Target="../media/image770.png"/><Relationship Id="rId173" Type="http://schemas.openxmlformats.org/officeDocument/2006/relationships/image" Target="../media/image6270.png"/><Relationship Id="rId229" Type="http://schemas.openxmlformats.org/officeDocument/2006/relationships/image" Target="../media/image6540.png"/><Relationship Id="rId240" Type="http://schemas.openxmlformats.org/officeDocument/2006/relationships/customXml" Target="../ink/ink1503.xml"/><Relationship Id="rId35" Type="http://schemas.openxmlformats.org/officeDocument/2006/relationships/image" Target="../media/image5581.png"/><Relationship Id="rId77" Type="http://schemas.openxmlformats.org/officeDocument/2006/relationships/image" Target="../media/image5791.png"/><Relationship Id="rId100" Type="http://schemas.openxmlformats.org/officeDocument/2006/relationships/customXml" Target="../ink/ink1433.xml"/><Relationship Id="rId282" Type="http://schemas.openxmlformats.org/officeDocument/2006/relationships/customXml" Target="../ink/ink1524.xml"/><Relationship Id="rId338" Type="http://schemas.openxmlformats.org/officeDocument/2006/relationships/customXml" Target="../ink/ink1552.xml"/><Relationship Id="rId8" Type="http://schemas.openxmlformats.org/officeDocument/2006/relationships/customXml" Target="../ink/ink1387.xml"/><Relationship Id="rId142" Type="http://schemas.openxmlformats.org/officeDocument/2006/relationships/customXml" Target="../ink/ink1454.xml"/><Relationship Id="rId184" Type="http://schemas.openxmlformats.org/officeDocument/2006/relationships/customXml" Target="../ink/ink1475.xml"/><Relationship Id="rId251" Type="http://schemas.openxmlformats.org/officeDocument/2006/relationships/image" Target="../media/image711.png"/><Relationship Id="rId46" Type="http://schemas.openxmlformats.org/officeDocument/2006/relationships/customXml" Target="../ink/ink1406.xml"/><Relationship Id="rId293" Type="http://schemas.openxmlformats.org/officeDocument/2006/relationships/image" Target="../media/image732.png"/><Relationship Id="rId307" Type="http://schemas.openxmlformats.org/officeDocument/2006/relationships/image" Target="../media/image739.png"/><Relationship Id="rId349" Type="http://schemas.openxmlformats.org/officeDocument/2006/relationships/image" Target="../media/image760.png"/><Relationship Id="rId88" Type="http://schemas.openxmlformats.org/officeDocument/2006/relationships/customXml" Target="../ink/ink1427.xml"/><Relationship Id="rId111" Type="http://schemas.openxmlformats.org/officeDocument/2006/relationships/image" Target="../media/image5960.png"/><Relationship Id="rId153" Type="http://schemas.openxmlformats.org/officeDocument/2006/relationships/image" Target="../media/image6170.png"/><Relationship Id="rId195" Type="http://schemas.openxmlformats.org/officeDocument/2006/relationships/image" Target="../media/image6380.png"/><Relationship Id="rId209" Type="http://schemas.openxmlformats.org/officeDocument/2006/relationships/image" Target="../media/image6450.PNG"/><Relationship Id="rId360" Type="http://schemas.openxmlformats.org/officeDocument/2006/relationships/customXml" Target="../ink/ink1563.xml"/><Relationship Id="rId220" Type="http://schemas.openxmlformats.org/officeDocument/2006/relationships/customXml" Target="../ink/ink1493.xml"/><Relationship Id="rId15" Type="http://schemas.openxmlformats.org/officeDocument/2006/relationships/image" Target="../media/image5481.png"/><Relationship Id="rId57" Type="http://schemas.openxmlformats.org/officeDocument/2006/relationships/image" Target="../media/image5691.png"/><Relationship Id="rId262" Type="http://schemas.openxmlformats.org/officeDocument/2006/relationships/customXml" Target="../ink/ink1514.xml"/><Relationship Id="rId318" Type="http://schemas.openxmlformats.org/officeDocument/2006/relationships/customXml" Target="../ink/ink1542.xml"/><Relationship Id="rId99" Type="http://schemas.openxmlformats.org/officeDocument/2006/relationships/image" Target="../media/image5900.png"/><Relationship Id="rId122" Type="http://schemas.openxmlformats.org/officeDocument/2006/relationships/customXml" Target="../ink/ink1444.xml"/><Relationship Id="rId164" Type="http://schemas.openxmlformats.org/officeDocument/2006/relationships/customXml" Target="../ink/ink1465.xml"/><Relationship Id="rId371" Type="http://schemas.openxmlformats.org/officeDocument/2006/relationships/image" Target="../media/image771.pn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578.xml"/><Relationship Id="rId18" Type="http://schemas.openxmlformats.org/officeDocument/2006/relationships/image" Target="../media/image6680.png"/><Relationship Id="rId26" Type="http://schemas.openxmlformats.org/officeDocument/2006/relationships/image" Target="../media/image6720.png"/><Relationship Id="rId3" Type="http://schemas.openxmlformats.org/officeDocument/2006/relationships/customXml" Target="../ink/ink1573.xml"/><Relationship Id="rId21" Type="http://schemas.openxmlformats.org/officeDocument/2006/relationships/customXml" Target="../ink/ink1582.xml"/><Relationship Id="rId34" Type="http://schemas.openxmlformats.org/officeDocument/2006/relationships/image" Target="../media/image6760.png"/><Relationship Id="rId7" Type="http://schemas.openxmlformats.org/officeDocument/2006/relationships/customXml" Target="../ink/ink1575.xml"/><Relationship Id="rId12" Type="http://schemas.openxmlformats.org/officeDocument/2006/relationships/image" Target="../media/image6650.png"/><Relationship Id="rId17" Type="http://schemas.openxmlformats.org/officeDocument/2006/relationships/customXml" Target="../ink/ink1580.xml"/><Relationship Id="rId25" Type="http://schemas.openxmlformats.org/officeDocument/2006/relationships/customXml" Target="../ink/ink1584.xml"/><Relationship Id="rId33" Type="http://schemas.openxmlformats.org/officeDocument/2006/relationships/customXml" Target="../ink/ink1588.xml"/><Relationship Id="rId2" Type="http://schemas.openxmlformats.org/officeDocument/2006/relationships/image" Target="../media/image776.PNG"/><Relationship Id="rId16" Type="http://schemas.openxmlformats.org/officeDocument/2006/relationships/image" Target="../media/image6670.png"/><Relationship Id="rId20" Type="http://schemas.openxmlformats.org/officeDocument/2006/relationships/image" Target="../media/image6690.png"/><Relationship Id="rId29" Type="http://schemas.openxmlformats.org/officeDocument/2006/relationships/customXml" Target="../ink/ink158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40.png"/><Relationship Id="rId11" Type="http://schemas.openxmlformats.org/officeDocument/2006/relationships/customXml" Target="../ink/ink1577.xml"/><Relationship Id="rId24" Type="http://schemas.openxmlformats.org/officeDocument/2006/relationships/image" Target="../media/image6710.png"/><Relationship Id="rId32" Type="http://schemas.openxmlformats.org/officeDocument/2006/relationships/image" Target="../media/image6750.png"/><Relationship Id="rId5" Type="http://schemas.openxmlformats.org/officeDocument/2006/relationships/customXml" Target="../ink/ink1574.xml"/><Relationship Id="rId15" Type="http://schemas.openxmlformats.org/officeDocument/2006/relationships/customXml" Target="../ink/ink1579.xml"/><Relationship Id="rId23" Type="http://schemas.openxmlformats.org/officeDocument/2006/relationships/customXml" Target="../ink/ink1583.xml"/><Relationship Id="rId28" Type="http://schemas.openxmlformats.org/officeDocument/2006/relationships/image" Target="../media/image6730.png"/><Relationship Id="rId36" Type="http://schemas.openxmlformats.org/officeDocument/2006/relationships/image" Target="../media/image6770.png"/><Relationship Id="rId10" Type="http://schemas.openxmlformats.org/officeDocument/2006/relationships/image" Target="../media/image3060.png"/><Relationship Id="rId19" Type="http://schemas.openxmlformats.org/officeDocument/2006/relationships/customXml" Target="../ink/ink1581.xml"/><Relationship Id="rId31" Type="http://schemas.openxmlformats.org/officeDocument/2006/relationships/customXml" Target="../ink/ink1587.xml"/><Relationship Id="rId4" Type="http://schemas.openxmlformats.org/officeDocument/2006/relationships/image" Target="../media/image3030.png"/><Relationship Id="rId9" Type="http://schemas.openxmlformats.org/officeDocument/2006/relationships/customXml" Target="../ink/ink1576.xml"/><Relationship Id="rId14" Type="http://schemas.openxmlformats.org/officeDocument/2006/relationships/image" Target="../media/image6660.png"/><Relationship Id="rId22" Type="http://schemas.openxmlformats.org/officeDocument/2006/relationships/image" Target="../media/image6700.png"/><Relationship Id="rId27" Type="http://schemas.openxmlformats.org/officeDocument/2006/relationships/customXml" Target="../ink/ink1585.xml"/><Relationship Id="rId30" Type="http://schemas.openxmlformats.org/officeDocument/2006/relationships/image" Target="../media/image6740.png"/><Relationship Id="rId35" Type="http://schemas.openxmlformats.org/officeDocument/2006/relationships/customXml" Target="../ink/ink1589.xml"/><Relationship Id="rId8" Type="http://schemas.openxmlformats.org/officeDocument/2006/relationships/image" Target="../media/image305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647.xml"/><Relationship Id="rId21" Type="http://schemas.openxmlformats.org/officeDocument/2006/relationships/customXml" Target="../ink/ink1599.xml"/><Relationship Id="rId42" Type="http://schemas.openxmlformats.org/officeDocument/2006/relationships/image" Target="../media/image3270.png"/><Relationship Id="rId63" Type="http://schemas.openxmlformats.org/officeDocument/2006/relationships/customXml" Target="../ink/ink1620.xml"/><Relationship Id="rId84" Type="http://schemas.openxmlformats.org/officeDocument/2006/relationships/image" Target="../media/image3480.png"/><Relationship Id="rId138" Type="http://schemas.openxmlformats.org/officeDocument/2006/relationships/image" Target="../media/image3750.png"/><Relationship Id="rId107" Type="http://schemas.openxmlformats.org/officeDocument/2006/relationships/customXml" Target="../ink/ink1642.xml"/><Relationship Id="rId11" Type="http://schemas.openxmlformats.org/officeDocument/2006/relationships/customXml" Target="../ink/ink1594.xml"/><Relationship Id="rId32" Type="http://schemas.openxmlformats.org/officeDocument/2006/relationships/image" Target="../media/image3220.png"/><Relationship Id="rId37" Type="http://schemas.openxmlformats.org/officeDocument/2006/relationships/customXml" Target="../ink/ink1607.xml"/><Relationship Id="rId53" Type="http://schemas.openxmlformats.org/officeDocument/2006/relationships/customXml" Target="../ink/ink1615.xml"/><Relationship Id="rId58" Type="http://schemas.openxmlformats.org/officeDocument/2006/relationships/image" Target="../media/image3350.png"/><Relationship Id="rId74" Type="http://schemas.openxmlformats.org/officeDocument/2006/relationships/image" Target="../media/image3430.png"/><Relationship Id="rId79" Type="http://schemas.openxmlformats.org/officeDocument/2006/relationships/customXml" Target="../ink/ink1628.xml"/><Relationship Id="rId102" Type="http://schemas.openxmlformats.org/officeDocument/2006/relationships/image" Target="../media/image3570.png"/><Relationship Id="rId123" Type="http://schemas.openxmlformats.org/officeDocument/2006/relationships/customXml" Target="../ink/ink1650.xml"/><Relationship Id="rId128" Type="http://schemas.openxmlformats.org/officeDocument/2006/relationships/image" Target="../media/image3700.png"/><Relationship Id="rId144" Type="http://schemas.openxmlformats.org/officeDocument/2006/relationships/image" Target="../media/image3780.png"/><Relationship Id="rId5" Type="http://schemas.openxmlformats.org/officeDocument/2006/relationships/customXml" Target="../ink/ink1591.xml"/><Relationship Id="rId90" Type="http://schemas.openxmlformats.org/officeDocument/2006/relationships/image" Target="../media/image3511.png"/><Relationship Id="rId95" Type="http://schemas.openxmlformats.org/officeDocument/2006/relationships/customXml" Target="../ink/ink1636.xml"/><Relationship Id="rId22" Type="http://schemas.openxmlformats.org/officeDocument/2006/relationships/image" Target="../media/image3170.png"/><Relationship Id="rId27" Type="http://schemas.openxmlformats.org/officeDocument/2006/relationships/customXml" Target="../ink/ink1602.xml"/><Relationship Id="rId43" Type="http://schemas.openxmlformats.org/officeDocument/2006/relationships/customXml" Target="../ink/ink1610.xml"/><Relationship Id="rId48" Type="http://schemas.openxmlformats.org/officeDocument/2006/relationships/image" Target="../media/image3300.png"/><Relationship Id="rId64" Type="http://schemas.openxmlformats.org/officeDocument/2006/relationships/image" Target="../media/image3380.png"/><Relationship Id="rId69" Type="http://schemas.openxmlformats.org/officeDocument/2006/relationships/customXml" Target="../ink/ink1623.xml"/><Relationship Id="rId113" Type="http://schemas.openxmlformats.org/officeDocument/2006/relationships/customXml" Target="../ink/ink1645.xml"/><Relationship Id="rId118" Type="http://schemas.openxmlformats.org/officeDocument/2006/relationships/image" Target="../media/image3650.png"/><Relationship Id="rId134" Type="http://schemas.openxmlformats.org/officeDocument/2006/relationships/image" Target="../media/image3730.png"/><Relationship Id="rId139" Type="http://schemas.openxmlformats.org/officeDocument/2006/relationships/customXml" Target="../ink/ink1658.xml"/><Relationship Id="rId80" Type="http://schemas.openxmlformats.org/officeDocument/2006/relationships/image" Target="../media/image3460.png"/><Relationship Id="rId85" Type="http://schemas.openxmlformats.org/officeDocument/2006/relationships/customXml" Target="../ink/ink1631.xml"/><Relationship Id="rId12" Type="http://schemas.openxmlformats.org/officeDocument/2006/relationships/image" Target="../media/image3120.png"/><Relationship Id="rId17" Type="http://schemas.openxmlformats.org/officeDocument/2006/relationships/customXml" Target="../ink/ink1597.xml"/><Relationship Id="rId33" Type="http://schemas.openxmlformats.org/officeDocument/2006/relationships/customXml" Target="../ink/ink1605.xml"/><Relationship Id="rId38" Type="http://schemas.openxmlformats.org/officeDocument/2006/relationships/image" Target="../media/image3250.png"/><Relationship Id="rId59" Type="http://schemas.openxmlformats.org/officeDocument/2006/relationships/customXml" Target="../ink/ink1618.xml"/><Relationship Id="rId103" Type="http://schemas.openxmlformats.org/officeDocument/2006/relationships/customXml" Target="../ink/ink1640.xml"/><Relationship Id="rId108" Type="http://schemas.openxmlformats.org/officeDocument/2006/relationships/image" Target="../media/image3600.png"/><Relationship Id="rId124" Type="http://schemas.openxmlformats.org/officeDocument/2006/relationships/image" Target="../media/image3680.png"/><Relationship Id="rId129" Type="http://schemas.openxmlformats.org/officeDocument/2006/relationships/customXml" Target="../ink/ink1653.xml"/><Relationship Id="rId54" Type="http://schemas.openxmlformats.org/officeDocument/2006/relationships/image" Target="../media/image3330.png"/><Relationship Id="rId70" Type="http://schemas.openxmlformats.org/officeDocument/2006/relationships/image" Target="../media/image3411.png"/><Relationship Id="rId75" Type="http://schemas.openxmlformats.org/officeDocument/2006/relationships/customXml" Target="../ink/ink1626.xml"/><Relationship Id="rId91" Type="http://schemas.openxmlformats.org/officeDocument/2006/relationships/customXml" Target="../ink/ink1634.xml"/><Relationship Id="rId96" Type="http://schemas.openxmlformats.org/officeDocument/2006/relationships/image" Target="../media/image3540.png"/><Relationship Id="rId140" Type="http://schemas.openxmlformats.org/officeDocument/2006/relationships/image" Target="../media/image37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90.png"/><Relationship Id="rId23" Type="http://schemas.openxmlformats.org/officeDocument/2006/relationships/customXml" Target="../ink/ink1600.xml"/><Relationship Id="rId28" Type="http://schemas.openxmlformats.org/officeDocument/2006/relationships/image" Target="../media/image3200.png"/><Relationship Id="rId49" Type="http://schemas.openxmlformats.org/officeDocument/2006/relationships/customXml" Target="../ink/ink1613.xml"/><Relationship Id="rId114" Type="http://schemas.openxmlformats.org/officeDocument/2006/relationships/image" Target="../media/image3630.png"/><Relationship Id="rId119" Type="http://schemas.openxmlformats.org/officeDocument/2006/relationships/customXml" Target="../ink/ink1648.xml"/><Relationship Id="rId44" Type="http://schemas.openxmlformats.org/officeDocument/2006/relationships/image" Target="../media/image3280.png"/><Relationship Id="rId60" Type="http://schemas.openxmlformats.org/officeDocument/2006/relationships/image" Target="../media/image3360.png"/><Relationship Id="rId65" Type="http://schemas.openxmlformats.org/officeDocument/2006/relationships/customXml" Target="../ink/ink1621.xml"/><Relationship Id="rId81" Type="http://schemas.openxmlformats.org/officeDocument/2006/relationships/customXml" Target="../ink/ink1629.xml"/><Relationship Id="rId86" Type="http://schemas.openxmlformats.org/officeDocument/2006/relationships/image" Target="../media/image3490.png"/><Relationship Id="rId130" Type="http://schemas.openxmlformats.org/officeDocument/2006/relationships/image" Target="../media/image3711.png"/><Relationship Id="rId135" Type="http://schemas.openxmlformats.org/officeDocument/2006/relationships/customXml" Target="../ink/ink1656.xml"/><Relationship Id="rId13" Type="http://schemas.openxmlformats.org/officeDocument/2006/relationships/customXml" Target="../ink/ink1595.xml"/><Relationship Id="rId18" Type="http://schemas.openxmlformats.org/officeDocument/2006/relationships/image" Target="../media/image3150.png"/><Relationship Id="rId39" Type="http://schemas.openxmlformats.org/officeDocument/2006/relationships/customXml" Target="../ink/ink1608.xml"/><Relationship Id="rId109" Type="http://schemas.openxmlformats.org/officeDocument/2006/relationships/customXml" Target="../ink/ink1643.xml"/><Relationship Id="rId34" Type="http://schemas.openxmlformats.org/officeDocument/2006/relationships/image" Target="../media/image3230.png"/><Relationship Id="rId50" Type="http://schemas.openxmlformats.org/officeDocument/2006/relationships/image" Target="../media/image3311.png"/><Relationship Id="rId55" Type="http://schemas.openxmlformats.org/officeDocument/2006/relationships/customXml" Target="../ink/ink1616.xml"/><Relationship Id="rId76" Type="http://schemas.openxmlformats.org/officeDocument/2006/relationships/image" Target="../media/image3440.png"/><Relationship Id="rId97" Type="http://schemas.openxmlformats.org/officeDocument/2006/relationships/customXml" Target="../ink/ink1637.xml"/><Relationship Id="rId104" Type="http://schemas.openxmlformats.org/officeDocument/2006/relationships/image" Target="../media/image3580.png"/><Relationship Id="rId120" Type="http://schemas.openxmlformats.org/officeDocument/2006/relationships/image" Target="../media/image3660.png"/><Relationship Id="rId125" Type="http://schemas.openxmlformats.org/officeDocument/2006/relationships/customXml" Target="../ink/ink1651.xml"/><Relationship Id="rId141" Type="http://schemas.openxmlformats.org/officeDocument/2006/relationships/customXml" Target="../ink/ink1659.xml"/><Relationship Id="rId7" Type="http://schemas.openxmlformats.org/officeDocument/2006/relationships/customXml" Target="../ink/ink1592.xml"/><Relationship Id="rId71" Type="http://schemas.openxmlformats.org/officeDocument/2006/relationships/customXml" Target="../ink/ink1624.xml"/><Relationship Id="rId92" Type="http://schemas.openxmlformats.org/officeDocument/2006/relationships/image" Target="../media/image3520.png"/><Relationship Id="rId2" Type="http://schemas.openxmlformats.org/officeDocument/2006/relationships/image" Target="../media/image777.png"/><Relationship Id="rId29" Type="http://schemas.openxmlformats.org/officeDocument/2006/relationships/customXml" Target="../ink/ink1603.xml"/><Relationship Id="rId24" Type="http://schemas.openxmlformats.org/officeDocument/2006/relationships/image" Target="../media/image3180.png"/><Relationship Id="rId40" Type="http://schemas.openxmlformats.org/officeDocument/2006/relationships/image" Target="../media/image3260.png"/><Relationship Id="rId45" Type="http://schemas.openxmlformats.org/officeDocument/2006/relationships/customXml" Target="../ink/ink1611.xml"/><Relationship Id="rId66" Type="http://schemas.openxmlformats.org/officeDocument/2006/relationships/image" Target="../media/image3390.png"/><Relationship Id="rId87" Type="http://schemas.openxmlformats.org/officeDocument/2006/relationships/customXml" Target="../ink/ink1632.xml"/><Relationship Id="rId110" Type="http://schemas.openxmlformats.org/officeDocument/2006/relationships/image" Target="../media/image3611.png"/><Relationship Id="rId115" Type="http://schemas.openxmlformats.org/officeDocument/2006/relationships/customXml" Target="../ink/ink1646.xml"/><Relationship Id="rId131" Type="http://schemas.openxmlformats.org/officeDocument/2006/relationships/customXml" Target="../ink/ink1654.xml"/><Relationship Id="rId136" Type="http://schemas.openxmlformats.org/officeDocument/2006/relationships/image" Target="../media/image3740.png"/><Relationship Id="rId61" Type="http://schemas.openxmlformats.org/officeDocument/2006/relationships/customXml" Target="../ink/ink1619.xml"/><Relationship Id="rId82" Type="http://schemas.openxmlformats.org/officeDocument/2006/relationships/image" Target="../media/image3470.png"/><Relationship Id="rId19" Type="http://schemas.openxmlformats.org/officeDocument/2006/relationships/customXml" Target="../ink/ink1598.xml"/><Relationship Id="rId14" Type="http://schemas.openxmlformats.org/officeDocument/2006/relationships/image" Target="../media/image3130.png"/><Relationship Id="rId30" Type="http://schemas.openxmlformats.org/officeDocument/2006/relationships/image" Target="../media/image3211.png"/><Relationship Id="rId35" Type="http://schemas.openxmlformats.org/officeDocument/2006/relationships/customXml" Target="../ink/ink1606.xml"/><Relationship Id="rId56" Type="http://schemas.openxmlformats.org/officeDocument/2006/relationships/image" Target="../media/image3340.png"/><Relationship Id="rId77" Type="http://schemas.openxmlformats.org/officeDocument/2006/relationships/customXml" Target="../ink/ink1627.xml"/><Relationship Id="rId100" Type="http://schemas.openxmlformats.org/officeDocument/2006/relationships/image" Target="../media/image3560.png"/><Relationship Id="rId105" Type="http://schemas.openxmlformats.org/officeDocument/2006/relationships/customXml" Target="../ink/ink1641.xml"/><Relationship Id="rId126" Type="http://schemas.openxmlformats.org/officeDocument/2006/relationships/image" Target="../media/image3690.png"/><Relationship Id="rId8" Type="http://schemas.openxmlformats.org/officeDocument/2006/relationships/image" Target="../media/image3100.png"/><Relationship Id="rId51" Type="http://schemas.openxmlformats.org/officeDocument/2006/relationships/customXml" Target="../ink/ink1614.xml"/><Relationship Id="rId72" Type="http://schemas.openxmlformats.org/officeDocument/2006/relationships/image" Target="../media/image3420.png"/><Relationship Id="rId93" Type="http://schemas.openxmlformats.org/officeDocument/2006/relationships/customXml" Target="../ink/ink1635.xml"/><Relationship Id="rId98" Type="http://schemas.openxmlformats.org/officeDocument/2006/relationships/image" Target="../media/image3550.png"/><Relationship Id="rId121" Type="http://schemas.openxmlformats.org/officeDocument/2006/relationships/customXml" Target="../ink/ink1649.xml"/><Relationship Id="rId142" Type="http://schemas.openxmlformats.org/officeDocument/2006/relationships/image" Target="../media/image3770.png"/><Relationship Id="rId3" Type="http://schemas.openxmlformats.org/officeDocument/2006/relationships/customXml" Target="../ink/ink1590.xml"/><Relationship Id="rId25" Type="http://schemas.openxmlformats.org/officeDocument/2006/relationships/customXml" Target="../ink/ink1601.xml"/><Relationship Id="rId46" Type="http://schemas.openxmlformats.org/officeDocument/2006/relationships/image" Target="../media/image3290.png"/><Relationship Id="rId67" Type="http://schemas.openxmlformats.org/officeDocument/2006/relationships/customXml" Target="../ink/ink1622.xml"/><Relationship Id="rId116" Type="http://schemas.openxmlformats.org/officeDocument/2006/relationships/image" Target="../media/image3640.png"/><Relationship Id="rId137" Type="http://schemas.openxmlformats.org/officeDocument/2006/relationships/customXml" Target="../ink/ink1657.xml"/><Relationship Id="rId20" Type="http://schemas.openxmlformats.org/officeDocument/2006/relationships/image" Target="../media/image3160.png"/><Relationship Id="rId41" Type="http://schemas.openxmlformats.org/officeDocument/2006/relationships/customXml" Target="../ink/ink1609.xml"/><Relationship Id="rId62" Type="http://schemas.openxmlformats.org/officeDocument/2006/relationships/image" Target="../media/image3370.png"/><Relationship Id="rId83" Type="http://schemas.openxmlformats.org/officeDocument/2006/relationships/customXml" Target="../ink/ink1630.xml"/><Relationship Id="rId88" Type="http://schemas.openxmlformats.org/officeDocument/2006/relationships/image" Target="../media/image3500.png"/><Relationship Id="rId111" Type="http://schemas.openxmlformats.org/officeDocument/2006/relationships/customXml" Target="../ink/ink1644.xml"/><Relationship Id="rId132" Type="http://schemas.openxmlformats.org/officeDocument/2006/relationships/image" Target="../media/image3720.png"/><Relationship Id="rId15" Type="http://schemas.openxmlformats.org/officeDocument/2006/relationships/customXml" Target="../ink/ink1596.xml"/><Relationship Id="rId36" Type="http://schemas.openxmlformats.org/officeDocument/2006/relationships/image" Target="../media/image3240.png"/><Relationship Id="rId57" Type="http://schemas.openxmlformats.org/officeDocument/2006/relationships/customXml" Target="../ink/ink1617.xml"/><Relationship Id="rId106" Type="http://schemas.openxmlformats.org/officeDocument/2006/relationships/image" Target="../media/image3590.png"/><Relationship Id="rId127" Type="http://schemas.openxmlformats.org/officeDocument/2006/relationships/customXml" Target="../ink/ink1652.xml"/><Relationship Id="rId10" Type="http://schemas.openxmlformats.org/officeDocument/2006/relationships/image" Target="../media/image3111.png"/><Relationship Id="rId31" Type="http://schemas.openxmlformats.org/officeDocument/2006/relationships/customXml" Target="../ink/ink1604.xml"/><Relationship Id="rId52" Type="http://schemas.openxmlformats.org/officeDocument/2006/relationships/image" Target="../media/image3320.png"/><Relationship Id="rId73" Type="http://schemas.openxmlformats.org/officeDocument/2006/relationships/customXml" Target="../ink/ink1625.xml"/><Relationship Id="rId78" Type="http://schemas.openxmlformats.org/officeDocument/2006/relationships/image" Target="../media/image3450.png"/><Relationship Id="rId94" Type="http://schemas.openxmlformats.org/officeDocument/2006/relationships/image" Target="../media/image3530.png"/><Relationship Id="rId99" Type="http://schemas.openxmlformats.org/officeDocument/2006/relationships/customXml" Target="../ink/ink1638.xml"/><Relationship Id="rId101" Type="http://schemas.openxmlformats.org/officeDocument/2006/relationships/customXml" Target="../ink/ink1639.xml"/><Relationship Id="rId122" Type="http://schemas.openxmlformats.org/officeDocument/2006/relationships/image" Target="../media/image3670.png"/><Relationship Id="rId143" Type="http://schemas.openxmlformats.org/officeDocument/2006/relationships/customXml" Target="../ink/ink1660.xml"/><Relationship Id="rId4" Type="http://schemas.openxmlformats.org/officeDocument/2006/relationships/image" Target="../media/image3080.png"/><Relationship Id="rId9" Type="http://schemas.openxmlformats.org/officeDocument/2006/relationships/customXml" Target="../ink/ink1593.xml"/><Relationship Id="rId26" Type="http://schemas.openxmlformats.org/officeDocument/2006/relationships/image" Target="../media/image3190.png"/><Relationship Id="rId47" Type="http://schemas.openxmlformats.org/officeDocument/2006/relationships/customXml" Target="../ink/ink1612.xml"/><Relationship Id="rId68" Type="http://schemas.openxmlformats.org/officeDocument/2006/relationships/image" Target="../media/image3400.png"/><Relationship Id="rId89" Type="http://schemas.openxmlformats.org/officeDocument/2006/relationships/customXml" Target="../ink/ink1633.xml"/><Relationship Id="rId112" Type="http://schemas.openxmlformats.org/officeDocument/2006/relationships/image" Target="../media/image3620.png"/><Relationship Id="rId133" Type="http://schemas.openxmlformats.org/officeDocument/2006/relationships/customXml" Target="../ink/ink1655.xml"/><Relationship Id="rId16" Type="http://schemas.openxmlformats.org/officeDocument/2006/relationships/image" Target="../media/image3140.png"/></Relationships>
</file>

<file path=ppt/slides/_rels/slide2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718.xml"/><Relationship Id="rId299" Type="http://schemas.openxmlformats.org/officeDocument/2006/relationships/customXml" Target="../ink/ink1809.xml"/><Relationship Id="rId21" Type="http://schemas.openxmlformats.org/officeDocument/2006/relationships/customXml" Target="../ink/ink1670.xml"/><Relationship Id="rId63" Type="http://schemas.openxmlformats.org/officeDocument/2006/relationships/customXml" Target="../ink/ink1691.xml"/><Relationship Id="rId159" Type="http://schemas.openxmlformats.org/officeDocument/2006/relationships/customXml" Target="../ink/ink1739.xml"/><Relationship Id="rId170" Type="http://schemas.openxmlformats.org/officeDocument/2006/relationships/image" Target="../media/image1511.png"/><Relationship Id="rId226" Type="http://schemas.openxmlformats.org/officeDocument/2006/relationships/image" Target="../media/image1791.png"/><Relationship Id="rId268" Type="http://schemas.openxmlformats.org/officeDocument/2006/relationships/image" Target="../media/image2001.png"/><Relationship Id="rId32" Type="http://schemas.openxmlformats.org/officeDocument/2006/relationships/image" Target="../media/image8210.png"/><Relationship Id="rId74" Type="http://schemas.openxmlformats.org/officeDocument/2006/relationships/image" Target="../media/image1031.png"/><Relationship Id="rId128" Type="http://schemas.openxmlformats.org/officeDocument/2006/relationships/image" Target="../media/image1301.png"/><Relationship Id="rId5" Type="http://schemas.openxmlformats.org/officeDocument/2006/relationships/customXml" Target="../ink/ink1662.xml"/><Relationship Id="rId181" Type="http://schemas.openxmlformats.org/officeDocument/2006/relationships/customXml" Target="../ink/ink1750.xml"/><Relationship Id="rId237" Type="http://schemas.openxmlformats.org/officeDocument/2006/relationships/customXml" Target="../ink/ink1778.xml"/><Relationship Id="rId279" Type="http://schemas.openxmlformats.org/officeDocument/2006/relationships/customXml" Target="../ink/ink1799.xml"/><Relationship Id="rId43" Type="http://schemas.openxmlformats.org/officeDocument/2006/relationships/customXml" Target="../ink/ink1681.xml"/><Relationship Id="rId139" Type="http://schemas.openxmlformats.org/officeDocument/2006/relationships/customXml" Target="../ink/ink1729.xml"/><Relationship Id="rId290" Type="http://schemas.openxmlformats.org/officeDocument/2006/relationships/image" Target="../media/image2111.png"/><Relationship Id="rId304" Type="http://schemas.openxmlformats.org/officeDocument/2006/relationships/image" Target="../media/image2181.png"/><Relationship Id="rId85" Type="http://schemas.openxmlformats.org/officeDocument/2006/relationships/customXml" Target="../ink/ink1702.xml"/><Relationship Id="rId150" Type="http://schemas.openxmlformats.org/officeDocument/2006/relationships/image" Target="../media/image1411.png"/><Relationship Id="rId192" Type="http://schemas.openxmlformats.org/officeDocument/2006/relationships/image" Target="../media/image1621.png"/><Relationship Id="rId206" Type="http://schemas.openxmlformats.org/officeDocument/2006/relationships/image" Target="../media/image1691.png"/><Relationship Id="rId248" Type="http://schemas.openxmlformats.org/officeDocument/2006/relationships/image" Target="../media/image1901.png"/><Relationship Id="rId12" Type="http://schemas.openxmlformats.org/officeDocument/2006/relationships/image" Target="../media/image7210.png"/><Relationship Id="rId108" Type="http://schemas.openxmlformats.org/officeDocument/2006/relationships/image" Target="../media/image1201.png"/><Relationship Id="rId54" Type="http://schemas.openxmlformats.org/officeDocument/2006/relationships/image" Target="../media/image930.png"/><Relationship Id="rId96" Type="http://schemas.openxmlformats.org/officeDocument/2006/relationships/image" Target="../media/image1141.png"/><Relationship Id="rId161" Type="http://schemas.openxmlformats.org/officeDocument/2006/relationships/customXml" Target="../ink/ink1740.xml"/><Relationship Id="rId217" Type="http://schemas.openxmlformats.org/officeDocument/2006/relationships/customXml" Target="../ink/ink1768.xml"/><Relationship Id="rId259" Type="http://schemas.openxmlformats.org/officeDocument/2006/relationships/customXml" Target="../ink/ink1789.xml"/><Relationship Id="rId23" Type="http://schemas.openxmlformats.org/officeDocument/2006/relationships/customXml" Target="../ink/ink1671.xml"/><Relationship Id="rId119" Type="http://schemas.openxmlformats.org/officeDocument/2006/relationships/customXml" Target="../ink/ink1719.xml"/><Relationship Id="rId270" Type="http://schemas.openxmlformats.org/officeDocument/2006/relationships/image" Target="../media/image2011.png"/><Relationship Id="rId65" Type="http://schemas.openxmlformats.org/officeDocument/2006/relationships/customXml" Target="../ink/ink1692.xml"/><Relationship Id="rId130" Type="http://schemas.openxmlformats.org/officeDocument/2006/relationships/image" Target="../media/image1311.png"/><Relationship Id="rId172" Type="http://schemas.openxmlformats.org/officeDocument/2006/relationships/image" Target="../media/image1521.png"/><Relationship Id="rId193" Type="http://schemas.openxmlformats.org/officeDocument/2006/relationships/customXml" Target="../ink/ink1756.xml"/><Relationship Id="rId207" Type="http://schemas.openxmlformats.org/officeDocument/2006/relationships/customXml" Target="../ink/ink1763.xml"/><Relationship Id="rId228" Type="http://schemas.openxmlformats.org/officeDocument/2006/relationships/image" Target="../media/image1801.png"/><Relationship Id="rId249" Type="http://schemas.openxmlformats.org/officeDocument/2006/relationships/customXml" Target="../ink/ink1784.xml"/><Relationship Id="rId13" Type="http://schemas.openxmlformats.org/officeDocument/2006/relationships/customXml" Target="../ink/ink1666.xml"/><Relationship Id="rId109" Type="http://schemas.openxmlformats.org/officeDocument/2006/relationships/customXml" Target="../ink/ink1714.xml"/><Relationship Id="rId260" Type="http://schemas.openxmlformats.org/officeDocument/2006/relationships/image" Target="../media/image1961.png"/><Relationship Id="rId281" Type="http://schemas.openxmlformats.org/officeDocument/2006/relationships/customXml" Target="../ink/ink1800.xml"/><Relationship Id="rId34" Type="http://schemas.openxmlformats.org/officeDocument/2006/relationships/image" Target="../media/image8310.png"/><Relationship Id="rId55" Type="http://schemas.openxmlformats.org/officeDocument/2006/relationships/customXml" Target="../ink/ink1687.xml"/><Relationship Id="rId76" Type="http://schemas.openxmlformats.org/officeDocument/2006/relationships/image" Target="../media/image1041.png"/><Relationship Id="rId97" Type="http://schemas.openxmlformats.org/officeDocument/2006/relationships/customXml" Target="../ink/ink1708.xml"/><Relationship Id="rId120" Type="http://schemas.openxmlformats.org/officeDocument/2006/relationships/image" Target="../media/image1261.png"/><Relationship Id="rId141" Type="http://schemas.openxmlformats.org/officeDocument/2006/relationships/customXml" Target="../ink/ink1730.xml"/><Relationship Id="rId7" Type="http://schemas.openxmlformats.org/officeDocument/2006/relationships/customXml" Target="../ink/ink1663.xml"/><Relationship Id="rId162" Type="http://schemas.openxmlformats.org/officeDocument/2006/relationships/image" Target="../media/image1471.png"/><Relationship Id="rId183" Type="http://schemas.openxmlformats.org/officeDocument/2006/relationships/customXml" Target="../ink/ink1751.xml"/><Relationship Id="rId218" Type="http://schemas.openxmlformats.org/officeDocument/2006/relationships/image" Target="../media/image1751.png"/><Relationship Id="rId239" Type="http://schemas.openxmlformats.org/officeDocument/2006/relationships/customXml" Target="../ink/ink1779.xml"/><Relationship Id="rId250" Type="http://schemas.openxmlformats.org/officeDocument/2006/relationships/image" Target="../media/image1911.png"/><Relationship Id="rId271" Type="http://schemas.openxmlformats.org/officeDocument/2006/relationships/customXml" Target="../ink/ink1795.xml"/><Relationship Id="rId292" Type="http://schemas.openxmlformats.org/officeDocument/2006/relationships/image" Target="../media/image2121.png"/><Relationship Id="rId306" Type="http://schemas.openxmlformats.org/officeDocument/2006/relationships/image" Target="../media/image2191.png"/><Relationship Id="rId24" Type="http://schemas.openxmlformats.org/officeDocument/2006/relationships/image" Target="../media/image7810.png"/><Relationship Id="rId45" Type="http://schemas.openxmlformats.org/officeDocument/2006/relationships/customXml" Target="../ink/ink1682.xml"/><Relationship Id="rId66" Type="http://schemas.openxmlformats.org/officeDocument/2006/relationships/image" Target="../media/image991.png"/><Relationship Id="rId87" Type="http://schemas.openxmlformats.org/officeDocument/2006/relationships/customXml" Target="../ink/ink1703.xml"/><Relationship Id="rId110" Type="http://schemas.openxmlformats.org/officeDocument/2006/relationships/image" Target="../media/image1211.png"/><Relationship Id="rId131" Type="http://schemas.openxmlformats.org/officeDocument/2006/relationships/customXml" Target="../ink/ink1725.xml"/><Relationship Id="rId152" Type="http://schemas.openxmlformats.org/officeDocument/2006/relationships/image" Target="../media/image1421.png"/><Relationship Id="rId173" Type="http://schemas.openxmlformats.org/officeDocument/2006/relationships/customXml" Target="../ink/ink1746.xml"/><Relationship Id="rId194" Type="http://schemas.openxmlformats.org/officeDocument/2006/relationships/image" Target="../media/image1631.png"/><Relationship Id="rId208" Type="http://schemas.openxmlformats.org/officeDocument/2006/relationships/image" Target="../media/image1701.png"/><Relationship Id="rId229" Type="http://schemas.openxmlformats.org/officeDocument/2006/relationships/customXml" Target="../ink/ink1774.xml"/><Relationship Id="rId240" Type="http://schemas.openxmlformats.org/officeDocument/2006/relationships/image" Target="../media/image1861.png"/><Relationship Id="rId261" Type="http://schemas.openxmlformats.org/officeDocument/2006/relationships/customXml" Target="../ink/ink1790.xml"/><Relationship Id="rId14" Type="http://schemas.openxmlformats.org/officeDocument/2006/relationships/image" Target="../media/image7310.png"/><Relationship Id="rId35" Type="http://schemas.openxmlformats.org/officeDocument/2006/relationships/customXml" Target="../ink/ink1677.xml"/><Relationship Id="rId56" Type="http://schemas.openxmlformats.org/officeDocument/2006/relationships/image" Target="../media/image9410.png"/><Relationship Id="rId77" Type="http://schemas.openxmlformats.org/officeDocument/2006/relationships/customXml" Target="../ink/ink1698.xml"/><Relationship Id="rId100" Type="http://schemas.openxmlformats.org/officeDocument/2006/relationships/image" Target="../media/image1161.png"/><Relationship Id="rId282" Type="http://schemas.openxmlformats.org/officeDocument/2006/relationships/image" Target="../media/image2071.png"/><Relationship Id="rId8" Type="http://schemas.openxmlformats.org/officeDocument/2006/relationships/image" Target="../media/image7010.png"/><Relationship Id="rId98" Type="http://schemas.openxmlformats.org/officeDocument/2006/relationships/image" Target="../media/image1150.png"/><Relationship Id="rId121" Type="http://schemas.openxmlformats.org/officeDocument/2006/relationships/customXml" Target="../ink/ink1720.xml"/><Relationship Id="rId142" Type="http://schemas.openxmlformats.org/officeDocument/2006/relationships/image" Target="../media/image1371.png"/><Relationship Id="rId163" Type="http://schemas.openxmlformats.org/officeDocument/2006/relationships/customXml" Target="../ink/ink1741.xml"/><Relationship Id="rId184" Type="http://schemas.openxmlformats.org/officeDocument/2006/relationships/image" Target="../media/image1581.png"/><Relationship Id="rId219" Type="http://schemas.openxmlformats.org/officeDocument/2006/relationships/customXml" Target="../ink/ink1769.xml"/><Relationship Id="rId230" Type="http://schemas.openxmlformats.org/officeDocument/2006/relationships/image" Target="../media/image1811.png"/><Relationship Id="rId251" Type="http://schemas.openxmlformats.org/officeDocument/2006/relationships/customXml" Target="../ink/ink1785.xml"/><Relationship Id="rId25" Type="http://schemas.openxmlformats.org/officeDocument/2006/relationships/customXml" Target="../ink/ink1672.xml"/><Relationship Id="rId46" Type="http://schemas.openxmlformats.org/officeDocument/2006/relationships/image" Target="../media/image890.png"/><Relationship Id="rId67" Type="http://schemas.openxmlformats.org/officeDocument/2006/relationships/customXml" Target="../ink/ink1693.xml"/><Relationship Id="rId272" Type="http://schemas.openxmlformats.org/officeDocument/2006/relationships/image" Target="../media/image2021.png"/><Relationship Id="rId293" Type="http://schemas.openxmlformats.org/officeDocument/2006/relationships/customXml" Target="../ink/ink1806.xml"/><Relationship Id="rId307" Type="http://schemas.openxmlformats.org/officeDocument/2006/relationships/customXml" Target="../ink/ink1813.xml"/><Relationship Id="rId88" Type="http://schemas.openxmlformats.org/officeDocument/2006/relationships/image" Target="../media/image1101.png"/><Relationship Id="rId111" Type="http://schemas.openxmlformats.org/officeDocument/2006/relationships/customXml" Target="../ink/ink1715.xml"/><Relationship Id="rId132" Type="http://schemas.openxmlformats.org/officeDocument/2006/relationships/image" Target="../media/image1321.png"/><Relationship Id="rId153" Type="http://schemas.openxmlformats.org/officeDocument/2006/relationships/customXml" Target="../ink/ink1736.xml"/><Relationship Id="rId174" Type="http://schemas.openxmlformats.org/officeDocument/2006/relationships/image" Target="../media/image1531.png"/><Relationship Id="rId195" Type="http://schemas.openxmlformats.org/officeDocument/2006/relationships/customXml" Target="../ink/ink1757.xml"/><Relationship Id="rId209" Type="http://schemas.openxmlformats.org/officeDocument/2006/relationships/customXml" Target="../ink/ink1764.xml"/><Relationship Id="rId220" Type="http://schemas.openxmlformats.org/officeDocument/2006/relationships/image" Target="../media/image1761.png"/><Relationship Id="rId241" Type="http://schemas.openxmlformats.org/officeDocument/2006/relationships/customXml" Target="../ink/ink1780.xml"/><Relationship Id="rId15" Type="http://schemas.openxmlformats.org/officeDocument/2006/relationships/customXml" Target="../ink/ink1667.xml"/><Relationship Id="rId36" Type="http://schemas.openxmlformats.org/officeDocument/2006/relationships/image" Target="../media/image8410.PNG"/><Relationship Id="rId57" Type="http://schemas.openxmlformats.org/officeDocument/2006/relationships/customXml" Target="../ink/ink1688.xml"/><Relationship Id="rId262" Type="http://schemas.openxmlformats.org/officeDocument/2006/relationships/image" Target="../media/image1971.png"/><Relationship Id="rId283" Type="http://schemas.openxmlformats.org/officeDocument/2006/relationships/customXml" Target="../ink/ink1801.xml"/><Relationship Id="rId78" Type="http://schemas.openxmlformats.org/officeDocument/2006/relationships/image" Target="../media/image1051.png"/><Relationship Id="rId99" Type="http://schemas.openxmlformats.org/officeDocument/2006/relationships/customXml" Target="../ink/ink1709.xml"/><Relationship Id="rId101" Type="http://schemas.openxmlformats.org/officeDocument/2006/relationships/customXml" Target="../ink/ink1710.xml"/><Relationship Id="rId122" Type="http://schemas.openxmlformats.org/officeDocument/2006/relationships/image" Target="../media/image1271.png"/><Relationship Id="rId143" Type="http://schemas.openxmlformats.org/officeDocument/2006/relationships/customXml" Target="../ink/ink1731.xml"/><Relationship Id="rId164" Type="http://schemas.openxmlformats.org/officeDocument/2006/relationships/image" Target="../media/image1481.png"/><Relationship Id="rId185" Type="http://schemas.openxmlformats.org/officeDocument/2006/relationships/customXml" Target="../ink/ink1752.xml"/><Relationship Id="rId9" Type="http://schemas.openxmlformats.org/officeDocument/2006/relationships/customXml" Target="../ink/ink1664.xml"/><Relationship Id="rId210" Type="http://schemas.openxmlformats.org/officeDocument/2006/relationships/image" Target="../media/image1711.png"/><Relationship Id="rId26" Type="http://schemas.openxmlformats.org/officeDocument/2006/relationships/image" Target="../media/image7910.png"/><Relationship Id="rId231" Type="http://schemas.openxmlformats.org/officeDocument/2006/relationships/customXml" Target="../ink/ink1775.xml"/><Relationship Id="rId252" Type="http://schemas.openxmlformats.org/officeDocument/2006/relationships/image" Target="../media/image1921.png"/><Relationship Id="rId273" Type="http://schemas.openxmlformats.org/officeDocument/2006/relationships/customXml" Target="../ink/ink1796.xml"/><Relationship Id="rId294" Type="http://schemas.openxmlformats.org/officeDocument/2006/relationships/image" Target="../media/image2131.png"/><Relationship Id="rId308" Type="http://schemas.openxmlformats.org/officeDocument/2006/relationships/image" Target="../media/image2201.png"/><Relationship Id="rId47" Type="http://schemas.openxmlformats.org/officeDocument/2006/relationships/customXml" Target="../ink/ink1683.xml"/><Relationship Id="rId68" Type="http://schemas.openxmlformats.org/officeDocument/2006/relationships/image" Target="../media/image1001.png"/><Relationship Id="rId89" Type="http://schemas.openxmlformats.org/officeDocument/2006/relationships/customXml" Target="../ink/ink1704.xml"/><Relationship Id="rId112" Type="http://schemas.openxmlformats.org/officeDocument/2006/relationships/image" Target="../media/image1221.png"/><Relationship Id="rId133" Type="http://schemas.openxmlformats.org/officeDocument/2006/relationships/customXml" Target="../ink/ink1726.xml"/><Relationship Id="rId154" Type="http://schemas.openxmlformats.org/officeDocument/2006/relationships/image" Target="../media/image1431.png"/><Relationship Id="rId175" Type="http://schemas.openxmlformats.org/officeDocument/2006/relationships/customXml" Target="../ink/ink1747.xml"/><Relationship Id="rId196" Type="http://schemas.openxmlformats.org/officeDocument/2006/relationships/image" Target="../media/image1641.png"/><Relationship Id="rId200" Type="http://schemas.openxmlformats.org/officeDocument/2006/relationships/image" Target="../media/image1661.png"/><Relationship Id="rId16" Type="http://schemas.openxmlformats.org/officeDocument/2006/relationships/image" Target="../media/image7410.png"/><Relationship Id="rId221" Type="http://schemas.openxmlformats.org/officeDocument/2006/relationships/customXml" Target="../ink/ink1770.xml"/><Relationship Id="rId242" Type="http://schemas.openxmlformats.org/officeDocument/2006/relationships/image" Target="../media/image1871.png"/><Relationship Id="rId263" Type="http://schemas.openxmlformats.org/officeDocument/2006/relationships/customXml" Target="../ink/ink1791.xml"/><Relationship Id="rId284" Type="http://schemas.openxmlformats.org/officeDocument/2006/relationships/image" Target="../media/image2081.png"/><Relationship Id="rId37" Type="http://schemas.openxmlformats.org/officeDocument/2006/relationships/customXml" Target="../ink/ink1678.xml"/><Relationship Id="rId58" Type="http://schemas.openxmlformats.org/officeDocument/2006/relationships/image" Target="../media/image958.png"/><Relationship Id="rId79" Type="http://schemas.openxmlformats.org/officeDocument/2006/relationships/customXml" Target="../ink/ink1699.xml"/><Relationship Id="rId102" Type="http://schemas.openxmlformats.org/officeDocument/2006/relationships/image" Target="../media/image1173.png"/><Relationship Id="rId123" Type="http://schemas.openxmlformats.org/officeDocument/2006/relationships/customXml" Target="../ink/ink1721.xml"/><Relationship Id="rId144" Type="http://schemas.openxmlformats.org/officeDocument/2006/relationships/image" Target="../media/image1381.png"/><Relationship Id="rId90" Type="http://schemas.openxmlformats.org/officeDocument/2006/relationships/image" Target="../media/image1111.png"/><Relationship Id="rId165" Type="http://schemas.openxmlformats.org/officeDocument/2006/relationships/customXml" Target="../ink/ink1742.xml"/><Relationship Id="rId186" Type="http://schemas.openxmlformats.org/officeDocument/2006/relationships/image" Target="../media/image1591.png"/><Relationship Id="rId211" Type="http://schemas.openxmlformats.org/officeDocument/2006/relationships/customXml" Target="../ink/ink1765.xml"/><Relationship Id="rId232" Type="http://schemas.openxmlformats.org/officeDocument/2006/relationships/image" Target="../media/image1821.png"/><Relationship Id="rId253" Type="http://schemas.openxmlformats.org/officeDocument/2006/relationships/customXml" Target="../ink/ink1786.xml"/><Relationship Id="rId274" Type="http://schemas.openxmlformats.org/officeDocument/2006/relationships/image" Target="../media/image2031.png"/><Relationship Id="rId295" Type="http://schemas.openxmlformats.org/officeDocument/2006/relationships/customXml" Target="../ink/ink1807.xml"/><Relationship Id="rId309" Type="http://schemas.openxmlformats.org/officeDocument/2006/relationships/customXml" Target="../ink/ink1814.xml"/><Relationship Id="rId27" Type="http://schemas.openxmlformats.org/officeDocument/2006/relationships/customXml" Target="../ink/ink1673.xml"/><Relationship Id="rId48" Type="http://schemas.openxmlformats.org/officeDocument/2006/relationships/image" Target="../media/image900.png"/><Relationship Id="rId69" Type="http://schemas.openxmlformats.org/officeDocument/2006/relationships/customXml" Target="../ink/ink1694.xml"/><Relationship Id="rId113" Type="http://schemas.openxmlformats.org/officeDocument/2006/relationships/customXml" Target="../ink/ink1716.xml"/><Relationship Id="rId134" Type="http://schemas.openxmlformats.org/officeDocument/2006/relationships/image" Target="../media/image1331.png"/><Relationship Id="rId80" Type="http://schemas.openxmlformats.org/officeDocument/2006/relationships/image" Target="../media/image1061.png"/><Relationship Id="rId155" Type="http://schemas.openxmlformats.org/officeDocument/2006/relationships/customXml" Target="../ink/ink1737.xml"/><Relationship Id="rId176" Type="http://schemas.openxmlformats.org/officeDocument/2006/relationships/image" Target="../media/image1541.png"/><Relationship Id="rId197" Type="http://schemas.openxmlformats.org/officeDocument/2006/relationships/customXml" Target="../ink/ink1758.xml"/><Relationship Id="rId201" Type="http://schemas.openxmlformats.org/officeDocument/2006/relationships/customXml" Target="../ink/ink1760.xml"/><Relationship Id="rId222" Type="http://schemas.openxmlformats.org/officeDocument/2006/relationships/image" Target="../media/image1771.png"/><Relationship Id="rId243" Type="http://schemas.openxmlformats.org/officeDocument/2006/relationships/customXml" Target="../ink/ink1781.xml"/><Relationship Id="rId264" Type="http://schemas.openxmlformats.org/officeDocument/2006/relationships/image" Target="../media/image1981.png"/><Relationship Id="rId285" Type="http://schemas.openxmlformats.org/officeDocument/2006/relationships/customXml" Target="../ink/ink1802.xml"/><Relationship Id="rId17" Type="http://schemas.openxmlformats.org/officeDocument/2006/relationships/customXml" Target="../ink/ink1668.xml"/><Relationship Id="rId38" Type="http://schemas.openxmlformats.org/officeDocument/2006/relationships/image" Target="../media/image8510.png"/><Relationship Id="rId59" Type="http://schemas.openxmlformats.org/officeDocument/2006/relationships/customXml" Target="../ink/ink1689.xml"/><Relationship Id="rId103" Type="http://schemas.openxmlformats.org/officeDocument/2006/relationships/customXml" Target="../ink/ink1711.xml"/><Relationship Id="rId124" Type="http://schemas.openxmlformats.org/officeDocument/2006/relationships/image" Target="../media/image1281.png"/><Relationship Id="rId310" Type="http://schemas.openxmlformats.org/officeDocument/2006/relationships/image" Target="../media/image2211.png"/><Relationship Id="rId70" Type="http://schemas.openxmlformats.org/officeDocument/2006/relationships/image" Target="../media/image1011.png"/><Relationship Id="rId91" Type="http://schemas.openxmlformats.org/officeDocument/2006/relationships/customXml" Target="../ink/ink1705.xml"/><Relationship Id="rId145" Type="http://schemas.openxmlformats.org/officeDocument/2006/relationships/customXml" Target="../ink/ink1732.xml"/><Relationship Id="rId166" Type="http://schemas.openxmlformats.org/officeDocument/2006/relationships/image" Target="../media/image1491.png"/><Relationship Id="rId187" Type="http://schemas.openxmlformats.org/officeDocument/2006/relationships/customXml" Target="../ink/ink1753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721.png"/><Relationship Id="rId233" Type="http://schemas.openxmlformats.org/officeDocument/2006/relationships/customXml" Target="../ink/ink1776.xml"/><Relationship Id="rId254" Type="http://schemas.openxmlformats.org/officeDocument/2006/relationships/image" Target="../media/image1931.png"/><Relationship Id="rId28" Type="http://schemas.openxmlformats.org/officeDocument/2006/relationships/image" Target="../media/image8010.png"/><Relationship Id="rId49" Type="http://schemas.openxmlformats.org/officeDocument/2006/relationships/customXml" Target="../ink/ink1684.xml"/><Relationship Id="rId114" Type="http://schemas.openxmlformats.org/officeDocument/2006/relationships/image" Target="../media/image1231.png"/><Relationship Id="rId275" Type="http://schemas.openxmlformats.org/officeDocument/2006/relationships/customXml" Target="../ink/ink1797.xml"/><Relationship Id="rId296" Type="http://schemas.openxmlformats.org/officeDocument/2006/relationships/image" Target="../media/image2141.png"/><Relationship Id="rId300" Type="http://schemas.openxmlformats.org/officeDocument/2006/relationships/image" Target="../media/image2161.png"/><Relationship Id="rId60" Type="http://schemas.openxmlformats.org/officeDocument/2006/relationships/image" Target="../media/image961.png"/><Relationship Id="rId81" Type="http://schemas.openxmlformats.org/officeDocument/2006/relationships/customXml" Target="../ink/ink1700.xml"/><Relationship Id="rId135" Type="http://schemas.openxmlformats.org/officeDocument/2006/relationships/customXml" Target="../ink/ink1727.xml"/><Relationship Id="rId156" Type="http://schemas.openxmlformats.org/officeDocument/2006/relationships/image" Target="../media/image1441.png"/><Relationship Id="rId177" Type="http://schemas.openxmlformats.org/officeDocument/2006/relationships/customXml" Target="../ink/ink1748.xml"/><Relationship Id="rId198" Type="http://schemas.openxmlformats.org/officeDocument/2006/relationships/image" Target="../media/image1651.png"/><Relationship Id="rId202" Type="http://schemas.openxmlformats.org/officeDocument/2006/relationships/image" Target="../media/image1671.png"/><Relationship Id="rId223" Type="http://schemas.openxmlformats.org/officeDocument/2006/relationships/customXml" Target="../ink/ink1771.xml"/><Relationship Id="rId244" Type="http://schemas.openxmlformats.org/officeDocument/2006/relationships/image" Target="../media/image1881.png"/><Relationship Id="rId18" Type="http://schemas.openxmlformats.org/officeDocument/2006/relationships/image" Target="../media/image7510.png"/><Relationship Id="rId39" Type="http://schemas.openxmlformats.org/officeDocument/2006/relationships/customXml" Target="../ink/ink1679.xml"/><Relationship Id="rId265" Type="http://schemas.openxmlformats.org/officeDocument/2006/relationships/customXml" Target="../ink/ink1792.xml"/><Relationship Id="rId286" Type="http://schemas.openxmlformats.org/officeDocument/2006/relationships/image" Target="../media/image2091.png"/><Relationship Id="rId50" Type="http://schemas.openxmlformats.org/officeDocument/2006/relationships/image" Target="../media/image910.png"/><Relationship Id="rId104" Type="http://schemas.openxmlformats.org/officeDocument/2006/relationships/image" Target="../media/image11810.png"/><Relationship Id="rId125" Type="http://schemas.openxmlformats.org/officeDocument/2006/relationships/customXml" Target="../ink/ink1722.xml"/><Relationship Id="rId146" Type="http://schemas.openxmlformats.org/officeDocument/2006/relationships/image" Target="../media/image1391.png"/><Relationship Id="rId167" Type="http://schemas.openxmlformats.org/officeDocument/2006/relationships/customXml" Target="../ink/ink1743.xml"/><Relationship Id="rId188" Type="http://schemas.openxmlformats.org/officeDocument/2006/relationships/image" Target="../media/image1601.png"/><Relationship Id="rId311" Type="http://schemas.openxmlformats.org/officeDocument/2006/relationships/customXml" Target="../ink/ink1815.xml"/><Relationship Id="rId71" Type="http://schemas.openxmlformats.org/officeDocument/2006/relationships/customXml" Target="../ink/ink1695.xml"/><Relationship Id="rId92" Type="http://schemas.openxmlformats.org/officeDocument/2006/relationships/image" Target="../media/image1121.png"/><Relationship Id="rId213" Type="http://schemas.openxmlformats.org/officeDocument/2006/relationships/customXml" Target="../ink/ink1766.xml"/><Relationship Id="rId234" Type="http://schemas.openxmlformats.org/officeDocument/2006/relationships/image" Target="../media/image1831.png"/><Relationship Id="rId2" Type="http://schemas.openxmlformats.org/officeDocument/2006/relationships/image" Target="../media/image777.png"/><Relationship Id="rId29" Type="http://schemas.openxmlformats.org/officeDocument/2006/relationships/customXml" Target="../ink/ink1674.xml"/><Relationship Id="rId255" Type="http://schemas.openxmlformats.org/officeDocument/2006/relationships/customXml" Target="../ink/ink1787.xml"/><Relationship Id="rId276" Type="http://schemas.openxmlformats.org/officeDocument/2006/relationships/image" Target="../media/image2041.png"/><Relationship Id="rId297" Type="http://schemas.openxmlformats.org/officeDocument/2006/relationships/customXml" Target="../ink/ink1808.xml"/><Relationship Id="rId40" Type="http://schemas.openxmlformats.org/officeDocument/2006/relationships/image" Target="../media/image8610.png"/><Relationship Id="rId115" Type="http://schemas.openxmlformats.org/officeDocument/2006/relationships/customXml" Target="../ink/ink1717.xml"/><Relationship Id="rId136" Type="http://schemas.openxmlformats.org/officeDocument/2006/relationships/image" Target="../media/image1341.png"/><Relationship Id="rId157" Type="http://schemas.openxmlformats.org/officeDocument/2006/relationships/customXml" Target="../ink/ink1738.xml"/><Relationship Id="rId178" Type="http://schemas.openxmlformats.org/officeDocument/2006/relationships/image" Target="../media/image1551.png"/><Relationship Id="rId301" Type="http://schemas.openxmlformats.org/officeDocument/2006/relationships/customXml" Target="../ink/ink1810.xml"/><Relationship Id="rId61" Type="http://schemas.openxmlformats.org/officeDocument/2006/relationships/customXml" Target="../ink/ink1690.xml"/><Relationship Id="rId82" Type="http://schemas.openxmlformats.org/officeDocument/2006/relationships/image" Target="../media/image1071.png"/><Relationship Id="rId199" Type="http://schemas.openxmlformats.org/officeDocument/2006/relationships/customXml" Target="../ink/ink1759.xml"/><Relationship Id="rId203" Type="http://schemas.openxmlformats.org/officeDocument/2006/relationships/customXml" Target="../ink/ink1761.xml"/><Relationship Id="rId19" Type="http://schemas.openxmlformats.org/officeDocument/2006/relationships/customXml" Target="../ink/ink1669.xml"/><Relationship Id="rId224" Type="http://schemas.openxmlformats.org/officeDocument/2006/relationships/image" Target="../media/image1781.png"/><Relationship Id="rId245" Type="http://schemas.openxmlformats.org/officeDocument/2006/relationships/customXml" Target="../ink/ink1782.xml"/><Relationship Id="rId266" Type="http://schemas.openxmlformats.org/officeDocument/2006/relationships/image" Target="../media/image1991.png"/><Relationship Id="rId287" Type="http://schemas.openxmlformats.org/officeDocument/2006/relationships/customXml" Target="../ink/ink1803.xml"/><Relationship Id="rId30" Type="http://schemas.openxmlformats.org/officeDocument/2006/relationships/image" Target="../media/image8110.png"/><Relationship Id="rId105" Type="http://schemas.openxmlformats.org/officeDocument/2006/relationships/customXml" Target="../ink/ink1712.xml"/><Relationship Id="rId126" Type="http://schemas.openxmlformats.org/officeDocument/2006/relationships/image" Target="../media/image1291.png"/><Relationship Id="rId147" Type="http://schemas.openxmlformats.org/officeDocument/2006/relationships/customXml" Target="../ink/ink1733.xml"/><Relationship Id="rId168" Type="http://schemas.openxmlformats.org/officeDocument/2006/relationships/image" Target="../media/image1501.png"/><Relationship Id="rId312" Type="http://schemas.openxmlformats.org/officeDocument/2006/relationships/image" Target="../media/image2221.png"/><Relationship Id="rId51" Type="http://schemas.openxmlformats.org/officeDocument/2006/relationships/customXml" Target="../ink/ink1685.xml"/><Relationship Id="rId72" Type="http://schemas.openxmlformats.org/officeDocument/2006/relationships/image" Target="../media/image1021.png"/><Relationship Id="rId93" Type="http://schemas.openxmlformats.org/officeDocument/2006/relationships/customXml" Target="../ink/ink1706.xml"/><Relationship Id="rId189" Type="http://schemas.openxmlformats.org/officeDocument/2006/relationships/customXml" Target="../ink/ink1754.xml"/><Relationship Id="rId3" Type="http://schemas.openxmlformats.org/officeDocument/2006/relationships/customXml" Target="../ink/ink1661.xml"/><Relationship Id="rId214" Type="http://schemas.openxmlformats.org/officeDocument/2006/relationships/image" Target="../media/image1731.png"/><Relationship Id="rId235" Type="http://schemas.openxmlformats.org/officeDocument/2006/relationships/customXml" Target="../ink/ink1777.xml"/><Relationship Id="rId256" Type="http://schemas.openxmlformats.org/officeDocument/2006/relationships/image" Target="../media/image1941.png"/><Relationship Id="rId277" Type="http://schemas.openxmlformats.org/officeDocument/2006/relationships/customXml" Target="../ink/ink1798.xml"/><Relationship Id="rId298" Type="http://schemas.openxmlformats.org/officeDocument/2006/relationships/image" Target="../media/image2151.png"/><Relationship Id="rId116" Type="http://schemas.openxmlformats.org/officeDocument/2006/relationships/image" Target="../media/image1241.png"/><Relationship Id="rId137" Type="http://schemas.openxmlformats.org/officeDocument/2006/relationships/customXml" Target="../ink/ink1728.xml"/><Relationship Id="rId158" Type="http://schemas.openxmlformats.org/officeDocument/2006/relationships/image" Target="../media/image1451.png"/><Relationship Id="rId302" Type="http://schemas.openxmlformats.org/officeDocument/2006/relationships/image" Target="../media/image2171.png"/><Relationship Id="rId20" Type="http://schemas.openxmlformats.org/officeDocument/2006/relationships/image" Target="../media/image7610.png"/><Relationship Id="rId41" Type="http://schemas.openxmlformats.org/officeDocument/2006/relationships/customXml" Target="../ink/ink1680.xml"/><Relationship Id="rId62" Type="http://schemas.openxmlformats.org/officeDocument/2006/relationships/image" Target="../media/image971.png"/><Relationship Id="rId83" Type="http://schemas.openxmlformats.org/officeDocument/2006/relationships/customXml" Target="../ink/ink1701.xml"/><Relationship Id="rId179" Type="http://schemas.openxmlformats.org/officeDocument/2006/relationships/customXml" Target="../ink/ink1749.xml"/><Relationship Id="rId190" Type="http://schemas.openxmlformats.org/officeDocument/2006/relationships/image" Target="../media/image1611.png"/><Relationship Id="rId204" Type="http://schemas.openxmlformats.org/officeDocument/2006/relationships/image" Target="../media/image1681.png"/><Relationship Id="rId225" Type="http://schemas.openxmlformats.org/officeDocument/2006/relationships/customXml" Target="../ink/ink1772.xml"/><Relationship Id="rId246" Type="http://schemas.openxmlformats.org/officeDocument/2006/relationships/image" Target="../media/image1891.png"/><Relationship Id="rId267" Type="http://schemas.openxmlformats.org/officeDocument/2006/relationships/customXml" Target="../ink/ink1793.xml"/><Relationship Id="rId288" Type="http://schemas.openxmlformats.org/officeDocument/2006/relationships/image" Target="../media/image2101.png"/><Relationship Id="rId106" Type="http://schemas.openxmlformats.org/officeDocument/2006/relationships/image" Target="../media/image11910.png"/><Relationship Id="rId127" Type="http://schemas.openxmlformats.org/officeDocument/2006/relationships/customXml" Target="../ink/ink1723.xml"/><Relationship Id="rId313" Type="http://schemas.openxmlformats.org/officeDocument/2006/relationships/customXml" Target="../ink/ink1816.xml"/><Relationship Id="rId10" Type="http://schemas.openxmlformats.org/officeDocument/2006/relationships/image" Target="../media/image7110.png"/><Relationship Id="rId31" Type="http://schemas.openxmlformats.org/officeDocument/2006/relationships/customXml" Target="../ink/ink1675.xml"/><Relationship Id="rId52" Type="http://schemas.openxmlformats.org/officeDocument/2006/relationships/image" Target="../media/image920.png"/><Relationship Id="rId73" Type="http://schemas.openxmlformats.org/officeDocument/2006/relationships/customXml" Target="../ink/ink1696.xml"/><Relationship Id="rId94" Type="http://schemas.openxmlformats.org/officeDocument/2006/relationships/image" Target="../media/image1131.png"/><Relationship Id="rId148" Type="http://schemas.openxmlformats.org/officeDocument/2006/relationships/image" Target="../media/image1401.png"/><Relationship Id="rId169" Type="http://schemas.openxmlformats.org/officeDocument/2006/relationships/customXml" Target="../ink/ink1744.xml"/><Relationship Id="rId4" Type="http://schemas.openxmlformats.org/officeDocument/2006/relationships/image" Target="../media/image6811.png"/><Relationship Id="rId180" Type="http://schemas.openxmlformats.org/officeDocument/2006/relationships/image" Target="../media/image1561.png"/><Relationship Id="rId215" Type="http://schemas.openxmlformats.org/officeDocument/2006/relationships/customXml" Target="../ink/ink1767.xml"/><Relationship Id="rId236" Type="http://schemas.openxmlformats.org/officeDocument/2006/relationships/image" Target="../media/image1841.png"/><Relationship Id="rId257" Type="http://schemas.openxmlformats.org/officeDocument/2006/relationships/customXml" Target="../ink/ink1788.xml"/><Relationship Id="rId278" Type="http://schemas.openxmlformats.org/officeDocument/2006/relationships/image" Target="../media/image2051.png"/><Relationship Id="rId303" Type="http://schemas.openxmlformats.org/officeDocument/2006/relationships/customXml" Target="../ink/ink1811.xml"/><Relationship Id="rId42" Type="http://schemas.openxmlformats.org/officeDocument/2006/relationships/image" Target="../media/image8710.PNG"/><Relationship Id="rId84" Type="http://schemas.openxmlformats.org/officeDocument/2006/relationships/image" Target="../media/image1081.png"/><Relationship Id="rId138" Type="http://schemas.openxmlformats.org/officeDocument/2006/relationships/image" Target="../media/image1351.png"/><Relationship Id="rId191" Type="http://schemas.openxmlformats.org/officeDocument/2006/relationships/customXml" Target="../ink/ink1755.xml"/><Relationship Id="rId205" Type="http://schemas.openxmlformats.org/officeDocument/2006/relationships/customXml" Target="../ink/ink1762.xml"/><Relationship Id="rId247" Type="http://schemas.openxmlformats.org/officeDocument/2006/relationships/customXml" Target="../ink/ink1783.xml"/><Relationship Id="rId107" Type="http://schemas.openxmlformats.org/officeDocument/2006/relationships/customXml" Target="../ink/ink1713.xml"/><Relationship Id="rId289" Type="http://schemas.openxmlformats.org/officeDocument/2006/relationships/customXml" Target="../ink/ink1804.xml"/><Relationship Id="rId11" Type="http://schemas.openxmlformats.org/officeDocument/2006/relationships/customXml" Target="../ink/ink1665.xml"/><Relationship Id="rId53" Type="http://schemas.openxmlformats.org/officeDocument/2006/relationships/customXml" Target="../ink/ink1686.xml"/><Relationship Id="rId149" Type="http://schemas.openxmlformats.org/officeDocument/2006/relationships/customXml" Target="../ink/ink1734.xml"/><Relationship Id="rId314" Type="http://schemas.openxmlformats.org/officeDocument/2006/relationships/image" Target="../media/image2231.png"/><Relationship Id="rId95" Type="http://schemas.openxmlformats.org/officeDocument/2006/relationships/customXml" Target="../ink/ink1707.xml"/><Relationship Id="rId160" Type="http://schemas.openxmlformats.org/officeDocument/2006/relationships/image" Target="../media/image1461.png"/><Relationship Id="rId216" Type="http://schemas.openxmlformats.org/officeDocument/2006/relationships/image" Target="../media/image1741.png"/><Relationship Id="rId258" Type="http://schemas.openxmlformats.org/officeDocument/2006/relationships/image" Target="../media/image1951.png"/><Relationship Id="rId22" Type="http://schemas.openxmlformats.org/officeDocument/2006/relationships/image" Target="../media/image7710.png"/><Relationship Id="rId64" Type="http://schemas.openxmlformats.org/officeDocument/2006/relationships/image" Target="../media/image981.png"/><Relationship Id="rId118" Type="http://schemas.openxmlformats.org/officeDocument/2006/relationships/image" Target="../media/image1251.png"/><Relationship Id="rId171" Type="http://schemas.openxmlformats.org/officeDocument/2006/relationships/customXml" Target="../ink/ink1745.xml"/><Relationship Id="rId227" Type="http://schemas.openxmlformats.org/officeDocument/2006/relationships/customXml" Target="../ink/ink1773.xml"/><Relationship Id="rId269" Type="http://schemas.openxmlformats.org/officeDocument/2006/relationships/customXml" Target="../ink/ink1794.xml"/><Relationship Id="rId33" Type="http://schemas.openxmlformats.org/officeDocument/2006/relationships/customXml" Target="../ink/ink1676.xml"/><Relationship Id="rId129" Type="http://schemas.openxmlformats.org/officeDocument/2006/relationships/customXml" Target="../ink/ink1724.xml"/><Relationship Id="rId280" Type="http://schemas.openxmlformats.org/officeDocument/2006/relationships/image" Target="../media/image2061.png"/><Relationship Id="rId75" Type="http://schemas.openxmlformats.org/officeDocument/2006/relationships/customXml" Target="../ink/ink1697.xml"/><Relationship Id="rId140" Type="http://schemas.openxmlformats.org/officeDocument/2006/relationships/image" Target="../media/image1361.png"/><Relationship Id="rId182" Type="http://schemas.openxmlformats.org/officeDocument/2006/relationships/image" Target="../media/image1571.png"/><Relationship Id="rId6" Type="http://schemas.openxmlformats.org/officeDocument/2006/relationships/image" Target="../media/image6980.png"/><Relationship Id="rId238" Type="http://schemas.openxmlformats.org/officeDocument/2006/relationships/image" Target="../media/image1851.png"/><Relationship Id="rId291" Type="http://schemas.openxmlformats.org/officeDocument/2006/relationships/customXml" Target="../ink/ink1805.xml"/><Relationship Id="rId305" Type="http://schemas.openxmlformats.org/officeDocument/2006/relationships/customXml" Target="../ink/ink1812.xml"/><Relationship Id="rId44" Type="http://schemas.openxmlformats.org/officeDocument/2006/relationships/image" Target="../media/image8810.png"/><Relationship Id="rId86" Type="http://schemas.openxmlformats.org/officeDocument/2006/relationships/image" Target="../media/image1091.png"/><Relationship Id="rId151" Type="http://schemas.openxmlformats.org/officeDocument/2006/relationships/customXml" Target="../ink/ink1735.xml"/></Relationships>
</file>

<file path=ppt/slides/_rels/slide2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874.xml"/><Relationship Id="rId299" Type="http://schemas.openxmlformats.org/officeDocument/2006/relationships/customXml" Target="../ink/ink1965.xml"/><Relationship Id="rId21" Type="http://schemas.openxmlformats.org/officeDocument/2006/relationships/customXml" Target="../ink/ink1826.xml"/><Relationship Id="rId63" Type="http://schemas.openxmlformats.org/officeDocument/2006/relationships/customXml" Target="../ink/ink1847.xml"/><Relationship Id="rId159" Type="http://schemas.openxmlformats.org/officeDocument/2006/relationships/customXml" Target="../ink/ink1895.xml"/><Relationship Id="rId324" Type="http://schemas.openxmlformats.org/officeDocument/2006/relationships/image" Target="../media/image950.png"/><Relationship Id="rId170" Type="http://schemas.openxmlformats.org/officeDocument/2006/relationships/image" Target="../media/image864.png"/><Relationship Id="rId226" Type="http://schemas.openxmlformats.org/officeDocument/2006/relationships/image" Target="../media/image895.png"/><Relationship Id="rId268" Type="http://schemas.openxmlformats.org/officeDocument/2006/relationships/image" Target="../media/image921.png"/><Relationship Id="rId32" Type="http://schemas.openxmlformats.org/officeDocument/2006/relationships/image" Target="../media/image792.png"/><Relationship Id="rId74" Type="http://schemas.openxmlformats.org/officeDocument/2006/relationships/image" Target="../media/image813.png"/><Relationship Id="rId128" Type="http://schemas.openxmlformats.org/officeDocument/2006/relationships/image" Target="../media/image841.png"/><Relationship Id="rId335" Type="http://schemas.openxmlformats.org/officeDocument/2006/relationships/customXml" Target="../ink/ink1983.xml"/><Relationship Id="rId5" Type="http://schemas.openxmlformats.org/officeDocument/2006/relationships/customXml" Target="../ink/ink1818.xml"/><Relationship Id="rId181" Type="http://schemas.openxmlformats.org/officeDocument/2006/relationships/customXml" Target="../ink/ink1906.xml"/><Relationship Id="rId237" Type="http://schemas.openxmlformats.org/officeDocument/2006/relationships/customXml" Target="../ink/ink1934.xml"/><Relationship Id="rId279" Type="http://schemas.openxmlformats.org/officeDocument/2006/relationships/customXml" Target="../ink/ink1955.xml"/><Relationship Id="rId43" Type="http://schemas.openxmlformats.org/officeDocument/2006/relationships/customXml" Target="../ink/ink1837.xml"/><Relationship Id="rId139" Type="http://schemas.openxmlformats.org/officeDocument/2006/relationships/customXml" Target="../ink/ink1885.xml"/><Relationship Id="rId290" Type="http://schemas.openxmlformats.org/officeDocument/2006/relationships/image" Target="../media/image933.png"/><Relationship Id="rId304" Type="http://schemas.openxmlformats.org/officeDocument/2006/relationships/image" Target="../media/image940.png"/><Relationship Id="rId85" Type="http://schemas.openxmlformats.org/officeDocument/2006/relationships/customXml" Target="../ink/ink1858.xml"/><Relationship Id="rId150" Type="http://schemas.openxmlformats.org/officeDocument/2006/relationships/image" Target="../media/image853.png"/><Relationship Id="rId192" Type="http://schemas.openxmlformats.org/officeDocument/2006/relationships/image" Target="../media/image876.png"/><Relationship Id="rId206" Type="http://schemas.openxmlformats.org/officeDocument/2006/relationships/image" Target="../media/image884.png"/><Relationship Id="rId248" Type="http://schemas.openxmlformats.org/officeDocument/2006/relationships/image" Target="../media/image909.png"/><Relationship Id="rId12" Type="http://schemas.openxmlformats.org/officeDocument/2006/relationships/image" Target="../media/image782.png"/><Relationship Id="rId108" Type="http://schemas.openxmlformats.org/officeDocument/2006/relationships/image" Target="../media/image830.png"/><Relationship Id="rId315" Type="http://schemas.openxmlformats.org/officeDocument/2006/relationships/customXml" Target="../ink/ink1973.xml"/><Relationship Id="rId54" Type="http://schemas.openxmlformats.org/officeDocument/2006/relationships/image" Target="../media/image803.png"/><Relationship Id="rId96" Type="http://schemas.openxmlformats.org/officeDocument/2006/relationships/image" Target="../media/image824.png"/><Relationship Id="rId161" Type="http://schemas.openxmlformats.org/officeDocument/2006/relationships/customXml" Target="../ink/ink1896.xml"/><Relationship Id="rId217" Type="http://schemas.openxmlformats.org/officeDocument/2006/relationships/customXml" Target="../ink/ink1924.xml"/><Relationship Id="rId259" Type="http://schemas.openxmlformats.org/officeDocument/2006/relationships/customXml" Target="../ink/ink1945.xml"/><Relationship Id="rId23" Type="http://schemas.openxmlformats.org/officeDocument/2006/relationships/customXml" Target="../ink/ink1827.xml"/><Relationship Id="rId119" Type="http://schemas.openxmlformats.org/officeDocument/2006/relationships/customXml" Target="../ink/ink1875.xml"/><Relationship Id="rId270" Type="http://schemas.openxmlformats.org/officeDocument/2006/relationships/image" Target="../media/image922.png"/><Relationship Id="rId326" Type="http://schemas.openxmlformats.org/officeDocument/2006/relationships/image" Target="../media/image951.png"/><Relationship Id="rId65" Type="http://schemas.openxmlformats.org/officeDocument/2006/relationships/customXml" Target="../ink/ink1848.xml"/><Relationship Id="rId130" Type="http://schemas.openxmlformats.org/officeDocument/2006/relationships/image" Target="../media/image842.png"/><Relationship Id="rId172" Type="http://schemas.openxmlformats.org/officeDocument/2006/relationships/image" Target="../media/image865.png"/><Relationship Id="rId228" Type="http://schemas.openxmlformats.org/officeDocument/2006/relationships/image" Target="../media/image896.png"/><Relationship Id="rId281" Type="http://schemas.openxmlformats.org/officeDocument/2006/relationships/customXml" Target="../ink/ink1956.xml"/><Relationship Id="rId337" Type="http://schemas.openxmlformats.org/officeDocument/2006/relationships/customXml" Target="../ink/ink1984.xml"/><Relationship Id="rId34" Type="http://schemas.openxmlformats.org/officeDocument/2006/relationships/image" Target="../media/image793.png"/><Relationship Id="rId76" Type="http://schemas.openxmlformats.org/officeDocument/2006/relationships/image" Target="../media/image814.png"/><Relationship Id="rId141" Type="http://schemas.openxmlformats.org/officeDocument/2006/relationships/customXml" Target="../ink/ink1886.xml"/><Relationship Id="rId7" Type="http://schemas.openxmlformats.org/officeDocument/2006/relationships/customXml" Target="../ink/ink1819.xml"/><Relationship Id="rId183" Type="http://schemas.openxmlformats.org/officeDocument/2006/relationships/customXml" Target="../ink/ink1907.xml"/><Relationship Id="rId239" Type="http://schemas.openxmlformats.org/officeDocument/2006/relationships/customXml" Target="../ink/ink1935.xml"/><Relationship Id="rId250" Type="http://schemas.openxmlformats.org/officeDocument/2006/relationships/image" Target="../media/image911.png"/><Relationship Id="rId292" Type="http://schemas.openxmlformats.org/officeDocument/2006/relationships/image" Target="../media/image934.png"/><Relationship Id="rId306" Type="http://schemas.openxmlformats.org/officeDocument/2006/relationships/image" Target="../media/image941.png"/><Relationship Id="rId45" Type="http://schemas.openxmlformats.org/officeDocument/2006/relationships/customXml" Target="../ink/ink1838.xml"/><Relationship Id="rId87" Type="http://schemas.openxmlformats.org/officeDocument/2006/relationships/customXml" Target="../ink/ink1859.xml"/><Relationship Id="rId110" Type="http://schemas.openxmlformats.org/officeDocument/2006/relationships/image" Target="../media/image831.png"/><Relationship Id="rId152" Type="http://schemas.openxmlformats.org/officeDocument/2006/relationships/image" Target="../media/image854.png"/><Relationship Id="rId194" Type="http://schemas.openxmlformats.org/officeDocument/2006/relationships/image" Target="../media/image877.png"/><Relationship Id="rId208" Type="http://schemas.openxmlformats.org/officeDocument/2006/relationships/image" Target="../media/image885.png"/><Relationship Id="rId240" Type="http://schemas.openxmlformats.org/officeDocument/2006/relationships/image" Target="../media/image905.png"/><Relationship Id="rId261" Type="http://schemas.openxmlformats.org/officeDocument/2006/relationships/customXml" Target="../ink/ink1946.xml"/><Relationship Id="rId14" Type="http://schemas.openxmlformats.org/officeDocument/2006/relationships/image" Target="../media/image783.png"/><Relationship Id="rId35" Type="http://schemas.openxmlformats.org/officeDocument/2006/relationships/customXml" Target="../ink/ink1833.xml"/><Relationship Id="rId56" Type="http://schemas.openxmlformats.org/officeDocument/2006/relationships/image" Target="../media/image804.png"/><Relationship Id="rId77" Type="http://schemas.openxmlformats.org/officeDocument/2006/relationships/customXml" Target="../ink/ink1854.xml"/><Relationship Id="rId100" Type="http://schemas.openxmlformats.org/officeDocument/2006/relationships/image" Target="../media/image826.png"/><Relationship Id="rId282" Type="http://schemas.openxmlformats.org/officeDocument/2006/relationships/image" Target="../media/image928.png"/><Relationship Id="rId317" Type="http://schemas.openxmlformats.org/officeDocument/2006/relationships/customXml" Target="../ink/ink1974.xml"/><Relationship Id="rId338" Type="http://schemas.openxmlformats.org/officeDocument/2006/relationships/image" Target="../media/image957.png"/><Relationship Id="rId8" Type="http://schemas.openxmlformats.org/officeDocument/2006/relationships/image" Target="../media/image780.png"/><Relationship Id="rId98" Type="http://schemas.openxmlformats.org/officeDocument/2006/relationships/image" Target="../media/image825.png"/><Relationship Id="rId121" Type="http://schemas.openxmlformats.org/officeDocument/2006/relationships/customXml" Target="../ink/ink1876.xml"/><Relationship Id="rId142" Type="http://schemas.openxmlformats.org/officeDocument/2006/relationships/image" Target="../media/image848.png"/><Relationship Id="rId163" Type="http://schemas.openxmlformats.org/officeDocument/2006/relationships/customXml" Target="../ink/ink1897.xml"/><Relationship Id="rId184" Type="http://schemas.openxmlformats.org/officeDocument/2006/relationships/image" Target="../media/image872.png"/><Relationship Id="rId219" Type="http://schemas.openxmlformats.org/officeDocument/2006/relationships/customXml" Target="../ink/ink1925.xml"/><Relationship Id="rId230" Type="http://schemas.openxmlformats.org/officeDocument/2006/relationships/image" Target="../media/image898.png"/><Relationship Id="rId251" Type="http://schemas.openxmlformats.org/officeDocument/2006/relationships/customXml" Target="../ink/ink1941.xml"/><Relationship Id="rId25" Type="http://schemas.openxmlformats.org/officeDocument/2006/relationships/customXml" Target="../ink/ink1828.xml"/><Relationship Id="rId46" Type="http://schemas.openxmlformats.org/officeDocument/2006/relationships/image" Target="../media/image799.png"/><Relationship Id="rId67" Type="http://schemas.openxmlformats.org/officeDocument/2006/relationships/customXml" Target="../ink/ink1849.xml"/><Relationship Id="rId272" Type="http://schemas.openxmlformats.org/officeDocument/2006/relationships/image" Target="../media/image923.png"/><Relationship Id="rId293" Type="http://schemas.openxmlformats.org/officeDocument/2006/relationships/customXml" Target="../ink/ink1962.xml"/><Relationship Id="rId307" Type="http://schemas.openxmlformats.org/officeDocument/2006/relationships/customXml" Target="../ink/ink1969.xml"/><Relationship Id="rId328" Type="http://schemas.openxmlformats.org/officeDocument/2006/relationships/image" Target="../media/image952.png"/><Relationship Id="rId88" Type="http://schemas.openxmlformats.org/officeDocument/2006/relationships/image" Target="../media/image820.png"/><Relationship Id="rId111" Type="http://schemas.openxmlformats.org/officeDocument/2006/relationships/customXml" Target="../ink/ink1871.xml"/><Relationship Id="rId132" Type="http://schemas.openxmlformats.org/officeDocument/2006/relationships/image" Target="../media/image843.png"/><Relationship Id="rId153" Type="http://schemas.openxmlformats.org/officeDocument/2006/relationships/customXml" Target="../ink/ink1892.xml"/><Relationship Id="rId174" Type="http://schemas.openxmlformats.org/officeDocument/2006/relationships/image" Target="../media/image866.png"/><Relationship Id="rId195" Type="http://schemas.openxmlformats.org/officeDocument/2006/relationships/customXml" Target="../ink/ink1913.xml"/><Relationship Id="rId209" Type="http://schemas.openxmlformats.org/officeDocument/2006/relationships/customXml" Target="../ink/ink1920.xml"/><Relationship Id="rId220" Type="http://schemas.openxmlformats.org/officeDocument/2006/relationships/image" Target="../media/image892.png"/><Relationship Id="rId241" Type="http://schemas.openxmlformats.org/officeDocument/2006/relationships/customXml" Target="../ink/ink1936.xml"/><Relationship Id="rId15" Type="http://schemas.openxmlformats.org/officeDocument/2006/relationships/customXml" Target="../ink/ink1823.xml"/><Relationship Id="rId36" Type="http://schemas.openxmlformats.org/officeDocument/2006/relationships/image" Target="../media/image794.png"/><Relationship Id="rId57" Type="http://schemas.openxmlformats.org/officeDocument/2006/relationships/customXml" Target="../ink/ink1844.xml"/><Relationship Id="rId262" Type="http://schemas.openxmlformats.org/officeDocument/2006/relationships/image" Target="../media/image917.png"/><Relationship Id="rId283" Type="http://schemas.openxmlformats.org/officeDocument/2006/relationships/customXml" Target="../ink/ink1957.xml"/><Relationship Id="rId318" Type="http://schemas.openxmlformats.org/officeDocument/2006/relationships/image" Target="../media/image947.png"/><Relationship Id="rId339" Type="http://schemas.openxmlformats.org/officeDocument/2006/relationships/customXml" Target="../ink/ink1985.xml"/><Relationship Id="rId78" Type="http://schemas.openxmlformats.org/officeDocument/2006/relationships/image" Target="../media/image815.png"/><Relationship Id="rId99" Type="http://schemas.openxmlformats.org/officeDocument/2006/relationships/customXml" Target="../ink/ink1865.xml"/><Relationship Id="rId101" Type="http://schemas.openxmlformats.org/officeDocument/2006/relationships/customXml" Target="../ink/ink1866.xml"/><Relationship Id="rId122" Type="http://schemas.openxmlformats.org/officeDocument/2006/relationships/image" Target="../media/image837.png"/><Relationship Id="rId143" Type="http://schemas.openxmlformats.org/officeDocument/2006/relationships/customXml" Target="../ink/ink1887.xml"/><Relationship Id="rId164" Type="http://schemas.openxmlformats.org/officeDocument/2006/relationships/image" Target="../media/image861.png"/><Relationship Id="rId185" Type="http://schemas.openxmlformats.org/officeDocument/2006/relationships/customXml" Target="../ink/ink1908.xml"/><Relationship Id="rId9" Type="http://schemas.openxmlformats.org/officeDocument/2006/relationships/customXml" Target="../ink/ink1820.xml"/><Relationship Id="rId210" Type="http://schemas.openxmlformats.org/officeDocument/2006/relationships/image" Target="../media/image886.png"/><Relationship Id="rId26" Type="http://schemas.openxmlformats.org/officeDocument/2006/relationships/image" Target="../media/image789.png"/><Relationship Id="rId231" Type="http://schemas.openxmlformats.org/officeDocument/2006/relationships/customXml" Target="../ink/ink1931.xml"/><Relationship Id="rId252" Type="http://schemas.openxmlformats.org/officeDocument/2006/relationships/image" Target="../media/image912.png"/><Relationship Id="rId273" Type="http://schemas.openxmlformats.org/officeDocument/2006/relationships/customXml" Target="../ink/ink1952.xml"/><Relationship Id="rId294" Type="http://schemas.openxmlformats.org/officeDocument/2006/relationships/image" Target="../media/image935.png"/><Relationship Id="rId308" Type="http://schemas.openxmlformats.org/officeDocument/2006/relationships/image" Target="../media/image942.png"/><Relationship Id="rId329" Type="http://schemas.openxmlformats.org/officeDocument/2006/relationships/customXml" Target="../ink/ink1980.xml"/><Relationship Id="rId47" Type="http://schemas.openxmlformats.org/officeDocument/2006/relationships/customXml" Target="../ink/ink1839.xml"/><Relationship Id="rId68" Type="http://schemas.openxmlformats.org/officeDocument/2006/relationships/image" Target="../media/image810.png"/><Relationship Id="rId89" Type="http://schemas.openxmlformats.org/officeDocument/2006/relationships/customXml" Target="../ink/ink1860.xml"/><Relationship Id="rId112" Type="http://schemas.openxmlformats.org/officeDocument/2006/relationships/image" Target="../media/image832.png"/><Relationship Id="rId133" Type="http://schemas.openxmlformats.org/officeDocument/2006/relationships/customXml" Target="../ink/ink1882.xml"/><Relationship Id="rId154" Type="http://schemas.openxmlformats.org/officeDocument/2006/relationships/image" Target="../media/image855.png"/><Relationship Id="rId175" Type="http://schemas.openxmlformats.org/officeDocument/2006/relationships/customXml" Target="../ink/ink1903.xml"/><Relationship Id="rId340" Type="http://schemas.openxmlformats.org/officeDocument/2006/relationships/image" Target="../media/image959.png"/><Relationship Id="rId196" Type="http://schemas.openxmlformats.org/officeDocument/2006/relationships/image" Target="../media/image878.png"/><Relationship Id="rId200" Type="http://schemas.openxmlformats.org/officeDocument/2006/relationships/image" Target="../media/image881.png"/><Relationship Id="rId16" Type="http://schemas.openxmlformats.org/officeDocument/2006/relationships/image" Target="../media/image784.png"/><Relationship Id="rId221" Type="http://schemas.openxmlformats.org/officeDocument/2006/relationships/customXml" Target="../ink/ink1926.xml"/><Relationship Id="rId242" Type="http://schemas.openxmlformats.org/officeDocument/2006/relationships/image" Target="../media/image906.png"/><Relationship Id="rId263" Type="http://schemas.openxmlformats.org/officeDocument/2006/relationships/customXml" Target="../ink/ink1947.xml"/><Relationship Id="rId284" Type="http://schemas.openxmlformats.org/officeDocument/2006/relationships/image" Target="../media/image929.png"/><Relationship Id="rId319" Type="http://schemas.openxmlformats.org/officeDocument/2006/relationships/customXml" Target="../ink/ink1975.xml"/><Relationship Id="rId37" Type="http://schemas.openxmlformats.org/officeDocument/2006/relationships/customXml" Target="../ink/ink1834.xml"/><Relationship Id="rId58" Type="http://schemas.openxmlformats.org/officeDocument/2006/relationships/image" Target="../media/image805.png"/><Relationship Id="rId79" Type="http://schemas.openxmlformats.org/officeDocument/2006/relationships/customXml" Target="../ink/ink1855.xml"/><Relationship Id="rId102" Type="http://schemas.openxmlformats.org/officeDocument/2006/relationships/image" Target="../media/image827.png"/><Relationship Id="rId123" Type="http://schemas.openxmlformats.org/officeDocument/2006/relationships/customXml" Target="../ink/ink1877.xml"/><Relationship Id="rId144" Type="http://schemas.openxmlformats.org/officeDocument/2006/relationships/image" Target="../media/image849.png"/><Relationship Id="rId330" Type="http://schemas.openxmlformats.org/officeDocument/2006/relationships/image" Target="../media/image953.png"/><Relationship Id="rId90" Type="http://schemas.openxmlformats.org/officeDocument/2006/relationships/image" Target="../media/image821.png"/><Relationship Id="rId165" Type="http://schemas.openxmlformats.org/officeDocument/2006/relationships/customXml" Target="../ink/ink1898.xml"/><Relationship Id="rId186" Type="http://schemas.openxmlformats.org/officeDocument/2006/relationships/image" Target="../media/image873.png"/><Relationship Id="rId211" Type="http://schemas.openxmlformats.org/officeDocument/2006/relationships/customXml" Target="../ink/ink1921.xml"/><Relationship Id="rId232" Type="http://schemas.openxmlformats.org/officeDocument/2006/relationships/image" Target="../media/image899.png"/><Relationship Id="rId253" Type="http://schemas.openxmlformats.org/officeDocument/2006/relationships/customXml" Target="../ink/ink1942.xml"/><Relationship Id="rId274" Type="http://schemas.openxmlformats.org/officeDocument/2006/relationships/image" Target="../media/image924.png"/><Relationship Id="rId295" Type="http://schemas.openxmlformats.org/officeDocument/2006/relationships/customXml" Target="../ink/ink1963.xml"/><Relationship Id="rId309" Type="http://schemas.openxmlformats.org/officeDocument/2006/relationships/customXml" Target="../ink/ink1970.xml"/><Relationship Id="rId27" Type="http://schemas.openxmlformats.org/officeDocument/2006/relationships/customXml" Target="../ink/ink1829.xml"/><Relationship Id="rId48" Type="http://schemas.openxmlformats.org/officeDocument/2006/relationships/image" Target="../media/image800.png"/><Relationship Id="rId69" Type="http://schemas.openxmlformats.org/officeDocument/2006/relationships/customXml" Target="../ink/ink1850.xml"/><Relationship Id="rId113" Type="http://schemas.openxmlformats.org/officeDocument/2006/relationships/customXml" Target="../ink/ink1872.xml"/><Relationship Id="rId134" Type="http://schemas.openxmlformats.org/officeDocument/2006/relationships/image" Target="../media/image844.png"/><Relationship Id="rId320" Type="http://schemas.openxmlformats.org/officeDocument/2006/relationships/image" Target="../media/image948.png"/><Relationship Id="rId80" Type="http://schemas.openxmlformats.org/officeDocument/2006/relationships/image" Target="../media/image816.png"/><Relationship Id="rId155" Type="http://schemas.openxmlformats.org/officeDocument/2006/relationships/customXml" Target="../ink/ink1893.xml"/><Relationship Id="rId176" Type="http://schemas.openxmlformats.org/officeDocument/2006/relationships/image" Target="../media/image867.png"/><Relationship Id="rId197" Type="http://schemas.openxmlformats.org/officeDocument/2006/relationships/customXml" Target="../ink/ink1914.xml"/><Relationship Id="rId341" Type="http://schemas.openxmlformats.org/officeDocument/2006/relationships/customXml" Target="../ink/ink1986.xml"/><Relationship Id="rId201" Type="http://schemas.openxmlformats.org/officeDocument/2006/relationships/customXml" Target="../ink/ink1916.xml"/><Relationship Id="rId222" Type="http://schemas.openxmlformats.org/officeDocument/2006/relationships/image" Target="../media/image893.png"/><Relationship Id="rId243" Type="http://schemas.openxmlformats.org/officeDocument/2006/relationships/customXml" Target="../ink/ink1937.xml"/><Relationship Id="rId264" Type="http://schemas.openxmlformats.org/officeDocument/2006/relationships/image" Target="../media/image918.png"/><Relationship Id="rId285" Type="http://schemas.openxmlformats.org/officeDocument/2006/relationships/customXml" Target="../ink/ink1958.xml"/><Relationship Id="rId17" Type="http://schemas.openxmlformats.org/officeDocument/2006/relationships/customXml" Target="../ink/ink1824.xml"/><Relationship Id="rId38" Type="http://schemas.openxmlformats.org/officeDocument/2006/relationships/image" Target="../media/image795.png"/><Relationship Id="rId59" Type="http://schemas.openxmlformats.org/officeDocument/2006/relationships/customXml" Target="../ink/ink1845.xml"/><Relationship Id="rId103" Type="http://schemas.openxmlformats.org/officeDocument/2006/relationships/customXml" Target="../ink/ink1867.xml"/><Relationship Id="rId124" Type="http://schemas.openxmlformats.org/officeDocument/2006/relationships/image" Target="../media/image838.png"/><Relationship Id="rId310" Type="http://schemas.openxmlformats.org/officeDocument/2006/relationships/image" Target="../media/image943.png"/><Relationship Id="rId70" Type="http://schemas.openxmlformats.org/officeDocument/2006/relationships/image" Target="../media/image811.png"/><Relationship Id="rId91" Type="http://schemas.openxmlformats.org/officeDocument/2006/relationships/customXml" Target="../ink/ink1861.xml"/><Relationship Id="rId145" Type="http://schemas.openxmlformats.org/officeDocument/2006/relationships/customXml" Target="../ink/ink1888.xml"/><Relationship Id="rId166" Type="http://schemas.openxmlformats.org/officeDocument/2006/relationships/image" Target="../media/image862.png"/><Relationship Id="rId187" Type="http://schemas.openxmlformats.org/officeDocument/2006/relationships/customXml" Target="../ink/ink1909.xml"/><Relationship Id="rId331" Type="http://schemas.openxmlformats.org/officeDocument/2006/relationships/customXml" Target="../ink/ink1981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887.png"/><Relationship Id="rId233" Type="http://schemas.openxmlformats.org/officeDocument/2006/relationships/customXml" Target="../ink/ink1932.xml"/><Relationship Id="rId254" Type="http://schemas.openxmlformats.org/officeDocument/2006/relationships/image" Target="../media/image913.png"/><Relationship Id="rId28" Type="http://schemas.openxmlformats.org/officeDocument/2006/relationships/image" Target="../media/image790.png"/><Relationship Id="rId49" Type="http://schemas.openxmlformats.org/officeDocument/2006/relationships/customXml" Target="../ink/ink1840.xml"/><Relationship Id="rId114" Type="http://schemas.openxmlformats.org/officeDocument/2006/relationships/image" Target="../media/image833.png"/><Relationship Id="rId275" Type="http://schemas.openxmlformats.org/officeDocument/2006/relationships/customXml" Target="../ink/ink1953.xml"/><Relationship Id="rId296" Type="http://schemas.openxmlformats.org/officeDocument/2006/relationships/image" Target="../media/image936.png"/><Relationship Id="rId300" Type="http://schemas.openxmlformats.org/officeDocument/2006/relationships/image" Target="../media/image938.png"/><Relationship Id="rId60" Type="http://schemas.openxmlformats.org/officeDocument/2006/relationships/image" Target="../media/image806.png"/><Relationship Id="rId81" Type="http://schemas.openxmlformats.org/officeDocument/2006/relationships/customXml" Target="../ink/ink1856.xml"/><Relationship Id="rId135" Type="http://schemas.openxmlformats.org/officeDocument/2006/relationships/customXml" Target="../ink/ink1883.xml"/><Relationship Id="rId156" Type="http://schemas.openxmlformats.org/officeDocument/2006/relationships/image" Target="../media/image856.png"/><Relationship Id="rId177" Type="http://schemas.openxmlformats.org/officeDocument/2006/relationships/customXml" Target="../ink/ink1904.xml"/><Relationship Id="rId198" Type="http://schemas.openxmlformats.org/officeDocument/2006/relationships/image" Target="../media/image879.png"/><Relationship Id="rId321" Type="http://schemas.openxmlformats.org/officeDocument/2006/relationships/customXml" Target="../ink/ink1976.xml"/><Relationship Id="rId342" Type="http://schemas.openxmlformats.org/officeDocument/2006/relationships/image" Target="../media/image960.png"/><Relationship Id="rId202" Type="http://schemas.openxmlformats.org/officeDocument/2006/relationships/image" Target="../media/image882.png"/><Relationship Id="rId223" Type="http://schemas.openxmlformats.org/officeDocument/2006/relationships/customXml" Target="../ink/ink1927.xml"/><Relationship Id="rId244" Type="http://schemas.openxmlformats.org/officeDocument/2006/relationships/image" Target="../media/image907.png"/><Relationship Id="rId18" Type="http://schemas.openxmlformats.org/officeDocument/2006/relationships/image" Target="../media/image785.png"/><Relationship Id="rId39" Type="http://schemas.openxmlformats.org/officeDocument/2006/relationships/customXml" Target="../ink/ink1835.xml"/><Relationship Id="rId265" Type="http://schemas.openxmlformats.org/officeDocument/2006/relationships/customXml" Target="../ink/ink1948.xml"/><Relationship Id="rId286" Type="http://schemas.openxmlformats.org/officeDocument/2006/relationships/image" Target="../media/image931.png"/><Relationship Id="rId50" Type="http://schemas.openxmlformats.org/officeDocument/2006/relationships/image" Target="../media/image801.png"/><Relationship Id="rId104" Type="http://schemas.openxmlformats.org/officeDocument/2006/relationships/image" Target="../media/image828.png"/><Relationship Id="rId125" Type="http://schemas.openxmlformats.org/officeDocument/2006/relationships/customXml" Target="../ink/ink1878.xml"/><Relationship Id="rId146" Type="http://schemas.openxmlformats.org/officeDocument/2006/relationships/image" Target="../media/image851.png"/><Relationship Id="rId167" Type="http://schemas.openxmlformats.org/officeDocument/2006/relationships/customXml" Target="../ink/ink1899.xml"/><Relationship Id="rId188" Type="http://schemas.openxmlformats.org/officeDocument/2006/relationships/image" Target="../media/image874.png"/><Relationship Id="rId311" Type="http://schemas.openxmlformats.org/officeDocument/2006/relationships/customXml" Target="../ink/ink1971.xml"/><Relationship Id="rId332" Type="http://schemas.openxmlformats.org/officeDocument/2006/relationships/image" Target="../media/image954.png"/><Relationship Id="rId71" Type="http://schemas.openxmlformats.org/officeDocument/2006/relationships/customXml" Target="../ink/ink1851.xml"/><Relationship Id="rId92" Type="http://schemas.openxmlformats.org/officeDocument/2006/relationships/image" Target="../media/image822.png"/><Relationship Id="rId213" Type="http://schemas.openxmlformats.org/officeDocument/2006/relationships/customXml" Target="../ink/ink1922.xml"/><Relationship Id="rId234" Type="http://schemas.openxmlformats.org/officeDocument/2006/relationships/image" Target="../media/image901.png"/><Relationship Id="rId2" Type="http://schemas.openxmlformats.org/officeDocument/2006/relationships/image" Target="../media/image777.png"/><Relationship Id="rId29" Type="http://schemas.openxmlformats.org/officeDocument/2006/relationships/customXml" Target="../ink/ink1830.xml"/><Relationship Id="rId255" Type="http://schemas.openxmlformats.org/officeDocument/2006/relationships/customXml" Target="../ink/ink1943.xml"/><Relationship Id="rId276" Type="http://schemas.openxmlformats.org/officeDocument/2006/relationships/image" Target="../media/image925.png"/><Relationship Id="rId297" Type="http://schemas.openxmlformats.org/officeDocument/2006/relationships/customXml" Target="../ink/ink1964.xml"/><Relationship Id="rId40" Type="http://schemas.openxmlformats.org/officeDocument/2006/relationships/image" Target="../media/image796.png"/><Relationship Id="rId115" Type="http://schemas.openxmlformats.org/officeDocument/2006/relationships/customXml" Target="../ink/ink1873.xml"/><Relationship Id="rId136" Type="http://schemas.openxmlformats.org/officeDocument/2006/relationships/image" Target="../media/image845.png"/><Relationship Id="rId157" Type="http://schemas.openxmlformats.org/officeDocument/2006/relationships/customXml" Target="../ink/ink1894.xml"/><Relationship Id="rId178" Type="http://schemas.openxmlformats.org/officeDocument/2006/relationships/image" Target="../media/image868.png"/><Relationship Id="rId301" Type="http://schemas.openxmlformats.org/officeDocument/2006/relationships/customXml" Target="../ink/ink1966.xml"/><Relationship Id="rId322" Type="http://schemas.openxmlformats.org/officeDocument/2006/relationships/image" Target="../media/image949.png"/><Relationship Id="rId343" Type="http://schemas.openxmlformats.org/officeDocument/2006/relationships/customXml" Target="../ink/ink1987.xml"/><Relationship Id="rId61" Type="http://schemas.openxmlformats.org/officeDocument/2006/relationships/customXml" Target="../ink/ink1846.xml"/><Relationship Id="rId82" Type="http://schemas.openxmlformats.org/officeDocument/2006/relationships/image" Target="../media/image817.png"/><Relationship Id="rId199" Type="http://schemas.openxmlformats.org/officeDocument/2006/relationships/customXml" Target="../ink/ink1915.xml"/><Relationship Id="rId203" Type="http://schemas.openxmlformats.org/officeDocument/2006/relationships/customXml" Target="../ink/ink1917.xml"/><Relationship Id="rId19" Type="http://schemas.openxmlformats.org/officeDocument/2006/relationships/customXml" Target="../ink/ink1825.xml"/><Relationship Id="rId224" Type="http://schemas.openxmlformats.org/officeDocument/2006/relationships/image" Target="../media/image894.png"/><Relationship Id="rId245" Type="http://schemas.openxmlformats.org/officeDocument/2006/relationships/customXml" Target="../ink/ink1938.xml"/><Relationship Id="rId266" Type="http://schemas.openxmlformats.org/officeDocument/2006/relationships/image" Target="../media/image919.png"/><Relationship Id="rId287" Type="http://schemas.openxmlformats.org/officeDocument/2006/relationships/customXml" Target="../ink/ink1959.xml"/><Relationship Id="rId30" Type="http://schemas.openxmlformats.org/officeDocument/2006/relationships/image" Target="../media/image791.png"/><Relationship Id="rId105" Type="http://schemas.openxmlformats.org/officeDocument/2006/relationships/customXml" Target="../ink/ink1868.xml"/><Relationship Id="rId126" Type="http://schemas.openxmlformats.org/officeDocument/2006/relationships/image" Target="../media/image839.png"/><Relationship Id="rId147" Type="http://schemas.openxmlformats.org/officeDocument/2006/relationships/customXml" Target="../ink/ink1889.xml"/><Relationship Id="rId168" Type="http://schemas.openxmlformats.org/officeDocument/2006/relationships/image" Target="../media/image863.png"/><Relationship Id="rId312" Type="http://schemas.openxmlformats.org/officeDocument/2006/relationships/image" Target="../media/image944.png"/><Relationship Id="rId333" Type="http://schemas.openxmlformats.org/officeDocument/2006/relationships/customXml" Target="../ink/ink1982.xml"/><Relationship Id="rId51" Type="http://schemas.openxmlformats.org/officeDocument/2006/relationships/customXml" Target="../ink/ink1841.xml"/><Relationship Id="rId72" Type="http://schemas.openxmlformats.org/officeDocument/2006/relationships/image" Target="../media/image812.png"/><Relationship Id="rId93" Type="http://schemas.openxmlformats.org/officeDocument/2006/relationships/customXml" Target="../ink/ink1862.xml"/><Relationship Id="rId189" Type="http://schemas.openxmlformats.org/officeDocument/2006/relationships/customXml" Target="../ink/ink1910.xml"/><Relationship Id="rId3" Type="http://schemas.openxmlformats.org/officeDocument/2006/relationships/customXml" Target="../ink/ink1817.xml"/><Relationship Id="rId214" Type="http://schemas.openxmlformats.org/officeDocument/2006/relationships/image" Target="../media/image888.png"/><Relationship Id="rId235" Type="http://schemas.openxmlformats.org/officeDocument/2006/relationships/customXml" Target="../ink/ink1933.xml"/><Relationship Id="rId256" Type="http://schemas.openxmlformats.org/officeDocument/2006/relationships/image" Target="../media/image914.png"/><Relationship Id="rId277" Type="http://schemas.openxmlformats.org/officeDocument/2006/relationships/customXml" Target="../ink/ink1954.xml"/><Relationship Id="rId298" Type="http://schemas.openxmlformats.org/officeDocument/2006/relationships/image" Target="../media/image937.png"/><Relationship Id="rId116" Type="http://schemas.openxmlformats.org/officeDocument/2006/relationships/image" Target="../media/image834.png"/><Relationship Id="rId137" Type="http://schemas.openxmlformats.org/officeDocument/2006/relationships/customXml" Target="../ink/ink1884.xml"/><Relationship Id="rId158" Type="http://schemas.openxmlformats.org/officeDocument/2006/relationships/image" Target="../media/image857.png"/><Relationship Id="rId302" Type="http://schemas.openxmlformats.org/officeDocument/2006/relationships/image" Target="../media/image939.png"/><Relationship Id="rId323" Type="http://schemas.openxmlformats.org/officeDocument/2006/relationships/customXml" Target="../ink/ink1977.xml"/><Relationship Id="rId344" Type="http://schemas.openxmlformats.org/officeDocument/2006/relationships/image" Target="../media/image962.png"/><Relationship Id="rId20" Type="http://schemas.openxmlformats.org/officeDocument/2006/relationships/image" Target="../media/image786.png"/><Relationship Id="rId41" Type="http://schemas.openxmlformats.org/officeDocument/2006/relationships/customXml" Target="../ink/ink1836.xml"/><Relationship Id="rId62" Type="http://schemas.openxmlformats.org/officeDocument/2006/relationships/image" Target="../media/image807.png"/><Relationship Id="rId83" Type="http://schemas.openxmlformats.org/officeDocument/2006/relationships/customXml" Target="../ink/ink1857.xml"/><Relationship Id="rId179" Type="http://schemas.openxmlformats.org/officeDocument/2006/relationships/customXml" Target="../ink/ink1905.xml"/><Relationship Id="rId190" Type="http://schemas.openxmlformats.org/officeDocument/2006/relationships/image" Target="../media/image875.png"/><Relationship Id="rId204" Type="http://schemas.openxmlformats.org/officeDocument/2006/relationships/image" Target="../media/image883.png"/><Relationship Id="rId225" Type="http://schemas.openxmlformats.org/officeDocument/2006/relationships/customXml" Target="../ink/ink1928.xml"/><Relationship Id="rId246" Type="http://schemas.openxmlformats.org/officeDocument/2006/relationships/image" Target="../media/image908.png"/><Relationship Id="rId267" Type="http://schemas.openxmlformats.org/officeDocument/2006/relationships/customXml" Target="../ink/ink1949.xml"/><Relationship Id="rId288" Type="http://schemas.openxmlformats.org/officeDocument/2006/relationships/image" Target="../media/image932.png"/><Relationship Id="rId106" Type="http://schemas.openxmlformats.org/officeDocument/2006/relationships/image" Target="../media/image829.png"/><Relationship Id="rId127" Type="http://schemas.openxmlformats.org/officeDocument/2006/relationships/customXml" Target="../ink/ink1879.xml"/><Relationship Id="rId313" Type="http://schemas.openxmlformats.org/officeDocument/2006/relationships/customXml" Target="../ink/ink1972.xml"/><Relationship Id="rId10" Type="http://schemas.openxmlformats.org/officeDocument/2006/relationships/image" Target="../media/image781.png"/><Relationship Id="rId31" Type="http://schemas.openxmlformats.org/officeDocument/2006/relationships/customXml" Target="../ink/ink1831.xml"/><Relationship Id="rId52" Type="http://schemas.openxmlformats.org/officeDocument/2006/relationships/image" Target="../media/image802.png"/><Relationship Id="rId73" Type="http://schemas.openxmlformats.org/officeDocument/2006/relationships/customXml" Target="../ink/ink1852.xml"/><Relationship Id="rId94" Type="http://schemas.openxmlformats.org/officeDocument/2006/relationships/image" Target="../media/image823.png"/><Relationship Id="rId148" Type="http://schemas.openxmlformats.org/officeDocument/2006/relationships/image" Target="../media/image852.png"/><Relationship Id="rId169" Type="http://schemas.openxmlformats.org/officeDocument/2006/relationships/customXml" Target="../ink/ink1900.xml"/><Relationship Id="rId334" Type="http://schemas.openxmlformats.org/officeDocument/2006/relationships/image" Target="../media/image955.png"/><Relationship Id="rId4" Type="http://schemas.openxmlformats.org/officeDocument/2006/relationships/image" Target="../media/image778.png"/><Relationship Id="rId180" Type="http://schemas.openxmlformats.org/officeDocument/2006/relationships/image" Target="../media/image869.png"/><Relationship Id="rId215" Type="http://schemas.openxmlformats.org/officeDocument/2006/relationships/customXml" Target="../ink/ink1923.xml"/><Relationship Id="rId236" Type="http://schemas.openxmlformats.org/officeDocument/2006/relationships/image" Target="../media/image902.png"/><Relationship Id="rId257" Type="http://schemas.openxmlformats.org/officeDocument/2006/relationships/customXml" Target="../ink/ink1944.xml"/><Relationship Id="rId278" Type="http://schemas.openxmlformats.org/officeDocument/2006/relationships/image" Target="../media/image926.png"/><Relationship Id="rId303" Type="http://schemas.openxmlformats.org/officeDocument/2006/relationships/customXml" Target="../ink/ink1967.xml"/><Relationship Id="rId42" Type="http://schemas.openxmlformats.org/officeDocument/2006/relationships/image" Target="../media/image797.png"/><Relationship Id="rId84" Type="http://schemas.openxmlformats.org/officeDocument/2006/relationships/image" Target="../media/image818.png"/><Relationship Id="rId138" Type="http://schemas.openxmlformats.org/officeDocument/2006/relationships/image" Target="../media/image846.png"/><Relationship Id="rId191" Type="http://schemas.openxmlformats.org/officeDocument/2006/relationships/customXml" Target="../ink/ink1911.xml"/><Relationship Id="rId205" Type="http://schemas.openxmlformats.org/officeDocument/2006/relationships/customXml" Target="../ink/ink1918.xml"/><Relationship Id="rId247" Type="http://schemas.openxmlformats.org/officeDocument/2006/relationships/customXml" Target="../ink/ink1939.xml"/><Relationship Id="rId107" Type="http://schemas.openxmlformats.org/officeDocument/2006/relationships/customXml" Target="../ink/ink1869.xml"/><Relationship Id="rId289" Type="http://schemas.openxmlformats.org/officeDocument/2006/relationships/customXml" Target="../ink/ink1960.xml"/><Relationship Id="rId11" Type="http://schemas.openxmlformats.org/officeDocument/2006/relationships/customXml" Target="../ink/ink1821.xml"/><Relationship Id="rId53" Type="http://schemas.openxmlformats.org/officeDocument/2006/relationships/customXml" Target="../ink/ink1842.xml"/><Relationship Id="rId149" Type="http://schemas.openxmlformats.org/officeDocument/2006/relationships/customXml" Target="../ink/ink1890.xml"/><Relationship Id="rId314" Type="http://schemas.openxmlformats.org/officeDocument/2006/relationships/image" Target="../media/image945.png"/><Relationship Id="rId95" Type="http://schemas.openxmlformats.org/officeDocument/2006/relationships/customXml" Target="../ink/ink1863.xml"/><Relationship Id="rId160" Type="http://schemas.openxmlformats.org/officeDocument/2006/relationships/image" Target="../media/image858.png"/><Relationship Id="rId216" Type="http://schemas.openxmlformats.org/officeDocument/2006/relationships/image" Target="../media/image889.png"/><Relationship Id="rId258" Type="http://schemas.openxmlformats.org/officeDocument/2006/relationships/image" Target="../media/image915.png"/><Relationship Id="rId22" Type="http://schemas.openxmlformats.org/officeDocument/2006/relationships/image" Target="../media/image787.png"/><Relationship Id="rId64" Type="http://schemas.openxmlformats.org/officeDocument/2006/relationships/image" Target="../media/image808.png"/><Relationship Id="rId118" Type="http://schemas.openxmlformats.org/officeDocument/2006/relationships/image" Target="../media/image835.png"/><Relationship Id="rId325" Type="http://schemas.openxmlformats.org/officeDocument/2006/relationships/customXml" Target="../ink/ink1978.xml"/><Relationship Id="rId171" Type="http://schemas.openxmlformats.org/officeDocument/2006/relationships/customXml" Target="../ink/ink1901.xml"/><Relationship Id="rId227" Type="http://schemas.openxmlformats.org/officeDocument/2006/relationships/customXml" Target="../ink/ink1929.xml"/><Relationship Id="rId269" Type="http://schemas.openxmlformats.org/officeDocument/2006/relationships/customXml" Target="../ink/ink1950.xml"/><Relationship Id="rId33" Type="http://schemas.openxmlformats.org/officeDocument/2006/relationships/customXml" Target="../ink/ink1832.xml"/><Relationship Id="rId129" Type="http://schemas.openxmlformats.org/officeDocument/2006/relationships/customXml" Target="../ink/ink1880.xml"/><Relationship Id="rId280" Type="http://schemas.openxmlformats.org/officeDocument/2006/relationships/image" Target="../media/image927.png"/><Relationship Id="rId336" Type="http://schemas.openxmlformats.org/officeDocument/2006/relationships/image" Target="../media/image956.png"/><Relationship Id="rId75" Type="http://schemas.openxmlformats.org/officeDocument/2006/relationships/customXml" Target="../ink/ink1853.xml"/><Relationship Id="rId140" Type="http://schemas.openxmlformats.org/officeDocument/2006/relationships/image" Target="../media/image847.png"/><Relationship Id="rId182" Type="http://schemas.openxmlformats.org/officeDocument/2006/relationships/image" Target="../media/image871.png"/><Relationship Id="rId6" Type="http://schemas.openxmlformats.org/officeDocument/2006/relationships/image" Target="../media/image779.png"/><Relationship Id="rId238" Type="http://schemas.openxmlformats.org/officeDocument/2006/relationships/image" Target="../media/image903.png"/><Relationship Id="rId291" Type="http://schemas.openxmlformats.org/officeDocument/2006/relationships/customXml" Target="../ink/ink1961.xml"/><Relationship Id="rId305" Type="http://schemas.openxmlformats.org/officeDocument/2006/relationships/customXml" Target="../ink/ink1968.xml"/><Relationship Id="rId44" Type="http://schemas.openxmlformats.org/officeDocument/2006/relationships/image" Target="../media/image798.png"/><Relationship Id="rId86" Type="http://schemas.openxmlformats.org/officeDocument/2006/relationships/image" Target="../media/image819.png"/><Relationship Id="rId151" Type="http://schemas.openxmlformats.org/officeDocument/2006/relationships/customXml" Target="../ink/ink1891.xml"/><Relationship Id="rId193" Type="http://schemas.openxmlformats.org/officeDocument/2006/relationships/customXml" Target="../ink/ink1912.xml"/><Relationship Id="rId207" Type="http://schemas.openxmlformats.org/officeDocument/2006/relationships/customXml" Target="../ink/ink1919.xml"/><Relationship Id="rId249" Type="http://schemas.openxmlformats.org/officeDocument/2006/relationships/customXml" Target="../ink/ink1940.xml"/><Relationship Id="rId13" Type="http://schemas.openxmlformats.org/officeDocument/2006/relationships/customXml" Target="../ink/ink1822.xml"/><Relationship Id="rId109" Type="http://schemas.openxmlformats.org/officeDocument/2006/relationships/customXml" Target="../ink/ink1870.xml"/><Relationship Id="rId260" Type="http://schemas.openxmlformats.org/officeDocument/2006/relationships/image" Target="../media/image916.png"/><Relationship Id="rId316" Type="http://schemas.openxmlformats.org/officeDocument/2006/relationships/image" Target="../media/image946.png"/><Relationship Id="rId55" Type="http://schemas.openxmlformats.org/officeDocument/2006/relationships/customXml" Target="../ink/ink1843.xml"/><Relationship Id="rId97" Type="http://schemas.openxmlformats.org/officeDocument/2006/relationships/customXml" Target="../ink/ink1864.xml"/><Relationship Id="rId120" Type="http://schemas.openxmlformats.org/officeDocument/2006/relationships/image" Target="../media/image836.png"/><Relationship Id="rId162" Type="http://schemas.openxmlformats.org/officeDocument/2006/relationships/image" Target="../media/image859.png"/><Relationship Id="rId218" Type="http://schemas.openxmlformats.org/officeDocument/2006/relationships/image" Target="../media/image891.png"/><Relationship Id="rId271" Type="http://schemas.openxmlformats.org/officeDocument/2006/relationships/customXml" Target="../ink/ink1951.xml"/><Relationship Id="rId24" Type="http://schemas.openxmlformats.org/officeDocument/2006/relationships/image" Target="../media/image788.png"/><Relationship Id="rId66" Type="http://schemas.openxmlformats.org/officeDocument/2006/relationships/image" Target="../media/image809.png"/><Relationship Id="rId131" Type="http://schemas.openxmlformats.org/officeDocument/2006/relationships/customXml" Target="../ink/ink1881.xml"/><Relationship Id="rId327" Type="http://schemas.openxmlformats.org/officeDocument/2006/relationships/customXml" Target="../ink/ink1979.xml"/><Relationship Id="rId173" Type="http://schemas.openxmlformats.org/officeDocument/2006/relationships/customXml" Target="../ink/ink1902.xml"/><Relationship Id="rId229" Type="http://schemas.openxmlformats.org/officeDocument/2006/relationships/customXml" Target="../ink/ink1930.xml"/></Relationships>
</file>

<file path=ppt/slides/_rels/slide2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045.xml"/><Relationship Id="rId299" Type="http://schemas.openxmlformats.org/officeDocument/2006/relationships/customXml" Target="../ink/ink2136.xml"/><Relationship Id="rId21" Type="http://schemas.openxmlformats.org/officeDocument/2006/relationships/customXml" Target="../ink/ink1997.xml"/><Relationship Id="rId63" Type="http://schemas.openxmlformats.org/officeDocument/2006/relationships/customXml" Target="../ink/ink2018.xml"/><Relationship Id="rId159" Type="http://schemas.openxmlformats.org/officeDocument/2006/relationships/customXml" Target="../ink/ink2066.xml"/><Relationship Id="rId324" Type="http://schemas.openxmlformats.org/officeDocument/2006/relationships/image" Target="../media/image3840.png"/><Relationship Id="rId366" Type="http://schemas.openxmlformats.org/officeDocument/2006/relationships/image" Target="../media/image974.png"/><Relationship Id="rId170" Type="http://schemas.openxmlformats.org/officeDocument/2006/relationships/image" Target="../media/image3070.png"/><Relationship Id="rId226" Type="http://schemas.openxmlformats.org/officeDocument/2006/relationships/image" Target="../media/image3351.png"/><Relationship Id="rId268" Type="http://schemas.openxmlformats.org/officeDocument/2006/relationships/image" Target="../media/image3561.png"/><Relationship Id="rId32" Type="http://schemas.openxmlformats.org/officeDocument/2006/relationships/image" Target="../media/image2381.png"/><Relationship Id="rId74" Type="http://schemas.openxmlformats.org/officeDocument/2006/relationships/image" Target="../media/image2591.png"/><Relationship Id="rId128" Type="http://schemas.openxmlformats.org/officeDocument/2006/relationships/image" Target="../media/image2861.png"/><Relationship Id="rId335" Type="http://schemas.openxmlformats.org/officeDocument/2006/relationships/customXml" Target="../ink/ink2154.xml"/><Relationship Id="rId377" Type="http://schemas.openxmlformats.org/officeDocument/2006/relationships/customXml" Target="../ink/ink2175.xml"/><Relationship Id="rId5" Type="http://schemas.openxmlformats.org/officeDocument/2006/relationships/customXml" Target="../ink/ink1989.xml"/><Relationship Id="rId181" Type="http://schemas.openxmlformats.org/officeDocument/2006/relationships/customXml" Target="../ink/ink2077.xml"/><Relationship Id="rId237" Type="http://schemas.openxmlformats.org/officeDocument/2006/relationships/customXml" Target="../ink/ink2105.xml"/><Relationship Id="rId402" Type="http://schemas.openxmlformats.org/officeDocument/2006/relationships/image" Target="../media/image994.png"/><Relationship Id="rId279" Type="http://schemas.openxmlformats.org/officeDocument/2006/relationships/customXml" Target="../ink/ink2126.xml"/><Relationship Id="rId43" Type="http://schemas.openxmlformats.org/officeDocument/2006/relationships/customXml" Target="../ink/ink2008.xml"/><Relationship Id="rId139" Type="http://schemas.openxmlformats.org/officeDocument/2006/relationships/customXml" Target="../ink/ink2056.xml"/><Relationship Id="rId290" Type="http://schemas.openxmlformats.org/officeDocument/2006/relationships/image" Target="../media/image3671.png"/><Relationship Id="rId304" Type="http://schemas.openxmlformats.org/officeDocument/2006/relationships/image" Target="../media/image3741.png"/><Relationship Id="rId346" Type="http://schemas.openxmlformats.org/officeDocument/2006/relationships/image" Target="../media/image963.png"/><Relationship Id="rId388" Type="http://schemas.openxmlformats.org/officeDocument/2006/relationships/image" Target="../media/image986.png"/><Relationship Id="rId85" Type="http://schemas.openxmlformats.org/officeDocument/2006/relationships/customXml" Target="../ink/ink2029.xml"/><Relationship Id="rId150" Type="http://schemas.openxmlformats.org/officeDocument/2006/relationships/image" Target="../media/image2970.png"/><Relationship Id="rId192" Type="http://schemas.openxmlformats.org/officeDocument/2006/relationships/image" Target="../media/image3181.png"/><Relationship Id="rId206" Type="http://schemas.openxmlformats.org/officeDocument/2006/relationships/image" Target="../media/image3251.png"/><Relationship Id="rId413" Type="http://schemas.openxmlformats.org/officeDocument/2006/relationships/customXml" Target="../ink/ink2193.xml"/><Relationship Id="rId248" Type="http://schemas.openxmlformats.org/officeDocument/2006/relationships/image" Target="../media/image3461.png"/><Relationship Id="rId12" Type="http://schemas.openxmlformats.org/officeDocument/2006/relationships/image" Target="../media/image2281.png"/><Relationship Id="rId108" Type="http://schemas.openxmlformats.org/officeDocument/2006/relationships/image" Target="../media/image2761.png"/><Relationship Id="rId315" Type="http://schemas.openxmlformats.org/officeDocument/2006/relationships/customXml" Target="../ink/ink2144.xml"/><Relationship Id="rId357" Type="http://schemas.openxmlformats.org/officeDocument/2006/relationships/customXml" Target="../ink/ink2165.xml"/><Relationship Id="rId54" Type="http://schemas.openxmlformats.org/officeDocument/2006/relationships/image" Target="../media/image2491.png"/><Relationship Id="rId96" Type="http://schemas.openxmlformats.org/officeDocument/2006/relationships/image" Target="../media/image2701.png"/><Relationship Id="rId161" Type="http://schemas.openxmlformats.org/officeDocument/2006/relationships/customXml" Target="../ink/ink2067.xml"/><Relationship Id="rId217" Type="http://schemas.openxmlformats.org/officeDocument/2006/relationships/customXml" Target="../ink/ink2095.xml"/><Relationship Id="rId399" Type="http://schemas.openxmlformats.org/officeDocument/2006/relationships/customXml" Target="../ink/ink2186.xml"/><Relationship Id="rId259" Type="http://schemas.openxmlformats.org/officeDocument/2006/relationships/customXml" Target="../ink/ink2116.xml"/><Relationship Id="rId23" Type="http://schemas.openxmlformats.org/officeDocument/2006/relationships/customXml" Target="../ink/ink1998.xml"/><Relationship Id="rId119" Type="http://schemas.openxmlformats.org/officeDocument/2006/relationships/customXml" Target="../ink/ink2046.xml"/><Relationship Id="rId270" Type="http://schemas.openxmlformats.org/officeDocument/2006/relationships/image" Target="../media/image3571.png"/><Relationship Id="rId326" Type="http://schemas.openxmlformats.org/officeDocument/2006/relationships/image" Target="../media/image3850.png"/><Relationship Id="rId65" Type="http://schemas.openxmlformats.org/officeDocument/2006/relationships/customXml" Target="../ink/ink2019.xml"/><Relationship Id="rId130" Type="http://schemas.openxmlformats.org/officeDocument/2006/relationships/image" Target="../media/image2871.png"/><Relationship Id="rId368" Type="http://schemas.openxmlformats.org/officeDocument/2006/relationships/image" Target="../media/image975.png"/><Relationship Id="rId172" Type="http://schemas.openxmlformats.org/officeDocument/2006/relationships/image" Target="../media/image3081.png"/><Relationship Id="rId228" Type="http://schemas.openxmlformats.org/officeDocument/2006/relationships/image" Target="../media/image3361.png"/><Relationship Id="rId281" Type="http://schemas.openxmlformats.org/officeDocument/2006/relationships/customXml" Target="../ink/ink2127.xml"/><Relationship Id="rId337" Type="http://schemas.openxmlformats.org/officeDocument/2006/relationships/customXml" Target="../ink/ink2155.xml"/><Relationship Id="rId34" Type="http://schemas.openxmlformats.org/officeDocument/2006/relationships/image" Target="../media/image2391.png"/><Relationship Id="rId76" Type="http://schemas.openxmlformats.org/officeDocument/2006/relationships/image" Target="../media/image2601.png"/><Relationship Id="rId141" Type="http://schemas.openxmlformats.org/officeDocument/2006/relationships/customXml" Target="../ink/ink2057.xml"/><Relationship Id="rId379" Type="http://schemas.openxmlformats.org/officeDocument/2006/relationships/customXml" Target="../ink/ink2176.xml"/><Relationship Id="rId7" Type="http://schemas.openxmlformats.org/officeDocument/2006/relationships/customXml" Target="../ink/ink1990.xml"/><Relationship Id="rId183" Type="http://schemas.openxmlformats.org/officeDocument/2006/relationships/customXml" Target="../ink/ink2078.xml"/><Relationship Id="rId239" Type="http://schemas.openxmlformats.org/officeDocument/2006/relationships/customXml" Target="../ink/ink2106.xml"/><Relationship Id="rId390" Type="http://schemas.openxmlformats.org/officeDocument/2006/relationships/image" Target="../media/image987.png"/><Relationship Id="rId404" Type="http://schemas.openxmlformats.org/officeDocument/2006/relationships/image" Target="../media/image995.png"/><Relationship Id="rId250" Type="http://schemas.openxmlformats.org/officeDocument/2006/relationships/image" Target="../media/image3471.png"/><Relationship Id="rId292" Type="http://schemas.openxmlformats.org/officeDocument/2006/relationships/image" Target="../media/image3681.png"/><Relationship Id="rId306" Type="http://schemas.openxmlformats.org/officeDocument/2006/relationships/image" Target="../media/image3751.png"/><Relationship Id="rId45" Type="http://schemas.openxmlformats.org/officeDocument/2006/relationships/customXml" Target="../ink/ink2009.xml"/><Relationship Id="rId87" Type="http://schemas.openxmlformats.org/officeDocument/2006/relationships/customXml" Target="../ink/ink2030.xml"/><Relationship Id="rId110" Type="http://schemas.openxmlformats.org/officeDocument/2006/relationships/image" Target="../media/image2771.png"/><Relationship Id="rId348" Type="http://schemas.openxmlformats.org/officeDocument/2006/relationships/image" Target="../media/image964.png"/><Relationship Id="rId152" Type="http://schemas.openxmlformats.org/officeDocument/2006/relationships/image" Target="../media/image2981.png"/><Relationship Id="rId194" Type="http://schemas.openxmlformats.org/officeDocument/2006/relationships/image" Target="../media/image3191.png"/><Relationship Id="rId208" Type="http://schemas.openxmlformats.org/officeDocument/2006/relationships/image" Target="../media/image3261.png"/><Relationship Id="rId415" Type="http://schemas.openxmlformats.org/officeDocument/2006/relationships/customXml" Target="../ink/ink2194.xml"/><Relationship Id="rId261" Type="http://schemas.openxmlformats.org/officeDocument/2006/relationships/customXml" Target="../ink/ink2117.xml"/><Relationship Id="rId14" Type="http://schemas.openxmlformats.org/officeDocument/2006/relationships/image" Target="../media/image2291.png"/><Relationship Id="rId56" Type="http://schemas.openxmlformats.org/officeDocument/2006/relationships/image" Target="../media/image2501.png"/><Relationship Id="rId317" Type="http://schemas.openxmlformats.org/officeDocument/2006/relationships/customXml" Target="../ink/ink2145.xml"/><Relationship Id="rId359" Type="http://schemas.openxmlformats.org/officeDocument/2006/relationships/customXml" Target="../ink/ink2166.xml"/><Relationship Id="rId98" Type="http://schemas.openxmlformats.org/officeDocument/2006/relationships/image" Target="../media/image2712.png"/><Relationship Id="rId121" Type="http://schemas.openxmlformats.org/officeDocument/2006/relationships/customXml" Target="../ink/ink2047.xml"/><Relationship Id="rId163" Type="http://schemas.openxmlformats.org/officeDocument/2006/relationships/customXml" Target="../ink/ink2068.xml"/><Relationship Id="rId219" Type="http://schemas.openxmlformats.org/officeDocument/2006/relationships/customXml" Target="../ink/ink2096.xml"/><Relationship Id="rId370" Type="http://schemas.openxmlformats.org/officeDocument/2006/relationships/image" Target="../media/image976.png"/><Relationship Id="rId230" Type="http://schemas.openxmlformats.org/officeDocument/2006/relationships/image" Target="../media/image3371.png"/><Relationship Id="rId25" Type="http://schemas.openxmlformats.org/officeDocument/2006/relationships/customXml" Target="../ink/ink1999.xml"/><Relationship Id="rId67" Type="http://schemas.openxmlformats.org/officeDocument/2006/relationships/customXml" Target="../ink/ink2020.xml"/><Relationship Id="rId272" Type="http://schemas.openxmlformats.org/officeDocument/2006/relationships/image" Target="../media/image3581.png"/><Relationship Id="rId328" Type="http://schemas.openxmlformats.org/officeDocument/2006/relationships/image" Target="../media/image3860.png"/><Relationship Id="rId132" Type="http://schemas.openxmlformats.org/officeDocument/2006/relationships/image" Target="../media/image2881.png"/><Relationship Id="rId174" Type="http://schemas.openxmlformats.org/officeDocument/2006/relationships/image" Target="../media/image3091.png"/><Relationship Id="rId381" Type="http://schemas.openxmlformats.org/officeDocument/2006/relationships/customXml" Target="../ink/ink2177.xml"/><Relationship Id="rId241" Type="http://schemas.openxmlformats.org/officeDocument/2006/relationships/customXml" Target="../ink/ink2107.xml"/><Relationship Id="rId36" Type="http://schemas.openxmlformats.org/officeDocument/2006/relationships/image" Target="../media/image2401.png"/><Relationship Id="rId283" Type="http://schemas.openxmlformats.org/officeDocument/2006/relationships/customXml" Target="../ink/ink2128.xml"/><Relationship Id="rId339" Type="http://schemas.openxmlformats.org/officeDocument/2006/relationships/customXml" Target="../ink/ink2156.xml"/><Relationship Id="rId78" Type="http://schemas.openxmlformats.org/officeDocument/2006/relationships/image" Target="../media/image2611.png"/><Relationship Id="rId101" Type="http://schemas.openxmlformats.org/officeDocument/2006/relationships/customXml" Target="../ink/ink2037.xml"/><Relationship Id="rId143" Type="http://schemas.openxmlformats.org/officeDocument/2006/relationships/customXml" Target="../ink/ink2058.xml"/><Relationship Id="rId185" Type="http://schemas.openxmlformats.org/officeDocument/2006/relationships/customXml" Target="../ink/ink2079.xml"/><Relationship Id="rId350" Type="http://schemas.openxmlformats.org/officeDocument/2006/relationships/image" Target="../media/image965.png"/><Relationship Id="rId406" Type="http://schemas.openxmlformats.org/officeDocument/2006/relationships/image" Target="../media/image996.png"/><Relationship Id="rId9" Type="http://schemas.openxmlformats.org/officeDocument/2006/relationships/customXml" Target="../ink/ink1991.xml"/><Relationship Id="rId210" Type="http://schemas.openxmlformats.org/officeDocument/2006/relationships/image" Target="../media/image3271.png"/><Relationship Id="rId392" Type="http://schemas.openxmlformats.org/officeDocument/2006/relationships/image" Target="../media/image988.png"/><Relationship Id="rId252" Type="http://schemas.openxmlformats.org/officeDocument/2006/relationships/image" Target="../media/image3481.png"/><Relationship Id="rId294" Type="http://schemas.openxmlformats.org/officeDocument/2006/relationships/image" Target="../media/image3691.png"/><Relationship Id="rId308" Type="http://schemas.openxmlformats.org/officeDocument/2006/relationships/image" Target="../media/image3761.png"/><Relationship Id="rId47" Type="http://schemas.openxmlformats.org/officeDocument/2006/relationships/customXml" Target="../ink/ink2010.xml"/><Relationship Id="rId89" Type="http://schemas.openxmlformats.org/officeDocument/2006/relationships/customXml" Target="../ink/ink2031.xml"/><Relationship Id="rId112" Type="http://schemas.openxmlformats.org/officeDocument/2006/relationships/image" Target="../media/image2781.png"/><Relationship Id="rId154" Type="http://schemas.openxmlformats.org/officeDocument/2006/relationships/image" Target="../media/image2991.png"/><Relationship Id="rId361" Type="http://schemas.openxmlformats.org/officeDocument/2006/relationships/customXml" Target="../ink/ink2167.xml"/><Relationship Id="rId196" Type="http://schemas.openxmlformats.org/officeDocument/2006/relationships/image" Target="../media/image3201.png"/><Relationship Id="rId417" Type="http://schemas.openxmlformats.org/officeDocument/2006/relationships/customXml" Target="../ink/ink2195.xml"/><Relationship Id="rId16" Type="http://schemas.openxmlformats.org/officeDocument/2006/relationships/image" Target="../media/image2301.png"/><Relationship Id="rId221" Type="http://schemas.openxmlformats.org/officeDocument/2006/relationships/customXml" Target="../ink/ink2097.xml"/><Relationship Id="rId263" Type="http://schemas.openxmlformats.org/officeDocument/2006/relationships/customXml" Target="../ink/ink2118.xml"/><Relationship Id="rId319" Type="http://schemas.openxmlformats.org/officeDocument/2006/relationships/customXml" Target="../ink/ink2146.xml"/><Relationship Id="rId58" Type="http://schemas.openxmlformats.org/officeDocument/2006/relationships/image" Target="../media/image2511.png"/><Relationship Id="rId123" Type="http://schemas.openxmlformats.org/officeDocument/2006/relationships/customXml" Target="../ink/ink2048.xml"/><Relationship Id="rId330" Type="http://schemas.openxmlformats.org/officeDocument/2006/relationships/image" Target="../media/image3870.png"/><Relationship Id="rId165" Type="http://schemas.openxmlformats.org/officeDocument/2006/relationships/customXml" Target="../ink/ink2069.xml"/><Relationship Id="rId372" Type="http://schemas.openxmlformats.org/officeDocument/2006/relationships/image" Target="../media/image977.png"/><Relationship Id="rId232" Type="http://schemas.openxmlformats.org/officeDocument/2006/relationships/image" Target="../media/image3381.png"/><Relationship Id="rId274" Type="http://schemas.openxmlformats.org/officeDocument/2006/relationships/image" Target="../media/image3591.png"/><Relationship Id="rId27" Type="http://schemas.openxmlformats.org/officeDocument/2006/relationships/customXml" Target="../ink/ink2000.xml"/><Relationship Id="rId69" Type="http://schemas.openxmlformats.org/officeDocument/2006/relationships/customXml" Target="../ink/ink2021.xml"/><Relationship Id="rId134" Type="http://schemas.openxmlformats.org/officeDocument/2006/relationships/image" Target="../media/image2891.png"/><Relationship Id="rId80" Type="http://schemas.openxmlformats.org/officeDocument/2006/relationships/image" Target="../media/image2621.png"/><Relationship Id="rId176" Type="http://schemas.openxmlformats.org/officeDocument/2006/relationships/image" Target="../media/image3101.png"/><Relationship Id="rId341" Type="http://schemas.openxmlformats.org/officeDocument/2006/relationships/customXml" Target="../ink/ink2157.xml"/><Relationship Id="rId383" Type="http://schemas.openxmlformats.org/officeDocument/2006/relationships/customXml" Target="../ink/ink2178.xml"/><Relationship Id="rId201" Type="http://schemas.openxmlformats.org/officeDocument/2006/relationships/customXml" Target="../ink/ink2087.xml"/><Relationship Id="rId222" Type="http://schemas.openxmlformats.org/officeDocument/2006/relationships/image" Target="../media/image3331.png"/><Relationship Id="rId243" Type="http://schemas.openxmlformats.org/officeDocument/2006/relationships/customXml" Target="../ink/ink2108.xml"/><Relationship Id="rId264" Type="http://schemas.openxmlformats.org/officeDocument/2006/relationships/image" Target="../media/image3541.png"/><Relationship Id="rId285" Type="http://schemas.openxmlformats.org/officeDocument/2006/relationships/customXml" Target="../ink/ink2129.xml"/><Relationship Id="rId17" Type="http://schemas.openxmlformats.org/officeDocument/2006/relationships/customXml" Target="../ink/ink1995.xml"/><Relationship Id="rId38" Type="http://schemas.openxmlformats.org/officeDocument/2006/relationships/image" Target="../media/image2411.png"/><Relationship Id="rId59" Type="http://schemas.openxmlformats.org/officeDocument/2006/relationships/customXml" Target="../ink/ink2016.xml"/><Relationship Id="rId103" Type="http://schemas.openxmlformats.org/officeDocument/2006/relationships/customXml" Target="../ink/ink2038.xml"/><Relationship Id="rId124" Type="http://schemas.openxmlformats.org/officeDocument/2006/relationships/image" Target="../media/image2841.png"/><Relationship Id="rId310" Type="http://schemas.openxmlformats.org/officeDocument/2006/relationships/image" Target="../media/image3771.png"/><Relationship Id="rId70" Type="http://schemas.openxmlformats.org/officeDocument/2006/relationships/image" Target="../media/image2571.png"/><Relationship Id="rId91" Type="http://schemas.openxmlformats.org/officeDocument/2006/relationships/customXml" Target="../ink/ink2032.xml"/><Relationship Id="rId145" Type="http://schemas.openxmlformats.org/officeDocument/2006/relationships/customXml" Target="../ink/ink2059.xml"/><Relationship Id="rId166" Type="http://schemas.openxmlformats.org/officeDocument/2006/relationships/image" Target="../media/image3051.png"/><Relationship Id="rId187" Type="http://schemas.openxmlformats.org/officeDocument/2006/relationships/customXml" Target="../ink/ink2080.xml"/><Relationship Id="rId331" Type="http://schemas.openxmlformats.org/officeDocument/2006/relationships/customXml" Target="../ink/ink2152.xml"/><Relationship Id="rId352" Type="http://schemas.openxmlformats.org/officeDocument/2006/relationships/image" Target="../media/image966.png"/><Relationship Id="rId373" Type="http://schemas.openxmlformats.org/officeDocument/2006/relationships/customXml" Target="../ink/ink2173.xml"/><Relationship Id="rId394" Type="http://schemas.openxmlformats.org/officeDocument/2006/relationships/image" Target="../media/image989.png"/><Relationship Id="rId408" Type="http://schemas.openxmlformats.org/officeDocument/2006/relationships/image" Target="../media/image997.png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3281.png"/><Relationship Id="rId233" Type="http://schemas.openxmlformats.org/officeDocument/2006/relationships/customXml" Target="../ink/ink2103.xml"/><Relationship Id="rId254" Type="http://schemas.openxmlformats.org/officeDocument/2006/relationships/image" Target="../media/image3491.png"/><Relationship Id="rId28" Type="http://schemas.openxmlformats.org/officeDocument/2006/relationships/image" Target="../media/image2361.png"/><Relationship Id="rId49" Type="http://schemas.openxmlformats.org/officeDocument/2006/relationships/customXml" Target="../ink/ink2011.xml"/><Relationship Id="rId114" Type="http://schemas.openxmlformats.org/officeDocument/2006/relationships/image" Target="../media/image2791.png"/><Relationship Id="rId275" Type="http://schemas.openxmlformats.org/officeDocument/2006/relationships/customXml" Target="../ink/ink2124.xml"/><Relationship Id="rId296" Type="http://schemas.openxmlformats.org/officeDocument/2006/relationships/image" Target="../media/image3701.png"/><Relationship Id="rId300" Type="http://schemas.openxmlformats.org/officeDocument/2006/relationships/image" Target="../media/image3721.png"/><Relationship Id="rId60" Type="http://schemas.openxmlformats.org/officeDocument/2006/relationships/image" Target="../media/image2521.png"/><Relationship Id="rId81" Type="http://schemas.openxmlformats.org/officeDocument/2006/relationships/customXml" Target="../ink/ink2027.xml"/><Relationship Id="rId135" Type="http://schemas.openxmlformats.org/officeDocument/2006/relationships/customXml" Target="../ink/ink2054.xml"/><Relationship Id="rId156" Type="http://schemas.openxmlformats.org/officeDocument/2006/relationships/image" Target="../media/image3001.png"/><Relationship Id="rId177" Type="http://schemas.openxmlformats.org/officeDocument/2006/relationships/customXml" Target="../ink/ink2075.xml"/><Relationship Id="rId198" Type="http://schemas.openxmlformats.org/officeDocument/2006/relationships/image" Target="../media/image3210.png"/><Relationship Id="rId321" Type="http://schemas.openxmlformats.org/officeDocument/2006/relationships/customXml" Target="../ink/ink2147.xml"/><Relationship Id="rId342" Type="http://schemas.openxmlformats.org/officeDocument/2006/relationships/image" Target="../media/image3930.png"/><Relationship Id="rId363" Type="http://schemas.openxmlformats.org/officeDocument/2006/relationships/customXml" Target="../ink/ink2168.xml"/><Relationship Id="rId384" Type="http://schemas.openxmlformats.org/officeDocument/2006/relationships/image" Target="../media/image984.png"/><Relationship Id="rId419" Type="http://schemas.openxmlformats.org/officeDocument/2006/relationships/customXml" Target="../ink/ink2196.xml"/><Relationship Id="rId202" Type="http://schemas.openxmlformats.org/officeDocument/2006/relationships/image" Target="../media/image3231.png"/><Relationship Id="rId223" Type="http://schemas.openxmlformats.org/officeDocument/2006/relationships/customXml" Target="../ink/ink2098.xml"/><Relationship Id="rId244" Type="http://schemas.openxmlformats.org/officeDocument/2006/relationships/image" Target="../media/image3441.png"/><Relationship Id="rId18" Type="http://schemas.openxmlformats.org/officeDocument/2006/relationships/image" Target="../media/image2311.png"/><Relationship Id="rId39" Type="http://schemas.openxmlformats.org/officeDocument/2006/relationships/customXml" Target="../ink/ink2006.xml"/><Relationship Id="rId265" Type="http://schemas.openxmlformats.org/officeDocument/2006/relationships/customXml" Target="../ink/ink2119.xml"/><Relationship Id="rId286" Type="http://schemas.openxmlformats.org/officeDocument/2006/relationships/image" Target="../media/image3651.png"/><Relationship Id="rId50" Type="http://schemas.openxmlformats.org/officeDocument/2006/relationships/image" Target="../media/image2471.png"/><Relationship Id="rId104" Type="http://schemas.openxmlformats.org/officeDocument/2006/relationships/image" Target="../media/image2741.png"/><Relationship Id="rId125" Type="http://schemas.openxmlformats.org/officeDocument/2006/relationships/customXml" Target="../ink/ink2049.xml"/><Relationship Id="rId146" Type="http://schemas.openxmlformats.org/officeDocument/2006/relationships/image" Target="../media/image2950.png"/><Relationship Id="rId167" Type="http://schemas.openxmlformats.org/officeDocument/2006/relationships/customXml" Target="../ink/ink2070.xml"/><Relationship Id="rId188" Type="http://schemas.openxmlformats.org/officeDocument/2006/relationships/image" Target="../media/image3161.png"/><Relationship Id="rId311" Type="http://schemas.openxmlformats.org/officeDocument/2006/relationships/customXml" Target="../ink/ink2142.xml"/><Relationship Id="rId332" Type="http://schemas.openxmlformats.org/officeDocument/2006/relationships/image" Target="../media/image3880.png"/><Relationship Id="rId353" Type="http://schemas.openxmlformats.org/officeDocument/2006/relationships/customXml" Target="../ink/ink2163.xml"/><Relationship Id="rId374" Type="http://schemas.openxmlformats.org/officeDocument/2006/relationships/image" Target="../media/image978.png"/><Relationship Id="rId395" Type="http://schemas.openxmlformats.org/officeDocument/2006/relationships/customXml" Target="../ink/ink2184.xml"/><Relationship Id="rId409" Type="http://schemas.openxmlformats.org/officeDocument/2006/relationships/customXml" Target="../ink/ink2191.xml"/><Relationship Id="rId71" Type="http://schemas.openxmlformats.org/officeDocument/2006/relationships/customXml" Target="../ink/ink2022.xml"/><Relationship Id="rId92" Type="http://schemas.openxmlformats.org/officeDocument/2006/relationships/image" Target="../media/image2681.png"/><Relationship Id="rId213" Type="http://schemas.openxmlformats.org/officeDocument/2006/relationships/customXml" Target="../ink/ink2093.xml"/><Relationship Id="rId234" Type="http://schemas.openxmlformats.org/officeDocument/2006/relationships/image" Target="../media/image3391.png"/><Relationship Id="rId420" Type="http://schemas.openxmlformats.org/officeDocument/2006/relationships/image" Target="../media/image1004.png"/><Relationship Id="rId2" Type="http://schemas.openxmlformats.org/officeDocument/2006/relationships/image" Target="../media/image777.png"/><Relationship Id="rId29" Type="http://schemas.openxmlformats.org/officeDocument/2006/relationships/customXml" Target="../ink/ink2001.xml"/><Relationship Id="rId255" Type="http://schemas.openxmlformats.org/officeDocument/2006/relationships/customXml" Target="../ink/ink2114.xml"/><Relationship Id="rId276" Type="http://schemas.openxmlformats.org/officeDocument/2006/relationships/image" Target="../media/image3601.png"/><Relationship Id="rId297" Type="http://schemas.openxmlformats.org/officeDocument/2006/relationships/customXml" Target="../ink/ink2135.xml"/><Relationship Id="rId40" Type="http://schemas.openxmlformats.org/officeDocument/2006/relationships/image" Target="../media/image2421.png"/><Relationship Id="rId115" Type="http://schemas.openxmlformats.org/officeDocument/2006/relationships/customXml" Target="../ink/ink2044.xml"/><Relationship Id="rId136" Type="http://schemas.openxmlformats.org/officeDocument/2006/relationships/image" Target="../media/image2901.png"/><Relationship Id="rId157" Type="http://schemas.openxmlformats.org/officeDocument/2006/relationships/customXml" Target="../ink/ink2065.xml"/><Relationship Id="rId178" Type="http://schemas.openxmlformats.org/officeDocument/2006/relationships/image" Target="../media/image3112.png"/><Relationship Id="rId301" Type="http://schemas.openxmlformats.org/officeDocument/2006/relationships/customXml" Target="../ink/ink2137.xml"/><Relationship Id="rId322" Type="http://schemas.openxmlformats.org/officeDocument/2006/relationships/image" Target="../media/image3830.png"/><Relationship Id="rId343" Type="http://schemas.openxmlformats.org/officeDocument/2006/relationships/customXml" Target="../ink/ink2158.xml"/><Relationship Id="rId364" Type="http://schemas.openxmlformats.org/officeDocument/2006/relationships/image" Target="../media/image973.png"/><Relationship Id="rId61" Type="http://schemas.openxmlformats.org/officeDocument/2006/relationships/customXml" Target="../ink/ink2017.xml"/><Relationship Id="rId82" Type="http://schemas.openxmlformats.org/officeDocument/2006/relationships/image" Target="../media/image2631.png"/><Relationship Id="rId199" Type="http://schemas.openxmlformats.org/officeDocument/2006/relationships/customXml" Target="../ink/ink2086.xml"/><Relationship Id="rId203" Type="http://schemas.openxmlformats.org/officeDocument/2006/relationships/customXml" Target="../ink/ink2088.xml"/><Relationship Id="rId385" Type="http://schemas.openxmlformats.org/officeDocument/2006/relationships/customXml" Target="../ink/ink2179.xml"/><Relationship Id="rId19" Type="http://schemas.openxmlformats.org/officeDocument/2006/relationships/customXml" Target="../ink/ink1996.xml"/><Relationship Id="rId224" Type="http://schemas.openxmlformats.org/officeDocument/2006/relationships/image" Target="../media/image3341.png"/><Relationship Id="rId245" Type="http://schemas.openxmlformats.org/officeDocument/2006/relationships/customXml" Target="../ink/ink2109.xml"/><Relationship Id="rId266" Type="http://schemas.openxmlformats.org/officeDocument/2006/relationships/image" Target="../media/image3551.png"/><Relationship Id="rId287" Type="http://schemas.openxmlformats.org/officeDocument/2006/relationships/customXml" Target="../ink/ink2130.xml"/><Relationship Id="rId410" Type="http://schemas.openxmlformats.org/officeDocument/2006/relationships/image" Target="../media/image998.png"/><Relationship Id="rId30" Type="http://schemas.openxmlformats.org/officeDocument/2006/relationships/image" Target="../media/image2371.png"/><Relationship Id="rId105" Type="http://schemas.openxmlformats.org/officeDocument/2006/relationships/customXml" Target="../ink/ink2039.xml"/><Relationship Id="rId126" Type="http://schemas.openxmlformats.org/officeDocument/2006/relationships/image" Target="../media/image2851.png"/><Relationship Id="rId147" Type="http://schemas.openxmlformats.org/officeDocument/2006/relationships/customXml" Target="../ink/ink2060.xml"/><Relationship Id="rId168" Type="http://schemas.openxmlformats.org/officeDocument/2006/relationships/image" Target="../media/image3061.png"/><Relationship Id="rId312" Type="http://schemas.openxmlformats.org/officeDocument/2006/relationships/image" Target="../media/image3781.png"/><Relationship Id="rId333" Type="http://schemas.openxmlformats.org/officeDocument/2006/relationships/customXml" Target="../ink/ink2153.xml"/><Relationship Id="rId354" Type="http://schemas.openxmlformats.org/officeDocument/2006/relationships/image" Target="../media/image967.png"/><Relationship Id="rId51" Type="http://schemas.openxmlformats.org/officeDocument/2006/relationships/customXml" Target="../ink/ink2012.xml"/><Relationship Id="rId72" Type="http://schemas.openxmlformats.org/officeDocument/2006/relationships/image" Target="../media/image2581.png"/><Relationship Id="rId93" Type="http://schemas.openxmlformats.org/officeDocument/2006/relationships/customXml" Target="../ink/ink2033.xml"/><Relationship Id="rId189" Type="http://schemas.openxmlformats.org/officeDocument/2006/relationships/customXml" Target="../ink/ink2081.xml"/><Relationship Id="rId375" Type="http://schemas.openxmlformats.org/officeDocument/2006/relationships/customXml" Target="../ink/ink2174.xml"/><Relationship Id="rId396" Type="http://schemas.openxmlformats.org/officeDocument/2006/relationships/image" Target="../media/image990.png"/><Relationship Id="rId3" Type="http://schemas.openxmlformats.org/officeDocument/2006/relationships/customXml" Target="../ink/ink1988.xml"/><Relationship Id="rId214" Type="http://schemas.openxmlformats.org/officeDocument/2006/relationships/image" Target="../media/image3291.png"/><Relationship Id="rId235" Type="http://schemas.openxmlformats.org/officeDocument/2006/relationships/customXml" Target="../ink/ink2104.xml"/><Relationship Id="rId256" Type="http://schemas.openxmlformats.org/officeDocument/2006/relationships/image" Target="../media/image3501.png"/><Relationship Id="rId277" Type="http://schemas.openxmlformats.org/officeDocument/2006/relationships/customXml" Target="../ink/ink2125.xml"/><Relationship Id="rId298" Type="http://schemas.openxmlformats.org/officeDocument/2006/relationships/image" Target="../media/image3712.png"/><Relationship Id="rId400" Type="http://schemas.openxmlformats.org/officeDocument/2006/relationships/image" Target="../media/image993.png"/><Relationship Id="rId116" Type="http://schemas.openxmlformats.org/officeDocument/2006/relationships/image" Target="../media/image2801.png"/><Relationship Id="rId137" Type="http://schemas.openxmlformats.org/officeDocument/2006/relationships/customXml" Target="../ink/ink2055.xml"/><Relationship Id="rId158" Type="http://schemas.openxmlformats.org/officeDocument/2006/relationships/image" Target="../media/image3012.png"/><Relationship Id="rId302" Type="http://schemas.openxmlformats.org/officeDocument/2006/relationships/image" Target="../media/image3731.png"/><Relationship Id="rId323" Type="http://schemas.openxmlformats.org/officeDocument/2006/relationships/customXml" Target="../ink/ink2148.xml"/><Relationship Id="rId344" Type="http://schemas.openxmlformats.org/officeDocument/2006/relationships/image" Target="../media/image3940.png"/><Relationship Id="rId20" Type="http://schemas.openxmlformats.org/officeDocument/2006/relationships/image" Target="../media/image2321.png"/><Relationship Id="rId41" Type="http://schemas.openxmlformats.org/officeDocument/2006/relationships/customXml" Target="../ink/ink2007.xml"/><Relationship Id="rId62" Type="http://schemas.openxmlformats.org/officeDocument/2006/relationships/image" Target="../media/image2531.png"/><Relationship Id="rId83" Type="http://schemas.openxmlformats.org/officeDocument/2006/relationships/customXml" Target="../ink/ink2028.xml"/><Relationship Id="rId179" Type="http://schemas.openxmlformats.org/officeDocument/2006/relationships/customXml" Target="../ink/ink2076.xml"/><Relationship Id="rId365" Type="http://schemas.openxmlformats.org/officeDocument/2006/relationships/customXml" Target="../ink/ink2169.xml"/><Relationship Id="rId386" Type="http://schemas.openxmlformats.org/officeDocument/2006/relationships/image" Target="../media/image985.png"/><Relationship Id="rId190" Type="http://schemas.openxmlformats.org/officeDocument/2006/relationships/image" Target="../media/image3171.png"/><Relationship Id="rId204" Type="http://schemas.openxmlformats.org/officeDocument/2006/relationships/image" Target="../media/image3241.png"/><Relationship Id="rId225" Type="http://schemas.openxmlformats.org/officeDocument/2006/relationships/customXml" Target="../ink/ink2099.xml"/><Relationship Id="rId246" Type="http://schemas.openxmlformats.org/officeDocument/2006/relationships/image" Target="../media/image3451.png"/><Relationship Id="rId267" Type="http://schemas.openxmlformats.org/officeDocument/2006/relationships/customXml" Target="../ink/ink2120.xml"/><Relationship Id="rId288" Type="http://schemas.openxmlformats.org/officeDocument/2006/relationships/image" Target="../media/image3661.png"/><Relationship Id="rId411" Type="http://schemas.openxmlformats.org/officeDocument/2006/relationships/customXml" Target="../ink/ink2192.xml"/><Relationship Id="rId106" Type="http://schemas.openxmlformats.org/officeDocument/2006/relationships/image" Target="../media/image2751.png"/><Relationship Id="rId127" Type="http://schemas.openxmlformats.org/officeDocument/2006/relationships/customXml" Target="../ink/ink2050.xml"/><Relationship Id="rId313" Type="http://schemas.openxmlformats.org/officeDocument/2006/relationships/customXml" Target="../ink/ink2143.xml"/><Relationship Id="rId10" Type="http://schemas.openxmlformats.org/officeDocument/2006/relationships/image" Target="../media/image2271.png"/><Relationship Id="rId31" Type="http://schemas.openxmlformats.org/officeDocument/2006/relationships/customXml" Target="../ink/ink2002.xml"/><Relationship Id="rId52" Type="http://schemas.openxmlformats.org/officeDocument/2006/relationships/image" Target="../media/image2481.png"/><Relationship Id="rId73" Type="http://schemas.openxmlformats.org/officeDocument/2006/relationships/customXml" Target="../ink/ink2023.xml"/><Relationship Id="rId94" Type="http://schemas.openxmlformats.org/officeDocument/2006/relationships/image" Target="../media/image2691.png"/><Relationship Id="rId148" Type="http://schemas.openxmlformats.org/officeDocument/2006/relationships/image" Target="../media/image2960.png"/><Relationship Id="rId169" Type="http://schemas.openxmlformats.org/officeDocument/2006/relationships/customXml" Target="../ink/ink2071.xml"/><Relationship Id="rId334" Type="http://schemas.openxmlformats.org/officeDocument/2006/relationships/image" Target="../media/image3890.png"/><Relationship Id="rId355" Type="http://schemas.openxmlformats.org/officeDocument/2006/relationships/customXml" Target="../ink/ink2164.xml"/><Relationship Id="rId376" Type="http://schemas.openxmlformats.org/officeDocument/2006/relationships/image" Target="../media/image979.png"/><Relationship Id="rId397" Type="http://schemas.openxmlformats.org/officeDocument/2006/relationships/customXml" Target="../ink/ink2185.xml"/><Relationship Id="rId4" Type="http://schemas.openxmlformats.org/officeDocument/2006/relationships/image" Target="../media/image2241.png"/><Relationship Id="rId180" Type="http://schemas.openxmlformats.org/officeDocument/2006/relationships/image" Target="../media/image3121.png"/><Relationship Id="rId215" Type="http://schemas.openxmlformats.org/officeDocument/2006/relationships/customXml" Target="../ink/ink2094.xml"/><Relationship Id="rId236" Type="http://schemas.openxmlformats.org/officeDocument/2006/relationships/image" Target="../media/image3401.png"/><Relationship Id="rId257" Type="http://schemas.openxmlformats.org/officeDocument/2006/relationships/customXml" Target="../ink/ink2115.xml"/><Relationship Id="rId278" Type="http://schemas.openxmlformats.org/officeDocument/2006/relationships/image" Target="../media/image3612.png"/><Relationship Id="rId401" Type="http://schemas.openxmlformats.org/officeDocument/2006/relationships/customXml" Target="../ink/ink2187.xml"/><Relationship Id="rId303" Type="http://schemas.openxmlformats.org/officeDocument/2006/relationships/customXml" Target="../ink/ink2138.xml"/><Relationship Id="rId42" Type="http://schemas.openxmlformats.org/officeDocument/2006/relationships/image" Target="../media/image2431.png"/><Relationship Id="rId84" Type="http://schemas.openxmlformats.org/officeDocument/2006/relationships/image" Target="../media/image2641.png"/><Relationship Id="rId138" Type="http://schemas.openxmlformats.org/officeDocument/2006/relationships/image" Target="../media/image2912.png"/><Relationship Id="rId345" Type="http://schemas.openxmlformats.org/officeDocument/2006/relationships/customXml" Target="../ink/ink2159.xml"/><Relationship Id="rId387" Type="http://schemas.openxmlformats.org/officeDocument/2006/relationships/customXml" Target="../ink/ink2180.xml"/><Relationship Id="rId191" Type="http://schemas.openxmlformats.org/officeDocument/2006/relationships/customXml" Target="../ink/ink2082.xml"/><Relationship Id="rId205" Type="http://schemas.openxmlformats.org/officeDocument/2006/relationships/customXml" Target="../ink/ink2089.xml"/><Relationship Id="rId247" Type="http://schemas.openxmlformats.org/officeDocument/2006/relationships/customXml" Target="../ink/ink2110.xml"/><Relationship Id="rId412" Type="http://schemas.openxmlformats.org/officeDocument/2006/relationships/image" Target="../media/image999.png"/><Relationship Id="rId107" Type="http://schemas.openxmlformats.org/officeDocument/2006/relationships/customXml" Target="../ink/ink2040.xml"/><Relationship Id="rId289" Type="http://schemas.openxmlformats.org/officeDocument/2006/relationships/customXml" Target="../ink/ink2131.xml"/><Relationship Id="rId11" Type="http://schemas.openxmlformats.org/officeDocument/2006/relationships/customXml" Target="../ink/ink1992.xml"/><Relationship Id="rId53" Type="http://schemas.openxmlformats.org/officeDocument/2006/relationships/customXml" Target="../ink/ink2013.xml"/><Relationship Id="rId149" Type="http://schemas.openxmlformats.org/officeDocument/2006/relationships/customXml" Target="../ink/ink2061.xml"/><Relationship Id="rId314" Type="http://schemas.openxmlformats.org/officeDocument/2006/relationships/image" Target="../media/image3790.png"/><Relationship Id="rId356" Type="http://schemas.openxmlformats.org/officeDocument/2006/relationships/image" Target="../media/image968.png"/><Relationship Id="rId398" Type="http://schemas.openxmlformats.org/officeDocument/2006/relationships/image" Target="../media/image992.png"/><Relationship Id="rId95" Type="http://schemas.openxmlformats.org/officeDocument/2006/relationships/customXml" Target="../ink/ink2034.xml"/><Relationship Id="rId160" Type="http://schemas.openxmlformats.org/officeDocument/2006/relationships/image" Target="../media/image3020.png"/><Relationship Id="rId216" Type="http://schemas.openxmlformats.org/officeDocument/2006/relationships/image" Target="../media/image3301.png"/><Relationship Id="rId258" Type="http://schemas.openxmlformats.org/officeDocument/2006/relationships/image" Target="../media/image3512.png"/><Relationship Id="rId22" Type="http://schemas.openxmlformats.org/officeDocument/2006/relationships/image" Target="../media/image2331.png"/><Relationship Id="rId64" Type="http://schemas.openxmlformats.org/officeDocument/2006/relationships/image" Target="../media/image2541.png"/><Relationship Id="rId118" Type="http://schemas.openxmlformats.org/officeDocument/2006/relationships/image" Target="../media/image2812.png"/><Relationship Id="rId325" Type="http://schemas.openxmlformats.org/officeDocument/2006/relationships/customXml" Target="../ink/ink2149.xml"/><Relationship Id="rId367" Type="http://schemas.openxmlformats.org/officeDocument/2006/relationships/customXml" Target="../ink/ink2170.xml"/><Relationship Id="rId171" Type="http://schemas.openxmlformats.org/officeDocument/2006/relationships/customXml" Target="../ink/ink2072.xml"/><Relationship Id="rId227" Type="http://schemas.openxmlformats.org/officeDocument/2006/relationships/customXml" Target="../ink/ink2100.xml"/><Relationship Id="rId269" Type="http://schemas.openxmlformats.org/officeDocument/2006/relationships/customXml" Target="../ink/ink2121.xml"/><Relationship Id="rId33" Type="http://schemas.openxmlformats.org/officeDocument/2006/relationships/customXml" Target="../ink/ink2003.xml"/><Relationship Id="rId129" Type="http://schemas.openxmlformats.org/officeDocument/2006/relationships/customXml" Target="../ink/ink2051.xml"/><Relationship Id="rId280" Type="http://schemas.openxmlformats.org/officeDocument/2006/relationships/image" Target="../media/image3621.png"/><Relationship Id="rId336" Type="http://schemas.openxmlformats.org/officeDocument/2006/relationships/image" Target="../media/image3900.png"/><Relationship Id="rId75" Type="http://schemas.openxmlformats.org/officeDocument/2006/relationships/customXml" Target="../ink/ink2024.xml"/><Relationship Id="rId140" Type="http://schemas.openxmlformats.org/officeDocument/2006/relationships/image" Target="../media/image2921.png"/><Relationship Id="rId182" Type="http://schemas.openxmlformats.org/officeDocument/2006/relationships/image" Target="../media/image3131.png"/><Relationship Id="rId378" Type="http://schemas.openxmlformats.org/officeDocument/2006/relationships/image" Target="../media/image980.png"/><Relationship Id="rId403" Type="http://schemas.openxmlformats.org/officeDocument/2006/relationships/customXml" Target="../ink/ink2188.xml"/><Relationship Id="rId6" Type="http://schemas.openxmlformats.org/officeDocument/2006/relationships/image" Target="../media/image2251.png"/><Relationship Id="rId238" Type="http://schemas.openxmlformats.org/officeDocument/2006/relationships/image" Target="../media/image3412.png"/><Relationship Id="rId291" Type="http://schemas.openxmlformats.org/officeDocument/2006/relationships/customXml" Target="../ink/ink2132.xml"/><Relationship Id="rId305" Type="http://schemas.openxmlformats.org/officeDocument/2006/relationships/customXml" Target="../ink/ink2139.xml"/><Relationship Id="rId347" Type="http://schemas.openxmlformats.org/officeDocument/2006/relationships/customXml" Target="../ink/ink2160.xml"/><Relationship Id="rId44" Type="http://schemas.openxmlformats.org/officeDocument/2006/relationships/image" Target="../media/image2441.png"/><Relationship Id="rId86" Type="http://schemas.openxmlformats.org/officeDocument/2006/relationships/image" Target="../media/image2651.png"/><Relationship Id="rId151" Type="http://schemas.openxmlformats.org/officeDocument/2006/relationships/customXml" Target="../ink/ink2062.xml"/><Relationship Id="rId389" Type="http://schemas.openxmlformats.org/officeDocument/2006/relationships/customXml" Target="../ink/ink2181.xml"/><Relationship Id="rId193" Type="http://schemas.openxmlformats.org/officeDocument/2006/relationships/customXml" Target="../ink/ink2083.xml"/><Relationship Id="rId207" Type="http://schemas.openxmlformats.org/officeDocument/2006/relationships/customXml" Target="../ink/ink2090.xml"/><Relationship Id="rId249" Type="http://schemas.openxmlformats.org/officeDocument/2006/relationships/customXml" Target="../ink/ink2111.xml"/><Relationship Id="rId414" Type="http://schemas.openxmlformats.org/officeDocument/2006/relationships/image" Target="../media/image1000.png"/><Relationship Id="rId13" Type="http://schemas.openxmlformats.org/officeDocument/2006/relationships/customXml" Target="../ink/ink1993.xml"/><Relationship Id="rId109" Type="http://schemas.openxmlformats.org/officeDocument/2006/relationships/customXml" Target="../ink/ink2041.xml"/><Relationship Id="rId260" Type="http://schemas.openxmlformats.org/officeDocument/2006/relationships/image" Target="../media/image3521.png"/><Relationship Id="rId316" Type="http://schemas.openxmlformats.org/officeDocument/2006/relationships/image" Target="../media/image3800.png"/><Relationship Id="rId55" Type="http://schemas.openxmlformats.org/officeDocument/2006/relationships/customXml" Target="../ink/ink2014.xml"/><Relationship Id="rId97" Type="http://schemas.openxmlformats.org/officeDocument/2006/relationships/customXml" Target="../ink/ink2035.xml"/><Relationship Id="rId120" Type="http://schemas.openxmlformats.org/officeDocument/2006/relationships/image" Target="../media/image2821.png"/><Relationship Id="rId358" Type="http://schemas.openxmlformats.org/officeDocument/2006/relationships/image" Target="../media/image969.png"/><Relationship Id="rId162" Type="http://schemas.openxmlformats.org/officeDocument/2006/relationships/image" Target="../media/image3031.png"/><Relationship Id="rId218" Type="http://schemas.openxmlformats.org/officeDocument/2006/relationships/image" Target="../media/image3312.png"/><Relationship Id="rId271" Type="http://schemas.openxmlformats.org/officeDocument/2006/relationships/customXml" Target="../ink/ink2122.xml"/><Relationship Id="rId24" Type="http://schemas.openxmlformats.org/officeDocument/2006/relationships/image" Target="../media/image2341.png"/><Relationship Id="rId66" Type="http://schemas.openxmlformats.org/officeDocument/2006/relationships/image" Target="../media/image2551.png"/><Relationship Id="rId131" Type="http://schemas.openxmlformats.org/officeDocument/2006/relationships/customXml" Target="../ink/ink2052.xml"/><Relationship Id="rId327" Type="http://schemas.openxmlformats.org/officeDocument/2006/relationships/customXml" Target="../ink/ink2150.xml"/><Relationship Id="rId369" Type="http://schemas.openxmlformats.org/officeDocument/2006/relationships/customXml" Target="../ink/ink2171.xml"/><Relationship Id="rId173" Type="http://schemas.openxmlformats.org/officeDocument/2006/relationships/customXml" Target="../ink/ink2073.xml"/><Relationship Id="rId229" Type="http://schemas.openxmlformats.org/officeDocument/2006/relationships/customXml" Target="../ink/ink2101.xml"/><Relationship Id="rId380" Type="http://schemas.openxmlformats.org/officeDocument/2006/relationships/image" Target="../media/image982.png"/><Relationship Id="rId240" Type="http://schemas.openxmlformats.org/officeDocument/2006/relationships/image" Target="../media/image3421.png"/><Relationship Id="rId35" Type="http://schemas.openxmlformats.org/officeDocument/2006/relationships/customXml" Target="../ink/ink2004.xml"/><Relationship Id="rId77" Type="http://schemas.openxmlformats.org/officeDocument/2006/relationships/customXml" Target="../ink/ink2025.xml"/><Relationship Id="rId100" Type="http://schemas.openxmlformats.org/officeDocument/2006/relationships/image" Target="../media/image2721.png"/><Relationship Id="rId282" Type="http://schemas.openxmlformats.org/officeDocument/2006/relationships/image" Target="../media/image3631.png"/><Relationship Id="rId338" Type="http://schemas.openxmlformats.org/officeDocument/2006/relationships/image" Target="../media/image3911.png"/><Relationship Id="rId8" Type="http://schemas.openxmlformats.org/officeDocument/2006/relationships/image" Target="../media/image2261.png"/><Relationship Id="rId142" Type="http://schemas.openxmlformats.org/officeDocument/2006/relationships/image" Target="../media/image2931.png"/><Relationship Id="rId184" Type="http://schemas.openxmlformats.org/officeDocument/2006/relationships/image" Target="../media/image3141.png"/><Relationship Id="rId391" Type="http://schemas.openxmlformats.org/officeDocument/2006/relationships/customXml" Target="../ink/ink2182.xml"/><Relationship Id="rId405" Type="http://schemas.openxmlformats.org/officeDocument/2006/relationships/customXml" Target="../ink/ink2189.xml"/><Relationship Id="rId251" Type="http://schemas.openxmlformats.org/officeDocument/2006/relationships/customXml" Target="../ink/ink2112.xml"/><Relationship Id="rId46" Type="http://schemas.openxmlformats.org/officeDocument/2006/relationships/image" Target="../media/image2451.png"/><Relationship Id="rId293" Type="http://schemas.openxmlformats.org/officeDocument/2006/relationships/customXml" Target="../ink/ink2133.xml"/><Relationship Id="rId307" Type="http://schemas.openxmlformats.org/officeDocument/2006/relationships/customXml" Target="../ink/ink2140.xml"/><Relationship Id="rId349" Type="http://schemas.openxmlformats.org/officeDocument/2006/relationships/customXml" Target="../ink/ink2161.xml"/><Relationship Id="rId88" Type="http://schemas.openxmlformats.org/officeDocument/2006/relationships/image" Target="../media/image2661.png"/><Relationship Id="rId111" Type="http://schemas.openxmlformats.org/officeDocument/2006/relationships/customXml" Target="../ink/ink2042.xml"/><Relationship Id="rId153" Type="http://schemas.openxmlformats.org/officeDocument/2006/relationships/customXml" Target="../ink/ink2063.xml"/><Relationship Id="rId195" Type="http://schemas.openxmlformats.org/officeDocument/2006/relationships/customXml" Target="../ink/ink2084.xml"/><Relationship Id="rId209" Type="http://schemas.openxmlformats.org/officeDocument/2006/relationships/customXml" Target="../ink/ink2091.xml"/><Relationship Id="rId360" Type="http://schemas.openxmlformats.org/officeDocument/2006/relationships/image" Target="../media/image970.png"/><Relationship Id="rId416" Type="http://schemas.openxmlformats.org/officeDocument/2006/relationships/image" Target="../media/image1002.png"/><Relationship Id="rId220" Type="http://schemas.openxmlformats.org/officeDocument/2006/relationships/image" Target="../media/image3321.png"/><Relationship Id="rId15" Type="http://schemas.openxmlformats.org/officeDocument/2006/relationships/customXml" Target="../ink/ink1994.xml"/><Relationship Id="rId57" Type="http://schemas.openxmlformats.org/officeDocument/2006/relationships/customXml" Target="../ink/ink2015.xml"/><Relationship Id="rId262" Type="http://schemas.openxmlformats.org/officeDocument/2006/relationships/image" Target="../media/image3531.png"/><Relationship Id="rId318" Type="http://schemas.openxmlformats.org/officeDocument/2006/relationships/image" Target="../media/image3810.png"/><Relationship Id="rId99" Type="http://schemas.openxmlformats.org/officeDocument/2006/relationships/customXml" Target="../ink/ink2036.xml"/><Relationship Id="rId122" Type="http://schemas.openxmlformats.org/officeDocument/2006/relationships/image" Target="../media/image2831.png"/><Relationship Id="rId164" Type="http://schemas.openxmlformats.org/officeDocument/2006/relationships/image" Target="../media/image3041.png"/><Relationship Id="rId371" Type="http://schemas.openxmlformats.org/officeDocument/2006/relationships/customXml" Target="../ink/ink2172.xml"/><Relationship Id="rId26" Type="http://schemas.openxmlformats.org/officeDocument/2006/relationships/image" Target="../media/image2351.png"/><Relationship Id="rId231" Type="http://schemas.openxmlformats.org/officeDocument/2006/relationships/customXml" Target="../ink/ink2102.xml"/><Relationship Id="rId273" Type="http://schemas.openxmlformats.org/officeDocument/2006/relationships/customXml" Target="../ink/ink2123.xml"/><Relationship Id="rId329" Type="http://schemas.openxmlformats.org/officeDocument/2006/relationships/customXml" Target="../ink/ink2151.xml"/><Relationship Id="rId68" Type="http://schemas.openxmlformats.org/officeDocument/2006/relationships/image" Target="../media/image2561.png"/><Relationship Id="rId133" Type="http://schemas.openxmlformats.org/officeDocument/2006/relationships/customXml" Target="../ink/ink2053.xml"/><Relationship Id="rId175" Type="http://schemas.openxmlformats.org/officeDocument/2006/relationships/customXml" Target="../ink/ink2074.xml"/><Relationship Id="rId340" Type="http://schemas.openxmlformats.org/officeDocument/2006/relationships/image" Target="../media/image3920.png"/><Relationship Id="rId200" Type="http://schemas.openxmlformats.org/officeDocument/2006/relationships/image" Target="../media/image3221.png"/><Relationship Id="rId382" Type="http://schemas.openxmlformats.org/officeDocument/2006/relationships/image" Target="../media/image983.png"/><Relationship Id="rId242" Type="http://schemas.openxmlformats.org/officeDocument/2006/relationships/image" Target="../media/image3431.png"/><Relationship Id="rId284" Type="http://schemas.openxmlformats.org/officeDocument/2006/relationships/image" Target="../media/image3641.png"/><Relationship Id="rId37" Type="http://schemas.openxmlformats.org/officeDocument/2006/relationships/customXml" Target="../ink/ink2005.xml"/><Relationship Id="rId79" Type="http://schemas.openxmlformats.org/officeDocument/2006/relationships/customXml" Target="../ink/ink2026.xml"/><Relationship Id="rId102" Type="http://schemas.openxmlformats.org/officeDocument/2006/relationships/image" Target="../media/image2731.png"/><Relationship Id="rId144" Type="http://schemas.openxmlformats.org/officeDocument/2006/relationships/image" Target="../media/image2940.png"/><Relationship Id="rId90" Type="http://schemas.openxmlformats.org/officeDocument/2006/relationships/image" Target="../media/image2671.png"/><Relationship Id="rId186" Type="http://schemas.openxmlformats.org/officeDocument/2006/relationships/image" Target="../media/image3151.png"/><Relationship Id="rId351" Type="http://schemas.openxmlformats.org/officeDocument/2006/relationships/customXml" Target="../ink/ink2162.xml"/><Relationship Id="rId393" Type="http://schemas.openxmlformats.org/officeDocument/2006/relationships/customXml" Target="../ink/ink2183.xml"/><Relationship Id="rId407" Type="http://schemas.openxmlformats.org/officeDocument/2006/relationships/customXml" Target="../ink/ink2190.xml"/><Relationship Id="rId211" Type="http://schemas.openxmlformats.org/officeDocument/2006/relationships/customXml" Target="../ink/ink2092.xml"/><Relationship Id="rId253" Type="http://schemas.openxmlformats.org/officeDocument/2006/relationships/customXml" Target="../ink/ink2113.xml"/><Relationship Id="rId295" Type="http://schemas.openxmlformats.org/officeDocument/2006/relationships/customXml" Target="../ink/ink2134.xml"/><Relationship Id="rId309" Type="http://schemas.openxmlformats.org/officeDocument/2006/relationships/customXml" Target="../ink/ink2141.xml"/><Relationship Id="rId48" Type="http://schemas.openxmlformats.org/officeDocument/2006/relationships/image" Target="../media/image2461.png"/><Relationship Id="rId113" Type="http://schemas.openxmlformats.org/officeDocument/2006/relationships/customXml" Target="../ink/ink2043.xml"/><Relationship Id="rId320" Type="http://schemas.openxmlformats.org/officeDocument/2006/relationships/image" Target="../media/image3820.png"/><Relationship Id="rId155" Type="http://schemas.openxmlformats.org/officeDocument/2006/relationships/customXml" Target="../ink/ink2064.xml"/><Relationship Id="rId197" Type="http://schemas.openxmlformats.org/officeDocument/2006/relationships/customXml" Target="../ink/ink2085.xml"/><Relationship Id="rId362" Type="http://schemas.openxmlformats.org/officeDocument/2006/relationships/image" Target="../media/image972.png"/><Relationship Id="rId418" Type="http://schemas.openxmlformats.org/officeDocument/2006/relationships/image" Target="../media/image100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customXml" Target="../ink/ink2199.xml"/><Relationship Id="rId13" Type="http://schemas.openxmlformats.org/officeDocument/2006/relationships/image" Target="../media/image1012.png"/><Relationship Id="rId18" Type="http://schemas.openxmlformats.org/officeDocument/2006/relationships/customXml" Target="../ink/ink2204.xml"/><Relationship Id="rId3" Type="http://schemas.openxmlformats.org/officeDocument/2006/relationships/image" Target="../media/image1006.PNG"/><Relationship Id="rId7" Type="http://schemas.openxmlformats.org/officeDocument/2006/relationships/image" Target="../media/image1008.png"/><Relationship Id="rId12" Type="http://schemas.openxmlformats.org/officeDocument/2006/relationships/customXml" Target="../ink/ink2201.xml"/><Relationship Id="rId17" Type="http://schemas.openxmlformats.org/officeDocument/2006/relationships/image" Target="../media/image1014.png"/><Relationship Id="rId2" Type="http://schemas.openxmlformats.org/officeDocument/2006/relationships/image" Target="../media/image1005.PNG"/><Relationship Id="rId16" Type="http://schemas.openxmlformats.org/officeDocument/2006/relationships/customXml" Target="../ink/ink220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198.xml"/><Relationship Id="rId11" Type="http://schemas.openxmlformats.org/officeDocument/2006/relationships/image" Target="../media/image1010.png"/><Relationship Id="rId5" Type="http://schemas.openxmlformats.org/officeDocument/2006/relationships/image" Target="../media/image1007.png"/><Relationship Id="rId15" Type="http://schemas.openxmlformats.org/officeDocument/2006/relationships/image" Target="../media/image1013.png"/><Relationship Id="rId10" Type="http://schemas.openxmlformats.org/officeDocument/2006/relationships/customXml" Target="../ink/ink2200.xml"/><Relationship Id="rId19" Type="http://schemas.openxmlformats.org/officeDocument/2006/relationships/image" Target="../media/image1015.png"/><Relationship Id="rId4" Type="http://schemas.openxmlformats.org/officeDocument/2006/relationships/customXml" Target="../ink/ink2197.xml"/><Relationship Id="rId9" Type="http://schemas.openxmlformats.org/officeDocument/2006/relationships/image" Target="../media/image1009.png"/><Relationship Id="rId14" Type="http://schemas.openxmlformats.org/officeDocument/2006/relationships/customXml" Target="../ink/ink220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9.png"/><Relationship Id="rId2" Type="http://schemas.openxmlformats.org/officeDocument/2006/relationships/image" Target="../media/image10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3.png"/><Relationship Id="rId2" Type="http://schemas.openxmlformats.org/officeDocument/2006/relationships/image" Target="../media/image10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9.jpeg"/><Relationship Id="rId2" Type="http://schemas.openxmlformats.org/officeDocument/2006/relationships/image" Target="../media/image10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0.png"/><Relationship Id="rId2" Type="http://schemas.openxmlformats.org/officeDocument/2006/relationships/image" Target="../media/image10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2.png"/><Relationship Id="rId2" Type="http://schemas.openxmlformats.org/officeDocument/2006/relationships/image" Target="../media/image10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611.png"/><Relationship Id="rId299" Type="http://schemas.openxmlformats.org/officeDocument/2006/relationships/image" Target="../media/image5520.png"/><Relationship Id="rId21" Type="http://schemas.openxmlformats.org/officeDocument/2006/relationships/image" Target="../media/image4130.png"/><Relationship Id="rId63" Type="http://schemas.openxmlformats.org/officeDocument/2006/relationships/image" Target="../media/image4340.png"/><Relationship Id="rId159" Type="http://schemas.openxmlformats.org/officeDocument/2006/relationships/image" Target="../media/image4820.png"/><Relationship Id="rId324" Type="http://schemas.openxmlformats.org/officeDocument/2006/relationships/customXml" Target="../ink/ink2365.xml"/><Relationship Id="rId170" Type="http://schemas.openxmlformats.org/officeDocument/2006/relationships/customXml" Target="../ink/ink2288.xml"/><Relationship Id="rId226" Type="http://schemas.openxmlformats.org/officeDocument/2006/relationships/customXml" Target="../ink/ink2316.xml"/><Relationship Id="rId268" Type="http://schemas.openxmlformats.org/officeDocument/2006/relationships/customXml" Target="../ink/ink2337.xml"/><Relationship Id="rId32" Type="http://schemas.openxmlformats.org/officeDocument/2006/relationships/customXml" Target="../ink/ink2219.xml"/><Relationship Id="rId74" Type="http://schemas.openxmlformats.org/officeDocument/2006/relationships/customXml" Target="../ink/ink2240.xml"/><Relationship Id="rId128" Type="http://schemas.openxmlformats.org/officeDocument/2006/relationships/customXml" Target="../ink/ink2267.xml"/><Relationship Id="rId335" Type="http://schemas.openxmlformats.org/officeDocument/2006/relationships/image" Target="../media/image5700.png"/><Relationship Id="rId5" Type="http://schemas.openxmlformats.org/officeDocument/2006/relationships/image" Target="../media/image29800.png"/><Relationship Id="rId181" Type="http://schemas.openxmlformats.org/officeDocument/2006/relationships/image" Target="../media/image4930.png"/><Relationship Id="rId237" Type="http://schemas.openxmlformats.org/officeDocument/2006/relationships/image" Target="../media/image5211.png"/><Relationship Id="rId279" Type="http://schemas.openxmlformats.org/officeDocument/2006/relationships/image" Target="../media/image5420.png"/><Relationship Id="rId43" Type="http://schemas.openxmlformats.org/officeDocument/2006/relationships/image" Target="../media/image4240.png"/><Relationship Id="rId139" Type="http://schemas.openxmlformats.org/officeDocument/2006/relationships/image" Target="../media/image4720.PNG"/><Relationship Id="rId290" Type="http://schemas.openxmlformats.org/officeDocument/2006/relationships/customXml" Target="../ink/ink2348.xml"/><Relationship Id="rId304" Type="http://schemas.openxmlformats.org/officeDocument/2006/relationships/customXml" Target="../ink/ink2355.xml"/><Relationship Id="rId346" Type="http://schemas.openxmlformats.org/officeDocument/2006/relationships/customXml" Target="../ink/ink2376.xml"/><Relationship Id="rId85" Type="http://schemas.openxmlformats.org/officeDocument/2006/relationships/image" Target="../media/image4450.png"/><Relationship Id="rId150" Type="http://schemas.openxmlformats.org/officeDocument/2006/relationships/customXml" Target="../ink/ink2278.xml"/><Relationship Id="rId192" Type="http://schemas.openxmlformats.org/officeDocument/2006/relationships/customXml" Target="../ink/ink2299.xml"/><Relationship Id="rId206" Type="http://schemas.openxmlformats.org/officeDocument/2006/relationships/customXml" Target="../ink/ink2306.xml"/><Relationship Id="rId248" Type="http://schemas.openxmlformats.org/officeDocument/2006/relationships/customXml" Target="../ink/ink2327.xml"/><Relationship Id="rId12" Type="http://schemas.openxmlformats.org/officeDocument/2006/relationships/customXml" Target="../ink/ink2209.xml"/><Relationship Id="rId108" Type="http://schemas.openxmlformats.org/officeDocument/2006/relationships/customXml" Target="../ink/ink2257.xml"/><Relationship Id="rId315" Type="http://schemas.openxmlformats.org/officeDocument/2006/relationships/image" Target="../media/image5600.png"/><Relationship Id="rId54" Type="http://schemas.openxmlformats.org/officeDocument/2006/relationships/customXml" Target="../ink/ink2230.xml"/><Relationship Id="rId96" Type="http://schemas.openxmlformats.org/officeDocument/2006/relationships/customXml" Target="../ink/ink2251.xml"/><Relationship Id="rId161" Type="http://schemas.openxmlformats.org/officeDocument/2006/relationships/image" Target="../media/image4830.png"/><Relationship Id="rId217" Type="http://schemas.openxmlformats.org/officeDocument/2006/relationships/image" Target="../media/image5111.png"/><Relationship Id="rId259" Type="http://schemas.openxmlformats.org/officeDocument/2006/relationships/image" Target="../media/image5320.png"/><Relationship Id="rId23" Type="http://schemas.openxmlformats.org/officeDocument/2006/relationships/image" Target="../media/image4140.png"/><Relationship Id="rId119" Type="http://schemas.openxmlformats.org/officeDocument/2006/relationships/image" Target="../media/image4620.png"/><Relationship Id="rId270" Type="http://schemas.openxmlformats.org/officeDocument/2006/relationships/customXml" Target="../ink/ink2338.xml"/><Relationship Id="rId326" Type="http://schemas.openxmlformats.org/officeDocument/2006/relationships/customXml" Target="../ink/ink2366.xml"/><Relationship Id="rId65" Type="http://schemas.openxmlformats.org/officeDocument/2006/relationships/image" Target="../media/image4350.png"/><Relationship Id="rId130" Type="http://schemas.openxmlformats.org/officeDocument/2006/relationships/customXml" Target="../ink/ink2268.xml"/><Relationship Id="rId172" Type="http://schemas.openxmlformats.org/officeDocument/2006/relationships/customXml" Target="../ink/ink2289.xml"/><Relationship Id="rId228" Type="http://schemas.openxmlformats.org/officeDocument/2006/relationships/customXml" Target="../ink/ink2317.xml"/><Relationship Id="rId281" Type="http://schemas.openxmlformats.org/officeDocument/2006/relationships/image" Target="../media/image5430.png"/><Relationship Id="rId337" Type="http://schemas.openxmlformats.org/officeDocument/2006/relationships/image" Target="../media/image5711.png"/><Relationship Id="rId34" Type="http://schemas.openxmlformats.org/officeDocument/2006/relationships/customXml" Target="../ink/ink2220.xml"/><Relationship Id="rId76" Type="http://schemas.openxmlformats.org/officeDocument/2006/relationships/customXml" Target="../ink/ink2241.xml"/><Relationship Id="rId141" Type="http://schemas.openxmlformats.org/officeDocument/2006/relationships/image" Target="../media/image4730.png"/><Relationship Id="rId7" Type="http://schemas.openxmlformats.org/officeDocument/2006/relationships/image" Target="../media/image29900.png"/><Relationship Id="rId183" Type="http://schemas.openxmlformats.org/officeDocument/2006/relationships/image" Target="../media/image4940.png"/><Relationship Id="rId239" Type="http://schemas.openxmlformats.org/officeDocument/2006/relationships/image" Target="../media/image5220.png"/><Relationship Id="rId250" Type="http://schemas.openxmlformats.org/officeDocument/2006/relationships/customXml" Target="../ink/ink2328.xml"/><Relationship Id="rId292" Type="http://schemas.openxmlformats.org/officeDocument/2006/relationships/customXml" Target="../ink/ink2349.xml"/><Relationship Id="rId306" Type="http://schemas.openxmlformats.org/officeDocument/2006/relationships/customXml" Target="../ink/ink2356.xml"/><Relationship Id="rId45" Type="http://schemas.openxmlformats.org/officeDocument/2006/relationships/image" Target="../media/image4250.png"/><Relationship Id="rId87" Type="http://schemas.openxmlformats.org/officeDocument/2006/relationships/image" Target="../media/image4460.png"/><Relationship Id="rId110" Type="http://schemas.openxmlformats.org/officeDocument/2006/relationships/customXml" Target="../ink/ink2258.xml"/><Relationship Id="rId348" Type="http://schemas.openxmlformats.org/officeDocument/2006/relationships/customXml" Target="../ink/ink2377.xml"/><Relationship Id="rId152" Type="http://schemas.openxmlformats.org/officeDocument/2006/relationships/customXml" Target="../ink/ink2279.xml"/><Relationship Id="rId194" Type="http://schemas.openxmlformats.org/officeDocument/2006/relationships/customXml" Target="../ink/ink2300.xml"/><Relationship Id="rId208" Type="http://schemas.openxmlformats.org/officeDocument/2006/relationships/customXml" Target="../ink/ink2307.xml"/><Relationship Id="rId261" Type="http://schemas.openxmlformats.org/officeDocument/2006/relationships/image" Target="../media/image5330.png"/><Relationship Id="rId14" Type="http://schemas.openxmlformats.org/officeDocument/2006/relationships/customXml" Target="../ink/ink2210.xml"/><Relationship Id="rId56" Type="http://schemas.openxmlformats.org/officeDocument/2006/relationships/customXml" Target="../ink/ink2231.xml"/><Relationship Id="rId317" Type="http://schemas.openxmlformats.org/officeDocument/2006/relationships/image" Target="../media/image5611.png"/><Relationship Id="rId98" Type="http://schemas.openxmlformats.org/officeDocument/2006/relationships/customXml" Target="../ink/ink2252.xml"/><Relationship Id="rId121" Type="http://schemas.openxmlformats.org/officeDocument/2006/relationships/image" Target="../media/image4630.png"/><Relationship Id="rId163" Type="http://schemas.openxmlformats.org/officeDocument/2006/relationships/image" Target="../media/image4840.png"/><Relationship Id="rId219" Type="http://schemas.openxmlformats.org/officeDocument/2006/relationships/image" Target="../media/image5120.png"/><Relationship Id="rId230" Type="http://schemas.openxmlformats.org/officeDocument/2006/relationships/customXml" Target="../ink/ink2318.xml"/><Relationship Id="rId251" Type="http://schemas.openxmlformats.org/officeDocument/2006/relationships/image" Target="../media/image5280.png"/><Relationship Id="rId25" Type="http://schemas.openxmlformats.org/officeDocument/2006/relationships/image" Target="../media/image4150.png"/><Relationship Id="rId46" Type="http://schemas.openxmlformats.org/officeDocument/2006/relationships/customXml" Target="../ink/ink2226.xml"/><Relationship Id="rId67" Type="http://schemas.openxmlformats.org/officeDocument/2006/relationships/image" Target="../media/image4360.png"/><Relationship Id="rId272" Type="http://schemas.openxmlformats.org/officeDocument/2006/relationships/customXml" Target="../ink/ink2339.xml"/><Relationship Id="rId293" Type="http://schemas.openxmlformats.org/officeDocument/2006/relationships/image" Target="../media/image5490.png"/><Relationship Id="rId307" Type="http://schemas.openxmlformats.org/officeDocument/2006/relationships/image" Target="../media/image5560.png"/><Relationship Id="rId328" Type="http://schemas.openxmlformats.org/officeDocument/2006/relationships/customXml" Target="../ink/ink2367.xml"/><Relationship Id="rId349" Type="http://schemas.openxmlformats.org/officeDocument/2006/relationships/image" Target="../media/image5770.png"/><Relationship Id="rId88" Type="http://schemas.openxmlformats.org/officeDocument/2006/relationships/customXml" Target="../ink/ink2247.xml"/><Relationship Id="rId111" Type="http://schemas.openxmlformats.org/officeDocument/2006/relationships/image" Target="../media/image4580.png"/><Relationship Id="rId132" Type="http://schemas.openxmlformats.org/officeDocument/2006/relationships/customXml" Target="../ink/ink2269.xml"/><Relationship Id="rId153" Type="http://schemas.openxmlformats.org/officeDocument/2006/relationships/image" Target="../media/image4790.png"/><Relationship Id="rId174" Type="http://schemas.openxmlformats.org/officeDocument/2006/relationships/customXml" Target="../ink/ink2290.xml"/><Relationship Id="rId195" Type="http://schemas.openxmlformats.org/officeDocument/2006/relationships/image" Target="../media/image5000.png"/><Relationship Id="rId209" Type="http://schemas.openxmlformats.org/officeDocument/2006/relationships/image" Target="../media/image5070.png"/><Relationship Id="rId220" Type="http://schemas.openxmlformats.org/officeDocument/2006/relationships/customXml" Target="../ink/ink2313.xml"/><Relationship Id="rId241" Type="http://schemas.openxmlformats.org/officeDocument/2006/relationships/image" Target="../media/image5230.png"/><Relationship Id="rId15" Type="http://schemas.openxmlformats.org/officeDocument/2006/relationships/image" Target="../media/image4100.png"/><Relationship Id="rId36" Type="http://schemas.openxmlformats.org/officeDocument/2006/relationships/customXml" Target="../ink/ink2221.xml"/><Relationship Id="rId57" Type="http://schemas.openxmlformats.org/officeDocument/2006/relationships/image" Target="../media/image4311.png"/><Relationship Id="rId262" Type="http://schemas.openxmlformats.org/officeDocument/2006/relationships/customXml" Target="../ink/ink2334.xml"/><Relationship Id="rId283" Type="http://schemas.openxmlformats.org/officeDocument/2006/relationships/image" Target="../media/image5440.png"/><Relationship Id="rId318" Type="http://schemas.openxmlformats.org/officeDocument/2006/relationships/customXml" Target="../ink/ink2362.xml"/><Relationship Id="rId339" Type="http://schemas.openxmlformats.org/officeDocument/2006/relationships/image" Target="../media/image5720.png"/><Relationship Id="rId78" Type="http://schemas.openxmlformats.org/officeDocument/2006/relationships/customXml" Target="../ink/ink2242.xml"/><Relationship Id="rId99" Type="http://schemas.openxmlformats.org/officeDocument/2006/relationships/image" Target="../media/image4520.png"/><Relationship Id="rId101" Type="http://schemas.openxmlformats.org/officeDocument/2006/relationships/image" Target="../media/image4530.png"/><Relationship Id="rId122" Type="http://schemas.openxmlformats.org/officeDocument/2006/relationships/customXml" Target="../ink/ink2264.xml"/><Relationship Id="rId143" Type="http://schemas.openxmlformats.org/officeDocument/2006/relationships/image" Target="../media/image4740.png"/><Relationship Id="rId164" Type="http://schemas.openxmlformats.org/officeDocument/2006/relationships/customXml" Target="../ink/ink2285.xml"/><Relationship Id="rId185" Type="http://schemas.openxmlformats.org/officeDocument/2006/relationships/image" Target="../media/image4950.png"/><Relationship Id="rId350" Type="http://schemas.openxmlformats.org/officeDocument/2006/relationships/customXml" Target="../ink/ink2378.xml"/><Relationship Id="rId9" Type="http://schemas.openxmlformats.org/officeDocument/2006/relationships/image" Target="../media/image30000.png"/><Relationship Id="rId210" Type="http://schemas.openxmlformats.org/officeDocument/2006/relationships/customXml" Target="../ink/ink2308.xml"/><Relationship Id="rId26" Type="http://schemas.openxmlformats.org/officeDocument/2006/relationships/customXml" Target="../ink/ink2216.xml"/><Relationship Id="rId231" Type="http://schemas.openxmlformats.org/officeDocument/2006/relationships/image" Target="../media/image5180.png"/><Relationship Id="rId252" Type="http://schemas.openxmlformats.org/officeDocument/2006/relationships/customXml" Target="../ink/ink2329.xml"/><Relationship Id="rId273" Type="http://schemas.openxmlformats.org/officeDocument/2006/relationships/image" Target="../media/image5390.png"/><Relationship Id="rId294" Type="http://schemas.openxmlformats.org/officeDocument/2006/relationships/customXml" Target="../ink/ink2350.xml"/><Relationship Id="rId308" Type="http://schemas.openxmlformats.org/officeDocument/2006/relationships/customXml" Target="../ink/ink2357.xml"/><Relationship Id="rId329" Type="http://schemas.openxmlformats.org/officeDocument/2006/relationships/image" Target="../media/image5670.png"/><Relationship Id="rId47" Type="http://schemas.openxmlformats.org/officeDocument/2006/relationships/image" Target="../media/image4260.png"/><Relationship Id="rId68" Type="http://schemas.openxmlformats.org/officeDocument/2006/relationships/customXml" Target="../ink/ink2237.xml"/><Relationship Id="rId89" Type="http://schemas.openxmlformats.org/officeDocument/2006/relationships/image" Target="../media/image4470.png"/><Relationship Id="rId112" Type="http://schemas.openxmlformats.org/officeDocument/2006/relationships/customXml" Target="../ink/ink2259.xml"/><Relationship Id="rId133" Type="http://schemas.openxmlformats.org/officeDocument/2006/relationships/image" Target="../media/image4690.png"/><Relationship Id="rId154" Type="http://schemas.openxmlformats.org/officeDocument/2006/relationships/customXml" Target="../ink/ink2280.xml"/><Relationship Id="rId175" Type="http://schemas.openxmlformats.org/officeDocument/2006/relationships/image" Target="../media/image4900.png"/><Relationship Id="rId340" Type="http://schemas.openxmlformats.org/officeDocument/2006/relationships/customXml" Target="../ink/ink2373.xml"/><Relationship Id="rId196" Type="http://schemas.openxmlformats.org/officeDocument/2006/relationships/customXml" Target="../ink/ink2301.xml"/><Relationship Id="rId200" Type="http://schemas.openxmlformats.org/officeDocument/2006/relationships/customXml" Target="../ink/ink2303.xml"/><Relationship Id="rId16" Type="http://schemas.openxmlformats.org/officeDocument/2006/relationships/customXml" Target="../ink/ink2211.xml"/><Relationship Id="rId221" Type="http://schemas.openxmlformats.org/officeDocument/2006/relationships/image" Target="../media/image5130.png"/><Relationship Id="rId242" Type="http://schemas.openxmlformats.org/officeDocument/2006/relationships/customXml" Target="../ink/ink2324.xml"/><Relationship Id="rId263" Type="http://schemas.openxmlformats.org/officeDocument/2006/relationships/image" Target="../media/image5340.png"/><Relationship Id="rId284" Type="http://schemas.openxmlformats.org/officeDocument/2006/relationships/customXml" Target="../ink/ink2345.xml"/><Relationship Id="rId319" Type="http://schemas.openxmlformats.org/officeDocument/2006/relationships/image" Target="../media/image5620.png"/><Relationship Id="rId37" Type="http://schemas.openxmlformats.org/officeDocument/2006/relationships/image" Target="../media/image4211.png"/><Relationship Id="rId58" Type="http://schemas.openxmlformats.org/officeDocument/2006/relationships/customXml" Target="../ink/ink2232.xml"/><Relationship Id="rId79" Type="http://schemas.openxmlformats.org/officeDocument/2006/relationships/image" Target="../media/image4420.png"/><Relationship Id="rId102" Type="http://schemas.openxmlformats.org/officeDocument/2006/relationships/customXml" Target="../ink/ink2254.xml"/><Relationship Id="rId123" Type="http://schemas.openxmlformats.org/officeDocument/2006/relationships/image" Target="../media/image4640.png"/><Relationship Id="rId144" Type="http://schemas.openxmlformats.org/officeDocument/2006/relationships/customXml" Target="../ink/ink2275.xml"/><Relationship Id="rId330" Type="http://schemas.openxmlformats.org/officeDocument/2006/relationships/customXml" Target="../ink/ink2368.xml"/><Relationship Id="rId90" Type="http://schemas.openxmlformats.org/officeDocument/2006/relationships/customXml" Target="../ink/ink2248.xml"/><Relationship Id="rId165" Type="http://schemas.openxmlformats.org/officeDocument/2006/relationships/image" Target="../media/image4850.png"/><Relationship Id="rId186" Type="http://schemas.openxmlformats.org/officeDocument/2006/relationships/customXml" Target="../ink/ink2296.xml"/><Relationship Id="rId351" Type="http://schemas.openxmlformats.org/officeDocument/2006/relationships/image" Target="../media/image5780.png"/><Relationship Id="rId211" Type="http://schemas.openxmlformats.org/officeDocument/2006/relationships/image" Target="../media/image5080.png"/><Relationship Id="rId232" Type="http://schemas.openxmlformats.org/officeDocument/2006/relationships/customXml" Target="../ink/ink2319.xml"/><Relationship Id="rId253" Type="http://schemas.openxmlformats.org/officeDocument/2006/relationships/image" Target="../media/image5290.png"/><Relationship Id="rId274" Type="http://schemas.openxmlformats.org/officeDocument/2006/relationships/customXml" Target="../ink/ink2340.xml"/><Relationship Id="rId295" Type="http://schemas.openxmlformats.org/officeDocument/2006/relationships/image" Target="../media/image5500.png"/><Relationship Id="rId309" Type="http://schemas.openxmlformats.org/officeDocument/2006/relationships/image" Target="../media/image5570.png"/><Relationship Id="rId27" Type="http://schemas.openxmlformats.org/officeDocument/2006/relationships/image" Target="../media/image4160.png"/><Relationship Id="rId48" Type="http://schemas.openxmlformats.org/officeDocument/2006/relationships/customXml" Target="../ink/ink2227.xml"/><Relationship Id="rId69" Type="http://schemas.openxmlformats.org/officeDocument/2006/relationships/image" Target="../media/image4370.png"/><Relationship Id="rId113" Type="http://schemas.openxmlformats.org/officeDocument/2006/relationships/image" Target="../media/image4590.png"/><Relationship Id="rId134" Type="http://schemas.openxmlformats.org/officeDocument/2006/relationships/customXml" Target="../ink/ink2270.xml"/><Relationship Id="rId320" Type="http://schemas.openxmlformats.org/officeDocument/2006/relationships/customXml" Target="../ink/ink2363.xml"/><Relationship Id="rId80" Type="http://schemas.openxmlformats.org/officeDocument/2006/relationships/customXml" Target="../ink/ink2243.xml"/><Relationship Id="rId155" Type="http://schemas.openxmlformats.org/officeDocument/2006/relationships/image" Target="../media/image4800.png"/><Relationship Id="rId176" Type="http://schemas.openxmlformats.org/officeDocument/2006/relationships/customXml" Target="../ink/ink2291.xml"/><Relationship Id="rId197" Type="http://schemas.openxmlformats.org/officeDocument/2006/relationships/image" Target="../media/image5011.png"/><Relationship Id="rId341" Type="http://schemas.openxmlformats.org/officeDocument/2006/relationships/image" Target="../media/image5730.png"/><Relationship Id="rId201" Type="http://schemas.openxmlformats.org/officeDocument/2006/relationships/image" Target="../media/image5030.png"/><Relationship Id="rId222" Type="http://schemas.openxmlformats.org/officeDocument/2006/relationships/customXml" Target="../ink/ink2314.xml"/><Relationship Id="rId243" Type="http://schemas.openxmlformats.org/officeDocument/2006/relationships/image" Target="../media/image5240.png"/><Relationship Id="rId264" Type="http://schemas.openxmlformats.org/officeDocument/2006/relationships/customXml" Target="../ink/ink2335.xml"/><Relationship Id="rId285" Type="http://schemas.openxmlformats.org/officeDocument/2006/relationships/image" Target="../media/image5450.png"/><Relationship Id="rId17" Type="http://schemas.openxmlformats.org/officeDocument/2006/relationships/image" Target="../media/image4111.png"/><Relationship Id="rId38" Type="http://schemas.openxmlformats.org/officeDocument/2006/relationships/customXml" Target="../ink/ink2222.xml"/><Relationship Id="rId59" Type="http://schemas.openxmlformats.org/officeDocument/2006/relationships/image" Target="../media/image4320.png"/><Relationship Id="rId103" Type="http://schemas.openxmlformats.org/officeDocument/2006/relationships/image" Target="../media/image4540.png"/><Relationship Id="rId124" Type="http://schemas.openxmlformats.org/officeDocument/2006/relationships/customXml" Target="../ink/ink2265.xml"/><Relationship Id="rId310" Type="http://schemas.openxmlformats.org/officeDocument/2006/relationships/customXml" Target="../ink/ink2358.xml"/><Relationship Id="rId70" Type="http://schemas.openxmlformats.org/officeDocument/2006/relationships/customXml" Target="../ink/ink2238.xml"/><Relationship Id="rId91" Type="http://schemas.openxmlformats.org/officeDocument/2006/relationships/image" Target="../media/image4480.png"/><Relationship Id="rId145" Type="http://schemas.openxmlformats.org/officeDocument/2006/relationships/image" Target="../media/image4750.png"/><Relationship Id="rId166" Type="http://schemas.openxmlformats.org/officeDocument/2006/relationships/customXml" Target="../ink/ink2286.xml"/><Relationship Id="rId187" Type="http://schemas.openxmlformats.org/officeDocument/2006/relationships/image" Target="../media/image4960.png"/><Relationship Id="rId331" Type="http://schemas.openxmlformats.org/officeDocument/2006/relationships/image" Target="../media/image5680.png"/><Relationship Id="rId352" Type="http://schemas.openxmlformats.org/officeDocument/2006/relationships/customXml" Target="../ink/ink2379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309.xml"/><Relationship Id="rId233" Type="http://schemas.openxmlformats.org/officeDocument/2006/relationships/image" Target="../media/image5190.png"/><Relationship Id="rId254" Type="http://schemas.openxmlformats.org/officeDocument/2006/relationships/customXml" Target="../ink/ink2330.xml"/><Relationship Id="rId28" Type="http://schemas.openxmlformats.org/officeDocument/2006/relationships/customXml" Target="../ink/ink2217.xml"/><Relationship Id="rId49" Type="http://schemas.openxmlformats.org/officeDocument/2006/relationships/image" Target="../media/image4270.png"/><Relationship Id="rId114" Type="http://schemas.openxmlformats.org/officeDocument/2006/relationships/customXml" Target="../ink/ink2260.xml"/><Relationship Id="rId275" Type="http://schemas.openxmlformats.org/officeDocument/2006/relationships/image" Target="../media/image5400.png"/><Relationship Id="rId296" Type="http://schemas.openxmlformats.org/officeDocument/2006/relationships/customXml" Target="../ink/ink2351.xml"/><Relationship Id="rId300" Type="http://schemas.openxmlformats.org/officeDocument/2006/relationships/customXml" Target="../ink/ink2353.xml"/><Relationship Id="rId60" Type="http://schemas.openxmlformats.org/officeDocument/2006/relationships/customXml" Target="../ink/ink2233.xml"/><Relationship Id="rId81" Type="http://schemas.openxmlformats.org/officeDocument/2006/relationships/image" Target="../media/image4430.png"/><Relationship Id="rId135" Type="http://schemas.openxmlformats.org/officeDocument/2006/relationships/image" Target="../media/image4700.png"/><Relationship Id="rId156" Type="http://schemas.openxmlformats.org/officeDocument/2006/relationships/customXml" Target="../ink/ink2281.xml"/><Relationship Id="rId177" Type="http://schemas.openxmlformats.org/officeDocument/2006/relationships/image" Target="../media/image4911.png"/><Relationship Id="rId198" Type="http://schemas.openxmlformats.org/officeDocument/2006/relationships/customXml" Target="../ink/ink2302.xml"/><Relationship Id="rId321" Type="http://schemas.openxmlformats.org/officeDocument/2006/relationships/image" Target="../media/image5630.png"/><Relationship Id="rId342" Type="http://schemas.openxmlformats.org/officeDocument/2006/relationships/customXml" Target="../ink/ink2374.xml"/><Relationship Id="rId202" Type="http://schemas.openxmlformats.org/officeDocument/2006/relationships/customXml" Target="../ink/ink2304.xml"/><Relationship Id="rId223" Type="http://schemas.openxmlformats.org/officeDocument/2006/relationships/image" Target="../media/image5140.png"/><Relationship Id="rId244" Type="http://schemas.openxmlformats.org/officeDocument/2006/relationships/customXml" Target="../ink/ink2325.xml"/><Relationship Id="rId18" Type="http://schemas.openxmlformats.org/officeDocument/2006/relationships/customXml" Target="../ink/ink2212.xml"/><Relationship Id="rId39" Type="http://schemas.openxmlformats.org/officeDocument/2006/relationships/image" Target="../media/image4220.png"/><Relationship Id="rId265" Type="http://schemas.openxmlformats.org/officeDocument/2006/relationships/image" Target="../media/image5350.png"/><Relationship Id="rId286" Type="http://schemas.openxmlformats.org/officeDocument/2006/relationships/customXml" Target="../ink/ink2346.xml"/><Relationship Id="rId50" Type="http://schemas.openxmlformats.org/officeDocument/2006/relationships/customXml" Target="../ink/ink2228.xml"/><Relationship Id="rId104" Type="http://schemas.openxmlformats.org/officeDocument/2006/relationships/customXml" Target="../ink/ink2255.xml"/><Relationship Id="rId125" Type="http://schemas.openxmlformats.org/officeDocument/2006/relationships/image" Target="../media/image4650.png"/><Relationship Id="rId146" Type="http://schemas.openxmlformats.org/officeDocument/2006/relationships/customXml" Target="../ink/ink2276.xml"/><Relationship Id="rId167" Type="http://schemas.openxmlformats.org/officeDocument/2006/relationships/image" Target="../media/image4860.png"/><Relationship Id="rId188" Type="http://schemas.openxmlformats.org/officeDocument/2006/relationships/customXml" Target="../ink/ink2297.xml"/><Relationship Id="rId311" Type="http://schemas.openxmlformats.org/officeDocument/2006/relationships/image" Target="../media/image5580.png"/><Relationship Id="rId332" Type="http://schemas.openxmlformats.org/officeDocument/2006/relationships/customXml" Target="../ink/ink2369.xml"/><Relationship Id="rId353" Type="http://schemas.openxmlformats.org/officeDocument/2006/relationships/image" Target="../media/image5790.png"/><Relationship Id="rId71" Type="http://schemas.openxmlformats.org/officeDocument/2006/relationships/image" Target="../media/image4380.png"/><Relationship Id="rId92" Type="http://schemas.openxmlformats.org/officeDocument/2006/relationships/customXml" Target="../ink/ink2249.xml"/><Relationship Id="rId213" Type="http://schemas.openxmlformats.org/officeDocument/2006/relationships/image" Target="../media/image5090.png"/><Relationship Id="rId234" Type="http://schemas.openxmlformats.org/officeDocument/2006/relationships/customXml" Target="../ink/ink2320.xml"/><Relationship Id="rId2" Type="http://schemas.openxmlformats.org/officeDocument/2006/relationships/image" Target="../media/image708.png"/><Relationship Id="rId29" Type="http://schemas.openxmlformats.org/officeDocument/2006/relationships/image" Target="../media/image4170.png"/><Relationship Id="rId255" Type="http://schemas.openxmlformats.org/officeDocument/2006/relationships/image" Target="../media/image5300.png"/><Relationship Id="rId276" Type="http://schemas.openxmlformats.org/officeDocument/2006/relationships/customXml" Target="../ink/ink2341.xml"/><Relationship Id="rId297" Type="http://schemas.openxmlformats.org/officeDocument/2006/relationships/image" Target="../media/image5511.png"/><Relationship Id="rId40" Type="http://schemas.openxmlformats.org/officeDocument/2006/relationships/customXml" Target="../ink/ink2223.xml"/><Relationship Id="rId115" Type="http://schemas.openxmlformats.org/officeDocument/2006/relationships/image" Target="../media/image4600.png"/><Relationship Id="rId136" Type="http://schemas.openxmlformats.org/officeDocument/2006/relationships/customXml" Target="../ink/ink2271.xml"/><Relationship Id="rId157" Type="http://schemas.openxmlformats.org/officeDocument/2006/relationships/image" Target="../media/image4811.png"/><Relationship Id="rId178" Type="http://schemas.openxmlformats.org/officeDocument/2006/relationships/customXml" Target="../ink/ink2292.xml"/><Relationship Id="rId301" Type="http://schemas.openxmlformats.org/officeDocument/2006/relationships/image" Target="../media/image5530.png"/><Relationship Id="rId322" Type="http://schemas.openxmlformats.org/officeDocument/2006/relationships/customXml" Target="../ink/ink2364.xml"/><Relationship Id="rId343" Type="http://schemas.openxmlformats.org/officeDocument/2006/relationships/image" Target="../media/image5740.png"/><Relationship Id="rId61" Type="http://schemas.openxmlformats.org/officeDocument/2006/relationships/image" Target="../media/image4330.png"/><Relationship Id="rId82" Type="http://schemas.openxmlformats.org/officeDocument/2006/relationships/customXml" Target="../ink/ink2244.xml"/><Relationship Id="rId199" Type="http://schemas.openxmlformats.org/officeDocument/2006/relationships/image" Target="../media/image5020.png"/><Relationship Id="rId203" Type="http://schemas.openxmlformats.org/officeDocument/2006/relationships/image" Target="../media/image5040.png"/><Relationship Id="rId19" Type="http://schemas.openxmlformats.org/officeDocument/2006/relationships/image" Target="../media/image4120.png"/><Relationship Id="rId224" Type="http://schemas.openxmlformats.org/officeDocument/2006/relationships/customXml" Target="../ink/ink2315.xml"/><Relationship Id="rId245" Type="http://schemas.openxmlformats.org/officeDocument/2006/relationships/image" Target="../media/image5250.png"/><Relationship Id="rId266" Type="http://schemas.openxmlformats.org/officeDocument/2006/relationships/customXml" Target="../ink/ink2336.xml"/><Relationship Id="rId287" Type="http://schemas.openxmlformats.org/officeDocument/2006/relationships/image" Target="../media/image5460.png"/><Relationship Id="rId30" Type="http://schemas.openxmlformats.org/officeDocument/2006/relationships/customXml" Target="../ink/ink2218.xml"/><Relationship Id="rId105" Type="http://schemas.openxmlformats.org/officeDocument/2006/relationships/image" Target="../media/image4550.png"/><Relationship Id="rId126" Type="http://schemas.openxmlformats.org/officeDocument/2006/relationships/customXml" Target="../ink/ink2266.xml"/><Relationship Id="rId147" Type="http://schemas.openxmlformats.org/officeDocument/2006/relationships/image" Target="../media/image4760.png"/><Relationship Id="rId168" Type="http://schemas.openxmlformats.org/officeDocument/2006/relationships/customXml" Target="../ink/ink2287.xml"/><Relationship Id="rId312" Type="http://schemas.openxmlformats.org/officeDocument/2006/relationships/customXml" Target="../ink/ink2359.xml"/><Relationship Id="rId333" Type="http://schemas.openxmlformats.org/officeDocument/2006/relationships/image" Target="../media/image5690.png"/><Relationship Id="rId354" Type="http://schemas.openxmlformats.org/officeDocument/2006/relationships/customXml" Target="../ink/ink2380.xml"/><Relationship Id="rId51" Type="http://schemas.openxmlformats.org/officeDocument/2006/relationships/image" Target="../media/image4280.png"/><Relationship Id="rId72" Type="http://schemas.openxmlformats.org/officeDocument/2006/relationships/customXml" Target="../ink/ink2239.xml"/><Relationship Id="rId93" Type="http://schemas.openxmlformats.org/officeDocument/2006/relationships/image" Target="../media/image4490.png"/><Relationship Id="rId189" Type="http://schemas.openxmlformats.org/officeDocument/2006/relationships/image" Target="../media/image4970.png"/><Relationship Id="rId3" Type="http://schemas.openxmlformats.org/officeDocument/2006/relationships/image" Target="../media/image709.png"/><Relationship Id="rId214" Type="http://schemas.openxmlformats.org/officeDocument/2006/relationships/customXml" Target="../ink/ink2310.xml"/><Relationship Id="rId235" Type="http://schemas.openxmlformats.org/officeDocument/2006/relationships/image" Target="../media/image5200.png"/><Relationship Id="rId256" Type="http://schemas.openxmlformats.org/officeDocument/2006/relationships/customXml" Target="../ink/ink2331.xml"/><Relationship Id="rId277" Type="http://schemas.openxmlformats.org/officeDocument/2006/relationships/image" Target="../media/image5411.png"/><Relationship Id="rId298" Type="http://schemas.openxmlformats.org/officeDocument/2006/relationships/customXml" Target="../ink/ink2352.xml"/><Relationship Id="rId116" Type="http://schemas.openxmlformats.org/officeDocument/2006/relationships/customXml" Target="../ink/ink2261.xml"/><Relationship Id="rId137" Type="http://schemas.openxmlformats.org/officeDocument/2006/relationships/image" Target="../media/image4711.PNG"/><Relationship Id="rId158" Type="http://schemas.openxmlformats.org/officeDocument/2006/relationships/customXml" Target="../ink/ink2282.xml"/><Relationship Id="rId302" Type="http://schemas.openxmlformats.org/officeDocument/2006/relationships/customXml" Target="../ink/ink2354.xml"/><Relationship Id="rId323" Type="http://schemas.openxmlformats.org/officeDocument/2006/relationships/image" Target="../media/image5640.png"/><Relationship Id="rId344" Type="http://schemas.openxmlformats.org/officeDocument/2006/relationships/customXml" Target="../ink/ink2375.xml"/><Relationship Id="rId20" Type="http://schemas.openxmlformats.org/officeDocument/2006/relationships/customXml" Target="../ink/ink2213.xml"/><Relationship Id="rId41" Type="http://schemas.openxmlformats.org/officeDocument/2006/relationships/image" Target="../media/image4230.png"/><Relationship Id="rId62" Type="http://schemas.openxmlformats.org/officeDocument/2006/relationships/customXml" Target="../ink/ink2234.xml"/><Relationship Id="rId83" Type="http://schemas.openxmlformats.org/officeDocument/2006/relationships/image" Target="../media/image4440.png"/><Relationship Id="rId179" Type="http://schemas.openxmlformats.org/officeDocument/2006/relationships/image" Target="../media/image4920.png"/><Relationship Id="rId190" Type="http://schemas.openxmlformats.org/officeDocument/2006/relationships/customXml" Target="../ink/ink2298.xml"/><Relationship Id="rId204" Type="http://schemas.openxmlformats.org/officeDocument/2006/relationships/customXml" Target="../ink/ink2305.xml"/><Relationship Id="rId225" Type="http://schemas.openxmlformats.org/officeDocument/2006/relationships/image" Target="../media/image5150.png"/><Relationship Id="rId246" Type="http://schemas.openxmlformats.org/officeDocument/2006/relationships/customXml" Target="../ink/ink2326.xml"/><Relationship Id="rId267" Type="http://schemas.openxmlformats.org/officeDocument/2006/relationships/image" Target="../media/image5360.png"/><Relationship Id="rId288" Type="http://schemas.openxmlformats.org/officeDocument/2006/relationships/customXml" Target="../ink/ink2347.xml"/><Relationship Id="rId106" Type="http://schemas.openxmlformats.org/officeDocument/2006/relationships/customXml" Target="../ink/ink2256.xml"/><Relationship Id="rId127" Type="http://schemas.openxmlformats.org/officeDocument/2006/relationships/image" Target="../media/image4660.png"/><Relationship Id="rId313" Type="http://schemas.openxmlformats.org/officeDocument/2006/relationships/image" Target="../media/image5590.png"/><Relationship Id="rId10" Type="http://schemas.openxmlformats.org/officeDocument/2006/relationships/customXml" Target="../ink/ink2208.xml"/><Relationship Id="rId31" Type="http://schemas.openxmlformats.org/officeDocument/2006/relationships/image" Target="../media/image4180.png"/><Relationship Id="rId52" Type="http://schemas.openxmlformats.org/officeDocument/2006/relationships/customXml" Target="../ink/ink2229.xml"/><Relationship Id="rId73" Type="http://schemas.openxmlformats.org/officeDocument/2006/relationships/image" Target="../media/image4390.png"/><Relationship Id="rId94" Type="http://schemas.openxmlformats.org/officeDocument/2006/relationships/customXml" Target="../ink/ink2250.xml"/><Relationship Id="rId148" Type="http://schemas.openxmlformats.org/officeDocument/2006/relationships/customXml" Target="../ink/ink2277.xml"/><Relationship Id="rId169" Type="http://schemas.openxmlformats.org/officeDocument/2006/relationships/image" Target="../media/image4870.png"/><Relationship Id="rId334" Type="http://schemas.openxmlformats.org/officeDocument/2006/relationships/customXml" Target="../ink/ink2370.xml"/><Relationship Id="rId355" Type="http://schemas.openxmlformats.org/officeDocument/2006/relationships/image" Target="../media/image5800.png"/><Relationship Id="rId4" Type="http://schemas.openxmlformats.org/officeDocument/2006/relationships/customXml" Target="../ink/ink2205.xml"/><Relationship Id="rId180" Type="http://schemas.openxmlformats.org/officeDocument/2006/relationships/customXml" Target="../ink/ink2293.xml"/><Relationship Id="rId215" Type="http://schemas.openxmlformats.org/officeDocument/2006/relationships/image" Target="../media/image5100.png"/><Relationship Id="rId236" Type="http://schemas.openxmlformats.org/officeDocument/2006/relationships/customXml" Target="../ink/ink2321.xml"/><Relationship Id="rId257" Type="http://schemas.openxmlformats.org/officeDocument/2006/relationships/image" Target="../media/image5311.png"/><Relationship Id="rId278" Type="http://schemas.openxmlformats.org/officeDocument/2006/relationships/customXml" Target="../ink/ink2342.xml"/><Relationship Id="rId303" Type="http://schemas.openxmlformats.org/officeDocument/2006/relationships/image" Target="../media/image5540.png"/><Relationship Id="rId42" Type="http://schemas.openxmlformats.org/officeDocument/2006/relationships/customXml" Target="../ink/ink2224.xml"/><Relationship Id="rId84" Type="http://schemas.openxmlformats.org/officeDocument/2006/relationships/customXml" Target="../ink/ink2245.xml"/><Relationship Id="rId138" Type="http://schemas.openxmlformats.org/officeDocument/2006/relationships/customXml" Target="../ink/ink2272.xml"/><Relationship Id="rId345" Type="http://schemas.openxmlformats.org/officeDocument/2006/relationships/image" Target="../media/image5750.png"/><Relationship Id="rId191" Type="http://schemas.openxmlformats.org/officeDocument/2006/relationships/image" Target="../media/image4980.png"/><Relationship Id="rId205" Type="http://schemas.openxmlformats.org/officeDocument/2006/relationships/image" Target="../media/image5050.png"/><Relationship Id="rId247" Type="http://schemas.openxmlformats.org/officeDocument/2006/relationships/image" Target="../media/image5260.png"/><Relationship Id="rId107" Type="http://schemas.openxmlformats.org/officeDocument/2006/relationships/image" Target="../media/image4560.png"/><Relationship Id="rId289" Type="http://schemas.openxmlformats.org/officeDocument/2006/relationships/image" Target="../media/image5470.png"/><Relationship Id="rId11" Type="http://schemas.openxmlformats.org/officeDocument/2006/relationships/image" Target="../media/image30100.png"/><Relationship Id="rId53" Type="http://schemas.openxmlformats.org/officeDocument/2006/relationships/image" Target="../media/image4290.png"/><Relationship Id="rId149" Type="http://schemas.openxmlformats.org/officeDocument/2006/relationships/image" Target="../media/image4770.png"/><Relationship Id="rId314" Type="http://schemas.openxmlformats.org/officeDocument/2006/relationships/customXml" Target="../ink/ink2360.xml"/><Relationship Id="rId95" Type="http://schemas.openxmlformats.org/officeDocument/2006/relationships/image" Target="../media/image4500.png"/><Relationship Id="rId160" Type="http://schemas.openxmlformats.org/officeDocument/2006/relationships/customXml" Target="../ink/ink2283.xml"/><Relationship Id="rId216" Type="http://schemas.openxmlformats.org/officeDocument/2006/relationships/customXml" Target="../ink/ink2311.xml"/><Relationship Id="rId258" Type="http://schemas.openxmlformats.org/officeDocument/2006/relationships/customXml" Target="../ink/ink2332.xml"/><Relationship Id="rId22" Type="http://schemas.openxmlformats.org/officeDocument/2006/relationships/customXml" Target="../ink/ink2214.xml"/><Relationship Id="rId64" Type="http://schemas.openxmlformats.org/officeDocument/2006/relationships/customXml" Target="../ink/ink2235.xml"/><Relationship Id="rId118" Type="http://schemas.openxmlformats.org/officeDocument/2006/relationships/customXml" Target="../ink/ink2262.xml"/><Relationship Id="rId325" Type="http://schemas.openxmlformats.org/officeDocument/2006/relationships/image" Target="../media/image5650.png"/><Relationship Id="rId171" Type="http://schemas.openxmlformats.org/officeDocument/2006/relationships/image" Target="../media/image4880.png"/><Relationship Id="rId227" Type="http://schemas.openxmlformats.org/officeDocument/2006/relationships/image" Target="../media/image5160.png"/><Relationship Id="rId269" Type="http://schemas.openxmlformats.org/officeDocument/2006/relationships/image" Target="../media/image5370.png"/><Relationship Id="rId33" Type="http://schemas.openxmlformats.org/officeDocument/2006/relationships/image" Target="../media/image4190.png"/><Relationship Id="rId129" Type="http://schemas.openxmlformats.org/officeDocument/2006/relationships/image" Target="../media/image4670.png"/><Relationship Id="rId280" Type="http://schemas.openxmlformats.org/officeDocument/2006/relationships/customXml" Target="../ink/ink2343.xml"/><Relationship Id="rId336" Type="http://schemas.openxmlformats.org/officeDocument/2006/relationships/customXml" Target="../ink/ink2371.xml"/><Relationship Id="rId75" Type="http://schemas.openxmlformats.org/officeDocument/2006/relationships/image" Target="../media/image4400.png"/><Relationship Id="rId140" Type="http://schemas.openxmlformats.org/officeDocument/2006/relationships/customXml" Target="../ink/ink2273.xml"/><Relationship Id="rId182" Type="http://schemas.openxmlformats.org/officeDocument/2006/relationships/customXml" Target="../ink/ink2294.xml"/><Relationship Id="rId6" Type="http://schemas.openxmlformats.org/officeDocument/2006/relationships/customXml" Target="../ink/ink2206.xml"/><Relationship Id="rId238" Type="http://schemas.openxmlformats.org/officeDocument/2006/relationships/customXml" Target="../ink/ink2322.xml"/><Relationship Id="rId291" Type="http://schemas.openxmlformats.org/officeDocument/2006/relationships/image" Target="../media/image5480.png"/><Relationship Id="rId305" Type="http://schemas.openxmlformats.org/officeDocument/2006/relationships/image" Target="../media/image5550.png"/><Relationship Id="rId347" Type="http://schemas.openxmlformats.org/officeDocument/2006/relationships/image" Target="../media/image5760.png"/><Relationship Id="rId44" Type="http://schemas.openxmlformats.org/officeDocument/2006/relationships/customXml" Target="../ink/ink2225.xml"/><Relationship Id="rId86" Type="http://schemas.openxmlformats.org/officeDocument/2006/relationships/customXml" Target="../ink/ink2246.xml"/><Relationship Id="rId151" Type="http://schemas.openxmlformats.org/officeDocument/2006/relationships/image" Target="../media/image4780.png"/><Relationship Id="rId193" Type="http://schemas.openxmlformats.org/officeDocument/2006/relationships/image" Target="../media/image4990.png"/><Relationship Id="rId207" Type="http://schemas.openxmlformats.org/officeDocument/2006/relationships/image" Target="../media/image5060.png"/><Relationship Id="rId249" Type="http://schemas.openxmlformats.org/officeDocument/2006/relationships/image" Target="../media/image5270.png"/><Relationship Id="rId13" Type="http://schemas.openxmlformats.org/officeDocument/2006/relationships/image" Target="../media/image4090.png"/><Relationship Id="rId109" Type="http://schemas.openxmlformats.org/officeDocument/2006/relationships/image" Target="../media/image4570.png"/><Relationship Id="rId260" Type="http://schemas.openxmlformats.org/officeDocument/2006/relationships/customXml" Target="../ink/ink2333.xml"/><Relationship Id="rId316" Type="http://schemas.openxmlformats.org/officeDocument/2006/relationships/customXml" Target="../ink/ink2361.xml"/><Relationship Id="rId55" Type="http://schemas.openxmlformats.org/officeDocument/2006/relationships/image" Target="../media/image4300.png"/><Relationship Id="rId97" Type="http://schemas.openxmlformats.org/officeDocument/2006/relationships/image" Target="../media/image4511.png"/><Relationship Id="rId120" Type="http://schemas.openxmlformats.org/officeDocument/2006/relationships/customXml" Target="../ink/ink2263.xml"/><Relationship Id="rId162" Type="http://schemas.openxmlformats.org/officeDocument/2006/relationships/customXml" Target="../ink/ink2284.xml"/><Relationship Id="rId218" Type="http://schemas.openxmlformats.org/officeDocument/2006/relationships/customXml" Target="../ink/ink2312.xml"/><Relationship Id="rId271" Type="http://schemas.openxmlformats.org/officeDocument/2006/relationships/image" Target="../media/image5380.png"/><Relationship Id="rId24" Type="http://schemas.openxmlformats.org/officeDocument/2006/relationships/customXml" Target="../ink/ink2215.xml"/><Relationship Id="rId66" Type="http://schemas.openxmlformats.org/officeDocument/2006/relationships/customXml" Target="../ink/ink2236.xml"/><Relationship Id="rId131" Type="http://schemas.openxmlformats.org/officeDocument/2006/relationships/image" Target="../media/image4680.png"/><Relationship Id="rId327" Type="http://schemas.openxmlformats.org/officeDocument/2006/relationships/image" Target="../media/image5660.png"/><Relationship Id="rId173" Type="http://schemas.openxmlformats.org/officeDocument/2006/relationships/image" Target="../media/image4890.png"/><Relationship Id="rId229" Type="http://schemas.openxmlformats.org/officeDocument/2006/relationships/image" Target="../media/image5170.png"/><Relationship Id="rId240" Type="http://schemas.openxmlformats.org/officeDocument/2006/relationships/customXml" Target="../ink/ink2323.xml"/><Relationship Id="rId35" Type="http://schemas.openxmlformats.org/officeDocument/2006/relationships/image" Target="../media/image4200.png"/><Relationship Id="rId77" Type="http://schemas.openxmlformats.org/officeDocument/2006/relationships/image" Target="../media/image4411.png"/><Relationship Id="rId100" Type="http://schemas.openxmlformats.org/officeDocument/2006/relationships/customXml" Target="../ink/ink2253.xml"/><Relationship Id="rId282" Type="http://schemas.openxmlformats.org/officeDocument/2006/relationships/customXml" Target="../ink/ink2344.xml"/><Relationship Id="rId338" Type="http://schemas.openxmlformats.org/officeDocument/2006/relationships/customXml" Target="../ink/ink2372.xml"/><Relationship Id="rId8" Type="http://schemas.openxmlformats.org/officeDocument/2006/relationships/customXml" Target="../ink/ink2207.xml"/><Relationship Id="rId142" Type="http://schemas.openxmlformats.org/officeDocument/2006/relationships/customXml" Target="../ink/ink2274.xml"/><Relationship Id="rId184" Type="http://schemas.openxmlformats.org/officeDocument/2006/relationships/customXml" Target="../ink/ink2295.xml"/></Relationships>
</file>

<file path=ppt/slides/_rels/slide3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438.xml"/><Relationship Id="rId21" Type="http://schemas.openxmlformats.org/officeDocument/2006/relationships/customXml" Target="../ink/ink2390.xml"/><Relationship Id="rId42" Type="http://schemas.openxmlformats.org/officeDocument/2006/relationships/image" Target="../media/image1055.png"/><Relationship Id="rId63" Type="http://schemas.openxmlformats.org/officeDocument/2006/relationships/customXml" Target="../ink/ink2411.xml"/><Relationship Id="rId84" Type="http://schemas.openxmlformats.org/officeDocument/2006/relationships/image" Target="../media/image1078.png"/><Relationship Id="rId138" Type="http://schemas.openxmlformats.org/officeDocument/2006/relationships/image" Target="../media/image1108.png"/><Relationship Id="rId107" Type="http://schemas.openxmlformats.org/officeDocument/2006/relationships/customXml" Target="../ink/ink2433.xml"/><Relationship Id="rId11" Type="http://schemas.openxmlformats.org/officeDocument/2006/relationships/customXml" Target="../ink/ink2385.xml"/><Relationship Id="rId32" Type="http://schemas.openxmlformats.org/officeDocument/2006/relationships/image" Target="../media/image1049.png"/><Relationship Id="rId53" Type="http://schemas.openxmlformats.org/officeDocument/2006/relationships/customXml" Target="../ink/ink2406.xml"/><Relationship Id="rId74" Type="http://schemas.openxmlformats.org/officeDocument/2006/relationships/image" Target="../media/image1073.png"/><Relationship Id="rId128" Type="http://schemas.openxmlformats.org/officeDocument/2006/relationships/image" Target="../media/image1103.png"/><Relationship Id="rId5" Type="http://schemas.openxmlformats.org/officeDocument/2006/relationships/customXml" Target="../ink/ink2382.xml"/><Relationship Id="rId90" Type="http://schemas.openxmlformats.org/officeDocument/2006/relationships/image" Target="../media/image1082.png"/><Relationship Id="rId95" Type="http://schemas.openxmlformats.org/officeDocument/2006/relationships/customXml" Target="../ink/ink2427.xml"/><Relationship Id="rId22" Type="http://schemas.openxmlformats.org/officeDocument/2006/relationships/image" Target="../media/image1044.png"/><Relationship Id="rId27" Type="http://schemas.openxmlformats.org/officeDocument/2006/relationships/customXml" Target="../ink/ink2393.xml"/><Relationship Id="rId43" Type="http://schemas.openxmlformats.org/officeDocument/2006/relationships/customXml" Target="../ink/ink2401.xml"/><Relationship Id="rId48" Type="http://schemas.openxmlformats.org/officeDocument/2006/relationships/image" Target="../media/image1058.png"/><Relationship Id="rId64" Type="http://schemas.openxmlformats.org/officeDocument/2006/relationships/image" Target="../media/image1067.png"/><Relationship Id="rId69" Type="http://schemas.openxmlformats.org/officeDocument/2006/relationships/customXml" Target="../ink/ink2414.xml"/><Relationship Id="rId113" Type="http://schemas.openxmlformats.org/officeDocument/2006/relationships/customXml" Target="../ink/ink2436.xml"/><Relationship Id="rId118" Type="http://schemas.openxmlformats.org/officeDocument/2006/relationships/image" Target="../media/image1097.png"/><Relationship Id="rId134" Type="http://schemas.openxmlformats.org/officeDocument/2006/relationships/image" Target="../media/image1106.png"/><Relationship Id="rId139" Type="http://schemas.openxmlformats.org/officeDocument/2006/relationships/customXml" Target="../ink/ink2449.xml"/><Relationship Id="rId80" Type="http://schemas.openxmlformats.org/officeDocument/2006/relationships/image" Target="../media/image1076.png"/><Relationship Id="rId85" Type="http://schemas.openxmlformats.org/officeDocument/2006/relationships/customXml" Target="../ink/ink2422.xml"/><Relationship Id="rId12" Type="http://schemas.openxmlformats.org/officeDocument/2006/relationships/image" Target="../media/image1038.png"/><Relationship Id="rId17" Type="http://schemas.openxmlformats.org/officeDocument/2006/relationships/customXml" Target="../ink/ink2388.xml"/><Relationship Id="rId33" Type="http://schemas.openxmlformats.org/officeDocument/2006/relationships/customXml" Target="../ink/ink2396.xml"/><Relationship Id="rId38" Type="http://schemas.openxmlformats.org/officeDocument/2006/relationships/image" Target="../media/image1053.png"/><Relationship Id="rId59" Type="http://schemas.openxmlformats.org/officeDocument/2006/relationships/customXml" Target="../ink/ink2409.xml"/><Relationship Id="rId103" Type="http://schemas.openxmlformats.org/officeDocument/2006/relationships/customXml" Target="../ink/ink2431.xml"/><Relationship Id="rId108" Type="http://schemas.openxmlformats.org/officeDocument/2006/relationships/image" Target="../media/image1092.png"/><Relationship Id="rId124" Type="http://schemas.openxmlformats.org/officeDocument/2006/relationships/image" Target="../media/image1100.png"/><Relationship Id="rId129" Type="http://schemas.openxmlformats.org/officeDocument/2006/relationships/customXml" Target="../ink/ink2444.xml"/><Relationship Id="rId54" Type="http://schemas.openxmlformats.org/officeDocument/2006/relationships/image" Target="../media/image1062.png"/><Relationship Id="rId70" Type="http://schemas.openxmlformats.org/officeDocument/2006/relationships/image" Target="../media/image1070.png"/><Relationship Id="rId75" Type="http://schemas.openxmlformats.org/officeDocument/2006/relationships/customXml" Target="../ink/ink2417.xml"/><Relationship Id="rId91" Type="http://schemas.openxmlformats.org/officeDocument/2006/relationships/customXml" Target="../ink/ink2425.xml"/><Relationship Id="rId96" Type="http://schemas.openxmlformats.org/officeDocument/2006/relationships/image" Target="../media/image1085.png"/><Relationship Id="rId140" Type="http://schemas.openxmlformats.org/officeDocument/2006/relationships/image" Target="../media/image1109.png"/><Relationship Id="rId145" Type="http://schemas.openxmlformats.org/officeDocument/2006/relationships/customXml" Target="../ink/ink245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5.png"/><Relationship Id="rId23" Type="http://schemas.openxmlformats.org/officeDocument/2006/relationships/customXml" Target="../ink/ink2391.xml"/><Relationship Id="rId28" Type="http://schemas.openxmlformats.org/officeDocument/2006/relationships/image" Target="../media/image1047.png"/><Relationship Id="rId49" Type="http://schemas.openxmlformats.org/officeDocument/2006/relationships/customXml" Target="../ink/ink2404.xml"/><Relationship Id="rId114" Type="http://schemas.openxmlformats.org/officeDocument/2006/relationships/image" Target="../media/image1095.png"/><Relationship Id="rId119" Type="http://schemas.openxmlformats.org/officeDocument/2006/relationships/customXml" Target="../ink/ink2439.xml"/><Relationship Id="rId44" Type="http://schemas.openxmlformats.org/officeDocument/2006/relationships/image" Target="../media/image1056.png"/><Relationship Id="rId60" Type="http://schemas.openxmlformats.org/officeDocument/2006/relationships/image" Target="../media/image1065.png"/><Relationship Id="rId65" Type="http://schemas.openxmlformats.org/officeDocument/2006/relationships/customXml" Target="../ink/ink2412.xml"/><Relationship Id="rId81" Type="http://schemas.openxmlformats.org/officeDocument/2006/relationships/customXml" Target="../ink/ink2420.xml"/><Relationship Id="rId86" Type="http://schemas.openxmlformats.org/officeDocument/2006/relationships/image" Target="../media/image1079.png"/><Relationship Id="rId130" Type="http://schemas.openxmlformats.org/officeDocument/2006/relationships/image" Target="../media/image1104.png"/><Relationship Id="rId135" Type="http://schemas.openxmlformats.org/officeDocument/2006/relationships/customXml" Target="../ink/ink2447.xml"/><Relationship Id="rId13" Type="http://schemas.openxmlformats.org/officeDocument/2006/relationships/customXml" Target="../ink/ink2386.xml"/><Relationship Id="rId18" Type="http://schemas.openxmlformats.org/officeDocument/2006/relationships/image" Target="../media/image1042.png"/><Relationship Id="rId39" Type="http://schemas.openxmlformats.org/officeDocument/2006/relationships/customXml" Target="../ink/ink2399.xml"/><Relationship Id="rId109" Type="http://schemas.openxmlformats.org/officeDocument/2006/relationships/customXml" Target="../ink/ink2434.xml"/><Relationship Id="rId34" Type="http://schemas.openxmlformats.org/officeDocument/2006/relationships/image" Target="../media/image1050.png"/><Relationship Id="rId50" Type="http://schemas.openxmlformats.org/officeDocument/2006/relationships/image" Target="../media/image1059.png"/><Relationship Id="rId55" Type="http://schemas.openxmlformats.org/officeDocument/2006/relationships/customXml" Target="../ink/ink2407.xml"/><Relationship Id="rId76" Type="http://schemas.openxmlformats.org/officeDocument/2006/relationships/image" Target="../media/image1074.png"/><Relationship Id="rId97" Type="http://schemas.openxmlformats.org/officeDocument/2006/relationships/customXml" Target="../ink/ink2428.xml"/><Relationship Id="rId104" Type="http://schemas.openxmlformats.org/officeDocument/2006/relationships/image" Target="../media/image1089.png"/><Relationship Id="rId120" Type="http://schemas.openxmlformats.org/officeDocument/2006/relationships/image" Target="../media/image1098.png"/><Relationship Id="rId125" Type="http://schemas.openxmlformats.org/officeDocument/2006/relationships/customXml" Target="../ink/ink2442.xml"/><Relationship Id="rId141" Type="http://schemas.openxmlformats.org/officeDocument/2006/relationships/customXml" Target="../ink/ink2450.xml"/><Relationship Id="rId146" Type="http://schemas.openxmlformats.org/officeDocument/2006/relationships/image" Target="../media/image1113.png"/><Relationship Id="rId7" Type="http://schemas.openxmlformats.org/officeDocument/2006/relationships/customXml" Target="../ink/ink2383.xml"/><Relationship Id="rId71" Type="http://schemas.openxmlformats.org/officeDocument/2006/relationships/customXml" Target="../ink/ink2415.xml"/><Relationship Id="rId92" Type="http://schemas.openxmlformats.org/officeDocument/2006/relationships/image" Target="../media/image1083.png"/><Relationship Id="rId2" Type="http://schemas.openxmlformats.org/officeDocument/2006/relationships/image" Target="../media/image1033.jpg"/><Relationship Id="rId29" Type="http://schemas.openxmlformats.org/officeDocument/2006/relationships/customXml" Target="../ink/ink2394.xml"/><Relationship Id="rId24" Type="http://schemas.openxmlformats.org/officeDocument/2006/relationships/image" Target="../media/image1045.png"/><Relationship Id="rId40" Type="http://schemas.openxmlformats.org/officeDocument/2006/relationships/image" Target="../media/image1054.png"/><Relationship Id="rId45" Type="http://schemas.openxmlformats.org/officeDocument/2006/relationships/customXml" Target="../ink/ink2402.xml"/><Relationship Id="rId66" Type="http://schemas.openxmlformats.org/officeDocument/2006/relationships/image" Target="../media/image1068.png"/><Relationship Id="rId87" Type="http://schemas.openxmlformats.org/officeDocument/2006/relationships/customXml" Target="../ink/ink2423.xml"/><Relationship Id="rId110" Type="http://schemas.openxmlformats.org/officeDocument/2006/relationships/image" Target="../media/image1093.png"/><Relationship Id="rId115" Type="http://schemas.openxmlformats.org/officeDocument/2006/relationships/customXml" Target="../ink/ink2437.xml"/><Relationship Id="rId131" Type="http://schemas.openxmlformats.org/officeDocument/2006/relationships/customXml" Target="../ink/ink2445.xml"/><Relationship Id="rId136" Type="http://schemas.openxmlformats.org/officeDocument/2006/relationships/image" Target="../media/image1107.png"/><Relationship Id="rId61" Type="http://schemas.openxmlformats.org/officeDocument/2006/relationships/customXml" Target="../ink/ink2410.xml"/><Relationship Id="rId82" Type="http://schemas.openxmlformats.org/officeDocument/2006/relationships/image" Target="../media/image1077.png"/><Relationship Id="rId19" Type="http://schemas.openxmlformats.org/officeDocument/2006/relationships/customXml" Target="../ink/ink2389.xml"/><Relationship Id="rId14" Type="http://schemas.openxmlformats.org/officeDocument/2006/relationships/image" Target="../media/image1039.png"/><Relationship Id="rId30" Type="http://schemas.openxmlformats.org/officeDocument/2006/relationships/image" Target="../media/image1048.png"/><Relationship Id="rId35" Type="http://schemas.openxmlformats.org/officeDocument/2006/relationships/customXml" Target="../ink/ink2397.xml"/><Relationship Id="rId56" Type="http://schemas.openxmlformats.org/officeDocument/2006/relationships/image" Target="../media/image1063.png"/><Relationship Id="rId77" Type="http://schemas.openxmlformats.org/officeDocument/2006/relationships/customXml" Target="../ink/ink2418.xml"/><Relationship Id="rId100" Type="http://schemas.openxmlformats.org/officeDocument/2006/relationships/image" Target="../media/image1087.png"/><Relationship Id="rId105" Type="http://schemas.openxmlformats.org/officeDocument/2006/relationships/customXml" Target="../ink/ink2432.xml"/><Relationship Id="rId126" Type="http://schemas.openxmlformats.org/officeDocument/2006/relationships/image" Target="../media/image1102.png"/><Relationship Id="rId8" Type="http://schemas.openxmlformats.org/officeDocument/2006/relationships/image" Target="../media/image1036.png"/><Relationship Id="rId51" Type="http://schemas.openxmlformats.org/officeDocument/2006/relationships/customXml" Target="../ink/ink2405.xml"/><Relationship Id="rId72" Type="http://schemas.openxmlformats.org/officeDocument/2006/relationships/image" Target="../media/image1072.png"/><Relationship Id="rId93" Type="http://schemas.openxmlformats.org/officeDocument/2006/relationships/customXml" Target="../ink/ink2426.xml"/><Relationship Id="rId98" Type="http://schemas.openxmlformats.org/officeDocument/2006/relationships/image" Target="../media/image1086.png"/><Relationship Id="rId121" Type="http://schemas.openxmlformats.org/officeDocument/2006/relationships/customXml" Target="../ink/ink2440.xml"/><Relationship Id="rId142" Type="http://schemas.openxmlformats.org/officeDocument/2006/relationships/image" Target="../media/image1110.png"/><Relationship Id="rId3" Type="http://schemas.openxmlformats.org/officeDocument/2006/relationships/customXml" Target="../ink/ink2381.xml"/><Relationship Id="rId25" Type="http://schemas.openxmlformats.org/officeDocument/2006/relationships/customXml" Target="../ink/ink2392.xml"/><Relationship Id="rId46" Type="http://schemas.openxmlformats.org/officeDocument/2006/relationships/image" Target="../media/image1057.png"/><Relationship Id="rId67" Type="http://schemas.openxmlformats.org/officeDocument/2006/relationships/customXml" Target="../ink/ink2413.xml"/><Relationship Id="rId116" Type="http://schemas.openxmlformats.org/officeDocument/2006/relationships/image" Target="../media/image1096.png"/><Relationship Id="rId137" Type="http://schemas.openxmlformats.org/officeDocument/2006/relationships/customXml" Target="../ink/ink2448.xml"/><Relationship Id="rId20" Type="http://schemas.openxmlformats.org/officeDocument/2006/relationships/image" Target="../media/image1043.png"/><Relationship Id="rId41" Type="http://schemas.openxmlformats.org/officeDocument/2006/relationships/customXml" Target="../ink/ink2400.xml"/><Relationship Id="rId62" Type="http://schemas.openxmlformats.org/officeDocument/2006/relationships/image" Target="../media/image1066.png"/><Relationship Id="rId83" Type="http://schemas.openxmlformats.org/officeDocument/2006/relationships/customXml" Target="../ink/ink2421.xml"/><Relationship Id="rId88" Type="http://schemas.openxmlformats.org/officeDocument/2006/relationships/image" Target="../media/image1080.png"/><Relationship Id="rId111" Type="http://schemas.openxmlformats.org/officeDocument/2006/relationships/customXml" Target="../ink/ink2435.xml"/><Relationship Id="rId132" Type="http://schemas.openxmlformats.org/officeDocument/2006/relationships/image" Target="../media/image1105.png"/><Relationship Id="rId15" Type="http://schemas.openxmlformats.org/officeDocument/2006/relationships/customXml" Target="../ink/ink2387.xml"/><Relationship Id="rId36" Type="http://schemas.openxmlformats.org/officeDocument/2006/relationships/image" Target="../media/image1052.png"/><Relationship Id="rId57" Type="http://schemas.openxmlformats.org/officeDocument/2006/relationships/customXml" Target="../ink/ink2408.xml"/><Relationship Id="rId106" Type="http://schemas.openxmlformats.org/officeDocument/2006/relationships/image" Target="../media/image1090.png"/><Relationship Id="rId127" Type="http://schemas.openxmlformats.org/officeDocument/2006/relationships/customXml" Target="../ink/ink2443.xml"/><Relationship Id="rId10" Type="http://schemas.openxmlformats.org/officeDocument/2006/relationships/image" Target="../media/image1037.png"/><Relationship Id="rId31" Type="http://schemas.openxmlformats.org/officeDocument/2006/relationships/customXml" Target="../ink/ink2395.xml"/><Relationship Id="rId52" Type="http://schemas.openxmlformats.org/officeDocument/2006/relationships/image" Target="../media/image1060.png"/><Relationship Id="rId73" Type="http://schemas.openxmlformats.org/officeDocument/2006/relationships/customXml" Target="../ink/ink2416.xml"/><Relationship Id="rId78" Type="http://schemas.openxmlformats.org/officeDocument/2006/relationships/image" Target="../media/image1075.png"/><Relationship Id="rId94" Type="http://schemas.openxmlformats.org/officeDocument/2006/relationships/image" Target="../media/image1084.png"/><Relationship Id="rId99" Type="http://schemas.openxmlformats.org/officeDocument/2006/relationships/customXml" Target="../ink/ink2429.xml"/><Relationship Id="rId101" Type="http://schemas.openxmlformats.org/officeDocument/2006/relationships/customXml" Target="../ink/ink2430.xml"/><Relationship Id="rId122" Type="http://schemas.openxmlformats.org/officeDocument/2006/relationships/image" Target="../media/image1099.png"/><Relationship Id="rId143" Type="http://schemas.openxmlformats.org/officeDocument/2006/relationships/customXml" Target="../ink/ink2451.xml"/><Relationship Id="rId4" Type="http://schemas.openxmlformats.org/officeDocument/2006/relationships/image" Target="../media/image1034.png"/><Relationship Id="rId9" Type="http://schemas.openxmlformats.org/officeDocument/2006/relationships/customXml" Target="../ink/ink2384.xml"/><Relationship Id="rId26" Type="http://schemas.openxmlformats.org/officeDocument/2006/relationships/image" Target="../media/image1046.png"/><Relationship Id="rId47" Type="http://schemas.openxmlformats.org/officeDocument/2006/relationships/customXml" Target="../ink/ink2403.xml"/><Relationship Id="rId68" Type="http://schemas.openxmlformats.org/officeDocument/2006/relationships/image" Target="../media/image1069.png"/><Relationship Id="rId89" Type="http://schemas.openxmlformats.org/officeDocument/2006/relationships/customXml" Target="../ink/ink2424.xml"/><Relationship Id="rId112" Type="http://schemas.openxmlformats.org/officeDocument/2006/relationships/image" Target="../media/image1094.png"/><Relationship Id="rId133" Type="http://schemas.openxmlformats.org/officeDocument/2006/relationships/customXml" Target="../ink/ink2446.xml"/><Relationship Id="rId16" Type="http://schemas.openxmlformats.org/officeDocument/2006/relationships/image" Target="../media/image1040.png"/><Relationship Id="rId37" Type="http://schemas.openxmlformats.org/officeDocument/2006/relationships/customXml" Target="../ink/ink2398.xml"/><Relationship Id="rId58" Type="http://schemas.openxmlformats.org/officeDocument/2006/relationships/image" Target="../media/image1064.png"/><Relationship Id="rId79" Type="http://schemas.openxmlformats.org/officeDocument/2006/relationships/customXml" Target="../ink/ink2419.xml"/><Relationship Id="rId102" Type="http://schemas.openxmlformats.org/officeDocument/2006/relationships/image" Target="../media/image1088.png"/><Relationship Id="rId123" Type="http://schemas.openxmlformats.org/officeDocument/2006/relationships/customXml" Target="../ink/ink2441.xml"/><Relationship Id="rId144" Type="http://schemas.openxmlformats.org/officeDocument/2006/relationships/image" Target="../media/image1112.png"/></Relationships>
</file>

<file path=ppt/slides/_rels/slide4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79.png"/><Relationship Id="rId21" Type="http://schemas.openxmlformats.org/officeDocument/2006/relationships/image" Target="../media/image1124.png"/><Relationship Id="rId42" Type="http://schemas.openxmlformats.org/officeDocument/2006/relationships/customXml" Target="../ink/ink2473.xml"/><Relationship Id="rId63" Type="http://schemas.openxmlformats.org/officeDocument/2006/relationships/image" Target="../media/image1147.png"/><Relationship Id="rId84" Type="http://schemas.openxmlformats.org/officeDocument/2006/relationships/customXml" Target="../ink/ink2494.xml"/><Relationship Id="rId138" Type="http://schemas.openxmlformats.org/officeDocument/2006/relationships/customXml" Target="../ink/ink2521.xml"/><Relationship Id="rId159" Type="http://schemas.openxmlformats.org/officeDocument/2006/relationships/image" Target="../media/image1204.png"/><Relationship Id="rId170" Type="http://schemas.openxmlformats.org/officeDocument/2006/relationships/customXml" Target="../ink/ink2537.xml"/><Relationship Id="rId191" Type="http://schemas.openxmlformats.org/officeDocument/2006/relationships/image" Target="../media/image1224.png"/><Relationship Id="rId205" Type="http://schemas.openxmlformats.org/officeDocument/2006/relationships/image" Target="../media/image1233.png"/><Relationship Id="rId107" Type="http://schemas.openxmlformats.org/officeDocument/2006/relationships/image" Target="../media/image1174.png"/><Relationship Id="rId11" Type="http://schemas.openxmlformats.org/officeDocument/2006/relationships/image" Target="../media/image1118.png"/><Relationship Id="rId32" Type="http://schemas.openxmlformats.org/officeDocument/2006/relationships/customXml" Target="../ink/ink2468.xml"/><Relationship Id="rId53" Type="http://schemas.openxmlformats.org/officeDocument/2006/relationships/image" Target="../media/image1142.png"/><Relationship Id="rId74" Type="http://schemas.openxmlformats.org/officeDocument/2006/relationships/customXml" Target="../ink/ink2489.xml"/><Relationship Id="rId128" Type="http://schemas.openxmlformats.org/officeDocument/2006/relationships/customXml" Target="../ink/ink2516.xml"/><Relationship Id="rId149" Type="http://schemas.openxmlformats.org/officeDocument/2006/relationships/image" Target="../media/image1197.png"/><Relationship Id="rId5" Type="http://schemas.openxmlformats.org/officeDocument/2006/relationships/image" Target="../media/image1115.png"/><Relationship Id="rId95" Type="http://schemas.openxmlformats.org/officeDocument/2006/relationships/image" Target="../media/image1166.png"/><Relationship Id="rId160" Type="http://schemas.openxmlformats.org/officeDocument/2006/relationships/customXml" Target="../ink/ink2532.xml"/><Relationship Id="rId181" Type="http://schemas.openxmlformats.org/officeDocument/2006/relationships/image" Target="../media/image1217.png"/><Relationship Id="rId22" Type="http://schemas.openxmlformats.org/officeDocument/2006/relationships/customXml" Target="../ink/ink2463.xml"/><Relationship Id="rId43" Type="http://schemas.openxmlformats.org/officeDocument/2006/relationships/image" Target="../media/image1136.png"/><Relationship Id="rId64" Type="http://schemas.openxmlformats.org/officeDocument/2006/relationships/customXml" Target="../ink/ink2484.xml"/><Relationship Id="rId118" Type="http://schemas.openxmlformats.org/officeDocument/2006/relationships/customXml" Target="../ink/ink2511.xml"/><Relationship Id="rId139" Type="http://schemas.openxmlformats.org/officeDocument/2006/relationships/image" Target="../media/image1192.png"/><Relationship Id="rId85" Type="http://schemas.openxmlformats.org/officeDocument/2006/relationships/image" Target="../media/image1159.png"/><Relationship Id="rId150" Type="http://schemas.openxmlformats.org/officeDocument/2006/relationships/customXml" Target="../ink/ink2527.xml"/><Relationship Id="rId171" Type="http://schemas.openxmlformats.org/officeDocument/2006/relationships/image" Target="../media/image1212.png"/><Relationship Id="rId192" Type="http://schemas.openxmlformats.org/officeDocument/2006/relationships/customXml" Target="../ink/ink2548.xml"/><Relationship Id="rId206" Type="http://schemas.openxmlformats.org/officeDocument/2006/relationships/customXml" Target="../ink/ink2555.xml"/><Relationship Id="rId12" Type="http://schemas.openxmlformats.org/officeDocument/2006/relationships/customXml" Target="../ink/ink2458.xml"/><Relationship Id="rId33" Type="http://schemas.openxmlformats.org/officeDocument/2006/relationships/image" Target="../media/image1130.png"/><Relationship Id="rId108" Type="http://schemas.openxmlformats.org/officeDocument/2006/relationships/customXml" Target="../ink/ink2506.xml"/><Relationship Id="rId129" Type="http://schemas.openxmlformats.org/officeDocument/2006/relationships/image" Target="../media/image1186.png"/><Relationship Id="rId54" Type="http://schemas.openxmlformats.org/officeDocument/2006/relationships/customXml" Target="../ink/ink2479.xml"/><Relationship Id="rId75" Type="http://schemas.openxmlformats.org/officeDocument/2006/relationships/image" Target="../media/image1154.png"/><Relationship Id="rId96" Type="http://schemas.openxmlformats.org/officeDocument/2006/relationships/customXml" Target="../ink/ink2500.xml"/><Relationship Id="rId140" Type="http://schemas.openxmlformats.org/officeDocument/2006/relationships/customXml" Target="../ink/ink2522.xml"/><Relationship Id="rId161" Type="http://schemas.openxmlformats.org/officeDocument/2006/relationships/image" Target="../media/image1205.png"/><Relationship Id="rId182" Type="http://schemas.openxmlformats.org/officeDocument/2006/relationships/customXml" Target="../ink/ink2543.xml"/><Relationship Id="rId6" Type="http://schemas.openxmlformats.org/officeDocument/2006/relationships/customXml" Target="../ink/ink2455.xml"/><Relationship Id="rId23" Type="http://schemas.openxmlformats.org/officeDocument/2006/relationships/image" Target="../media/image1125.png"/><Relationship Id="rId119" Type="http://schemas.openxmlformats.org/officeDocument/2006/relationships/image" Target="../media/image1181.png"/><Relationship Id="rId44" Type="http://schemas.openxmlformats.org/officeDocument/2006/relationships/customXml" Target="../ink/ink2474.xml"/><Relationship Id="rId65" Type="http://schemas.openxmlformats.org/officeDocument/2006/relationships/image" Target="../media/image1148.png"/><Relationship Id="rId86" Type="http://schemas.openxmlformats.org/officeDocument/2006/relationships/customXml" Target="../ink/ink2495.xml"/><Relationship Id="rId130" Type="http://schemas.openxmlformats.org/officeDocument/2006/relationships/customXml" Target="../ink/ink2517.xml"/><Relationship Id="rId151" Type="http://schemas.openxmlformats.org/officeDocument/2006/relationships/image" Target="../media/image1198.png"/><Relationship Id="rId172" Type="http://schemas.openxmlformats.org/officeDocument/2006/relationships/customXml" Target="../ink/ink2538.xml"/><Relationship Id="rId193" Type="http://schemas.openxmlformats.org/officeDocument/2006/relationships/image" Target="../media/image1225.png"/><Relationship Id="rId207" Type="http://schemas.openxmlformats.org/officeDocument/2006/relationships/image" Target="../media/image1234.png"/><Relationship Id="rId13" Type="http://schemas.openxmlformats.org/officeDocument/2006/relationships/image" Target="../media/image1119.png"/><Relationship Id="rId109" Type="http://schemas.openxmlformats.org/officeDocument/2006/relationships/image" Target="../media/image1175.png"/><Relationship Id="rId34" Type="http://schemas.openxmlformats.org/officeDocument/2006/relationships/customXml" Target="../ink/ink2469.xml"/><Relationship Id="rId55" Type="http://schemas.openxmlformats.org/officeDocument/2006/relationships/image" Target="../media/image1143.png"/><Relationship Id="rId76" Type="http://schemas.openxmlformats.org/officeDocument/2006/relationships/customXml" Target="../ink/ink2490.xml"/><Relationship Id="rId97" Type="http://schemas.openxmlformats.org/officeDocument/2006/relationships/image" Target="../media/image1167.png"/><Relationship Id="rId120" Type="http://schemas.openxmlformats.org/officeDocument/2006/relationships/customXml" Target="../ink/ink2512.xml"/><Relationship Id="rId141" Type="http://schemas.openxmlformats.org/officeDocument/2006/relationships/image" Target="../media/image1193.png"/><Relationship Id="rId7" Type="http://schemas.openxmlformats.org/officeDocument/2006/relationships/image" Target="../media/image1116.png"/><Relationship Id="rId162" Type="http://schemas.openxmlformats.org/officeDocument/2006/relationships/customXml" Target="../ink/ink2533.xml"/><Relationship Id="rId183" Type="http://schemas.openxmlformats.org/officeDocument/2006/relationships/image" Target="../media/image1218.png"/><Relationship Id="rId24" Type="http://schemas.openxmlformats.org/officeDocument/2006/relationships/customXml" Target="../ink/ink2464.xml"/><Relationship Id="rId45" Type="http://schemas.openxmlformats.org/officeDocument/2006/relationships/image" Target="../media/image1137.png"/><Relationship Id="rId66" Type="http://schemas.openxmlformats.org/officeDocument/2006/relationships/customXml" Target="../ink/ink2485.xml"/><Relationship Id="rId87" Type="http://schemas.openxmlformats.org/officeDocument/2006/relationships/image" Target="../media/image1162.png"/><Relationship Id="rId110" Type="http://schemas.openxmlformats.org/officeDocument/2006/relationships/customXml" Target="../ink/ink2507.xml"/><Relationship Id="rId131" Type="http://schemas.openxmlformats.org/officeDocument/2006/relationships/image" Target="../media/image1187.png"/><Relationship Id="rId152" Type="http://schemas.openxmlformats.org/officeDocument/2006/relationships/customXml" Target="../ink/ink2528.xml"/><Relationship Id="rId173" Type="http://schemas.openxmlformats.org/officeDocument/2006/relationships/image" Target="../media/image1213.png"/><Relationship Id="rId194" Type="http://schemas.openxmlformats.org/officeDocument/2006/relationships/customXml" Target="../ink/ink2549.xml"/><Relationship Id="rId208" Type="http://schemas.openxmlformats.org/officeDocument/2006/relationships/customXml" Target="../ink/ink2556.xml"/><Relationship Id="rId19" Type="http://schemas.openxmlformats.org/officeDocument/2006/relationships/image" Target="../media/image1123.png"/><Relationship Id="rId14" Type="http://schemas.openxmlformats.org/officeDocument/2006/relationships/customXml" Target="../ink/ink2459.xml"/><Relationship Id="rId30" Type="http://schemas.openxmlformats.org/officeDocument/2006/relationships/customXml" Target="../ink/ink2467.xml"/><Relationship Id="rId35" Type="http://schemas.openxmlformats.org/officeDocument/2006/relationships/image" Target="../media/image1132.png"/><Relationship Id="rId56" Type="http://schemas.openxmlformats.org/officeDocument/2006/relationships/customXml" Target="../ink/ink2480.xml"/><Relationship Id="rId77" Type="http://schemas.openxmlformats.org/officeDocument/2006/relationships/image" Target="../media/image1155.png"/><Relationship Id="rId100" Type="http://schemas.openxmlformats.org/officeDocument/2006/relationships/customXml" Target="../ink/ink2502.xml"/><Relationship Id="rId105" Type="http://schemas.openxmlformats.org/officeDocument/2006/relationships/image" Target="../media/image1172.png"/><Relationship Id="rId126" Type="http://schemas.openxmlformats.org/officeDocument/2006/relationships/customXml" Target="../ink/ink2515.xml"/><Relationship Id="rId147" Type="http://schemas.openxmlformats.org/officeDocument/2006/relationships/image" Target="../media/image1196.png"/><Relationship Id="rId168" Type="http://schemas.openxmlformats.org/officeDocument/2006/relationships/customXml" Target="../ink/ink2536.xml"/><Relationship Id="rId8" Type="http://schemas.openxmlformats.org/officeDocument/2006/relationships/customXml" Target="../ink/ink2456.xml"/><Relationship Id="rId51" Type="http://schemas.openxmlformats.org/officeDocument/2006/relationships/image" Target="../media/image1140.png"/><Relationship Id="rId72" Type="http://schemas.openxmlformats.org/officeDocument/2006/relationships/customXml" Target="../ink/ink2488.xml"/><Relationship Id="rId93" Type="http://schemas.openxmlformats.org/officeDocument/2006/relationships/image" Target="../media/image1165.png"/><Relationship Id="rId98" Type="http://schemas.openxmlformats.org/officeDocument/2006/relationships/customXml" Target="../ink/ink2501.xml"/><Relationship Id="rId121" Type="http://schemas.openxmlformats.org/officeDocument/2006/relationships/image" Target="../media/image1182.png"/><Relationship Id="rId142" Type="http://schemas.openxmlformats.org/officeDocument/2006/relationships/customXml" Target="../ink/ink2523.xml"/><Relationship Id="rId163" Type="http://schemas.openxmlformats.org/officeDocument/2006/relationships/image" Target="../media/image1206.png"/><Relationship Id="rId184" Type="http://schemas.openxmlformats.org/officeDocument/2006/relationships/customXml" Target="../ink/ink2544.xml"/><Relationship Id="rId189" Type="http://schemas.openxmlformats.org/officeDocument/2006/relationships/image" Target="../media/image1223.png"/><Relationship Id="rId3" Type="http://schemas.openxmlformats.org/officeDocument/2006/relationships/image" Target="../media/image1114.png"/><Relationship Id="rId25" Type="http://schemas.openxmlformats.org/officeDocument/2006/relationships/image" Target="../media/image1126.png"/><Relationship Id="rId46" Type="http://schemas.openxmlformats.org/officeDocument/2006/relationships/customXml" Target="../ink/ink2475.xml"/><Relationship Id="rId67" Type="http://schemas.openxmlformats.org/officeDocument/2006/relationships/image" Target="../media/image1149.png"/><Relationship Id="rId116" Type="http://schemas.openxmlformats.org/officeDocument/2006/relationships/customXml" Target="../ink/ink2510.xml"/><Relationship Id="rId137" Type="http://schemas.openxmlformats.org/officeDocument/2006/relationships/image" Target="../media/image1191.png"/><Relationship Id="rId158" Type="http://schemas.openxmlformats.org/officeDocument/2006/relationships/customXml" Target="../ink/ink2531.xml"/><Relationship Id="rId20" Type="http://schemas.openxmlformats.org/officeDocument/2006/relationships/customXml" Target="../ink/ink2462.xml"/><Relationship Id="rId41" Type="http://schemas.openxmlformats.org/officeDocument/2006/relationships/image" Target="../media/image1135.png"/><Relationship Id="rId62" Type="http://schemas.openxmlformats.org/officeDocument/2006/relationships/customXml" Target="../ink/ink2483.xml"/><Relationship Id="rId83" Type="http://schemas.openxmlformats.org/officeDocument/2006/relationships/image" Target="../media/image1158.png"/><Relationship Id="rId88" Type="http://schemas.openxmlformats.org/officeDocument/2006/relationships/customXml" Target="../ink/ink2496.xml"/><Relationship Id="rId111" Type="http://schemas.openxmlformats.org/officeDocument/2006/relationships/image" Target="../media/image1176.png"/><Relationship Id="rId132" Type="http://schemas.openxmlformats.org/officeDocument/2006/relationships/customXml" Target="../ink/ink2518.xml"/><Relationship Id="rId153" Type="http://schemas.openxmlformats.org/officeDocument/2006/relationships/image" Target="../media/image1199.png"/><Relationship Id="rId174" Type="http://schemas.openxmlformats.org/officeDocument/2006/relationships/customXml" Target="../ink/ink2539.xml"/><Relationship Id="rId179" Type="http://schemas.openxmlformats.org/officeDocument/2006/relationships/image" Target="../media/image1216.png"/><Relationship Id="rId195" Type="http://schemas.openxmlformats.org/officeDocument/2006/relationships/image" Target="../media/image1226.png"/><Relationship Id="rId209" Type="http://schemas.openxmlformats.org/officeDocument/2006/relationships/image" Target="../media/image1235.png"/><Relationship Id="rId190" Type="http://schemas.openxmlformats.org/officeDocument/2006/relationships/customXml" Target="../ink/ink2547.xml"/><Relationship Id="rId204" Type="http://schemas.openxmlformats.org/officeDocument/2006/relationships/customXml" Target="../ink/ink2554.xml"/><Relationship Id="rId15" Type="http://schemas.openxmlformats.org/officeDocument/2006/relationships/image" Target="../media/image1120.png"/><Relationship Id="rId36" Type="http://schemas.openxmlformats.org/officeDocument/2006/relationships/customXml" Target="../ink/ink2470.xml"/><Relationship Id="rId57" Type="http://schemas.openxmlformats.org/officeDocument/2006/relationships/image" Target="../media/image1144.png"/><Relationship Id="rId106" Type="http://schemas.openxmlformats.org/officeDocument/2006/relationships/customXml" Target="../ink/ink2505.xml"/><Relationship Id="rId127" Type="http://schemas.openxmlformats.org/officeDocument/2006/relationships/image" Target="../media/image1185.png"/><Relationship Id="rId10" Type="http://schemas.openxmlformats.org/officeDocument/2006/relationships/customXml" Target="../ink/ink2457.xml"/><Relationship Id="rId31" Type="http://schemas.openxmlformats.org/officeDocument/2006/relationships/image" Target="../media/image1129.png"/><Relationship Id="rId52" Type="http://schemas.openxmlformats.org/officeDocument/2006/relationships/customXml" Target="../ink/ink2478.xml"/><Relationship Id="rId73" Type="http://schemas.openxmlformats.org/officeDocument/2006/relationships/image" Target="../media/image1153.png"/><Relationship Id="rId78" Type="http://schemas.openxmlformats.org/officeDocument/2006/relationships/customXml" Target="../ink/ink2491.xml"/><Relationship Id="rId94" Type="http://schemas.openxmlformats.org/officeDocument/2006/relationships/customXml" Target="../ink/ink2499.xml"/><Relationship Id="rId99" Type="http://schemas.openxmlformats.org/officeDocument/2006/relationships/image" Target="../media/image1168.png"/><Relationship Id="rId101" Type="http://schemas.openxmlformats.org/officeDocument/2006/relationships/image" Target="../media/image1169.png"/><Relationship Id="rId122" Type="http://schemas.openxmlformats.org/officeDocument/2006/relationships/customXml" Target="../ink/ink2513.xml"/><Relationship Id="rId143" Type="http://schemas.openxmlformats.org/officeDocument/2006/relationships/image" Target="../media/image1194.png"/><Relationship Id="rId148" Type="http://schemas.openxmlformats.org/officeDocument/2006/relationships/customXml" Target="../ink/ink2526.xml"/><Relationship Id="rId164" Type="http://schemas.openxmlformats.org/officeDocument/2006/relationships/customXml" Target="../ink/ink2534.xml"/><Relationship Id="rId169" Type="http://schemas.openxmlformats.org/officeDocument/2006/relationships/image" Target="../media/image1209.png"/><Relationship Id="rId185" Type="http://schemas.openxmlformats.org/officeDocument/2006/relationships/image" Target="../media/image1219.png"/><Relationship Id="rId4" Type="http://schemas.openxmlformats.org/officeDocument/2006/relationships/customXml" Target="../ink/ink2454.xml"/><Relationship Id="rId9" Type="http://schemas.openxmlformats.org/officeDocument/2006/relationships/image" Target="../media/image1117.png"/><Relationship Id="rId180" Type="http://schemas.openxmlformats.org/officeDocument/2006/relationships/customXml" Target="../ink/ink2542.xml"/><Relationship Id="rId210" Type="http://schemas.openxmlformats.org/officeDocument/2006/relationships/customXml" Target="../ink/ink2557.xml"/><Relationship Id="rId26" Type="http://schemas.openxmlformats.org/officeDocument/2006/relationships/customXml" Target="../ink/ink2465.xml"/><Relationship Id="rId47" Type="http://schemas.openxmlformats.org/officeDocument/2006/relationships/image" Target="../media/image1138.png"/><Relationship Id="rId68" Type="http://schemas.openxmlformats.org/officeDocument/2006/relationships/customXml" Target="../ink/ink2486.xml"/><Relationship Id="rId89" Type="http://schemas.openxmlformats.org/officeDocument/2006/relationships/image" Target="../media/image1163.png"/><Relationship Id="rId112" Type="http://schemas.openxmlformats.org/officeDocument/2006/relationships/customXml" Target="../ink/ink2508.xml"/><Relationship Id="rId133" Type="http://schemas.openxmlformats.org/officeDocument/2006/relationships/image" Target="../media/image1188.png"/><Relationship Id="rId154" Type="http://schemas.openxmlformats.org/officeDocument/2006/relationships/customXml" Target="../ink/ink2529.xml"/><Relationship Id="rId175" Type="http://schemas.openxmlformats.org/officeDocument/2006/relationships/image" Target="../media/image1214.png"/><Relationship Id="rId196" Type="http://schemas.openxmlformats.org/officeDocument/2006/relationships/customXml" Target="../ink/ink2550.xml"/><Relationship Id="rId200" Type="http://schemas.openxmlformats.org/officeDocument/2006/relationships/customXml" Target="../ink/ink2552.xml"/><Relationship Id="rId16" Type="http://schemas.openxmlformats.org/officeDocument/2006/relationships/customXml" Target="../ink/ink2460.xml"/><Relationship Id="rId37" Type="http://schemas.openxmlformats.org/officeDocument/2006/relationships/image" Target="../media/image1133.png"/><Relationship Id="rId58" Type="http://schemas.openxmlformats.org/officeDocument/2006/relationships/customXml" Target="../ink/ink2481.xml"/><Relationship Id="rId79" Type="http://schemas.openxmlformats.org/officeDocument/2006/relationships/image" Target="../media/image1156.png"/><Relationship Id="rId102" Type="http://schemas.openxmlformats.org/officeDocument/2006/relationships/customXml" Target="../ink/ink2503.xml"/><Relationship Id="rId123" Type="http://schemas.openxmlformats.org/officeDocument/2006/relationships/image" Target="../media/image1183.png"/><Relationship Id="rId144" Type="http://schemas.openxmlformats.org/officeDocument/2006/relationships/customXml" Target="../ink/ink2524.xml"/><Relationship Id="rId90" Type="http://schemas.openxmlformats.org/officeDocument/2006/relationships/customXml" Target="../ink/ink2497.xml"/><Relationship Id="rId165" Type="http://schemas.openxmlformats.org/officeDocument/2006/relationships/image" Target="../media/image1207.png"/><Relationship Id="rId186" Type="http://schemas.openxmlformats.org/officeDocument/2006/relationships/customXml" Target="../ink/ink2545.xml"/><Relationship Id="rId211" Type="http://schemas.openxmlformats.org/officeDocument/2006/relationships/image" Target="../media/image1236.png"/><Relationship Id="rId27" Type="http://schemas.openxmlformats.org/officeDocument/2006/relationships/image" Target="../media/image1127.png"/><Relationship Id="rId48" Type="http://schemas.openxmlformats.org/officeDocument/2006/relationships/customXml" Target="../ink/ink2476.xml"/><Relationship Id="rId69" Type="http://schemas.openxmlformats.org/officeDocument/2006/relationships/image" Target="../media/image1151.png"/><Relationship Id="rId113" Type="http://schemas.openxmlformats.org/officeDocument/2006/relationships/image" Target="../media/image1177.png"/><Relationship Id="rId134" Type="http://schemas.openxmlformats.org/officeDocument/2006/relationships/customXml" Target="../ink/ink2519.xml"/><Relationship Id="rId80" Type="http://schemas.openxmlformats.org/officeDocument/2006/relationships/customXml" Target="../ink/ink2492.xml"/><Relationship Id="rId155" Type="http://schemas.openxmlformats.org/officeDocument/2006/relationships/image" Target="../media/image1202.png"/><Relationship Id="rId176" Type="http://schemas.openxmlformats.org/officeDocument/2006/relationships/customXml" Target="../ink/ink2540.xml"/><Relationship Id="rId197" Type="http://schemas.openxmlformats.org/officeDocument/2006/relationships/image" Target="../media/image1227.png"/><Relationship Id="rId201" Type="http://schemas.openxmlformats.org/officeDocument/2006/relationships/image" Target="../media/image1229.png"/><Relationship Id="rId17" Type="http://schemas.openxmlformats.org/officeDocument/2006/relationships/image" Target="../media/image1122.png"/><Relationship Id="rId38" Type="http://schemas.openxmlformats.org/officeDocument/2006/relationships/customXml" Target="../ink/ink2471.xml"/><Relationship Id="rId59" Type="http://schemas.openxmlformats.org/officeDocument/2006/relationships/image" Target="../media/image1145.png"/><Relationship Id="rId103" Type="http://schemas.openxmlformats.org/officeDocument/2006/relationships/image" Target="../media/image1171.png"/><Relationship Id="rId124" Type="http://schemas.openxmlformats.org/officeDocument/2006/relationships/customXml" Target="../ink/ink2514.xml"/><Relationship Id="rId70" Type="http://schemas.openxmlformats.org/officeDocument/2006/relationships/customXml" Target="../ink/ink2487.xml"/><Relationship Id="rId91" Type="http://schemas.openxmlformats.org/officeDocument/2006/relationships/image" Target="../media/image1164.png"/><Relationship Id="rId145" Type="http://schemas.openxmlformats.org/officeDocument/2006/relationships/image" Target="../media/image1195.png"/><Relationship Id="rId166" Type="http://schemas.openxmlformats.org/officeDocument/2006/relationships/customXml" Target="../ink/ink2535.xml"/><Relationship Id="rId187" Type="http://schemas.openxmlformats.org/officeDocument/2006/relationships/image" Target="../media/image1222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558.xml"/><Relationship Id="rId28" Type="http://schemas.openxmlformats.org/officeDocument/2006/relationships/customXml" Target="../ink/ink2466.xml"/><Relationship Id="rId49" Type="http://schemas.openxmlformats.org/officeDocument/2006/relationships/image" Target="../media/image1139.png"/><Relationship Id="rId114" Type="http://schemas.openxmlformats.org/officeDocument/2006/relationships/customXml" Target="../ink/ink2509.xml"/><Relationship Id="rId60" Type="http://schemas.openxmlformats.org/officeDocument/2006/relationships/customXml" Target="../ink/ink2482.xml"/><Relationship Id="rId81" Type="http://schemas.openxmlformats.org/officeDocument/2006/relationships/image" Target="../media/image1157.png"/><Relationship Id="rId135" Type="http://schemas.openxmlformats.org/officeDocument/2006/relationships/image" Target="../media/image1189.png"/><Relationship Id="rId156" Type="http://schemas.openxmlformats.org/officeDocument/2006/relationships/customXml" Target="../ink/ink2530.xml"/><Relationship Id="rId177" Type="http://schemas.openxmlformats.org/officeDocument/2006/relationships/image" Target="../media/image1215.png"/><Relationship Id="rId198" Type="http://schemas.openxmlformats.org/officeDocument/2006/relationships/customXml" Target="../ink/ink2551.xml"/><Relationship Id="rId202" Type="http://schemas.openxmlformats.org/officeDocument/2006/relationships/customXml" Target="../ink/ink2553.xml"/><Relationship Id="rId18" Type="http://schemas.openxmlformats.org/officeDocument/2006/relationships/customXml" Target="../ink/ink2461.xml"/><Relationship Id="rId39" Type="http://schemas.openxmlformats.org/officeDocument/2006/relationships/image" Target="../media/image1134.png"/><Relationship Id="rId50" Type="http://schemas.openxmlformats.org/officeDocument/2006/relationships/customXml" Target="../ink/ink2477.xml"/><Relationship Id="rId104" Type="http://schemas.openxmlformats.org/officeDocument/2006/relationships/customXml" Target="../ink/ink2504.xml"/><Relationship Id="rId125" Type="http://schemas.openxmlformats.org/officeDocument/2006/relationships/image" Target="../media/image1184.png"/><Relationship Id="rId146" Type="http://schemas.openxmlformats.org/officeDocument/2006/relationships/customXml" Target="../ink/ink2525.xml"/><Relationship Id="rId167" Type="http://schemas.openxmlformats.org/officeDocument/2006/relationships/image" Target="../media/image1208.png"/><Relationship Id="rId188" Type="http://schemas.openxmlformats.org/officeDocument/2006/relationships/customXml" Target="../ink/ink2546.xml"/><Relationship Id="rId71" Type="http://schemas.openxmlformats.org/officeDocument/2006/relationships/image" Target="../media/image1152.png"/><Relationship Id="rId92" Type="http://schemas.openxmlformats.org/officeDocument/2006/relationships/customXml" Target="../ink/ink2498.xml"/><Relationship Id="rId213" Type="http://schemas.openxmlformats.org/officeDocument/2006/relationships/image" Target="../media/image1237.png"/><Relationship Id="rId2" Type="http://schemas.openxmlformats.org/officeDocument/2006/relationships/customXml" Target="../ink/ink2453.xml"/><Relationship Id="rId29" Type="http://schemas.openxmlformats.org/officeDocument/2006/relationships/image" Target="../media/image1128.png"/><Relationship Id="rId40" Type="http://schemas.openxmlformats.org/officeDocument/2006/relationships/customXml" Target="../ink/ink2472.xml"/><Relationship Id="rId115" Type="http://schemas.openxmlformats.org/officeDocument/2006/relationships/image" Target="../media/image1178.png"/><Relationship Id="rId136" Type="http://schemas.openxmlformats.org/officeDocument/2006/relationships/customXml" Target="../ink/ink2520.xml"/><Relationship Id="rId157" Type="http://schemas.openxmlformats.org/officeDocument/2006/relationships/image" Target="../media/image1203.png"/><Relationship Id="rId178" Type="http://schemas.openxmlformats.org/officeDocument/2006/relationships/customXml" Target="../ink/ink2541.xml"/><Relationship Id="rId61" Type="http://schemas.openxmlformats.org/officeDocument/2006/relationships/image" Target="../media/image1146.png"/><Relationship Id="rId82" Type="http://schemas.openxmlformats.org/officeDocument/2006/relationships/customXml" Target="../ink/ink2493.xml"/><Relationship Id="rId199" Type="http://schemas.openxmlformats.org/officeDocument/2006/relationships/image" Target="../media/image1228.png"/><Relationship Id="rId203" Type="http://schemas.openxmlformats.org/officeDocument/2006/relationships/image" Target="../media/image1232.png"/></Relationships>
</file>

<file path=ppt/slides/_rels/slide4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570.xml"/><Relationship Id="rId21" Type="http://schemas.openxmlformats.org/officeDocument/2006/relationships/image" Target="../media/image1249.png"/><Relationship Id="rId42" Type="http://schemas.openxmlformats.org/officeDocument/2006/relationships/customXml" Target="../ink/ink2578.xml"/><Relationship Id="rId47" Type="http://schemas.openxmlformats.org/officeDocument/2006/relationships/image" Target="../media/image1266.png"/><Relationship Id="rId63" Type="http://schemas.openxmlformats.org/officeDocument/2006/relationships/image" Target="../media/image1276.png"/><Relationship Id="rId68" Type="http://schemas.openxmlformats.org/officeDocument/2006/relationships/customXml" Target="../ink/ink2591.xml"/><Relationship Id="rId16" Type="http://schemas.openxmlformats.org/officeDocument/2006/relationships/customXml" Target="../ink/ink2565.xml"/><Relationship Id="rId11" Type="http://schemas.openxmlformats.org/officeDocument/2006/relationships/image" Target="../media/image1244.png"/><Relationship Id="rId24" Type="http://schemas.openxmlformats.org/officeDocument/2006/relationships/customXml" Target="../ink/ink2569.xml"/><Relationship Id="rId32" Type="http://schemas.openxmlformats.org/officeDocument/2006/relationships/customXml" Target="../ink/ink2573.xml"/><Relationship Id="rId37" Type="http://schemas.openxmlformats.org/officeDocument/2006/relationships/image" Target="../media/image1259.png"/><Relationship Id="rId40" Type="http://schemas.openxmlformats.org/officeDocument/2006/relationships/customXml" Target="../ink/ink2577.xml"/><Relationship Id="rId45" Type="http://schemas.openxmlformats.org/officeDocument/2006/relationships/image" Target="../media/image1265.png"/><Relationship Id="rId53" Type="http://schemas.openxmlformats.org/officeDocument/2006/relationships/image" Target="../media/image1269.png"/><Relationship Id="rId58" Type="http://schemas.openxmlformats.org/officeDocument/2006/relationships/customXml" Target="../ink/ink2586.xml"/><Relationship Id="rId66" Type="http://schemas.openxmlformats.org/officeDocument/2006/relationships/customXml" Target="../ink/ink2590.xml"/><Relationship Id="rId74" Type="http://schemas.openxmlformats.org/officeDocument/2006/relationships/customXml" Target="../ink/ink2594.xml"/><Relationship Id="rId79" Type="http://schemas.openxmlformats.org/officeDocument/2006/relationships/image" Target="../media/image1286.png"/><Relationship Id="rId5" Type="http://schemas.openxmlformats.org/officeDocument/2006/relationships/image" Target="../media/image7000.png"/><Relationship Id="rId61" Type="http://schemas.openxmlformats.org/officeDocument/2006/relationships/image" Target="../media/image1275.png"/><Relationship Id="rId19" Type="http://schemas.openxmlformats.org/officeDocument/2006/relationships/image" Target="../media/image1248.png"/><Relationship Id="rId14" Type="http://schemas.openxmlformats.org/officeDocument/2006/relationships/customXml" Target="../ink/ink2564.xml"/><Relationship Id="rId22" Type="http://schemas.openxmlformats.org/officeDocument/2006/relationships/customXml" Target="../ink/ink2568.xml"/><Relationship Id="rId27" Type="http://schemas.openxmlformats.org/officeDocument/2006/relationships/image" Target="../media/image1254.png"/><Relationship Id="rId30" Type="http://schemas.openxmlformats.org/officeDocument/2006/relationships/customXml" Target="../ink/ink2572.xml"/><Relationship Id="rId35" Type="http://schemas.openxmlformats.org/officeDocument/2006/relationships/image" Target="../media/image1258.png"/><Relationship Id="rId43" Type="http://schemas.openxmlformats.org/officeDocument/2006/relationships/image" Target="../media/image1264.png"/><Relationship Id="rId48" Type="http://schemas.openxmlformats.org/officeDocument/2006/relationships/customXml" Target="../ink/ink2581.xml"/><Relationship Id="rId56" Type="http://schemas.openxmlformats.org/officeDocument/2006/relationships/customXml" Target="../ink/ink2585.xml"/><Relationship Id="rId64" Type="http://schemas.openxmlformats.org/officeDocument/2006/relationships/customXml" Target="../ink/ink2589.xml"/><Relationship Id="rId69" Type="http://schemas.openxmlformats.org/officeDocument/2006/relationships/image" Target="../media/image1279.png"/><Relationship Id="rId77" Type="http://schemas.openxmlformats.org/officeDocument/2006/relationships/image" Target="../media/image1285.png"/><Relationship Id="rId8" Type="http://schemas.openxmlformats.org/officeDocument/2006/relationships/customXml" Target="../ink/ink2561.xml"/><Relationship Id="rId51" Type="http://schemas.openxmlformats.org/officeDocument/2006/relationships/image" Target="../media/image1268.png"/><Relationship Id="rId72" Type="http://schemas.openxmlformats.org/officeDocument/2006/relationships/customXml" Target="../ink/ink2593.xml"/><Relationship Id="rId3" Type="http://schemas.openxmlformats.org/officeDocument/2006/relationships/image" Target="../media/image1239.jpg"/><Relationship Id="rId12" Type="http://schemas.openxmlformats.org/officeDocument/2006/relationships/customXml" Target="../ink/ink2563.xml"/><Relationship Id="rId17" Type="http://schemas.openxmlformats.org/officeDocument/2006/relationships/image" Target="../media/image1247.png"/><Relationship Id="rId25" Type="http://schemas.openxmlformats.org/officeDocument/2006/relationships/image" Target="../media/image1253.png"/><Relationship Id="rId33" Type="http://schemas.openxmlformats.org/officeDocument/2006/relationships/image" Target="../media/image1257.png"/><Relationship Id="rId38" Type="http://schemas.openxmlformats.org/officeDocument/2006/relationships/customXml" Target="../ink/ink2576.xml"/><Relationship Id="rId46" Type="http://schemas.openxmlformats.org/officeDocument/2006/relationships/customXml" Target="../ink/ink2580.xml"/><Relationship Id="rId59" Type="http://schemas.openxmlformats.org/officeDocument/2006/relationships/image" Target="../media/image1274.png"/><Relationship Id="rId67" Type="http://schemas.openxmlformats.org/officeDocument/2006/relationships/image" Target="../media/image1278.png"/><Relationship Id="rId20" Type="http://schemas.openxmlformats.org/officeDocument/2006/relationships/customXml" Target="../ink/ink2567.xml"/><Relationship Id="rId41" Type="http://schemas.openxmlformats.org/officeDocument/2006/relationships/image" Target="../media/image1263.png"/><Relationship Id="rId54" Type="http://schemas.openxmlformats.org/officeDocument/2006/relationships/customXml" Target="../ink/ink2584.xml"/><Relationship Id="rId62" Type="http://schemas.openxmlformats.org/officeDocument/2006/relationships/customXml" Target="../ink/ink2588.xml"/><Relationship Id="rId70" Type="http://schemas.openxmlformats.org/officeDocument/2006/relationships/customXml" Target="../ink/ink2592.xml"/><Relationship Id="rId75" Type="http://schemas.openxmlformats.org/officeDocument/2006/relationships/image" Target="../media/image128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560.xml"/><Relationship Id="rId15" Type="http://schemas.openxmlformats.org/officeDocument/2006/relationships/image" Target="../media/image1246.png"/><Relationship Id="rId23" Type="http://schemas.openxmlformats.org/officeDocument/2006/relationships/image" Target="../media/image1252.png"/><Relationship Id="rId28" Type="http://schemas.openxmlformats.org/officeDocument/2006/relationships/customXml" Target="../ink/ink2571.xml"/><Relationship Id="rId36" Type="http://schemas.openxmlformats.org/officeDocument/2006/relationships/customXml" Target="../ink/ink2575.xml"/><Relationship Id="rId49" Type="http://schemas.openxmlformats.org/officeDocument/2006/relationships/image" Target="../media/image1267.png"/><Relationship Id="rId57" Type="http://schemas.openxmlformats.org/officeDocument/2006/relationships/image" Target="../media/image1273.png"/><Relationship Id="rId10" Type="http://schemas.openxmlformats.org/officeDocument/2006/relationships/customXml" Target="../ink/ink2562.xml"/><Relationship Id="rId31" Type="http://schemas.openxmlformats.org/officeDocument/2006/relationships/image" Target="../media/image1256.png"/><Relationship Id="rId44" Type="http://schemas.openxmlformats.org/officeDocument/2006/relationships/customXml" Target="../ink/ink2579.xml"/><Relationship Id="rId52" Type="http://schemas.openxmlformats.org/officeDocument/2006/relationships/customXml" Target="../ink/ink2583.xml"/><Relationship Id="rId60" Type="http://schemas.openxmlformats.org/officeDocument/2006/relationships/customXml" Target="../ink/ink2587.xml"/><Relationship Id="rId65" Type="http://schemas.openxmlformats.org/officeDocument/2006/relationships/image" Target="../media/image1277.png"/><Relationship Id="rId73" Type="http://schemas.openxmlformats.org/officeDocument/2006/relationships/image" Target="../media/image1283.png"/><Relationship Id="rId78" Type="http://schemas.openxmlformats.org/officeDocument/2006/relationships/customXml" Target="../ink/ink2596.xml"/><Relationship Id="rId4" Type="http://schemas.openxmlformats.org/officeDocument/2006/relationships/customXml" Target="../ink/ink2559.xml"/><Relationship Id="rId9" Type="http://schemas.openxmlformats.org/officeDocument/2006/relationships/image" Target="../media/image1243.png"/><Relationship Id="rId13" Type="http://schemas.openxmlformats.org/officeDocument/2006/relationships/image" Target="../media/image1245.png"/><Relationship Id="rId18" Type="http://schemas.openxmlformats.org/officeDocument/2006/relationships/customXml" Target="../ink/ink2566.xml"/><Relationship Id="rId39" Type="http://schemas.openxmlformats.org/officeDocument/2006/relationships/image" Target="../media/image1262.png"/><Relationship Id="rId34" Type="http://schemas.openxmlformats.org/officeDocument/2006/relationships/customXml" Target="../ink/ink2574.xml"/><Relationship Id="rId50" Type="http://schemas.openxmlformats.org/officeDocument/2006/relationships/customXml" Target="../ink/ink2582.xml"/><Relationship Id="rId55" Type="http://schemas.openxmlformats.org/officeDocument/2006/relationships/image" Target="../media/image1272.png"/><Relationship Id="rId76" Type="http://schemas.openxmlformats.org/officeDocument/2006/relationships/customXml" Target="../ink/ink2595.xml"/><Relationship Id="rId7" Type="http://schemas.openxmlformats.org/officeDocument/2006/relationships/image" Target="../media/image1242.png"/><Relationship Id="rId71" Type="http://schemas.openxmlformats.org/officeDocument/2006/relationships/image" Target="../media/image1282.png"/><Relationship Id="rId2" Type="http://schemas.openxmlformats.org/officeDocument/2006/relationships/image" Target="../media/image1238.png"/><Relationship Id="rId29" Type="http://schemas.openxmlformats.org/officeDocument/2006/relationships/image" Target="../media/image1255.png"/></Relationships>
</file>

<file path=ppt/slides/_rels/slide4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602.xml"/><Relationship Id="rId18" Type="http://schemas.openxmlformats.org/officeDocument/2006/relationships/image" Target="../media/image7090.png"/><Relationship Id="rId26" Type="http://schemas.openxmlformats.org/officeDocument/2006/relationships/image" Target="../media/image7130.png"/><Relationship Id="rId39" Type="http://schemas.openxmlformats.org/officeDocument/2006/relationships/customXml" Target="../ink/ink2615.xml"/><Relationship Id="rId21" Type="http://schemas.openxmlformats.org/officeDocument/2006/relationships/customXml" Target="../ink/ink2606.xml"/><Relationship Id="rId34" Type="http://schemas.openxmlformats.org/officeDocument/2006/relationships/image" Target="../media/image7170.png"/><Relationship Id="rId42" Type="http://schemas.openxmlformats.org/officeDocument/2006/relationships/image" Target="../media/image7211.png"/><Relationship Id="rId47" Type="http://schemas.openxmlformats.org/officeDocument/2006/relationships/customXml" Target="../ink/ink2619.xml"/><Relationship Id="rId50" Type="http://schemas.openxmlformats.org/officeDocument/2006/relationships/image" Target="../media/image7250.png"/><Relationship Id="rId55" Type="http://schemas.openxmlformats.org/officeDocument/2006/relationships/customXml" Target="../ink/ink2623.xml"/><Relationship Id="rId7" Type="http://schemas.openxmlformats.org/officeDocument/2006/relationships/customXml" Target="../ink/ink2599.xml"/><Relationship Id="rId2" Type="http://schemas.openxmlformats.org/officeDocument/2006/relationships/image" Target="../media/image1287.png"/><Relationship Id="rId16" Type="http://schemas.openxmlformats.org/officeDocument/2006/relationships/image" Target="../media/image7080.png"/><Relationship Id="rId29" Type="http://schemas.openxmlformats.org/officeDocument/2006/relationships/customXml" Target="../ink/ink2610.xml"/><Relationship Id="rId11" Type="http://schemas.openxmlformats.org/officeDocument/2006/relationships/customXml" Target="../ink/ink2601.xml"/><Relationship Id="rId24" Type="http://schemas.openxmlformats.org/officeDocument/2006/relationships/image" Target="../media/image7120.png"/><Relationship Id="rId32" Type="http://schemas.openxmlformats.org/officeDocument/2006/relationships/image" Target="../media/image7160.png"/><Relationship Id="rId37" Type="http://schemas.openxmlformats.org/officeDocument/2006/relationships/customXml" Target="../ink/ink2614.xml"/><Relationship Id="rId40" Type="http://schemas.openxmlformats.org/officeDocument/2006/relationships/image" Target="../media/image7200.png"/><Relationship Id="rId45" Type="http://schemas.openxmlformats.org/officeDocument/2006/relationships/customXml" Target="../ink/ink2618.xml"/><Relationship Id="rId53" Type="http://schemas.openxmlformats.org/officeDocument/2006/relationships/customXml" Target="../ink/ink2622.xml"/><Relationship Id="rId5" Type="http://schemas.openxmlformats.org/officeDocument/2006/relationships/customXml" Target="../ink/ink2598.xml"/><Relationship Id="rId10" Type="http://schemas.openxmlformats.org/officeDocument/2006/relationships/image" Target="../media/image7050.png"/><Relationship Id="rId19" Type="http://schemas.openxmlformats.org/officeDocument/2006/relationships/customXml" Target="../ink/ink2605.xml"/><Relationship Id="rId31" Type="http://schemas.openxmlformats.org/officeDocument/2006/relationships/customXml" Target="../ink/ink2611.xml"/><Relationship Id="rId44" Type="http://schemas.openxmlformats.org/officeDocument/2006/relationships/image" Target="../media/image7220.png"/><Relationship Id="rId52" Type="http://schemas.openxmlformats.org/officeDocument/2006/relationships/image" Target="../media/image7260.png"/><Relationship Id="rId4" Type="http://schemas.openxmlformats.org/officeDocument/2006/relationships/image" Target="../media/image7020.png"/><Relationship Id="rId9" Type="http://schemas.openxmlformats.org/officeDocument/2006/relationships/customXml" Target="../ink/ink2600.xml"/><Relationship Id="rId14" Type="http://schemas.openxmlformats.org/officeDocument/2006/relationships/image" Target="../media/image7070.png"/><Relationship Id="rId22" Type="http://schemas.openxmlformats.org/officeDocument/2006/relationships/image" Target="../media/image7111.png"/><Relationship Id="rId27" Type="http://schemas.openxmlformats.org/officeDocument/2006/relationships/customXml" Target="../ink/ink2609.xml"/><Relationship Id="rId30" Type="http://schemas.openxmlformats.org/officeDocument/2006/relationships/image" Target="../media/image7150.png"/><Relationship Id="rId35" Type="http://schemas.openxmlformats.org/officeDocument/2006/relationships/customXml" Target="../ink/ink2613.xml"/><Relationship Id="rId43" Type="http://schemas.openxmlformats.org/officeDocument/2006/relationships/customXml" Target="../ink/ink2617.xml"/><Relationship Id="rId48" Type="http://schemas.openxmlformats.org/officeDocument/2006/relationships/image" Target="../media/image7240.png"/><Relationship Id="rId56" Type="http://schemas.openxmlformats.org/officeDocument/2006/relationships/image" Target="../media/image7280.png"/><Relationship Id="rId8" Type="http://schemas.openxmlformats.org/officeDocument/2006/relationships/image" Target="../media/image7040.png"/><Relationship Id="rId51" Type="http://schemas.openxmlformats.org/officeDocument/2006/relationships/customXml" Target="../ink/ink2621.xml"/><Relationship Id="rId3" Type="http://schemas.openxmlformats.org/officeDocument/2006/relationships/customXml" Target="../ink/ink2597.xml"/><Relationship Id="rId12" Type="http://schemas.openxmlformats.org/officeDocument/2006/relationships/image" Target="../media/image7060.png"/><Relationship Id="rId17" Type="http://schemas.openxmlformats.org/officeDocument/2006/relationships/customXml" Target="../ink/ink2604.xml"/><Relationship Id="rId25" Type="http://schemas.openxmlformats.org/officeDocument/2006/relationships/customXml" Target="../ink/ink2608.xml"/><Relationship Id="rId33" Type="http://schemas.openxmlformats.org/officeDocument/2006/relationships/customXml" Target="../ink/ink2612.xml"/><Relationship Id="rId38" Type="http://schemas.openxmlformats.org/officeDocument/2006/relationships/image" Target="../media/image7190.png"/><Relationship Id="rId46" Type="http://schemas.openxmlformats.org/officeDocument/2006/relationships/image" Target="../media/image7230.png"/><Relationship Id="rId20" Type="http://schemas.openxmlformats.org/officeDocument/2006/relationships/image" Target="../media/image7100.png"/><Relationship Id="rId41" Type="http://schemas.openxmlformats.org/officeDocument/2006/relationships/customXml" Target="../ink/ink2616.xml"/><Relationship Id="rId54" Type="http://schemas.openxmlformats.org/officeDocument/2006/relationships/image" Target="../media/image72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30.png"/><Relationship Id="rId15" Type="http://schemas.openxmlformats.org/officeDocument/2006/relationships/customXml" Target="../ink/ink2603.xml"/><Relationship Id="rId23" Type="http://schemas.openxmlformats.org/officeDocument/2006/relationships/customXml" Target="../ink/ink2607.xml"/><Relationship Id="rId28" Type="http://schemas.openxmlformats.org/officeDocument/2006/relationships/image" Target="../media/image7140.png"/><Relationship Id="rId36" Type="http://schemas.openxmlformats.org/officeDocument/2006/relationships/image" Target="../media/image7180.png"/><Relationship Id="rId49" Type="http://schemas.openxmlformats.org/officeDocument/2006/relationships/customXml" Target="../ink/ink2620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20.png"/><Relationship Id="rId3" Type="http://schemas.openxmlformats.org/officeDocument/2006/relationships/customXml" Target="../ink/ink2624.xml"/><Relationship Id="rId7" Type="http://schemas.openxmlformats.org/officeDocument/2006/relationships/customXml" Target="../ink/ink2626.xml"/><Relationship Id="rId2" Type="http://schemas.openxmlformats.org/officeDocument/2006/relationships/image" Target="../media/image12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11.png"/><Relationship Id="rId5" Type="http://schemas.openxmlformats.org/officeDocument/2006/relationships/customXml" Target="../ink/ink2625.xml"/><Relationship Id="rId10" Type="http://schemas.openxmlformats.org/officeDocument/2006/relationships/image" Target="../media/image7330.png"/><Relationship Id="rId4" Type="http://schemas.openxmlformats.org/officeDocument/2006/relationships/image" Target="../media/image7300.png"/><Relationship Id="rId9" Type="http://schemas.openxmlformats.org/officeDocument/2006/relationships/customXml" Target="../ink/ink2627.xml"/></Relationships>
</file>

<file path=ppt/slides/_rels/slide4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639.xml"/><Relationship Id="rId21" Type="http://schemas.openxmlformats.org/officeDocument/2006/relationships/image" Target="../media/image7440.png"/><Relationship Id="rId42" Type="http://schemas.openxmlformats.org/officeDocument/2006/relationships/customXml" Target="../ink/ink2647.xml"/><Relationship Id="rId47" Type="http://schemas.openxmlformats.org/officeDocument/2006/relationships/image" Target="../media/image7570.png"/><Relationship Id="rId63" Type="http://schemas.openxmlformats.org/officeDocument/2006/relationships/image" Target="../media/image7650.png"/><Relationship Id="rId68" Type="http://schemas.openxmlformats.org/officeDocument/2006/relationships/customXml" Target="../ink/ink2660.xml"/><Relationship Id="rId84" Type="http://schemas.openxmlformats.org/officeDocument/2006/relationships/customXml" Target="../ink/ink2668.xml"/><Relationship Id="rId89" Type="http://schemas.openxmlformats.org/officeDocument/2006/relationships/image" Target="../media/image7780.png"/><Relationship Id="rId16" Type="http://schemas.openxmlformats.org/officeDocument/2006/relationships/customXml" Target="../ink/ink2634.xml"/><Relationship Id="rId11" Type="http://schemas.openxmlformats.org/officeDocument/2006/relationships/image" Target="../media/image7390.png"/><Relationship Id="rId32" Type="http://schemas.openxmlformats.org/officeDocument/2006/relationships/customXml" Target="../ink/ink2642.xml"/><Relationship Id="rId37" Type="http://schemas.openxmlformats.org/officeDocument/2006/relationships/image" Target="../media/image7520.png"/><Relationship Id="rId53" Type="http://schemas.openxmlformats.org/officeDocument/2006/relationships/image" Target="../media/image7600.png"/><Relationship Id="rId58" Type="http://schemas.openxmlformats.org/officeDocument/2006/relationships/customXml" Target="../ink/ink2655.xml"/><Relationship Id="rId74" Type="http://schemas.openxmlformats.org/officeDocument/2006/relationships/customXml" Target="../ink/ink2663.xml"/><Relationship Id="rId79" Type="http://schemas.openxmlformats.org/officeDocument/2006/relationships/image" Target="../media/image7730.png"/><Relationship Id="rId5" Type="http://schemas.openxmlformats.org/officeDocument/2006/relationships/image" Target="../media/image7360.png"/><Relationship Id="rId14" Type="http://schemas.openxmlformats.org/officeDocument/2006/relationships/customXml" Target="../ink/ink2633.xml"/><Relationship Id="rId22" Type="http://schemas.openxmlformats.org/officeDocument/2006/relationships/customXml" Target="../ink/ink2637.xml"/><Relationship Id="rId27" Type="http://schemas.openxmlformats.org/officeDocument/2006/relationships/image" Target="../media/image7470.png"/><Relationship Id="rId30" Type="http://schemas.openxmlformats.org/officeDocument/2006/relationships/customXml" Target="../ink/ink2641.xml"/><Relationship Id="rId35" Type="http://schemas.openxmlformats.org/officeDocument/2006/relationships/image" Target="../media/image7511.png"/><Relationship Id="rId43" Type="http://schemas.openxmlformats.org/officeDocument/2006/relationships/image" Target="../media/image7550.png"/><Relationship Id="rId48" Type="http://schemas.openxmlformats.org/officeDocument/2006/relationships/customXml" Target="../ink/ink2650.xml"/><Relationship Id="rId56" Type="http://schemas.openxmlformats.org/officeDocument/2006/relationships/customXml" Target="../ink/ink2654.xml"/><Relationship Id="rId64" Type="http://schemas.openxmlformats.org/officeDocument/2006/relationships/customXml" Target="../ink/ink2658.xml"/><Relationship Id="rId69" Type="http://schemas.openxmlformats.org/officeDocument/2006/relationships/image" Target="../media/image7680.png"/><Relationship Id="rId77" Type="http://schemas.openxmlformats.org/officeDocument/2006/relationships/image" Target="../media/image7720.png"/><Relationship Id="rId8" Type="http://schemas.openxmlformats.org/officeDocument/2006/relationships/customXml" Target="../ink/ink2630.xml"/><Relationship Id="rId51" Type="http://schemas.openxmlformats.org/officeDocument/2006/relationships/image" Target="../media/image7590.png"/><Relationship Id="rId72" Type="http://schemas.openxmlformats.org/officeDocument/2006/relationships/customXml" Target="../ink/ink2662.xml"/><Relationship Id="rId80" Type="http://schemas.openxmlformats.org/officeDocument/2006/relationships/customXml" Target="../ink/ink2666.xml"/><Relationship Id="rId85" Type="http://schemas.openxmlformats.org/officeDocument/2006/relationships/image" Target="../media/image7760.PNG"/><Relationship Id="rId3" Type="http://schemas.openxmlformats.org/officeDocument/2006/relationships/image" Target="../media/image1292.png"/><Relationship Id="rId12" Type="http://schemas.openxmlformats.org/officeDocument/2006/relationships/customXml" Target="../ink/ink2632.xml"/><Relationship Id="rId17" Type="http://schemas.openxmlformats.org/officeDocument/2006/relationships/image" Target="../media/image7420.png"/><Relationship Id="rId25" Type="http://schemas.openxmlformats.org/officeDocument/2006/relationships/image" Target="../media/image7460.png"/><Relationship Id="rId33" Type="http://schemas.openxmlformats.org/officeDocument/2006/relationships/image" Target="../media/image7500.png"/><Relationship Id="rId38" Type="http://schemas.openxmlformats.org/officeDocument/2006/relationships/customXml" Target="../ink/ink2645.xml"/><Relationship Id="rId46" Type="http://schemas.openxmlformats.org/officeDocument/2006/relationships/customXml" Target="../ink/ink2649.xml"/><Relationship Id="rId59" Type="http://schemas.openxmlformats.org/officeDocument/2006/relationships/image" Target="../media/image7630.png"/><Relationship Id="rId67" Type="http://schemas.openxmlformats.org/officeDocument/2006/relationships/image" Target="../media/image7670.png"/><Relationship Id="rId20" Type="http://schemas.openxmlformats.org/officeDocument/2006/relationships/customXml" Target="../ink/ink2636.xml"/><Relationship Id="rId41" Type="http://schemas.openxmlformats.org/officeDocument/2006/relationships/image" Target="../media/image7540.png"/><Relationship Id="rId54" Type="http://schemas.openxmlformats.org/officeDocument/2006/relationships/customXml" Target="../ink/ink2653.xml"/><Relationship Id="rId62" Type="http://schemas.openxmlformats.org/officeDocument/2006/relationships/customXml" Target="../ink/ink2657.xml"/><Relationship Id="rId70" Type="http://schemas.openxmlformats.org/officeDocument/2006/relationships/customXml" Target="../ink/ink2661.xml"/><Relationship Id="rId75" Type="http://schemas.openxmlformats.org/officeDocument/2006/relationships/image" Target="../media/image7711.png"/><Relationship Id="rId83" Type="http://schemas.openxmlformats.org/officeDocument/2006/relationships/image" Target="../media/image7750.png"/><Relationship Id="rId88" Type="http://schemas.openxmlformats.org/officeDocument/2006/relationships/customXml" Target="../ink/ink267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629.xml"/><Relationship Id="rId15" Type="http://schemas.openxmlformats.org/officeDocument/2006/relationships/image" Target="../media/image7411.png"/><Relationship Id="rId23" Type="http://schemas.openxmlformats.org/officeDocument/2006/relationships/image" Target="../media/image7450.png"/><Relationship Id="rId28" Type="http://schemas.openxmlformats.org/officeDocument/2006/relationships/customXml" Target="../ink/ink2640.xml"/><Relationship Id="rId36" Type="http://schemas.openxmlformats.org/officeDocument/2006/relationships/customXml" Target="../ink/ink2644.xml"/><Relationship Id="rId49" Type="http://schemas.openxmlformats.org/officeDocument/2006/relationships/image" Target="../media/image7580.png"/><Relationship Id="rId57" Type="http://schemas.openxmlformats.org/officeDocument/2006/relationships/image" Target="../media/image7620.png"/><Relationship Id="rId10" Type="http://schemas.openxmlformats.org/officeDocument/2006/relationships/customXml" Target="../ink/ink2631.xml"/><Relationship Id="rId31" Type="http://schemas.openxmlformats.org/officeDocument/2006/relationships/image" Target="../media/image7490.png"/><Relationship Id="rId44" Type="http://schemas.openxmlformats.org/officeDocument/2006/relationships/customXml" Target="../ink/ink2648.xml"/><Relationship Id="rId52" Type="http://schemas.openxmlformats.org/officeDocument/2006/relationships/customXml" Target="../ink/ink2652.xml"/><Relationship Id="rId60" Type="http://schemas.openxmlformats.org/officeDocument/2006/relationships/customXml" Target="../ink/ink2656.xml"/><Relationship Id="rId65" Type="http://schemas.openxmlformats.org/officeDocument/2006/relationships/image" Target="../media/image7660.png"/><Relationship Id="rId73" Type="http://schemas.openxmlformats.org/officeDocument/2006/relationships/image" Target="../media/image7700.png"/><Relationship Id="rId78" Type="http://schemas.openxmlformats.org/officeDocument/2006/relationships/customXml" Target="../ink/ink2665.xml"/><Relationship Id="rId81" Type="http://schemas.openxmlformats.org/officeDocument/2006/relationships/image" Target="../media/image7740.png"/><Relationship Id="rId86" Type="http://schemas.openxmlformats.org/officeDocument/2006/relationships/customXml" Target="../ink/ink2669.xml"/><Relationship Id="rId4" Type="http://schemas.openxmlformats.org/officeDocument/2006/relationships/customXml" Target="../ink/ink2628.xml"/><Relationship Id="rId9" Type="http://schemas.openxmlformats.org/officeDocument/2006/relationships/image" Target="../media/image7380.png"/><Relationship Id="rId13" Type="http://schemas.openxmlformats.org/officeDocument/2006/relationships/image" Target="../media/image7400.png"/><Relationship Id="rId18" Type="http://schemas.openxmlformats.org/officeDocument/2006/relationships/customXml" Target="../ink/ink2635.xml"/><Relationship Id="rId39" Type="http://schemas.openxmlformats.org/officeDocument/2006/relationships/image" Target="../media/image7530.png"/><Relationship Id="rId34" Type="http://schemas.openxmlformats.org/officeDocument/2006/relationships/customXml" Target="../ink/ink2643.xml"/><Relationship Id="rId50" Type="http://schemas.openxmlformats.org/officeDocument/2006/relationships/customXml" Target="../ink/ink2651.xml"/><Relationship Id="rId55" Type="http://schemas.openxmlformats.org/officeDocument/2006/relationships/image" Target="../media/image7611.png"/><Relationship Id="rId76" Type="http://schemas.openxmlformats.org/officeDocument/2006/relationships/customXml" Target="../ink/ink2664.xml"/><Relationship Id="rId7" Type="http://schemas.openxmlformats.org/officeDocument/2006/relationships/image" Target="../media/image7370.png"/><Relationship Id="rId71" Type="http://schemas.openxmlformats.org/officeDocument/2006/relationships/image" Target="../media/image7690.png"/><Relationship Id="rId2" Type="http://schemas.openxmlformats.org/officeDocument/2006/relationships/image" Target="../media/image1289.png"/><Relationship Id="rId29" Type="http://schemas.openxmlformats.org/officeDocument/2006/relationships/image" Target="../media/image7480.png"/><Relationship Id="rId24" Type="http://schemas.openxmlformats.org/officeDocument/2006/relationships/customXml" Target="../ink/ink2638.xml"/><Relationship Id="rId40" Type="http://schemas.openxmlformats.org/officeDocument/2006/relationships/customXml" Target="../ink/ink2646.xml"/><Relationship Id="rId45" Type="http://schemas.openxmlformats.org/officeDocument/2006/relationships/image" Target="../media/image7560.png"/><Relationship Id="rId66" Type="http://schemas.openxmlformats.org/officeDocument/2006/relationships/customXml" Target="../ink/ink2659.xml"/><Relationship Id="rId87" Type="http://schemas.openxmlformats.org/officeDocument/2006/relationships/image" Target="../media/image7770.png"/><Relationship Id="rId61" Type="http://schemas.openxmlformats.org/officeDocument/2006/relationships/image" Target="../media/image7640.png"/><Relationship Id="rId82" Type="http://schemas.openxmlformats.org/officeDocument/2006/relationships/customXml" Target="../ink/ink2667.xml"/><Relationship Id="rId19" Type="http://schemas.openxmlformats.org/officeDocument/2006/relationships/image" Target="../media/image7430.png"/></Relationships>
</file>

<file path=ppt/slides/_rels/slide45.xml.rels><?xml version="1.0" encoding="UTF-8" standalone="yes"?>
<Relationships xmlns="http://schemas.openxmlformats.org/package/2006/relationships"><Relationship Id="rId299" Type="http://schemas.openxmlformats.org/officeDocument/2006/relationships/image" Target="../media/image1334.png"/><Relationship Id="rId63" Type="http://schemas.openxmlformats.org/officeDocument/2006/relationships/image" Target="../media/image8100.png"/><Relationship Id="rId159" Type="http://schemas.openxmlformats.org/officeDocument/2006/relationships/image" Target="../media/image8580.png"/><Relationship Id="rId324" Type="http://schemas.openxmlformats.org/officeDocument/2006/relationships/customXml" Target="../ink/ink2798.xml"/><Relationship Id="rId366" Type="http://schemas.openxmlformats.org/officeDocument/2006/relationships/customXml" Target="../ink/ink2819.xml"/><Relationship Id="rId170" Type="http://schemas.openxmlformats.org/officeDocument/2006/relationships/customXml" Target="../ink/ink2721.xml"/><Relationship Id="rId226" Type="http://schemas.openxmlformats.org/officeDocument/2006/relationships/customXml" Target="../ink/ink2749.xml"/><Relationship Id="rId268" Type="http://schemas.openxmlformats.org/officeDocument/2006/relationships/customXml" Target="../ink/ink2770.xml"/><Relationship Id="rId74" Type="http://schemas.openxmlformats.org/officeDocument/2006/relationships/customXml" Target="../ink/ink2686.xml"/><Relationship Id="rId335" Type="http://schemas.openxmlformats.org/officeDocument/2006/relationships/image" Target="../media/image1356.png"/><Relationship Id="rId5" Type="http://schemas.openxmlformats.org/officeDocument/2006/relationships/image" Target="../media/image7811.png"/><Relationship Id="rId181" Type="http://schemas.openxmlformats.org/officeDocument/2006/relationships/image" Target="../media/image8690.png"/><Relationship Id="rId237" Type="http://schemas.openxmlformats.org/officeDocument/2006/relationships/image" Target="../media/image1295.png"/><Relationship Id="rId279" Type="http://schemas.openxmlformats.org/officeDocument/2006/relationships/image" Target="../media/image1322.png"/><Relationship Id="rId43" Type="http://schemas.openxmlformats.org/officeDocument/2006/relationships/image" Target="../media/image8000.png"/><Relationship Id="rId139" Type="http://schemas.openxmlformats.org/officeDocument/2006/relationships/image" Target="../media/image8480.png"/><Relationship Id="rId290" Type="http://schemas.openxmlformats.org/officeDocument/2006/relationships/customXml" Target="../ink/ink2781.xml"/><Relationship Id="rId304" Type="http://schemas.openxmlformats.org/officeDocument/2006/relationships/customXml" Target="../ink/ink2788.xml"/><Relationship Id="rId346" Type="http://schemas.openxmlformats.org/officeDocument/2006/relationships/customXml" Target="../ink/ink2809.xml"/><Relationship Id="rId85" Type="http://schemas.openxmlformats.org/officeDocument/2006/relationships/image" Target="../media/image8211.png"/><Relationship Id="rId150" Type="http://schemas.openxmlformats.org/officeDocument/2006/relationships/customXml" Target="../ink/ink2711.xml"/><Relationship Id="rId192" Type="http://schemas.openxmlformats.org/officeDocument/2006/relationships/customXml" Target="../ink/ink2732.xml"/><Relationship Id="rId206" Type="http://schemas.openxmlformats.org/officeDocument/2006/relationships/customXml" Target="../ink/ink2739.xml"/><Relationship Id="rId248" Type="http://schemas.openxmlformats.org/officeDocument/2006/relationships/customXml" Target="../ink/ink2760.xml"/><Relationship Id="rId108" Type="http://schemas.openxmlformats.org/officeDocument/2006/relationships/customXml" Target="../ink/ink2703.xml"/><Relationship Id="rId315" Type="http://schemas.openxmlformats.org/officeDocument/2006/relationships/image" Target="../media/image1344.png"/><Relationship Id="rId357" Type="http://schemas.openxmlformats.org/officeDocument/2006/relationships/image" Target="../media/image1369.png"/><Relationship Id="rId96" Type="http://schemas.openxmlformats.org/officeDocument/2006/relationships/customXml" Target="../ink/ink2697.xml"/><Relationship Id="rId161" Type="http://schemas.openxmlformats.org/officeDocument/2006/relationships/image" Target="../media/image8590.png"/><Relationship Id="rId217" Type="http://schemas.openxmlformats.org/officeDocument/2006/relationships/image" Target="../media/image8870.png"/><Relationship Id="rId259" Type="http://schemas.openxmlformats.org/officeDocument/2006/relationships/image" Target="../media/image1308.png"/><Relationship Id="rId270" Type="http://schemas.openxmlformats.org/officeDocument/2006/relationships/customXml" Target="../ink/ink2771.xml"/><Relationship Id="rId291" Type="http://schemas.openxmlformats.org/officeDocument/2006/relationships/image" Target="../media/image1328.png"/><Relationship Id="rId305" Type="http://schemas.openxmlformats.org/officeDocument/2006/relationships/image" Target="../media/image1337.png"/><Relationship Id="rId326" Type="http://schemas.openxmlformats.org/officeDocument/2006/relationships/customXml" Target="../ink/ink2799.xml"/><Relationship Id="rId347" Type="http://schemas.openxmlformats.org/officeDocument/2006/relationships/image" Target="../media/image1364.png"/><Relationship Id="rId44" Type="http://schemas.openxmlformats.org/officeDocument/2006/relationships/customXml" Target="../ink/ink2677.xml"/><Relationship Id="rId65" Type="http://schemas.openxmlformats.org/officeDocument/2006/relationships/image" Target="../media/image8111.png"/><Relationship Id="rId86" Type="http://schemas.openxmlformats.org/officeDocument/2006/relationships/customXml" Target="../ink/ink2692.xml"/><Relationship Id="rId151" Type="http://schemas.openxmlformats.org/officeDocument/2006/relationships/image" Target="../media/image8540.png"/><Relationship Id="rId368" Type="http://schemas.openxmlformats.org/officeDocument/2006/relationships/customXml" Target="../ink/ink2820.xml"/><Relationship Id="rId172" Type="http://schemas.openxmlformats.org/officeDocument/2006/relationships/customXml" Target="../ink/ink2722.xml"/><Relationship Id="rId193" Type="http://schemas.openxmlformats.org/officeDocument/2006/relationships/image" Target="../media/image8750.png"/><Relationship Id="rId207" Type="http://schemas.openxmlformats.org/officeDocument/2006/relationships/image" Target="../media/image8820.png"/><Relationship Id="rId228" Type="http://schemas.openxmlformats.org/officeDocument/2006/relationships/customXml" Target="../ink/ink2750.xml"/><Relationship Id="rId249" Type="http://schemas.openxmlformats.org/officeDocument/2006/relationships/image" Target="../media/image1303.png"/><Relationship Id="rId109" Type="http://schemas.openxmlformats.org/officeDocument/2006/relationships/image" Target="../media/image8330.png"/><Relationship Id="rId260" Type="http://schemas.openxmlformats.org/officeDocument/2006/relationships/customXml" Target="../ink/ink2766.xml"/><Relationship Id="rId281" Type="http://schemas.openxmlformats.org/officeDocument/2006/relationships/image" Target="../media/image1323.png"/><Relationship Id="rId316" Type="http://schemas.openxmlformats.org/officeDocument/2006/relationships/customXml" Target="../ink/ink2794.xml"/><Relationship Id="rId337" Type="http://schemas.openxmlformats.org/officeDocument/2006/relationships/image" Target="../media/image1357.png"/><Relationship Id="rId76" Type="http://schemas.openxmlformats.org/officeDocument/2006/relationships/customXml" Target="../ink/ink2687.xml"/><Relationship Id="rId97" Type="http://schemas.openxmlformats.org/officeDocument/2006/relationships/image" Target="../media/image8270.png"/><Relationship Id="rId141" Type="http://schemas.openxmlformats.org/officeDocument/2006/relationships/image" Target="../media/image8490.png"/><Relationship Id="rId358" Type="http://schemas.openxmlformats.org/officeDocument/2006/relationships/customXml" Target="../ink/ink2815.xml"/><Relationship Id="rId162" Type="http://schemas.openxmlformats.org/officeDocument/2006/relationships/customXml" Target="../ink/ink2717.xml"/><Relationship Id="rId183" Type="http://schemas.openxmlformats.org/officeDocument/2006/relationships/image" Target="../media/image8700.PNG"/><Relationship Id="rId218" Type="http://schemas.openxmlformats.org/officeDocument/2006/relationships/customXml" Target="../ink/ink2745.xml"/><Relationship Id="rId239" Type="http://schemas.openxmlformats.org/officeDocument/2006/relationships/image" Target="../media/image1296.png"/><Relationship Id="rId250" Type="http://schemas.openxmlformats.org/officeDocument/2006/relationships/customXml" Target="../ink/ink2761.xml"/><Relationship Id="rId271" Type="http://schemas.openxmlformats.org/officeDocument/2006/relationships/image" Target="../media/image1316.png"/><Relationship Id="rId292" Type="http://schemas.openxmlformats.org/officeDocument/2006/relationships/customXml" Target="../ink/ink2782.xml"/><Relationship Id="rId306" Type="http://schemas.openxmlformats.org/officeDocument/2006/relationships/customXml" Target="../ink/ink2789.xml"/><Relationship Id="rId45" Type="http://schemas.openxmlformats.org/officeDocument/2006/relationships/image" Target="../media/image8011.png"/><Relationship Id="rId66" Type="http://schemas.openxmlformats.org/officeDocument/2006/relationships/customXml" Target="../ink/ink2682.xml"/><Relationship Id="rId87" Type="http://schemas.openxmlformats.org/officeDocument/2006/relationships/image" Target="../media/image8220.png"/><Relationship Id="rId110" Type="http://schemas.openxmlformats.org/officeDocument/2006/relationships/customXml" Target="../ink/ink2704.xml"/><Relationship Id="rId327" Type="http://schemas.openxmlformats.org/officeDocument/2006/relationships/image" Target="../media/image1352.png"/><Relationship Id="rId348" Type="http://schemas.openxmlformats.org/officeDocument/2006/relationships/customXml" Target="../ink/ink2810.xml"/><Relationship Id="rId369" Type="http://schemas.openxmlformats.org/officeDocument/2006/relationships/image" Target="../media/image1377.png"/><Relationship Id="rId152" Type="http://schemas.openxmlformats.org/officeDocument/2006/relationships/customXml" Target="../ink/ink2712.xml"/><Relationship Id="rId173" Type="http://schemas.openxmlformats.org/officeDocument/2006/relationships/image" Target="../media/image8650.png"/><Relationship Id="rId194" Type="http://schemas.openxmlformats.org/officeDocument/2006/relationships/customXml" Target="../ink/ink2733.xml"/><Relationship Id="rId208" Type="http://schemas.openxmlformats.org/officeDocument/2006/relationships/customXml" Target="../ink/ink2740.xml"/><Relationship Id="rId229" Type="http://schemas.openxmlformats.org/officeDocument/2006/relationships/image" Target="../media/image8930.png"/><Relationship Id="rId240" Type="http://schemas.openxmlformats.org/officeDocument/2006/relationships/customXml" Target="../ink/ink2756.xml"/><Relationship Id="rId261" Type="http://schemas.openxmlformats.org/officeDocument/2006/relationships/image" Target="../media/image1309.png"/><Relationship Id="rId35" Type="http://schemas.openxmlformats.org/officeDocument/2006/relationships/image" Target="../media/image7960.png"/><Relationship Id="rId77" Type="http://schemas.openxmlformats.org/officeDocument/2006/relationships/image" Target="../media/image8170.png"/><Relationship Id="rId100" Type="http://schemas.openxmlformats.org/officeDocument/2006/relationships/customXml" Target="../ink/ink2699.xml"/><Relationship Id="rId282" Type="http://schemas.openxmlformats.org/officeDocument/2006/relationships/customXml" Target="../ink/ink2777.xml"/><Relationship Id="rId317" Type="http://schemas.openxmlformats.org/officeDocument/2006/relationships/image" Target="../media/image1345.png"/><Relationship Id="rId338" Type="http://schemas.openxmlformats.org/officeDocument/2006/relationships/customXml" Target="../ink/ink2805.xml"/><Relationship Id="rId359" Type="http://schemas.openxmlformats.org/officeDocument/2006/relationships/image" Target="../media/image1372.png"/><Relationship Id="rId98" Type="http://schemas.openxmlformats.org/officeDocument/2006/relationships/customXml" Target="../ink/ink2698.xml"/><Relationship Id="rId142" Type="http://schemas.openxmlformats.org/officeDocument/2006/relationships/customXml" Target="../ink/ink2707.xml"/><Relationship Id="rId163" Type="http://schemas.openxmlformats.org/officeDocument/2006/relationships/image" Target="../media/image8600.PNG"/><Relationship Id="rId184" Type="http://schemas.openxmlformats.org/officeDocument/2006/relationships/customXml" Target="../ink/ink2728.xml"/><Relationship Id="rId219" Type="http://schemas.openxmlformats.org/officeDocument/2006/relationships/image" Target="../media/image8880.png"/><Relationship Id="rId370" Type="http://schemas.openxmlformats.org/officeDocument/2006/relationships/customXml" Target="../ink/ink2821.xml"/><Relationship Id="rId230" Type="http://schemas.openxmlformats.org/officeDocument/2006/relationships/customXml" Target="../ink/ink2751.xml"/><Relationship Id="rId251" Type="http://schemas.openxmlformats.org/officeDocument/2006/relationships/image" Target="../media/image1304.png"/><Relationship Id="rId46" Type="http://schemas.openxmlformats.org/officeDocument/2006/relationships/customXml" Target="../ink/ink2678.xml"/><Relationship Id="rId67" Type="http://schemas.openxmlformats.org/officeDocument/2006/relationships/image" Target="../media/image8120.png"/><Relationship Id="rId272" Type="http://schemas.openxmlformats.org/officeDocument/2006/relationships/customXml" Target="../ink/ink2772.xml"/><Relationship Id="rId293" Type="http://schemas.openxmlformats.org/officeDocument/2006/relationships/image" Target="../media/image1329.png"/><Relationship Id="rId307" Type="http://schemas.openxmlformats.org/officeDocument/2006/relationships/image" Target="../media/image1338.png"/><Relationship Id="rId328" Type="http://schemas.openxmlformats.org/officeDocument/2006/relationships/customXml" Target="../ink/ink2800.xml"/><Relationship Id="rId349" Type="http://schemas.openxmlformats.org/officeDocument/2006/relationships/image" Target="../media/image1365.png"/><Relationship Id="rId88" Type="http://schemas.openxmlformats.org/officeDocument/2006/relationships/customXml" Target="../ink/ink2693.xml"/><Relationship Id="rId153" Type="http://schemas.openxmlformats.org/officeDocument/2006/relationships/image" Target="../media/image8550.png"/><Relationship Id="rId174" Type="http://schemas.openxmlformats.org/officeDocument/2006/relationships/customXml" Target="../ink/ink2723.xml"/><Relationship Id="rId195" Type="http://schemas.openxmlformats.org/officeDocument/2006/relationships/image" Target="../media/image8760.png"/><Relationship Id="rId209" Type="http://schemas.openxmlformats.org/officeDocument/2006/relationships/image" Target="../media/image8830.png"/><Relationship Id="rId360" Type="http://schemas.openxmlformats.org/officeDocument/2006/relationships/customXml" Target="../ink/ink2816.xml"/><Relationship Id="rId220" Type="http://schemas.openxmlformats.org/officeDocument/2006/relationships/customXml" Target="../ink/ink2746.xml"/><Relationship Id="rId241" Type="http://schemas.openxmlformats.org/officeDocument/2006/relationships/image" Target="../media/image1297.png"/><Relationship Id="rId36" Type="http://schemas.openxmlformats.org/officeDocument/2006/relationships/customXml" Target="../ink/ink2673.xml"/><Relationship Id="rId262" Type="http://schemas.openxmlformats.org/officeDocument/2006/relationships/customXml" Target="../ink/ink2767.xml"/><Relationship Id="rId283" Type="http://schemas.openxmlformats.org/officeDocument/2006/relationships/image" Target="../media/image1324.png"/><Relationship Id="rId318" Type="http://schemas.openxmlformats.org/officeDocument/2006/relationships/customXml" Target="../ink/ink2795.xml"/><Relationship Id="rId339" Type="http://schemas.openxmlformats.org/officeDocument/2006/relationships/image" Target="../media/image1358.png"/><Relationship Id="rId78" Type="http://schemas.openxmlformats.org/officeDocument/2006/relationships/customXml" Target="../ink/ink2688.xml"/><Relationship Id="rId99" Type="http://schemas.openxmlformats.org/officeDocument/2006/relationships/image" Target="../media/image8280.png"/><Relationship Id="rId101" Type="http://schemas.openxmlformats.org/officeDocument/2006/relationships/image" Target="../media/image8290.png"/><Relationship Id="rId143" Type="http://schemas.openxmlformats.org/officeDocument/2006/relationships/image" Target="../media/image8500.PNG"/><Relationship Id="rId164" Type="http://schemas.openxmlformats.org/officeDocument/2006/relationships/customXml" Target="../ink/ink2718.xml"/><Relationship Id="rId185" Type="http://schemas.openxmlformats.org/officeDocument/2006/relationships/image" Target="../media/image8711.png"/><Relationship Id="rId350" Type="http://schemas.openxmlformats.org/officeDocument/2006/relationships/customXml" Target="../ink/ink2811.xml"/><Relationship Id="rId371" Type="http://schemas.openxmlformats.org/officeDocument/2006/relationships/image" Target="../media/image1378.png"/><Relationship Id="rId210" Type="http://schemas.openxmlformats.org/officeDocument/2006/relationships/customXml" Target="../ink/ink2741.xml"/><Relationship Id="rId231" Type="http://schemas.openxmlformats.org/officeDocument/2006/relationships/image" Target="../media/image8940.png"/><Relationship Id="rId252" Type="http://schemas.openxmlformats.org/officeDocument/2006/relationships/customXml" Target="../ink/ink2762.xml"/><Relationship Id="rId273" Type="http://schemas.openxmlformats.org/officeDocument/2006/relationships/image" Target="../media/image1317.png"/><Relationship Id="rId294" Type="http://schemas.openxmlformats.org/officeDocument/2006/relationships/customXml" Target="../ink/ink2783.xml"/><Relationship Id="rId308" Type="http://schemas.openxmlformats.org/officeDocument/2006/relationships/customXml" Target="../ink/ink2790.xml"/><Relationship Id="rId329" Type="http://schemas.openxmlformats.org/officeDocument/2006/relationships/image" Target="../media/image1353.png"/><Relationship Id="rId68" Type="http://schemas.openxmlformats.org/officeDocument/2006/relationships/customXml" Target="../ink/ink2683.xml"/><Relationship Id="rId89" Type="http://schemas.openxmlformats.org/officeDocument/2006/relationships/image" Target="../media/image8230.png"/><Relationship Id="rId154" Type="http://schemas.openxmlformats.org/officeDocument/2006/relationships/customXml" Target="../ink/ink2713.xml"/><Relationship Id="rId175" Type="http://schemas.openxmlformats.org/officeDocument/2006/relationships/image" Target="../media/image8660.png"/><Relationship Id="rId340" Type="http://schemas.openxmlformats.org/officeDocument/2006/relationships/customXml" Target="../ink/ink2806.xml"/><Relationship Id="rId361" Type="http://schemas.openxmlformats.org/officeDocument/2006/relationships/image" Target="../media/image1373.png"/><Relationship Id="rId196" Type="http://schemas.openxmlformats.org/officeDocument/2006/relationships/customXml" Target="../ink/ink2734.xml"/><Relationship Id="rId200" Type="http://schemas.openxmlformats.org/officeDocument/2006/relationships/customXml" Target="../ink/ink2736.xml"/><Relationship Id="rId221" Type="http://schemas.openxmlformats.org/officeDocument/2006/relationships/image" Target="../media/image8890.png"/><Relationship Id="rId242" Type="http://schemas.openxmlformats.org/officeDocument/2006/relationships/customXml" Target="../ink/ink2757.xml"/><Relationship Id="rId263" Type="http://schemas.openxmlformats.org/officeDocument/2006/relationships/image" Target="../media/image1312.png"/><Relationship Id="rId284" Type="http://schemas.openxmlformats.org/officeDocument/2006/relationships/customXml" Target="../ink/ink2778.xml"/><Relationship Id="rId319" Type="http://schemas.openxmlformats.org/officeDocument/2006/relationships/image" Target="../media/image1346.png"/><Relationship Id="rId37" Type="http://schemas.openxmlformats.org/officeDocument/2006/relationships/image" Target="../media/image7970.png"/><Relationship Id="rId79" Type="http://schemas.openxmlformats.org/officeDocument/2006/relationships/image" Target="../media/image8180.png"/><Relationship Id="rId102" Type="http://schemas.openxmlformats.org/officeDocument/2006/relationships/customXml" Target="../ink/ink2700.xml"/><Relationship Id="rId144" Type="http://schemas.openxmlformats.org/officeDocument/2006/relationships/customXml" Target="../ink/ink2708.xml"/><Relationship Id="rId330" Type="http://schemas.openxmlformats.org/officeDocument/2006/relationships/customXml" Target="../ink/ink2801.xml"/><Relationship Id="rId90" Type="http://schemas.openxmlformats.org/officeDocument/2006/relationships/customXml" Target="../ink/ink2694.xml"/><Relationship Id="rId165" Type="http://schemas.openxmlformats.org/officeDocument/2006/relationships/image" Target="../media/image8611.png"/><Relationship Id="rId186" Type="http://schemas.openxmlformats.org/officeDocument/2006/relationships/customXml" Target="../ink/ink2729.xml"/><Relationship Id="rId351" Type="http://schemas.openxmlformats.org/officeDocument/2006/relationships/image" Target="../media/image1366.png"/><Relationship Id="rId372" Type="http://schemas.openxmlformats.org/officeDocument/2006/relationships/customXml" Target="../ink/ink2822.xml"/><Relationship Id="rId211" Type="http://schemas.openxmlformats.org/officeDocument/2006/relationships/image" Target="../media/image8840.png"/><Relationship Id="rId232" Type="http://schemas.openxmlformats.org/officeDocument/2006/relationships/customXml" Target="../ink/ink2752.xml"/><Relationship Id="rId253" Type="http://schemas.openxmlformats.org/officeDocument/2006/relationships/image" Target="../media/image1305.png"/><Relationship Id="rId274" Type="http://schemas.openxmlformats.org/officeDocument/2006/relationships/customXml" Target="../ink/ink2773.xml"/><Relationship Id="rId295" Type="http://schemas.openxmlformats.org/officeDocument/2006/relationships/image" Target="../media/image1332.png"/><Relationship Id="rId309" Type="http://schemas.openxmlformats.org/officeDocument/2006/relationships/image" Target="../media/image1339.png"/><Relationship Id="rId69" Type="http://schemas.openxmlformats.org/officeDocument/2006/relationships/image" Target="../media/image8130.png"/><Relationship Id="rId320" Type="http://schemas.openxmlformats.org/officeDocument/2006/relationships/customXml" Target="../ink/ink2796.xml"/><Relationship Id="rId80" Type="http://schemas.openxmlformats.org/officeDocument/2006/relationships/customXml" Target="../ink/ink2689.xml"/><Relationship Id="rId155" Type="http://schemas.openxmlformats.org/officeDocument/2006/relationships/image" Target="../media/image8560.png"/><Relationship Id="rId176" Type="http://schemas.openxmlformats.org/officeDocument/2006/relationships/customXml" Target="../ink/ink2724.xml"/><Relationship Id="rId197" Type="http://schemas.openxmlformats.org/officeDocument/2006/relationships/image" Target="../media/image8770.png"/><Relationship Id="rId341" Type="http://schemas.openxmlformats.org/officeDocument/2006/relationships/image" Target="../media/image1359.png"/><Relationship Id="rId362" Type="http://schemas.openxmlformats.org/officeDocument/2006/relationships/customXml" Target="../ink/ink2817.xml"/><Relationship Id="rId201" Type="http://schemas.openxmlformats.org/officeDocument/2006/relationships/image" Target="../media/image8790.png"/><Relationship Id="rId222" Type="http://schemas.openxmlformats.org/officeDocument/2006/relationships/customXml" Target="../ink/ink2747.xml"/><Relationship Id="rId243" Type="http://schemas.openxmlformats.org/officeDocument/2006/relationships/image" Target="../media/image1298.png"/><Relationship Id="rId264" Type="http://schemas.openxmlformats.org/officeDocument/2006/relationships/customXml" Target="../ink/ink2768.xml"/><Relationship Id="rId285" Type="http://schemas.openxmlformats.org/officeDocument/2006/relationships/image" Target="../media/image1325.png"/><Relationship Id="rId38" Type="http://schemas.openxmlformats.org/officeDocument/2006/relationships/customXml" Target="../ink/ink2674.xml"/><Relationship Id="rId59" Type="http://schemas.openxmlformats.org/officeDocument/2006/relationships/image" Target="../media/image8080.png"/><Relationship Id="rId103" Type="http://schemas.openxmlformats.org/officeDocument/2006/relationships/image" Target="../media/image8300.png"/><Relationship Id="rId310" Type="http://schemas.openxmlformats.org/officeDocument/2006/relationships/customXml" Target="../ink/ink2791.xml"/><Relationship Id="rId70" Type="http://schemas.openxmlformats.org/officeDocument/2006/relationships/customXml" Target="../ink/ink2684.xml"/><Relationship Id="rId91" Type="http://schemas.openxmlformats.org/officeDocument/2006/relationships/image" Target="../media/image8240.png"/><Relationship Id="rId145" Type="http://schemas.openxmlformats.org/officeDocument/2006/relationships/image" Target="../media/image8511.png"/><Relationship Id="rId166" Type="http://schemas.openxmlformats.org/officeDocument/2006/relationships/customXml" Target="../ink/ink2719.xml"/><Relationship Id="rId187" Type="http://schemas.openxmlformats.org/officeDocument/2006/relationships/image" Target="../media/image8720.png"/><Relationship Id="rId331" Type="http://schemas.openxmlformats.org/officeDocument/2006/relationships/image" Target="../media/image1354.png"/><Relationship Id="rId352" Type="http://schemas.openxmlformats.org/officeDocument/2006/relationships/customXml" Target="../ink/ink2812.xml"/><Relationship Id="rId373" Type="http://schemas.openxmlformats.org/officeDocument/2006/relationships/image" Target="../media/image1379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742.xml"/><Relationship Id="rId233" Type="http://schemas.openxmlformats.org/officeDocument/2006/relationships/image" Target="../media/image8950.png"/><Relationship Id="rId254" Type="http://schemas.openxmlformats.org/officeDocument/2006/relationships/customXml" Target="../ink/ink2763.xml"/><Relationship Id="rId275" Type="http://schemas.openxmlformats.org/officeDocument/2006/relationships/image" Target="../media/image1318.png"/><Relationship Id="rId296" Type="http://schemas.openxmlformats.org/officeDocument/2006/relationships/customXml" Target="../ink/ink2784.xml"/><Relationship Id="rId300" Type="http://schemas.openxmlformats.org/officeDocument/2006/relationships/customXml" Target="../ink/ink2786.xml"/><Relationship Id="rId60" Type="http://schemas.openxmlformats.org/officeDocument/2006/relationships/customXml" Target="../ink/ink2679.xml"/><Relationship Id="rId81" Type="http://schemas.openxmlformats.org/officeDocument/2006/relationships/image" Target="../media/image8190.png"/><Relationship Id="rId156" Type="http://schemas.openxmlformats.org/officeDocument/2006/relationships/customXml" Target="../ink/ink2714.xml"/><Relationship Id="rId177" Type="http://schemas.openxmlformats.org/officeDocument/2006/relationships/image" Target="../media/image8670.png"/><Relationship Id="rId198" Type="http://schemas.openxmlformats.org/officeDocument/2006/relationships/customXml" Target="../ink/ink2735.xml"/><Relationship Id="rId321" Type="http://schemas.openxmlformats.org/officeDocument/2006/relationships/image" Target="../media/image1347.png"/><Relationship Id="rId342" Type="http://schemas.openxmlformats.org/officeDocument/2006/relationships/customXml" Target="../ink/ink2807.xml"/><Relationship Id="rId363" Type="http://schemas.openxmlformats.org/officeDocument/2006/relationships/image" Target="../media/image1374.png"/><Relationship Id="rId202" Type="http://schemas.openxmlformats.org/officeDocument/2006/relationships/customXml" Target="../ink/ink2737.xml"/><Relationship Id="rId223" Type="http://schemas.openxmlformats.org/officeDocument/2006/relationships/image" Target="../media/image8900.png"/><Relationship Id="rId244" Type="http://schemas.openxmlformats.org/officeDocument/2006/relationships/customXml" Target="../ink/ink2758.xml"/><Relationship Id="rId39" Type="http://schemas.openxmlformats.org/officeDocument/2006/relationships/image" Target="../media/image7980.png"/><Relationship Id="rId265" Type="http://schemas.openxmlformats.org/officeDocument/2006/relationships/image" Target="../media/image1313.png"/><Relationship Id="rId286" Type="http://schemas.openxmlformats.org/officeDocument/2006/relationships/customXml" Target="../ink/ink2779.xml"/><Relationship Id="rId104" Type="http://schemas.openxmlformats.org/officeDocument/2006/relationships/customXml" Target="../ink/ink2701.xml"/><Relationship Id="rId146" Type="http://schemas.openxmlformats.org/officeDocument/2006/relationships/customXml" Target="../ink/ink2709.xml"/><Relationship Id="rId167" Type="http://schemas.openxmlformats.org/officeDocument/2006/relationships/image" Target="../media/image8620.png"/><Relationship Id="rId188" Type="http://schemas.openxmlformats.org/officeDocument/2006/relationships/customXml" Target="../ink/ink2730.xml"/><Relationship Id="rId311" Type="http://schemas.openxmlformats.org/officeDocument/2006/relationships/image" Target="../media/image1342.png"/><Relationship Id="rId332" Type="http://schemas.openxmlformats.org/officeDocument/2006/relationships/customXml" Target="../ink/ink2802.xml"/><Relationship Id="rId353" Type="http://schemas.openxmlformats.org/officeDocument/2006/relationships/image" Target="../media/image1367.png"/><Relationship Id="rId71" Type="http://schemas.openxmlformats.org/officeDocument/2006/relationships/image" Target="../media/image8140.png"/><Relationship Id="rId92" Type="http://schemas.openxmlformats.org/officeDocument/2006/relationships/customXml" Target="../ink/ink2695.xml"/><Relationship Id="rId213" Type="http://schemas.openxmlformats.org/officeDocument/2006/relationships/image" Target="../media/image8850.png"/><Relationship Id="rId234" Type="http://schemas.openxmlformats.org/officeDocument/2006/relationships/customXml" Target="../ink/ink2753.xml"/><Relationship Id="rId2" Type="http://schemas.openxmlformats.org/officeDocument/2006/relationships/image" Target="../media/image1293.png"/><Relationship Id="rId255" Type="http://schemas.openxmlformats.org/officeDocument/2006/relationships/image" Target="../media/image1306.png"/><Relationship Id="rId276" Type="http://schemas.openxmlformats.org/officeDocument/2006/relationships/customXml" Target="../ink/ink2774.xml"/><Relationship Id="rId297" Type="http://schemas.openxmlformats.org/officeDocument/2006/relationships/image" Target="../media/image1333.png"/><Relationship Id="rId40" Type="http://schemas.openxmlformats.org/officeDocument/2006/relationships/customXml" Target="../ink/ink2675.xml"/><Relationship Id="rId157" Type="http://schemas.openxmlformats.org/officeDocument/2006/relationships/image" Target="../media/image8570.png"/><Relationship Id="rId178" Type="http://schemas.openxmlformats.org/officeDocument/2006/relationships/customXml" Target="../ink/ink2725.xml"/><Relationship Id="rId301" Type="http://schemas.openxmlformats.org/officeDocument/2006/relationships/image" Target="../media/image1335.png"/><Relationship Id="rId322" Type="http://schemas.openxmlformats.org/officeDocument/2006/relationships/customXml" Target="../ink/ink2797.xml"/><Relationship Id="rId343" Type="http://schemas.openxmlformats.org/officeDocument/2006/relationships/image" Target="../media/image1362.png"/><Relationship Id="rId364" Type="http://schemas.openxmlformats.org/officeDocument/2006/relationships/customXml" Target="../ink/ink2818.xml"/><Relationship Id="rId61" Type="http://schemas.openxmlformats.org/officeDocument/2006/relationships/image" Target="../media/image8090.png"/><Relationship Id="rId82" Type="http://schemas.openxmlformats.org/officeDocument/2006/relationships/customXml" Target="../ink/ink2690.xml"/><Relationship Id="rId199" Type="http://schemas.openxmlformats.org/officeDocument/2006/relationships/image" Target="../media/image8780.png"/><Relationship Id="rId203" Type="http://schemas.openxmlformats.org/officeDocument/2006/relationships/image" Target="../media/image8800.png"/><Relationship Id="rId224" Type="http://schemas.openxmlformats.org/officeDocument/2006/relationships/customXml" Target="../ink/ink2748.xml"/><Relationship Id="rId245" Type="http://schemas.openxmlformats.org/officeDocument/2006/relationships/image" Target="../media/image1299.png"/><Relationship Id="rId266" Type="http://schemas.openxmlformats.org/officeDocument/2006/relationships/customXml" Target="../ink/ink2769.xml"/><Relationship Id="rId287" Type="http://schemas.openxmlformats.org/officeDocument/2006/relationships/image" Target="../media/image1326.png"/><Relationship Id="rId105" Type="http://schemas.openxmlformats.org/officeDocument/2006/relationships/image" Target="../media/image8311.png"/><Relationship Id="rId147" Type="http://schemas.openxmlformats.org/officeDocument/2006/relationships/image" Target="../media/image8520.png"/><Relationship Id="rId168" Type="http://schemas.openxmlformats.org/officeDocument/2006/relationships/customXml" Target="../ink/ink2720.xml"/><Relationship Id="rId312" Type="http://schemas.openxmlformats.org/officeDocument/2006/relationships/customXml" Target="../ink/ink2792.xml"/><Relationship Id="rId333" Type="http://schemas.openxmlformats.org/officeDocument/2006/relationships/image" Target="../media/image1355.png"/><Relationship Id="rId354" Type="http://schemas.openxmlformats.org/officeDocument/2006/relationships/customXml" Target="../ink/ink2813.xml"/><Relationship Id="rId72" Type="http://schemas.openxmlformats.org/officeDocument/2006/relationships/customXml" Target="../ink/ink2685.xml"/><Relationship Id="rId93" Type="http://schemas.openxmlformats.org/officeDocument/2006/relationships/image" Target="../media/image8250.png"/><Relationship Id="rId189" Type="http://schemas.openxmlformats.org/officeDocument/2006/relationships/image" Target="../media/image8730.png"/><Relationship Id="rId3" Type="http://schemas.openxmlformats.org/officeDocument/2006/relationships/image" Target="../media/image1294.jpg"/><Relationship Id="rId214" Type="http://schemas.openxmlformats.org/officeDocument/2006/relationships/customXml" Target="../ink/ink2743.xml"/><Relationship Id="rId235" Type="http://schemas.openxmlformats.org/officeDocument/2006/relationships/image" Target="../media/image8960.png"/><Relationship Id="rId256" Type="http://schemas.openxmlformats.org/officeDocument/2006/relationships/customXml" Target="../ink/ink2764.xml"/><Relationship Id="rId277" Type="http://schemas.openxmlformats.org/officeDocument/2006/relationships/image" Target="../media/image1319.png"/><Relationship Id="rId298" Type="http://schemas.openxmlformats.org/officeDocument/2006/relationships/customXml" Target="../ink/ink2785.xml"/><Relationship Id="rId137" Type="http://schemas.openxmlformats.org/officeDocument/2006/relationships/image" Target="../media/image8470.png"/><Relationship Id="rId158" Type="http://schemas.openxmlformats.org/officeDocument/2006/relationships/customXml" Target="../ink/ink2715.xml"/><Relationship Id="rId302" Type="http://schemas.openxmlformats.org/officeDocument/2006/relationships/customXml" Target="../ink/ink2787.xml"/><Relationship Id="rId323" Type="http://schemas.openxmlformats.org/officeDocument/2006/relationships/image" Target="../media/image1348.png"/><Relationship Id="rId344" Type="http://schemas.openxmlformats.org/officeDocument/2006/relationships/customXml" Target="../ink/ink2808.xml"/><Relationship Id="rId41" Type="http://schemas.openxmlformats.org/officeDocument/2006/relationships/image" Target="../media/image7990.png"/><Relationship Id="rId62" Type="http://schemas.openxmlformats.org/officeDocument/2006/relationships/customXml" Target="../ink/ink2680.xml"/><Relationship Id="rId83" Type="http://schemas.openxmlformats.org/officeDocument/2006/relationships/image" Target="../media/image8200.png"/><Relationship Id="rId179" Type="http://schemas.openxmlformats.org/officeDocument/2006/relationships/image" Target="../media/image8680.png"/><Relationship Id="rId365" Type="http://schemas.openxmlformats.org/officeDocument/2006/relationships/image" Target="../media/image1375.png"/><Relationship Id="rId190" Type="http://schemas.openxmlformats.org/officeDocument/2006/relationships/customXml" Target="../ink/ink2731.xml"/><Relationship Id="rId204" Type="http://schemas.openxmlformats.org/officeDocument/2006/relationships/customXml" Target="../ink/ink2738.xml"/><Relationship Id="rId225" Type="http://schemas.openxmlformats.org/officeDocument/2006/relationships/image" Target="../media/image8910.png"/><Relationship Id="rId246" Type="http://schemas.openxmlformats.org/officeDocument/2006/relationships/customXml" Target="../ink/ink2759.xml"/><Relationship Id="rId267" Type="http://schemas.openxmlformats.org/officeDocument/2006/relationships/image" Target="../media/image1314.png"/><Relationship Id="rId288" Type="http://schemas.openxmlformats.org/officeDocument/2006/relationships/customXml" Target="../ink/ink2780.xml"/><Relationship Id="rId106" Type="http://schemas.openxmlformats.org/officeDocument/2006/relationships/customXml" Target="../ink/ink2702.xml"/><Relationship Id="rId313" Type="http://schemas.openxmlformats.org/officeDocument/2006/relationships/image" Target="../media/image1343.png"/><Relationship Id="rId73" Type="http://schemas.openxmlformats.org/officeDocument/2006/relationships/image" Target="../media/image8150.png"/><Relationship Id="rId94" Type="http://schemas.openxmlformats.org/officeDocument/2006/relationships/customXml" Target="../ink/ink2696.xml"/><Relationship Id="rId148" Type="http://schemas.openxmlformats.org/officeDocument/2006/relationships/customXml" Target="../ink/ink2710.xml"/><Relationship Id="rId169" Type="http://schemas.openxmlformats.org/officeDocument/2006/relationships/image" Target="../media/image8630.png"/><Relationship Id="rId334" Type="http://schemas.openxmlformats.org/officeDocument/2006/relationships/customXml" Target="../ink/ink2803.xml"/><Relationship Id="rId355" Type="http://schemas.openxmlformats.org/officeDocument/2006/relationships/image" Target="../media/image1368.png"/><Relationship Id="rId4" Type="http://schemas.openxmlformats.org/officeDocument/2006/relationships/customXml" Target="../ink/ink2671.xml"/><Relationship Id="rId180" Type="http://schemas.openxmlformats.org/officeDocument/2006/relationships/customXml" Target="../ink/ink2726.xml"/><Relationship Id="rId215" Type="http://schemas.openxmlformats.org/officeDocument/2006/relationships/image" Target="../media/image8860.png"/><Relationship Id="rId236" Type="http://schemas.openxmlformats.org/officeDocument/2006/relationships/customXml" Target="../ink/ink2754.xml"/><Relationship Id="rId257" Type="http://schemas.openxmlformats.org/officeDocument/2006/relationships/image" Target="../media/image1307.png"/><Relationship Id="rId278" Type="http://schemas.openxmlformats.org/officeDocument/2006/relationships/customXml" Target="../ink/ink2775.xml"/><Relationship Id="rId303" Type="http://schemas.openxmlformats.org/officeDocument/2006/relationships/image" Target="../media/image1336.png"/><Relationship Id="rId42" Type="http://schemas.openxmlformats.org/officeDocument/2006/relationships/customXml" Target="../ink/ink2676.xml"/><Relationship Id="rId84" Type="http://schemas.openxmlformats.org/officeDocument/2006/relationships/customXml" Target="../ink/ink2691.xml"/><Relationship Id="rId138" Type="http://schemas.openxmlformats.org/officeDocument/2006/relationships/customXml" Target="../ink/ink2705.xml"/><Relationship Id="rId345" Type="http://schemas.openxmlformats.org/officeDocument/2006/relationships/image" Target="../media/image1363.png"/><Relationship Id="rId191" Type="http://schemas.openxmlformats.org/officeDocument/2006/relationships/image" Target="../media/image8740.png"/><Relationship Id="rId205" Type="http://schemas.openxmlformats.org/officeDocument/2006/relationships/image" Target="../media/image8811.png"/><Relationship Id="rId247" Type="http://schemas.openxmlformats.org/officeDocument/2006/relationships/image" Target="../media/image1302.png"/><Relationship Id="rId107" Type="http://schemas.openxmlformats.org/officeDocument/2006/relationships/image" Target="../media/image8320.png"/><Relationship Id="rId289" Type="http://schemas.openxmlformats.org/officeDocument/2006/relationships/image" Target="../media/image1327.png"/><Relationship Id="rId149" Type="http://schemas.openxmlformats.org/officeDocument/2006/relationships/image" Target="../media/image8530.png"/><Relationship Id="rId314" Type="http://schemas.openxmlformats.org/officeDocument/2006/relationships/customXml" Target="../ink/ink2793.xml"/><Relationship Id="rId356" Type="http://schemas.openxmlformats.org/officeDocument/2006/relationships/customXml" Target="../ink/ink2814.xml"/><Relationship Id="rId95" Type="http://schemas.openxmlformats.org/officeDocument/2006/relationships/image" Target="../media/image8260.png"/><Relationship Id="rId160" Type="http://schemas.openxmlformats.org/officeDocument/2006/relationships/customXml" Target="../ink/ink2716.xml"/><Relationship Id="rId216" Type="http://schemas.openxmlformats.org/officeDocument/2006/relationships/customXml" Target="../ink/ink2744.xml"/><Relationship Id="rId258" Type="http://schemas.openxmlformats.org/officeDocument/2006/relationships/customXml" Target="../ink/ink2765.xml"/><Relationship Id="rId64" Type="http://schemas.openxmlformats.org/officeDocument/2006/relationships/customXml" Target="../ink/ink2681.xml"/><Relationship Id="rId325" Type="http://schemas.openxmlformats.org/officeDocument/2006/relationships/image" Target="../media/image1349.png"/><Relationship Id="rId367" Type="http://schemas.openxmlformats.org/officeDocument/2006/relationships/image" Target="../media/image1376.png"/><Relationship Id="rId171" Type="http://schemas.openxmlformats.org/officeDocument/2006/relationships/image" Target="../media/image8640.png"/><Relationship Id="rId227" Type="http://schemas.openxmlformats.org/officeDocument/2006/relationships/image" Target="../media/image8920.png"/><Relationship Id="rId269" Type="http://schemas.openxmlformats.org/officeDocument/2006/relationships/image" Target="../media/image1315.png"/><Relationship Id="rId280" Type="http://schemas.openxmlformats.org/officeDocument/2006/relationships/customXml" Target="../ink/ink2776.xml"/><Relationship Id="rId336" Type="http://schemas.openxmlformats.org/officeDocument/2006/relationships/customXml" Target="../ink/ink2804.xml"/><Relationship Id="rId75" Type="http://schemas.openxmlformats.org/officeDocument/2006/relationships/image" Target="../media/image8160.png"/><Relationship Id="rId140" Type="http://schemas.openxmlformats.org/officeDocument/2006/relationships/customXml" Target="../ink/ink2706.xml"/><Relationship Id="rId182" Type="http://schemas.openxmlformats.org/officeDocument/2006/relationships/customXml" Target="../ink/ink2727.xml"/><Relationship Id="rId6" Type="http://schemas.openxmlformats.org/officeDocument/2006/relationships/customXml" Target="../ink/ink2672.xml"/><Relationship Id="rId238" Type="http://schemas.openxmlformats.org/officeDocument/2006/relationships/customXml" Target="../ink/ink2755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customXml" Target="../ink/ink2825.xml"/><Relationship Id="rId13" Type="http://schemas.openxmlformats.org/officeDocument/2006/relationships/image" Target="../media/image9020.png"/><Relationship Id="rId3" Type="http://schemas.openxmlformats.org/officeDocument/2006/relationships/image" Target="../media/image1294.jpg"/><Relationship Id="rId7" Type="http://schemas.openxmlformats.org/officeDocument/2006/relationships/image" Target="../media/image8990.png"/><Relationship Id="rId12" Type="http://schemas.openxmlformats.org/officeDocument/2006/relationships/customXml" Target="../ink/ink2827.xml"/><Relationship Id="rId2" Type="http://schemas.openxmlformats.org/officeDocument/2006/relationships/image" Target="../media/image138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824.xml"/><Relationship Id="rId11" Type="http://schemas.openxmlformats.org/officeDocument/2006/relationships/image" Target="../media/image9010.png"/><Relationship Id="rId5" Type="http://schemas.openxmlformats.org/officeDocument/2006/relationships/image" Target="../media/image8980.png"/><Relationship Id="rId15" Type="http://schemas.openxmlformats.org/officeDocument/2006/relationships/image" Target="../media/image9030.png"/><Relationship Id="rId10" Type="http://schemas.openxmlformats.org/officeDocument/2006/relationships/customXml" Target="../ink/ink2826.xml"/><Relationship Id="rId4" Type="http://schemas.openxmlformats.org/officeDocument/2006/relationships/customXml" Target="../ink/ink2823.xml"/><Relationship Id="rId9" Type="http://schemas.openxmlformats.org/officeDocument/2006/relationships/image" Target="../media/image9000.png"/><Relationship Id="rId14" Type="http://schemas.openxmlformats.org/officeDocument/2006/relationships/customXml" Target="../ink/ink282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840.xml"/><Relationship Id="rId21" Type="http://schemas.openxmlformats.org/officeDocument/2006/relationships/image" Target="../media/image9160.png"/><Relationship Id="rId42" Type="http://schemas.openxmlformats.org/officeDocument/2006/relationships/customXml" Target="../ink/ink2848.xml"/><Relationship Id="rId47" Type="http://schemas.openxmlformats.org/officeDocument/2006/relationships/image" Target="../media/image9290.png"/><Relationship Id="rId63" Type="http://schemas.openxmlformats.org/officeDocument/2006/relationships/image" Target="../media/image9370.png"/><Relationship Id="rId68" Type="http://schemas.openxmlformats.org/officeDocument/2006/relationships/customXml" Target="../ink/ink2861.xml"/><Relationship Id="rId84" Type="http://schemas.openxmlformats.org/officeDocument/2006/relationships/customXml" Target="../ink/ink2869.xml"/><Relationship Id="rId89" Type="http://schemas.openxmlformats.org/officeDocument/2006/relationships/image" Target="../media/image9500.png"/><Relationship Id="rId16" Type="http://schemas.openxmlformats.org/officeDocument/2006/relationships/customXml" Target="../ink/ink2835.xml"/><Relationship Id="rId11" Type="http://schemas.openxmlformats.org/officeDocument/2006/relationships/image" Target="../media/image9111.png"/><Relationship Id="rId32" Type="http://schemas.openxmlformats.org/officeDocument/2006/relationships/customXml" Target="../ink/ink2843.xml"/><Relationship Id="rId37" Type="http://schemas.openxmlformats.org/officeDocument/2006/relationships/image" Target="../media/image9240.png"/><Relationship Id="rId53" Type="http://schemas.openxmlformats.org/officeDocument/2006/relationships/image" Target="../media/image9320.png"/><Relationship Id="rId58" Type="http://schemas.openxmlformats.org/officeDocument/2006/relationships/customXml" Target="../ink/ink2856.xml"/><Relationship Id="rId74" Type="http://schemas.openxmlformats.org/officeDocument/2006/relationships/customXml" Target="../ink/ink2864.xml"/><Relationship Id="rId79" Type="http://schemas.openxmlformats.org/officeDocument/2006/relationships/image" Target="../media/image9450.png"/><Relationship Id="rId5" Type="http://schemas.openxmlformats.org/officeDocument/2006/relationships/image" Target="../media/image9080.png"/><Relationship Id="rId90" Type="http://schemas.openxmlformats.org/officeDocument/2006/relationships/customXml" Target="../ink/ink2872.xml"/><Relationship Id="rId22" Type="http://schemas.openxmlformats.org/officeDocument/2006/relationships/customXml" Target="../ink/ink2838.xml"/><Relationship Id="rId27" Type="http://schemas.openxmlformats.org/officeDocument/2006/relationships/image" Target="../media/image9190.png"/><Relationship Id="rId43" Type="http://schemas.openxmlformats.org/officeDocument/2006/relationships/image" Target="../media/image9270.png"/><Relationship Id="rId48" Type="http://schemas.openxmlformats.org/officeDocument/2006/relationships/customXml" Target="../ink/ink2851.xml"/><Relationship Id="rId64" Type="http://schemas.openxmlformats.org/officeDocument/2006/relationships/customXml" Target="../ink/ink2859.xml"/><Relationship Id="rId69" Type="http://schemas.openxmlformats.org/officeDocument/2006/relationships/image" Target="../media/image9400.png"/><Relationship Id="rId8" Type="http://schemas.openxmlformats.org/officeDocument/2006/relationships/customXml" Target="../ink/ink2831.xml"/><Relationship Id="rId51" Type="http://schemas.openxmlformats.org/officeDocument/2006/relationships/image" Target="../media/image9311.png"/><Relationship Id="rId72" Type="http://schemas.openxmlformats.org/officeDocument/2006/relationships/customXml" Target="../ink/ink2863.xml"/><Relationship Id="rId80" Type="http://schemas.openxmlformats.org/officeDocument/2006/relationships/customXml" Target="../ink/ink2867.xml"/><Relationship Id="rId85" Type="http://schemas.openxmlformats.org/officeDocument/2006/relationships/image" Target="../media/image9480.png"/><Relationship Id="rId93" Type="http://schemas.openxmlformats.org/officeDocument/2006/relationships/image" Target="../media/image9520.png"/><Relationship Id="rId3" Type="http://schemas.openxmlformats.org/officeDocument/2006/relationships/image" Target="../media/image1386.png"/><Relationship Id="rId12" Type="http://schemas.openxmlformats.org/officeDocument/2006/relationships/customXml" Target="../ink/ink2833.xml"/><Relationship Id="rId17" Type="http://schemas.openxmlformats.org/officeDocument/2006/relationships/image" Target="../media/image9140.png"/><Relationship Id="rId25" Type="http://schemas.openxmlformats.org/officeDocument/2006/relationships/image" Target="../media/image9180.png"/><Relationship Id="rId33" Type="http://schemas.openxmlformats.org/officeDocument/2006/relationships/image" Target="../media/image9220.png"/><Relationship Id="rId38" Type="http://schemas.openxmlformats.org/officeDocument/2006/relationships/customXml" Target="../ink/ink2846.xml"/><Relationship Id="rId46" Type="http://schemas.openxmlformats.org/officeDocument/2006/relationships/customXml" Target="../ink/ink2850.xml"/><Relationship Id="rId59" Type="http://schemas.openxmlformats.org/officeDocument/2006/relationships/image" Target="../media/image9350.png"/><Relationship Id="rId67" Type="http://schemas.openxmlformats.org/officeDocument/2006/relationships/image" Target="../media/image9390.png"/><Relationship Id="rId20" Type="http://schemas.openxmlformats.org/officeDocument/2006/relationships/customXml" Target="../ink/ink2837.xml"/><Relationship Id="rId41" Type="http://schemas.openxmlformats.org/officeDocument/2006/relationships/image" Target="../media/image9260.png"/><Relationship Id="rId54" Type="http://schemas.openxmlformats.org/officeDocument/2006/relationships/customXml" Target="../ink/ink2854.xml"/><Relationship Id="rId62" Type="http://schemas.openxmlformats.org/officeDocument/2006/relationships/customXml" Target="../ink/ink2858.xml"/><Relationship Id="rId70" Type="http://schemas.openxmlformats.org/officeDocument/2006/relationships/customXml" Target="../ink/ink2862.xml"/><Relationship Id="rId75" Type="http://schemas.openxmlformats.org/officeDocument/2006/relationships/image" Target="../media/image9430.png"/><Relationship Id="rId83" Type="http://schemas.openxmlformats.org/officeDocument/2006/relationships/image" Target="../media/image9470.png"/><Relationship Id="rId88" Type="http://schemas.openxmlformats.org/officeDocument/2006/relationships/customXml" Target="../ink/ink2871.xml"/><Relationship Id="rId91" Type="http://schemas.openxmlformats.org/officeDocument/2006/relationships/image" Target="../media/image951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830.xml"/><Relationship Id="rId15" Type="http://schemas.openxmlformats.org/officeDocument/2006/relationships/image" Target="../media/image9130.png"/><Relationship Id="rId23" Type="http://schemas.openxmlformats.org/officeDocument/2006/relationships/image" Target="../media/image9170.png"/><Relationship Id="rId28" Type="http://schemas.openxmlformats.org/officeDocument/2006/relationships/customXml" Target="../ink/ink2841.xml"/><Relationship Id="rId36" Type="http://schemas.openxmlformats.org/officeDocument/2006/relationships/customXml" Target="../ink/ink2845.xml"/><Relationship Id="rId49" Type="http://schemas.openxmlformats.org/officeDocument/2006/relationships/image" Target="../media/image9300.png"/><Relationship Id="rId57" Type="http://schemas.openxmlformats.org/officeDocument/2006/relationships/image" Target="../media/image9340.png"/><Relationship Id="rId10" Type="http://schemas.openxmlformats.org/officeDocument/2006/relationships/customXml" Target="../ink/ink2832.xml"/><Relationship Id="rId31" Type="http://schemas.openxmlformats.org/officeDocument/2006/relationships/image" Target="../media/image9211.png"/><Relationship Id="rId44" Type="http://schemas.openxmlformats.org/officeDocument/2006/relationships/customXml" Target="../ink/ink2849.xml"/><Relationship Id="rId52" Type="http://schemas.openxmlformats.org/officeDocument/2006/relationships/customXml" Target="../ink/ink2853.xml"/><Relationship Id="rId60" Type="http://schemas.openxmlformats.org/officeDocument/2006/relationships/customXml" Target="../ink/ink2857.xml"/><Relationship Id="rId65" Type="http://schemas.openxmlformats.org/officeDocument/2006/relationships/image" Target="../media/image9380.png"/><Relationship Id="rId73" Type="http://schemas.openxmlformats.org/officeDocument/2006/relationships/image" Target="../media/image9420.png"/><Relationship Id="rId78" Type="http://schemas.openxmlformats.org/officeDocument/2006/relationships/customXml" Target="../ink/ink2866.xml"/><Relationship Id="rId81" Type="http://schemas.openxmlformats.org/officeDocument/2006/relationships/image" Target="../media/image9460.png"/><Relationship Id="rId86" Type="http://schemas.openxmlformats.org/officeDocument/2006/relationships/customXml" Target="../ink/ink2870.xml"/><Relationship Id="rId4" Type="http://schemas.openxmlformats.org/officeDocument/2006/relationships/customXml" Target="../ink/ink2829.xml"/><Relationship Id="rId9" Type="http://schemas.openxmlformats.org/officeDocument/2006/relationships/image" Target="../media/image9100.png"/><Relationship Id="rId13" Type="http://schemas.openxmlformats.org/officeDocument/2006/relationships/image" Target="../media/image9120.png"/><Relationship Id="rId18" Type="http://schemas.openxmlformats.org/officeDocument/2006/relationships/customXml" Target="../ink/ink2836.xml"/><Relationship Id="rId39" Type="http://schemas.openxmlformats.org/officeDocument/2006/relationships/image" Target="../media/image9250.png"/><Relationship Id="rId34" Type="http://schemas.openxmlformats.org/officeDocument/2006/relationships/customXml" Target="../ink/ink2844.xml"/><Relationship Id="rId50" Type="http://schemas.openxmlformats.org/officeDocument/2006/relationships/customXml" Target="../ink/ink2852.xml"/><Relationship Id="rId55" Type="http://schemas.openxmlformats.org/officeDocument/2006/relationships/image" Target="../media/image9330.png"/><Relationship Id="rId76" Type="http://schemas.openxmlformats.org/officeDocument/2006/relationships/customXml" Target="../ink/ink2865.xml"/><Relationship Id="rId7" Type="http://schemas.openxmlformats.org/officeDocument/2006/relationships/image" Target="../media/image9090.png"/><Relationship Id="rId71" Type="http://schemas.openxmlformats.org/officeDocument/2006/relationships/image" Target="../media/image9411.png"/><Relationship Id="rId92" Type="http://schemas.openxmlformats.org/officeDocument/2006/relationships/customXml" Target="../ink/ink2873.xml"/><Relationship Id="rId2" Type="http://schemas.openxmlformats.org/officeDocument/2006/relationships/image" Target="../media/image1385.png"/><Relationship Id="rId29" Type="http://schemas.openxmlformats.org/officeDocument/2006/relationships/image" Target="../media/image9200.png"/><Relationship Id="rId24" Type="http://schemas.openxmlformats.org/officeDocument/2006/relationships/customXml" Target="../ink/ink2839.xml"/><Relationship Id="rId40" Type="http://schemas.openxmlformats.org/officeDocument/2006/relationships/customXml" Target="../ink/ink2847.xml"/><Relationship Id="rId45" Type="http://schemas.openxmlformats.org/officeDocument/2006/relationships/image" Target="../media/image9280.png"/><Relationship Id="rId66" Type="http://schemas.openxmlformats.org/officeDocument/2006/relationships/customXml" Target="../ink/ink2860.xml"/><Relationship Id="rId87" Type="http://schemas.openxmlformats.org/officeDocument/2006/relationships/image" Target="../media/image9490.png"/><Relationship Id="rId61" Type="http://schemas.openxmlformats.org/officeDocument/2006/relationships/image" Target="../media/image9360.png"/><Relationship Id="rId82" Type="http://schemas.openxmlformats.org/officeDocument/2006/relationships/customXml" Target="../ink/ink2868.xml"/><Relationship Id="rId19" Type="http://schemas.openxmlformats.org/officeDocument/2006/relationships/image" Target="../media/image9150.png"/><Relationship Id="rId14" Type="http://schemas.openxmlformats.org/officeDocument/2006/relationships/customXml" Target="../ink/ink2834.xml"/><Relationship Id="rId30" Type="http://schemas.openxmlformats.org/officeDocument/2006/relationships/customXml" Target="../ink/ink2842.xml"/><Relationship Id="rId35" Type="http://schemas.openxmlformats.org/officeDocument/2006/relationships/image" Target="../media/image9230.png"/><Relationship Id="rId56" Type="http://schemas.openxmlformats.org/officeDocument/2006/relationships/customXml" Target="../ink/ink2855.xml"/><Relationship Id="rId77" Type="http://schemas.openxmlformats.org/officeDocument/2006/relationships/image" Target="../media/image9440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50.png"/><Relationship Id="rId13" Type="http://schemas.openxmlformats.org/officeDocument/2006/relationships/customXml" Target="../ink/ink2879.xml"/><Relationship Id="rId18" Type="http://schemas.openxmlformats.org/officeDocument/2006/relationships/image" Target="../media/image11700.png"/><Relationship Id="rId3" Type="http://schemas.openxmlformats.org/officeDocument/2006/relationships/customXml" Target="../ink/ink2874.xml"/><Relationship Id="rId21" Type="http://schemas.openxmlformats.org/officeDocument/2006/relationships/customXml" Target="../ink/ink2883.xml"/><Relationship Id="rId7" Type="http://schemas.openxmlformats.org/officeDocument/2006/relationships/customXml" Target="../ink/ink2876.xml"/><Relationship Id="rId12" Type="http://schemas.openxmlformats.org/officeDocument/2006/relationships/image" Target="../media/image11670.png"/><Relationship Id="rId17" Type="http://schemas.openxmlformats.org/officeDocument/2006/relationships/customXml" Target="../ink/ink2881.xml"/><Relationship Id="rId2" Type="http://schemas.openxmlformats.org/officeDocument/2006/relationships/image" Target="../media/image1387.png"/><Relationship Id="rId16" Type="http://schemas.openxmlformats.org/officeDocument/2006/relationships/image" Target="../media/image11690.png"/><Relationship Id="rId20" Type="http://schemas.openxmlformats.org/officeDocument/2006/relationships/image" Target="../media/image117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40.png"/><Relationship Id="rId11" Type="http://schemas.openxmlformats.org/officeDocument/2006/relationships/customXml" Target="../ink/ink2878.xml"/><Relationship Id="rId5" Type="http://schemas.openxmlformats.org/officeDocument/2006/relationships/customXml" Target="../ink/ink2875.xml"/><Relationship Id="rId15" Type="http://schemas.openxmlformats.org/officeDocument/2006/relationships/customXml" Target="../ink/ink2880.xml"/><Relationship Id="rId10" Type="http://schemas.openxmlformats.org/officeDocument/2006/relationships/image" Target="../media/image11660.png"/><Relationship Id="rId19" Type="http://schemas.openxmlformats.org/officeDocument/2006/relationships/customXml" Target="../ink/ink2882.xml"/><Relationship Id="rId4" Type="http://schemas.openxmlformats.org/officeDocument/2006/relationships/image" Target="../media/image11630.png"/><Relationship Id="rId9" Type="http://schemas.openxmlformats.org/officeDocument/2006/relationships/customXml" Target="../ink/ink2877.xml"/><Relationship Id="rId14" Type="http://schemas.openxmlformats.org/officeDocument/2006/relationships/image" Target="../media/image11680.png"/><Relationship Id="rId22" Type="http://schemas.openxmlformats.org/officeDocument/2006/relationships/image" Target="../media/image11720.png"/></Relationships>
</file>

<file path=ppt/slides/_rels/slide5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889.xml"/><Relationship Id="rId18" Type="http://schemas.openxmlformats.org/officeDocument/2006/relationships/image" Target="../media/image11811.png"/><Relationship Id="rId26" Type="http://schemas.openxmlformats.org/officeDocument/2006/relationships/image" Target="../media/image11850.png"/><Relationship Id="rId39" Type="http://schemas.openxmlformats.org/officeDocument/2006/relationships/customXml" Target="../ink/ink2902.xml"/><Relationship Id="rId21" Type="http://schemas.openxmlformats.org/officeDocument/2006/relationships/customXml" Target="../ink/ink2893.xml"/><Relationship Id="rId34" Type="http://schemas.openxmlformats.org/officeDocument/2006/relationships/image" Target="../media/image11890.png"/><Relationship Id="rId42" Type="http://schemas.openxmlformats.org/officeDocument/2006/relationships/image" Target="../media/image11930.png"/><Relationship Id="rId47" Type="http://schemas.openxmlformats.org/officeDocument/2006/relationships/customXml" Target="../ink/ink2906.xml"/><Relationship Id="rId50" Type="http://schemas.openxmlformats.org/officeDocument/2006/relationships/image" Target="../media/image11970.png"/><Relationship Id="rId55" Type="http://schemas.openxmlformats.org/officeDocument/2006/relationships/customXml" Target="../ink/ink2910.xml"/><Relationship Id="rId7" Type="http://schemas.openxmlformats.org/officeDocument/2006/relationships/customXml" Target="../ink/ink2886.xml"/><Relationship Id="rId2" Type="http://schemas.openxmlformats.org/officeDocument/2006/relationships/image" Target="../media/image1388.png"/><Relationship Id="rId16" Type="http://schemas.openxmlformats.org/officeDocument/2006/relationships/image" Target="../media/image11800.png"/><Relationship Id="rId29" Type="http://schemas.openxmlformats.org/officeDocument/2006/relationships/customXml" Target="../ink/ink2897.xml"/><Relationship Id="rId11" Type="http://schemas.openxmlformats.org/officeDocument/2006/relationships/customXml" Target="../ink/ink2888.xml"/><Relationship Id="rId24" Type="http://schemas.openxmlformats.org/officeDocument/2006/relationships/image" Target="../media/image11840.png"/><Relationship Id="rId32" Type="http://schemas.openxmlformats.org/officeDocument/2006/relationships/image" Target="../media/image11880.png"/><Relationship Id="rId37" Type="http://schemas.openxmlformats.org/officeDocument/2006/relationships/customXml" Target="../ink/ink2901.xml"/><Relationship Id="rId40" Type="http://schemas.openxmlformats.org/officeDocument/2006/relationships/image" Target="../media/image11920.png"/><Relationship Id="rId45" Type="http://schemas.openxmlformats.org/officeDocument/2006/relationships/customXml" Target="../ink/ink2905.xml"/><Relationship Id="rId53" Type="http://schemas.openxmlformats.org/officeDocument/2006/relationships/customXml" Target="../ink/ink2909.xml"/><Relationship Id="rId5" Type="http://schemas.openxmlformats.org/officeDocument/2006/relationships/customXml" Target="../ink/ink2885.xml"/><Relationship Id="rId10" Type="http://schemas.openxmlformats.org/officeDocument/2006/relationships/image" Target="../media/image11770.png"/><Relationship Id="rId19" Type="http://schemas.openxmlformats.org/officeDocument/2006/relationships/customXml" Target="../ink/ink2892.xml"/><Relationship Id="rId31" Type="http://schemas.openxmlformats.org/officeDocument/2006/relationships/customXml" Target="../ink/ink2898.xml"/><Relationship Id="rId44" Type="http://schemas.openxmlformats.org/officeDocument/2006/relationships/image" Target="../media/image11940.png"/><Relationship Id="rId52" Type="http://schemas.openxmlformats.org/officeDocument/2006/relationships/image" Target="../media/image11980.png"/><Relationship Id="rId4" Type="http://schemas.openxmlformats.org/officeDocument/2006/relationships/image" Target="../media/image11740.png"/><Relationship Id="rId9" Type="http://schemas.openxmlformats.org/officeDocument/2006/relationships/customXml" Target="../ink/ink2887.xml"/><Relationship Id="rId14" Type="http://schemas.openxmlformats.org/officeDocument/2006/relationships/image" Target="../media/image11790.png"/><Relationship Id="rId22" Type="http://schemas.openxmlformats.org/officeDocument/2006/relationships/image" Target="../media/image11830.png"/><Relationship Id="rId27" Type="http://schemas.openxmlformats.org/officeDocument/2006/relationships/customXml" Target="../ink/ink2896.xml"/><Relationship Id="rId30" Type="http://schemas.openxmlformats.org/officeDocument/2006/relationships/image" Target="../media/image11870.png"/><Relationship Id="rId35" Type="http://schemas.openxmlformats.org/officeDocument/2006/relationships/customXml" Target="../ink/ink2900.xml"/><Relationship Id="rId43" Type="http://schemas.openxmlformats.org/officeDocument/2006/relationships/customXml" Target="../ink/ink2904.xml"/><Relationship Id="rId48" Type="http://schemas.openxmlformats.org/officeDocument/2006/relationships/image" Target="../media/image11960.png"/><Relationship Id="rId56" Type="http://schemas.openxmlformats.org/officeDocument/2006/relationships/image" Target="../media/image12000.png"/><Relationship Id="rId8" Type="http://schemas.openxmlformats.org/officeDocument/2006/relationships/image" Target="../media/image11760.png"/><Relationship Id="rId51" Type="http://schemas.openxmlformats.org/officeDocument/2006/relationships/customXml" Target="../ink/ink2908.xml"/><Relationship Id="rId3" Type="http://schemas.openxmlformats.org/officeDocument/2006/relationships/customXml" Target="../ink/ink2884.xml"/><Relationship Id="rId12" Type="http://schemas.openxmlformats.org/officeDocument/2006/relationships/image" Target="../media/image11780.png"/><Relationship Id="rId17" Type="http://schemas.openxmlformats.org/officeDocument/2006/relationships/customXml" Target="../ink/ink2891.xml"/><Relationship Id="rId25" Type="http://schemas.openxmlformats.org/officeDocument/2006/relationships/customXml" Target="../ink/ink2895.xml"/><Relationship Id="rId33" Type="http://schemas.openxmlformats.org/officeDocument/2006/relationships/customXml" Target="../ink/ink2899.xml"/><Relationship Id="rId38" Type="http://schemas.openxmlformats.org/officeDocument/2006/relationships/image" Target="../media/image11911.png"/><Relationship Id="rId46" Type="http://schemas.openxmlformats.org/officeDocument/2006/relationships/image" Target="../media/image11950.png"/><Relationship Id="rId20" Type="http://schemas.openxmlformats.org/officeDocument/2006/relationships/image" Target="../media/image11820.png"/><Relationship Id="rId41" Type="http://schemas.openxmlformats.org/officeDocument/2006/relationships/customXml" Target="../ink/ink2903.xml"/><Relationship Id="rId54" Type="http://schemas.openxmlformats.org/officeDocument/2006/relationships/image" Target="../media/image119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50.png"/><Relationship Id="rId15" Type="http://schemas.openxmlformats.org/officeDocument/2006/relationships/customXml" Target="../ink/ink2890.xml"/><Relationship Id="rId23" Type="http://schemas.openxmlformats.org/officeDocument/2006/relationships/customXml" Target="../ink/ink2894.xml"/><Relationship Id="rId28" Type="http://schemas.openxmlformats.org/officeDocument/2006/relationships/image" Target="../media/image11860.png"/><Relationship Id="rId36" Type="http://schemas.openxmlformats.org/officeDocument/2006/relationships/image" Target="../media/image11900.png"/><Relationship Id="rId49" Type="http://schemas.openxmlformats.org/officeDocument/2006/relationships/customXml" Target="../ink/ink290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70.png"/><Relationship Id="rId3" Type="http://schemas.openxmlformats.org/officeDocument/2006/relationships/customXml" Target="../ink/ink2911.xml"/><Relationship Id="rId7" Type="http://schemas.openxmlformats.org/officeDocument/2006/relationships/customXml" Target="../ink/ink2913.xml"/><Relationship Id="rId2" Type="http://schemas.openxmlformats.org/officeDocument/2006/relationships/image" Target="../media/image13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60.png"/><Relationship Id="rId5" Type="http://schemas.openxmlformats.org/officeDocument/2006/relationships/customXml" Target="../ink/ink2912.xml"/><Relationship Id="rId10" Type="http://schemas.openxmlformats.org/officeDocument/2006/relationships/image" Target="../media/image12080.png"/><Relationship Id="rId4" Type="http://schemas.openxmlformats.org/officeDocument/2006/relationships/image" Target="../media/image12050.png"/><Relationship Id="rId9" Type="http://schemas.openxmlformats.org/officeDocument/2006/relationships/customXml" Target="../ink/ink29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9C49B-9325-4F28-84AA-EF2118377A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98966" y="1150200"/>
            <a:ext cx="6194065" cy="961565"/>
          </a:xfrm>
        </p:spPr>
        <p:txBody>
          <a:bodyPr>
            <a:noAutofit/>
          </a:bodyPr>
          <a:lstStyle/>
          <a:p>
            <a:r>
              <a:rPr lang="en-US" sz="4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ECE 105: Introduction to Electrical Engineerin</a:t>
            </a:r>
            <a:r>
              <a:rPr lang="en-US" sz="4400" dirty="0"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D5305-B3D3-4E24-9167-6DC659185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0811" y="3477445"/>
            <a:ext cx="5590376" cy="2230355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PT Sans" panose="020B0503020203020204" pitchFamily="34" charset="0"/>
              </a:rPr>
              <a:t>Lecture 14</a:t>
            </a:r>
          </a:p>
          <a:p>
            <a:r>
              <a:rPr lang="en-US" sz="2800" dirty="0">
                <a:latin typeface="PT Sans" panose="020B0503020203020204" pitchFamily="34" charset="0"/>
              </a:rPr>
              <a:t>Sensors 2</a:t>
            </a:r>
          </a:p>
          <a:p>
            <a:r>
              <a:rPr lang="en-US" sz="2800" dirty="0"/>
              <a:t>Yasser Khan</a:t>
            </a:r>
          </a:p>
          <a:p>
            <a:r>
              <a:rPr lang="en-US" sz="2800" dirty="0" err="1">
                <a:latin typeface="PT Sans" panose="020B0503020203020204" pitchFamily="34" charset="0"/>
              </a:rPr>
              <a:t>Rehan</a:t>
            </a:r>
            <a:r>
              <a:rPr lang="en-US" sz="2800" dirty="0">
                <a:latin typeface="PT Sans" panose="020B0503020203020204" pitchFamily="34" charset="0"/>
              </a:rPr>
              <a:t> Kapadia</a:t>
            </a:r>
          </a:p>
        </p:txBody>
      </p:sp>
    </p:spTree>
    <p:extLst>
      <p:ext uri="{BB962C8B-B14F-4D97-AF65-F5344CB8AC3E}">
        <p14:creationId xmlns:p14="http://schemas.microsoft.com/office/powerpoint/2010/main" val="3505511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Wearables</a:t>
            </a:r>
          </a:p>
        </p:txBody>
      </p:sp>
      <p:sp>
        <p:nvSpPr>
          <p:cNvPr id="12" name="Content Placeholder 6"/>
          <p:cNvSpPr txBox="1">
            <a:spLocks/>
          </p:cNvSpPr>
          <p:nvPr/>
        </p:nvSpPr>
        <p:spPr bwMode="auto">
          <a:xfrm>
            <a:off x="684466" y="914400"/>
            <a:ext cx="10577942" cy="2769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000" kern="0" dirty="0">
                <a:latin typeface="PT Sans" panose="020B0503020203020204" pitchFamily="34" charset="0"/>
              </a:rPr>
              <a:t>Wearables include devices for communication, health, fitness tracking, etc.</a:t>
            </a:r>
          </a:p>
          <a:p>
            <a:r>
              <a:rPr lang="en-US" sz="2000" kern="0" dirty="0">
                <a:latin typeface="PT Sans" panose="020B0503020203020204" pitchFamily="34" charset="0"/>
              </a:rPr>
              <a:t>Future generations of devices will have new capabilities (therapeutic, haptic, etc.)</a:t>
            </a:r>
          </a:p>
          <a:p>
            <a:r>
              <a:rPr lang="en-US" sz="2000" kern="0" dirty="0">
                <a:latin typeface="PT Sans" panose="020B0503020203020204" pitchFamily="34" charset="0"/>
              </a:rPr>
              <a:t>New functionality depends on energy harvesting, conformal contact, etc.</a:t>
            </a:r>
          </a:p>
          <a:p>
            <a:r>
              <a:rPr lang="en-US" sz="2000" kern="0" dirty="0">
                <a:latin typeface="PT Sans" panose="020B0503020203020204" pitchFamily="34" charset="0"/>
              </a:rPr>
              <a:t>Wireless communication essential for most important functions (interfacing to mobile devices, etc.)</a:t>
            </a:r>
          </a:p>
          <a:p>
            <a:endParaRPr lang="en-US" sz="1900" kern="0" dirty="0">
              <a:latin typeface="PT Sans" panose="020B0503020203020204" pitchFamily="34" charset="0"/>
            </a:endParaRPr>
          </a:p>
          <a:p>
            <a:endParaRPr lang="en-US" sz="1500" kern="0" dirty="0">
              <a:latin typeface="PT Sans" panose="020B0503020203020204" pitchFamily="34" charset="0"/>
            </a:endParaRPr>
          </a:p>
          <a:p>
            <a:endParaRPr lang="en-US" sz="1900" kern="0" dirty="0">
              <a:latin typeface="PT Sans" panose="020B0503020203020204" pitchFamily="34" charset="0"/>
            </a:endParaRPr>
          </a:p>
        </p:txBody>
      </p:sp>
      <p:pic>
        <p:nvPicPr>
          <p:cNvPr id="2050" name="Picture 2" descr="Makibes Online Hotsell, UP TO 61% OFF | www.loop-cn.com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2962471"/>
            <a:ext cx="2796492" cy="2796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ros &amp; Cons of Continuous Glucose Monitors for Young Children with Type 1  Diabete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804" y="3396999"/>
            <a:ext cx="3683000" cy="1927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via Science Magazine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943" b="31974"/>
          <a:stretch/>
        </p:blipFill>
        <p:spPr bwMode="auto">
          <a:xfrm>
            <a:off x="7708900" y="3207415"/>
            <a:ext cx="3505200" cy="2306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92C488C-0597-B344-040D-CC581AE47FFD}"/>
                  </a:ext>
                </a:extLst>
              </p14:cNvPr>
              <p14:cNvContentPartPr/>
              <p14:nvPr/>
            </p14:nvContentPartPr>
            <p14:xfrm>
              <a:off x="5998439" y="3824603"/>
              <a:ext cx="632160" cy="7369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92C488C-0597-B344-040D-CC581AE47FF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80799" y="3806963"/>
                <a:ext cx="667800" cy="772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5071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Vital signs</a:t>
            </a:r>
          </a:p>
        </p:txBody>
      </p:sp>
      <p:sp>
        <p:nvSpPr>
          <p:cNvPr id="12" name="Content Placeholder 6"/>
          <p:cNvSpPr txBox="1">
            <a:spLocks/>
          </p:cNvSpPr>
          <p:nvPr/>
        </p:nvSpPr>
        <p:spPr bwMode="auto">
          <a:xfrm>
            <a:off x="684466" y="914400"/>
            <a:ext cx="10577942" cy="2769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000" kern="0" dirty="0">
                <a:latin typeface="PT Sans" panose="020B0503020203020204" pitchFamily="34" charset="0"/>
              </a:rPr>
              <a:t>Vital signs include Heart Rate, Blood Pressure, Breathing Rate, Temperature</a:t>
            </a:r>
          </a:p>
          <a:p>
            <a:r>
              <a:rPr lang="en-US" sz="2000" kern="0" dirty="0">
                <a:latin typeface="PT Sans" panose="020B0503020203020204" pitchFamily="34" charset="0"/>
              </a:rPr>
              <a:t>Attractive for daily monitoring</a:t>
            </a:r>
          </a:p>
          <a:p>
            <a:r>
              <a:rPr lang="en-US" sz="2000" kern="0" dirty="0">
                <a:latin typeface="PT Sans" panose="020B0503020203020204" pitchFamily="34" charset="0"/>
              </a:rPr>
              <a:t>Combining all of these metrics is more useful for preventive care</a:t>
            </a:r>
          </a:p>
          <a:p>
            <a:endParaRPr lang="en-US" sz="2000" kern="0" dirty="0">
              <a:latin typeface="PT Sans" panose="020B0503020203020204" pitchFamily="34" charset="0"/>
            </a:endParaRPr>
          </a:p>
          <a:p>
            <a:endParaRPr lang="en-US" sz="2000" kern="0" dirty="0">
              <a:latin typeface="PT Sans" panose="020B0503020203020204" pitchFamily="34" charset="0"/>
            </a:endParaRPr>
          </a:p>
          <a:p>
            <a:endParaRPr lang="en-US" sz="2000" kern="0" dirty="0">
              <a:latin typeface="PT Sans" panose="020B0503020203020204" pitchFamily="34" charset="0"/>
            </a:endParaRPr>
          </a:p>
          <a:p>
            <a:endParaRPr lang="en-US" sz="2000" kern="0" dirty="0">
              <a:latin typeface="PT Sans" panose="020B0503020203020204" pitchFamily="34" charset="0"/>
            </a:endParaRPr>
          </a:p>
        </p:txBody>
      </p:sp>
      <p:pic>
        <p:nvPicPr>
          <p:cNvPr id="5122" name="Picture 2" descr="VitalTracer - Vital Sign Monitoring Devices - For Researchers and Home Care  Monitori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01" b="8750"/>
          <a:stretch/>
        </p:blipFill>
        <p:spPr bwMode="auto">
          <a:xfrm>
            <a:off x="3810000" y="2680659"/>
            <a:ext cx="4800600" cy="3746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558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B8770-65F4-33CB-1283-17AD28DF0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$</a:t>
            </a:r>
            <a:r>
              <a:rPr lang="en-US" i="0" dirty="0">
                <a:effectLst/>
              </a:rPr>
              <a:t>380.5 billion by 2028 </a:t>
            </a:r>
            <a:r>
              <a:rPr lang="en-US" dirty="0"/>
              <a:t>– wearables alone</a:t>
            </a:r>
          </a:p>
        </p:txBody>
      </p:sp>
      <p:pic>
        <p:nvPicPr>
          <p:cNvPr id="6" name="Picture 5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F5569F19-03A1-E553-4D77-CD55ABE7A0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913" y="969280"/>
            <a:ext cx="9327687" cy="5246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360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ACB56-C6A2-A199-7A8C-7464660CC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parts of a bioelectronics system</a:t>
            </a:r>
          </a:p>
        </p:txBody>
      </p:sp>
      <p:pic>
        <p:nvPicPr>
          <p:cNvPr id="5" name="Picture 4" descr="A picture containing chart&#10;&#10;Description automatically generated">
            <a:extLst>
              <a:ext uri="{FF2B5EF4-FFF2-40B4-BE49-F238E27FC236}">
                <a16:creationId xmlns:a16="http://schemas.microsoft.com/office/drawing/2014/main" id="{6F27E1C9-1A59-22D7-8527-24A0C4F308A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8" t="50000" b="14341"/>
          <a:stretch/>
        </p:blipFill>
        <p:spPr>
          <a:xfrm>
            <a:off x="1693627" y="1441174"/>
            <a:ext cx="8552237" cy="2693504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4F525F96-CE7A-7A39-AF01-0CDCD00FA764}"/>
              </a:ext>
            </a:extLst>
          </p:cNvPr>
          <p:cNvGrpSpPr/>
          <p:nvPr/>
        </p:nvGrpSpPr>
        <p:grpSpPr>
          <a:xfrm>
            <a:off x="2708039" y="3025403"/>
            <a:ext cx="5462640" cy="1077120"/>
            <a:chOff x="2708039" y="3025403"/>
            <a:chExt cx="5462640" cy="107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CAFF3BE-84D5-EF53-3347-1F7959881ED9}"/>
                    </a:ext>
                  </a:extLst>
                </p14:cNvPr>
                <p14:cNvContentPartPr/>
                <p14:nvPr/>
              </p14:nvContentPartPr>
              <p14:xfrm>
                <a:off x="2735759" y="3213323"/>
                <a:ext cx="39600" cy="3448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CAFF3BE-84D5-EF53-3347-1F7959881ED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717759" y="3195323"/>
                  <a:ext cx="7524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27B3730-22E1-7F19-3E16-595541985481}"/>
                    </a:ext>
                  </a:extLst>
                </p14:cNvPr>
                <p14:cNvContentPartPr/>
                <p14:nvPr/>
              </p14:nvContentPartPr>
              <p14:xfrm>
                <a:off x="2708039" y="3204683"/>
                <a:ext cx="864360" cy="241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27B3730-22E1-7F19-3E16-59554198548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690039" y="3187043"/>
                  <a:ext cx="9000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414D2AF-76A4-5540-6B99-5E2C4B50783B}"/>
                    </a:ext>
                  </a:extLst>
                </p14:cNvPr>
                <p14:cNvContentPartPr/>
                <p14:nvPr/>
              </p14:nvContentPartPr>
              <p14:xfrm>
                <a:off x="3635039" y="3168683"/>
                <a:ext cx="105840" cy="4899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414D2AF-76A4-5540-6B99-5E2C4B50783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617039" y="3150683"/>
                  <a:ext cx="141480" cy="52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597073E-9099-26E3-144A-6C769DFC27DB}"/>
                    </a:ext>
                  </a:extLst>
                </p14:cNvPr>
                <p14:cNvContentPartPr/>
                <p14:nvPr/>
              </p14:nvContentPartPr>
              <p14:xfrm>
                <a:off x="2731439" y="3628403"/>
                <a:ext cx="955800" cy="648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597073E-9099-26E3-144A-6C769DFC27D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713799" y="3610763"/>
                  <a:ext cx="9914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3A4FD16-D1F2-2DC6-79A9-70F0294D7EE9}"/>
                    </a:ext>
                  </a:extLst>
                </p14:cNvPr>
                <p14:cNvContentPartPr/>
                <p14:nvPr/>
              </p14:nvContentPartPr>
              <p14:xfrm>
                <a:off x="4046519" y="3246443"/>
                <a:ext cx="29880" cy="435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3A4FD16-D1F2-2DC6-79A9-70F0294D7EE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028519" y="3228803"/>
                  <a:ext cx="655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8068930-6CA3-45DB-414E-F378B6B6EC70}"/>
                    </a:ext>
                  </a:extLst>
                </p14:cNvPr>
                <p14:cNvContentPartPr/>
                <p14:nvPr/>
              </p14:nvContentPartPr>
              <p14:xfrm>
                <a:off x="4045439" y="3252563"/>
                <a:ext cx="115200" cy="662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8068930-6CA3-45DB-414E-F378B6B6EC7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027799" y="3234563"/>
                  <a:ext cx="150840" cy="69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1B7D989-3747-B5E1-D36E-F48261FB02FA}"/>
                    </a:ext>
                  </a:extLst>
                </p14:cNvPr>
                <p14:cNvContentPartPr/>
                <p14:nvPr/>
              </p14:nvContentPartPr>
              <p14:xfrm>
                <a:off x="3973439" y="3180563"/>
                <a:ext cx="1328040" cy="414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1B7D989-3747-B5E1-D36E-F48261FB02F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955439" y="3162563"/>
                  <a:ext cx="136368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8B836F0-F278-5B03-97D9-554681DA84A6}"/>
                    </a:ext>
                  </a:extLst>
                </p14:cNvPr>
                <p14:cNvContentPartPr/>
                <p14:nvPr/>
              </p14:nvContentPartPr>
              <p14:xfrm>
                <a:off x="4253519" y="3187403"/>
                <a:ext cx="1087200" cy="7207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8B836F0-F278-5B03-97D9-554681DA84A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235879" y="3169403"/>
                  <a:ext cx="1122840" cy="75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01CE559-C79D-B787-C736-82EBFF72AD66}"/>
                    </a:ext>
                  </a:extLst>
                </p14:cNvPr>
                <p14:cNvContentPartPr/>
                <p14:nvPr/>
              </p14:nvContentPartPr>
              <p14:xfrm>
                <a:off x="5546279" y="3178403"/>
                <a:ext cx="39960" cy="6948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01CE559-C79D-B787-C736-82EBFF72AD6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528279" y="3160403"/>
                  <a:ext cx="75600" cy="73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E5594D2-8718-4CF8-9E2D-FA567D9D09E5}"/>
                    </a:ext>
                  </a:extLst>
                </p14:cNvPr>
                <p14:cNvContentPartPr/>
                <p14:nvPr/>
              </p14:nvContentPartPr>
              <p14:xfrm>
                <a:off x="5605679" y="3025403"/>
                <a:ext cx="959040" cy="111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E5594D2-8718-4CF8-9E2D-FA567D9D09E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588039" y="3007763"/>
                  <a:ext cx="9946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A565E0C-1FAA-F736-E39D-790F700DB7C9}"/>
                    </a:ext>
                  </a:extLst>
                </p14:cNvPr>
                <p14:cNvContentPartPr/>
                <p14:nvPr/>
              </p14:nvContentPartPr>
              <p14:xfrm>
                <a:off x="5709719" y="3053843"/>
                <a:ext cx="900360" cy="936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A565E0C-1FAA-F736-E39D-790F700DB7C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691719" y="3035843"/>
                  <a:ext cx="936000" cy="9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CC3BF7A-C835-07E8-334D-2B0180273526}"/>
                    </a:ext>
                  </a:extLst>
                </p14:cNvPr>
                <p14:cNvContentPartPr/>
                <p14:nvPr/>
              </p14:nvContentPartPr>
              <p14:xfrm>
                <a:off x="6849479" y="3043043"/>
                <a:ext cx="1203480" cy="1094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CC3BF7A-C835-07E8-334D-2B018027352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831839" y="3025043"/>
                  <a:ext cx="12391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651FB89-DC26-35C0-B1E3-29C334A4CA70}"/>
                    </a:ext>
                  </a:extLst>
                </p14:cNvPr>
                <p14:cNvContentPartPr/>
                <p14:nvPr/>
              </p14:nvContentPartPr>
              <p14:xfrm>
                <a:off x="6793319" y="3089843"/>
                <a:ext cx="1377360" cy="924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651FB89-DC26-35C0-B1E3-29C334A4CA7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775679" y="3072203"/>
                  <a:ext cx="1413000" cy="9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C24D19A-D198-82E2-1B4C-68579E8082C6}"/>
                    </a:ext>
                  </a:extLst>
                </p14:cNvPr>
                <p14:cNvContentPartPr/>
                <p14:nvPr/>
              </p14:nvContentPartPr>
              <p14:xfrm>
                <a:off x="6804479" y="3213683"/>
                <a:ext cx="9000" cy="115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C24D19A-D198-82E2-1B4C-68579E8082C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786479" y="3195683"/>
                  <a:ext cx="446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827853C-E8EA-D0EE-8EF7-CAD3E04BFD78}"/>
                    </a:ext>
                  </a:extLst>
                </p14:cNvPr>
                <p14:cNvContentPartPr/>
                <p14:nvPr/>
              </p14:nvContentPartPr>
              <p14:xfrm>
                <a:off x="6774959" y="3144203"/>
                <a:ext cx="17640" cy="9583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827853C-E8EA-D0EE-8EF7-CAD3E04BFD7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757319" y="3126203"/>
                  <a:ext cx="53280" cy="993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72D39923-44C9-6A17-F40F-70F0180CED6F}"/>
                  </a:ext>
                </a:extLst>
              </p14:cNvPr>
              <p14:cNvContentPartPr/>
              <p14:nvPr/>
            </p14:nvContentPartPr>
            <p14:xfrm>
              <a:off x="8674679" y="3814523"/>
              <a:ext cx="1122480" cy="910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72D39923-44C9-6A17-F40F-70F0180CED6F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8657039" y="3796523"/>
                <a:ext cx="1158120" cy="12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88197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0252038" cy="646331"/>
          </a:xfrm>
        </p:spPr>
        <p:txBody>
          <a:bodyPr>
            <a:normAutofit/>
          </a:bodyPr>
          <a:lstStyle/>
          <a:p>
            <a:r>
              <a:rPr lang="en-US" sz="3600" dirty="0"/>
              <a:t>Pulse oximetry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Content Placeholder 1"/>
          <p:cNvSpPr>
            <a:spLocks noGrp="1"/>
          </p:cNvSpPr>
          <p:nvPr>
            <p:ph idx="1"/>
          </p:nvPr>
        </p:nvSpPr>
        <p:spPr>
          <a:xfrm>
            <a:off x="5843443" y="1018039"/>
            <a:ext cx="6348557" cy="1968026"/>
          </a:xfrm>
        </p:spPr>
        <p:txBody>
          <a:bodyPr>
            <a:noAutofit/>
          </a:bodyPr>
          <a:lstStyle/>
          <a:p>
            <a:r>
              <a:rPr lang="en-US" sz="2000" dirty="0"/>
              <a:t>Pulse oximetry measures blood oxygenation. Using spectrophotometry of absorptivity of blood at two distinct wavelengths, blood oxygen saturation is quantified. </a:t>
            </a:r>
          </a:p>
          <a:p>
            <a:r>
              <a:rPr lang="en-US" sz="2000" dirty="0"/>
              <a:t>Can detect hypoxemia, ie. lower than normal blood oxygenation.</a:t>
            </a:r>
          </a:p>
          <a:p>
            <a:endParaRPr lang="en-US" sz="2000" dirty="0"/>
          </a:p>
        </p:txBody>
      </p:sp>
      <p:pic>
        <p:nvPicPr>
          <p:cNvPr id="10" name="Picture 2" descr="C:\Users\Tasif\Downloads\Captur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861" y="4505020"/>
            <a:ext cx="3913246" cy="1657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C:\Users\Tasif\Downloads\CodeCogsEqn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3359" y="4711387"/>
            <a:ext cx="1910429" cy="509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88" r="48247"/>
          <a:stretch/>
        </p:blipFill>
        <p:spPr>
          <a:xfrm>
            <a:off x="5745674" y="2970942"/>
            <a:ext cx="5944416" cy="2921674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147104" y="783377"/>
            <a:ext cx="6192687" cy="3447674"/>
            <a:chOff x="120103" y="1595003"/>
            <a:chExt cx="6192687" cy="3447674"/>
          </a:xfrm>
        </p:grpSpPr>
        <p:pic>
          <p:nvPicPr>
            <p:cNvPr id="13" name="Content Placeholder 3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118" y="1595003"/>
              <a:ext cx="4104456" cy="3078342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4609142" y="1892737"/>
              <a:ext cx="17036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ECG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783450" y="2383782"/>
              <a:ext cx="1729141" cy="363350"/>
            </a:xfrm>
            <a:prstGeom prst="rect">
              <a:avLst/>
            </a:prstGeom>
            <a:noFill/>
            <a:ln w="31750">
              <a:solidFill>
                <a:srgbClr val="007C83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782233" y="1892737"/>
              <a:ext cx="1729141" cy="363350"/>
            </a:xfrm>
            <a:prstGeom prst="rect">
              <a:avLst/>
            </a:prstGeom>
            <a:noFill/>
            <a:ln w="31750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782233" y="2836676"/>
              <a:ext cx="1729141" cy="363350"/>
            </a:xfrm>
            <a:prstGeom prst="rect">
              <a:avLst/>
            </a:prstGeom>
            <a:noFill/>
            <a:ln w="31750">
              <a:solidFill>
                <a:srgbClr val="319A3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782231" y="3331654"/>
              <a:ext cx="1729142" cy="831478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20103" y="3981457"/>
              <a:ext cx="1729141" cy="363350"/>
            </a:xfrm>
            <a:prstGeom prst="rect">
              <a:avLst/>
            </a:prstGeom>
            <a:noFill/>
            <a:ln w="31750">
              <a:solidFill>
                <a:srgbClr val="EF9608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609142" y="2383782"/>
              <a:ext cx="17036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7C83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Pulse Ox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609142" y="2836676"/>
              <a:ext cx="17036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319A31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Respiration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609142" y="3433593"/>
              <a:ext cx="17036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0000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Blood </a:t>
              </a:r>
            </a:p>
            <a:p>
              <a:r>
                <a:rPr lang="en-US" dirty="0">
                  <a:solidFill>
                    <a:srgbClr val="000000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Pressure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51582" y="4673345"/>
              <a:ext cx="17036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EF9608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Temperature</a:t>
              </a:r>
            </a:p>
          </p:txBody>
        </p:sp>
      </p:grpSp>
      <p:sp>
        <p:nvSpPr>
          <p:cNvPr id="12" name="Content Placeholder 1"/>
          <p:cNvSpPr txBox="1">
            <a:spLocks/>
          </p:cNvSpPr>
          <p:nvPr/>
        </p:nvSpPr>
        <p:spPr>
          <a:xfrm>
            <a:off x="3146344" y="5617645"/>
            <a:ext cx="6931106" cy="10194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0326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26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0326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326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326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SO</a:t>
            </a:r>
            <a:r>
              <a:rPr lang="en-US" sz="2000" baseline="-25000" dirty="0"/>
              <a:t>2	</a:t>
            </a:r>
            <a:r>
              <a:rPr lang="en-US" sz="2000" dirty="0"/>
              <a:t>The saturation of oxygen in blood, </a:t>
            </a:r>
          </a:p>
          <a:p>
            <a:r>
              <a:rPr lang="en-US" sz="2000" dirty="0"/>
              <a:t>C</a:t>
            </a:r>
            <a:r>
              <a:rPr lang="en-US" sz="2000" baseline="-25000" dirty="0"/>
              <a:t>HbO</a:t>
            </a:r>
            <a:r>
              <a:rPr lang="en-US" sz="2000" baseline="-40000" dirty="0"/>
              <a:t>2</a:t>
            </a:r>
            <a:r>
              <a:rPr lang="en-US" sz="2000" dirty="0"/>
              <a:t>	Concentration of oxygenated hemoglobin (HbO</a:t>
            </a:r>
            <a:r>
              <a:rPr lang="en-US" sz="2000" baseline="-25000" dirty="0"/>
              <a:t>2</a:t>
            </a:r>
            <a:r>
              <a:rPr lang="en-US" sz="2000" dirty="0"/>
              <a:t>),</a:t>
            </a:r>
          </a:p>
          <a:p>
            <a:r>
              <a:rPr lang="en-US" sz="2000" dirty="0"/>
              <a:t>C</a:t>
            </a:r>
            <a:r>
              <a:rPr lang="en-US" sz="2000" baseline="-25000" dirty="0"/>
              <a:t>Hb</a:t>
            </a:r>
            <a:r>
              <a:rPr lang="en-US" sz="2000" baseline="-40000" dirty="0"/>
              <a:t> </a:t>
            </a:r>
            <a:r>
              <a:rPr lang="en-US" sz="2000" dirty="0"/>
              <a:t>	Concentration of deoxygenated hemoglobin (Hb).</a:t>
            </a:r>
          </a:p>
          <a:p>
            <a:endParaRPr lang="en-US" sz="2000" dirty="0"/>
          </a:p>
          <a:p>
            <a:endParaRPr lang="en-US" sz="20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00871B2-00E5-8382-7081-DEDFB8490FE7}"/>
              </a:ext>
            </a:extLst>
          </p:cNvPr>
          <p:cNvGrpSpPr/>
          <p:nvPr/>
        </p:nvGrpSpPr>
        <p:grpSpPr>
          <a:xfrm>
            <a:off x="6209862" y="3709403"/>
            <a:ext cx="3024000" cy="735480"/>
            <a:chOff x="6209862" y="3709403"/>
            <a:chExt cx="3024000" cy="73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DEBF30B-E83A-87B6-A4E5-2EEE43EDD1CB}"/>
                    </a:ext>
                  </a:extLst>
                </p14:cNvPr>
                <p14:cNvContentPartPr/>
                <p14:nvPr/>
              </p14:nvContentPartPr>
              <p14:xfrm>
                <a:off x="6209862" y="3709403"/>
                <a:ext cx="855720" cy="6706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DEBF30B-E83A-87B6-A4E5-2EEE43EDD1C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192222" y="3691403"/>
                  <a:ext cx="891360" cy="70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7A8E5D0-A315-5788-B29C-2D3A13744864}"/>
                    </a:ext>
                  </a:extLst>
                </p14:cNvPr>
                <p14:cNvContentPartPr/>
                <p14:nvPr/>
              </p14:nvContentPartPr>
              <p14:xfrm>
                <a:off x="6995022" y="3747563"/>
                <a:ext cx="792360" cy="6652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7A8E5D0-A315-5788-B29C-2D3A1374486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977022" y="3729923"/>
                  <a:ext cx="828000" cy="70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1BFBF98-5EB5-39AD-16C1-0F85BBA5F5F1}"/>
                    </a:ext>
                  </a:extLst>
                </p14:cNvPr>
                <p14:cNvContentPartPr/>
                <p14:nvPr/>
              </p14:nvContentPartPr>
              <p14:xfrm>
                <a:off x="7717542" y="3717683"/>
                <a:ext cx="784440" cy="7272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1BFBF98-5EB5-39AD-16C1-0F85BBA5F5F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699542" y="3699683"/>
                  <a:ext cx="820080" cy="76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6070DD5-DC26-73B7-C040-167549257B2A}"/>
                    </a:ext>
                  </a:extLst>
                </p14:cNvPr>
                <p14:cNvContentPartPr/>
                <p14:nvPr/>
              </p14:nvContentPartPr>
              <p14:xfrm>
                <a:off x="8432142" y="3763763"/>
                <a:ext cx="801720" cy="6289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6070DD5-DC26-73B7-C040-167549257B2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414502" y="3746123"/>
                  <a:ext cx="837360" cy="66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D834B135-1968-37FE-B829-15C0AB595715}"/>
              </a:ext>
            </a:extLst>
          </p:cNvPr>
          <p:cNvGrpSpPr/>
          <p:nvPr/>
        </p:nvGrpSpPr>
        <p:grpSpPr>
          <a:xfrm>
            <a:off x="6370663" y="131811"/>
            <a:ext cx="2782440" cy="1009440"/>
            <a:chOff x="6370663" y="131811"/>
            <a:chExt cx="2782440" cy="100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B515576-5EB0-4C7B-0FC7-5A322795D257}"/>
                    </a:ext>
                  </a:extLst>
                </p14:cNvPr>
                <p14:cNvContentPartPr/>
                <p14:nvPr/>
              </p14:nvContentPartPr>
              <p14:xfrm>
                <a:off x="6516103" y="234411"/>
                <a:ext cx="2579400" cy="523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B515576-5EB0-4C7B-0FC7-5A322795D25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498463" y="216771"/>
                  <a:ext cx="2615040" cy="55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8E221E3-7228-09F6-9A0F-A9565D98515C}"/>
                    </a:ext>
                  </a:extLst>
                </p14:cNvPr>
                <p14:cNvContentPartPr/>
                <p14:nvPr/>
              </p14:nvContentPartPr>
              <p14:xfrm>
                <a:off x="7363903" y="142251"/>
                <a:ext cx="127080" cy="8942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8E221E3-7228-09F6-9A0F-A9565D98515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346263" y="124251"/>
                  <a:ext cx="162720" cy="9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66D15D3-6908-7672-DF44-BE20993DE374}"/>
                    </a:ext>
                  </a:extLst>
                </p14:cNvPr>
                <p14:cNvContentPartPr/>
                <p14:nvPr/>
              </p14:nvContentPartPr>
              <p14:xfrm>
                <a:off x="6370663" y="210651"/>
                <a:ext cx="124560" cy="9306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66D15D3-6908-7672-DF44-BE20993DE37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353023" y="193011"/>
                  <a:ext cx="160200" cy="9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DFDC3DB-CFB3-9991-CA3C-9E04ED555FCD}"/>
                    </a:ext>
                  </a:extLst>
                </p14:cNvPr>
                <p14:cNvContentPartPr/>
                <p14:nvPr/>
              </p14:nvContentPartPr>
              <p14:xfrm>
                <a:off x="8180023" y="134691"/>
                <a:ext cx="89280" cy="9151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DFDC3DB-CFB3-9991-CA3C-9E04ED555FC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162023" y="117051"/>
                  <a:ext cx="124920" cy="9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0CA8D78-63F7-7230-0E9F-689C49A21C21}"/>
                    </a:ext>
                  </a:extLst>
                </p14:cNvPr>
                <p14:cNvContentPartPr/>
                <p14:nvPr/>
              </p14:nvContentPartPr>
              <p14:xfrm>
                <a:off x="9093703" y="131811"/>
                <a:ext cx="59400" cy="881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0CA8D78-63F7-7230-0E9F-689C49A21C2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076063" y="113811"/>
                  <a:ext cx="95040" cy="91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F3E3CD45-2F08-AEC0-29E5-00B40CDFAF7C}"/>
              </a:ext>
            </a:extLst>
          </p:cNvPr>
          <p:cNvGrpSpPr/>
          <p:nvPr/>
        </p:nvGrpSpPr>
        <p:grpSpPr>
          <a:xfrm>
            <a:off x="2003143" y="6113211"/>
            <a:ext cx="413640" cy="346680"/>
            <a:chOff x="2003143" y="6113211"/>
            <a:chExt cx="413640" cy="34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E756BE7-9622-4BCF-1695-70C0B478D7D0}"/>
                    </a:ext>
                  </a:extLst>
                </p14:cNvPr>
                <p14:cNvContentPartPr/>
                <p14:nvPr/>
              </p14:nvContentPartPr>
              <p14:xfrm>
                <a:off x="2020783" y="6233091"/>
                <a:ext cx="102960" cy="2268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E756BE7-9622-4BCF-1695-70C0B478D7D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002783" y="6215091"/>
                  <a:ext cx="13860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107705F-DA4F-CBBD-E84F-64CF125F7226}"/>
                    </a:ext>
                  </a:extLst>
                </p14:cNvPr>
                <p14:cNvContentPartPr/>
                <p14:nvPr/>
              </p14:nvContentPartPr>
              <p14:xfrm>
                <a:off x="2003143" y="6180171"/>
                <a:ext cx="127440" cy="1357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107705F-DA4F-CBBD-E84F-64CF125F722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985503" y="6162531"/>
                  <a:ext cx="1630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6912BFE-8D3B-5761-A042-E066CE2B34DD}"/>
                    </a:ext>
                  </a:extLst>
                </p14:cNvPr>
                <p14:cNvContentPartPr/>
                <p14:nvPr/>
              </p14:nvContentPartPr>
              <p14:xfrm>
                <a:off x="2213383" y="6205371"/>
                <a:ext cx="88200" cy="2066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6912BFE-8D3B-5761-A042-E066CE2B34D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195743" y="6187731"/>
                  <a:ext cx="12384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B3EDB0F-BE7C-FB70-0D3B-CC3E517FCEF8}"/>
                    </a:ext>
                  </a:extLst>
                </p14:cNvPr>
                <p14:cNvContentPartPr/>
                <p14:nvPr/>
              </p14:nvContentPartPr>
              <p14:xfrm>
                <a:off x="2236423" y="6113211"/>
                <a:ext cx="180360" cy="2833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B3EDB0F-BE7C-FB70-0D3B-CC3E517FCEF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218423" y="6095211"/>
                  <a:ext cx="216000" cy="31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DDB9A141-0988-6B19-0351-DC2307281E64}"/>
              </a:ext>
            </a:extLst>
          </p:cNvPr>
          <p:cNvGrpSpPr/>
          <p:nvPr/>
        </p:nvGrpSpPr>
        <p:grpSpPr>
          <a:xfrm>
            <a:off x="849343" y="4288371"/>
            <a:ext cx="742320" cy="600480"/>
            <a:chOff x="849343" y="4288371"/>
            <a:chExt cx="742320" cy="60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1DD9CC5-74E0-3C13-4417-A19B3C796B0A}"/>
                    </a:ext>
                  </a:extLst>
                </p14:cNvPr>
                <p14:cNvContentPartPr/>
                <p14:nvPr/>
              </p14:nvContentPartPr>
              <p14:xfrm>
                <a:off x="849343" y="4606611"/>
                <a:ext cx="203040" cy="2822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1DD9CC5-74E0-3C13-4417-A19B3C796B0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31703" y="4588971"/>
                  <a:ext cx="23868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C4C344E-0417-0FF6-88F6-6B1D39774512}"/>
                    </a:ext>
                  </a:extLst>
                </p14:cNvPr>
                <p14:cNvContentPartPr/>
                <p14:nvPr/>
              </p14:nvContentPartPr>
              <p14:xfrm>
                <a:off x="852583" y="4514811"/>
                <a:ext cx="280800" cy="1980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C4C344E-0417-0FF6-88F6-6B1D3977451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34583" y="4497171"/>
                  <a:ext cx="3164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BF6116B-B269-DD21-19C9-6D82EB614AA8}"/>
                    </a:ext>
                  </a:extLst>
                </p14:cNvPr>
                <p14:cNvContentPartPr/>
                <p14:nvPr/>
              </p14:nvContentPartPr>
              <p14:xfrm>
                <a:off x="1112143" y="4451451"/>
                <a:ext cx="123120" cy="1944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BF6116B-B269-DD21-19C9-6D82EB614AA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94503" y="4433811"/>
                  <a:ext cx="15876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28F0189-5DF4-B6AD-A2E7-6286678B08F3}"/>
                    </a:ext>
                  </a:extLst>
                </p14:cNvPr>
                <p14:cNvContentPartPr/>
                <p14:nvPr/>
              </p14:nvContentPartPr>
              <p14:xfrm>
                <a:off x="1110703" y="4368291"/>
                <a:ext cx="84240" cy="759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28F0189-5DF4-B6AD-A2E7-6286678B08F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92703" y="4350651"/>
                  <a:ext cx="1198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D86690C-A58E-04FA-2036-D67C8FDAB99D}"/>
                    </a:ext>
                  </a:extLst>
                </p14:cNvPr>
                <p14:cNvContentPartPr/>
                <p14:nvPr/>
              </p14:nvContentPartPr>
              <p14:xfrm>
                <a:off x="1191703" y="4459731"/>
                <a:ext cx="66240" cy="1087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D86690C-A58E-04FA-2036-D67C8FDAB99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174063" y="4442091"/>
                  <a:ext cx="1018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0A2EA6D4-4CEF-0B89-6944-BEB87C73BBAA}"/>
                    </a:ext>
                  </a:extLst>
                </p14:cNvPr>
                <p14:cNvContentPartPr/>
                <p14:nvPr/>
              </p14:nvContentPartPr>
              <p14:xfrm>
                <a:off x="1244983" y="4513011"/>
                <a:ext cx="74160" cy="878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0A2EA6D4-4CEF-0B89-6944-BEB87C73BBA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227343" y="4495011"/>
                  <a:ext cx="1098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9CFD7982-AD08-F86C-D5E7-C2E7A3EED51B}"/>
                    </a:ext>
                  </a:extLst>
                </p14:cNvPr>
                <p14:cNvContentPartPr/>
                <p14:nvPr/>
              </p14:nvContentPartPr>
              <p14:xfrm>
                <a:off x="1327783" y="4364691"/>
                <a:ext cx="149040" cy="1796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9CFD7982-AD08-F86C-D5E7-C2E7A3EED51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309783" y="4346691"/>
                  <a:ext cx="1846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E3842C6-5BFC-3FCF-423F-23273CC3DDC9}"/>
                    </a:ext>
                  </a:extLst>
                </p14:cNvPr>
                <p14:cNvContentPartPr/>
                <p14:nvPr/>
              </p14:nvContentPartPr>
              <p14:xfrm>
                <a:off x="1347943" y="4288371"/>
                <a:ext cx="243720" cy="1911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E3842C6-5BFC-3FCF-423F-23273CC3DDC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330303" y="4270371"/>
                  <a:ext cx="279360" cy="22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D463CC1D-3E94-45D7-DB45-089D73904373}"/>
              </a:ext>
            </a:extLst>
          </p:cNvPr>
          <p:cNvGrpSpPr/>
          <p:nvPr/>
        </p:nvGrpSpPr>
        <p:grpSpPr>
          <a:xfrm>
            <a:off x="2038063" y="3966531"/>
            <a:ext cx="1672920" cy="757440"/>
            <a:chOff x="2038063" y="3966531"/>
            <a:chExt cx="1672920" cy="75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56DB7B1-8C3C-F46F-5C97-511573110B26}"/>
                    </a:ext>
                  </a:extLst>
                </p14:cNvPr>
                <p14:cNvContentPartPr/>
                <p14:nvPr/>
              </p14:nvContentPartPr>
              <p14:xfrm>
                <a:off x="2527303" y="4503291"/>
                <a:ext cx="259560" cy="2206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56DB7B1-8C3C-F46F-5C97-511573110B2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509303" y="4485291"/>
                  <a:ext cx="29520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A35941D-2482-6275-FF75-4A04E9146929}"/>
                    </a:ext>
                  </a:extLst>
                </p14:cNvPr>
                <p14:cNvContentPartPr/>
                <p14:nvPr/>
              </p14:nvContentPartPr>
              <p14:xfrm>
                <a:off x="2857783" y="4364691"/>
                <a:ext cx="219960" cy="1965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A35941D-2482-6275-FF75-4A04E914692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839783" y="4346691"/>
                  <a:ext cx="2556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0F5A4C7-F61F-EBE5-A90B-ACC42AE9F1CC}"/>
                    </a:ext>
                  </a:extLst>
                </p14:cNvPr>
                <p14:cNvContentPartPr/>
                <p14:nvPr/>
              </p14:nvContentPartPr>
              <p14:xfrm>
                <a:off x="3096823" y="4290171"/>
                <a:ext cx="64440" cy="2142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0F5A4C7-F61F-EBE5-A90B-ACC42AE9F1C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078823" y="4272171"/>
                  <a:ext cx="1000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648BF3D-D4FE-2C74-5707-4C8AC6C1216C}"/>
                    </a:ext>
                  </a:extLst>
                </p14:cNvPr>
                <p14:cNvContentPartPr/>
                <p14:nvPr/>
              </p14:nvContentPartPr>
              <p14:xfrm>
                <a:off x="3105463" y="4179651"/>
                <a:ext cx="120600" cy="1112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648BF3D-D4FE-2C74-5707-4C8AC6C1216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087823" y="4162011"/>
                  <a:ext cx="1562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99E40AE-5C72-6510-724F-70C7D9C140FF}"/>
                    </a:ext>
                  </a:extLst>
                </p14:cNvPr>
                <p14:cNvContentPartPr/>
                <p14:nvPr/>
              </p14:nvContentPartPr>
              <p14:xfrm>
                <a:off x="3151183" y="4302051"/>
                <a:ext cx="100080" cy="925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99E40AE-5C72-6510-724F-70C7D9C140F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133183" y="4284051"/>
                  <a:ext cx="1357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4A6AF7D-EAB3-B507-D661-AAE1C207CFF3}"/>
                    </a:ext>
                  </a:extLst>
                </p14:cNvPr>
                <p14:cNvContentPartPr/>
                <p14:nvPr/>
              </p14:nvContentPartPr>
              <p14:xfrm>
                <a:off x="3197983" y="4398171"/>
                <a:ext cx="135720" cy="1137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4A6AF7D-EAB3-B507-D661-AAE1C207CFF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179983" y="4380171"/>
                  <a:ext cx="1713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D55A49E-5652-9309-6BFF-61256244400F}"/>
                    </a:ext>
                  </a:extLst>
                </p14:cNvPr>
                <p14:cNvContentPartPr/>
                <p14:nvPr/>
              </p14:nvContentPartPr>
              <p14:xfrm>
                <a:off x="3306343" y="4210251"/>
                <a:ext cx="143280" cy="2383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D55A49E-5652-9309-6BFF-61256244400F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288703" y="4192251"/>
                  <a:ext cx="17892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341E790-A435-8A56-30DB-2BB43F1AD09F}"/>
                    </a:ext>
                  </a:extLst>
                </p14:cNvPr>
                <p14:cNvContentPartPr/>
                <p14:nvPr/>
              </p14:nvContentPartPr>
              <p14:xfrm>
                <a:off x="3353863" y="4173891"/>
                <a:ext cx="154800" cy="1890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341E790-A435-8A56-30DB-2BB43F1AD09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336223" y="4155891"/>
                  <a:ext cx="19044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4C2DDAF-F8E2-2F86-C50E-8B94BADDC760}"/>
                    </a:ext>
                  </a:extLst>
                </p14:cNvPr>
                <p14:cNvContentPartPr/>
                <p14:nvPr/>
              </p14:nvContentPartPr>
              <p14:xfrm>
                <a:off x="3584983" y="4172451"/>
                <a:ext cx="126000" cy="1796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4C2DDAF-F8E2-2F86-C50E-8B94BADDC76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566983" y="4154451"/>
                  <a:ext cx="1616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CE97EC7-C220-F797-A178-209D48C3DB12}"/>
                    </a:ext>
                  </a:extLst>
                </p14:cNvPr>
                <p14:cNvContentPartPr/>
                <p14:nvPr/>
              </p14:nvContentPartPr>
              <p14:xfrm>
                <a:off x="2038063" y="4366851"/>
                <a:ext cx="149400" cy="2390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CE97EC7-C220-F797-A178-209D48C3DB12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020423" y="4349211"/>
                  <a:ext cx="18504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FEC2DF7-5D8B-EA66-AD3C-B586AF36D1AC}"/>
                    </a:ext>
                  </a:extLst>
                </p14:cNvPr>
                <p14:cNvContentPartPr/>
                <p14:nvPr/>
              </p14:nvContentPartPr>
              <p14:xfrm>
                <a:off x="2048863" y="4217811"/>
                <a:ext cx="230760" cy="1846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FEC2DF7-5D8B-EA66-AD3C-B586AF36D1A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030863" y="4200171"/>
                  <a:ext cx="26640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2D0DB40-3EBB-6D97-5C25-6CDBA9E32652}"/>
                    </a:ext>
                  </a:extLst>
                </p14:cNvPr>
                <p14:cNvContentPartPr/>
                <p14:nvPr/>
              </p14:nvContentPartPr>
              <p14:xfrm>
                <a:off x="2340463" y="4110531"/>
                <a:ext cx="174960" cy="2030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2D0DB40-3EBB-6D97-5C25-6CDBA9E32652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322823" y="4092531"/>
                  <a:ext cx="21060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93A7ED3-427E-4A23-C74D-BF400BF66414}"/>
                    </a:ext>
                  </a:extLst>
                </p14:cNvPr>
                <p14:cNvContentPartPr/>
                <p14:nvPr/>
              </p14:nvContentPartPr>
              <p14:xfrm>
                <a:off x="2463943" y="4070931"/>
                <a:ext cx="149040" cy="2005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93A7ED3-427E-4A23-C74D-BF400BF66414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446303" y="4053291"/>
                  <a:ext cx="1846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77740BCB-EC28-C055-6AC3-E747109F6677}"/>
                    </a:ext>
                  </a:extLst>
                </p14:cNvPr>
                <p14:cNvContentPartPr/>
                <p14:nvPr/>
              </p14:nvContentPartPr>
              <p14:xfrm>
                <a:off x="2496343" y="3966531"/>
                <a:ext cx="206280" cy="1936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77740BCB-EC28-C055-6AC3-E747109F6677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478343" y="3948531"/>
                  <a:ext cx="241920" cy="22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024EF2C3-1101-2443-C299-7D20B3A3495F}"/>
              </a:ext>
            </a:extLst>
          </p:cNvPr>
          <p:cNvGrpSpPr/>
          <p:nvPr/>
        </p:nvGrpSpPr>
        <p:grpSpPr>
          <a:xfrm>
            <a:off x="1704343" y="4941411"/>
            <a:ext cx="503640" cy="967320"/>
            <a:chOff x="1704343" y="4941411"/>
            <a:chExt cx="503640" cy="96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2469F37-4CF9-B376-86F4-5AE53F0F44BD}"/>
                    </a:ext>
                  </a:extLst>
                </p14:cNvPr>
                <p14:cNvContentPartPr/>
                <p14:nvPr/>
              </p14:nvContentPartPr>
              <p14:xfrm>
                <a:off x="1739263" y="5073891"/>
                <a:ext cx="1800" cy="3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2469F37-4CF9-B376-86F4-5AE53F0F44B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721623" y="5055891"/>
                  <a:ext cx="374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6FA625D-0256-09D6-72B8-EA510880747E}"/>
                    </a:ext>
                  </a:extLst>
                </p14:cNvPr>
                <p14:cNvContentPartPr/>
                <p14:nvPr/>
              </p14:nvContentPartPr>
              <p14:xfrm>
                <a:off x="1732783" y="5062011"/>
                <a:ext cx="720" cy="39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6FA625D-0256-09D6-72B8-EA510880747E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714783" y="5044011"/>
                  <a:ext cx="363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98158CF-8157-DAD2-77CD-EEFFAB8DD2E3}"/>
                    </a:ext>
                  </a:extLst>
                </p14:cNvPr>
                <p14:cNvContentPartPr/>
                <p14:nvPr/>
              </p14:nvContentPartPr>
              <p14:xfrm>
                <a:off x="1706503" y="4941411"/>
                <a:ext cx="36360" cy="1818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98158CF-8157-DAD2-77CD-EEFFAB8DD2E3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688503" y="4923411"/>
                  <a:ext cx="7200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283201D-6529-90A9-D3CE-409AA4EF4ED1}"/>
                    </a:ext>
                  </a:extLst>
                </p14:cNvPr>
                <p14:cNvContentPartPr/>
                <p14:nvPr/>
              </p14:nvContentPartPr>
              <p14:xfrm>
                <a:off x="1729183" y="5009811"/>
                <a:ext cx="157320" cy="1638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283201D-6529-90A9-D3CE-409AA4EF4ED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711183" y="4992171"/>
                  <a:ext cx="1929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993566F-02AF-5507-0B52-CB2C7512F6E6}"/>
                    </a:ext>
                  </a:extLst>
                </p14:cNvPr>
                <p14:cNvContentPartPr/>
                <p14:nvPr/>
              </p14:nvContentPartPr>
              <p14:xfrm>
                <a:off x="1753303" y="5125371"/>
                <a:ext cx="82080" cy="75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993566F-02AF-5507-0B52-CB2C7512F6E6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735663" y="5107731"/>
                  <a:ext cx="1177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0999EE4-E0EA-593D-566F-AE9C81E9ED94}"/>
                    </a:ext>
                  </a:extLst>
                </p14:cNvPr>
                <p14:cNvContentPartPr/>
                <p14:nvPr/>
              </p14:nvContentPartPr>
              <p14:xfrm>
                <a:off x="1975063" y="5025651"/>
                <a:ext cx="32400" cy="156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0999EE4-E0EA-593D-566F-AE9C81E9ED94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957063" y="5008011"/>
                  <a:ext cx="680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987460D-2035-E435-E47D-2C7750B50067}"/>
                    </a:ext>
                  </a:extLst>
                </p14:cNvPr>
                <p14:cNvContentPartPr/>
                <p14:nvPr/>
              </p14:nvContentPartPr>
              <p14:xfrm>
                <a:off x="2004943" y="4995771"/>
                <a:ext cx="172800" cy="144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987460D-2035-E435-E47D-2C7750B5006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986943" y="4978131"/>
                  <a:ext cx="2084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1EC3BA5-8DB2-298D-5708-4815FCD4F502}"/>
                    </a:ext>
                  </a:extLst>
                </p14:cNvPr>
                <p14:cNvContentPartPr/>
                <p14:nvPr/>
              </p14:nvContentPartPr>
              <p14:xfrm>
                <a:off x="2175583" y="4989651"/>
                <a:ext cx="9000" cy="1544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1EC3BA5-8DB2-298D-5708-4815FCD4F50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157583" y="4971651"/>
                  <a:ext cx="446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57F1FF9-339A-6E6F-0B97-8AB4A2A830EB}"/>
                    </a:ext>
                  </a:extLst>
                </p14:cNvPr>
                <p14:cNvContentPartPr/>
                <p14:nvPr/>
              </p14:nvContentPartPr>
              <p14:xfrm>
                <a:off x="2051743" y="5105211"/>
                <a:ext cx="156240" cy="180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57F1FF9-339A-6E6F-0B97-8AB4A2A830EB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034103" y="5087571"/>
                  <a:ext cx="1918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DDA8CBF-5EC3-1D7C-E25F-F037986EC1B3}"/>
                    </a:ext>
                  </a:extLst>
                </p14:cNvPr>
                <p14:cNvContentPartPr/>
                <p14:nvPr/>
              </p14:nvContentPartPr>
              <p14:xfrm>
                <a:off x="1796863" y="5674371"/>
                <a:ext cx="43560" cy="2098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DDA8CBF-5EC3-1D7C-E25F-F037986EC1B3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778863" y="5656371"/>
                  <a:ext cx="7920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A5B48C6-A81A-F11F-4AA9-F11E924DE1CF}"/>
                    </a:ext>
                  </a:extLst>
                </p14:cNvPr>
                <p14:cNvContentPartPr/>
                <p14:nvPr/>
              </p14:nvContentPartPr>
              <p14:xfrm>
                <a:off x="1833583" y="5672571"/>
                <a:ext cx="285840" cy="2210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A5B48C6-A81A-F11F-4AA9-F11E924DE1CF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815583" y="5654571"/>
                  <a:ext cx="32148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51BC750-EDB6-CC56-6FE7-7FB57A919887}"/>
                    </a:ext>
                  </a:extLst>
                </p14:cNvPr>
                <p14:cNvContentPartPr/>
                <p14:nvPr/>
              </p14:nvContentPartPr>
              <p14:xfrm>
                <a:off x="1857343" y="5836731"/>
                <a:ext cx="270720" cy="720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51BC750-EDB6-CC56-6FE7-7FB57A919887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839703" y="5818731"/>
                  <a:ext cx="3063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20E218D7-B351-FF47-032E-4B019468DFAB}"/>
                    </a:ext>
                  </a:extLst>
                </p14:cNvPr>
                <p14:cNvContentPartPr/>
                <p14:nvPr/>
              </p14:nvContentPartPr>
              <p14:xfrm>
                <a:off x="1800463" y="5152371"/>
                <a:ext cx="20520" cy="4215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20E218D7-B351-FF47-032E-4B019468DFAB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782823" y="5134731"/>
                  <a:ext cx="5616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9DCE881-85D2-9E9D-6B75-09666D4C9CA6}"/>
                    </a:ext>
                  </a:extLst>
                </p14:cNvPr>
                <p14:cNvContentPartPr/>
                <p14:nvPr/>
              </p14:nvContentPartPr>
              <p14:xfrm>
                <a:off x="1704343" y="5446131"/>
                <a:ext cx="177480" cy="1576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9DCE881-85D2-9E9D-6B75-09666D4C9CA6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686703" y="5428491"/>
                  <a:ext cx="2131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6195FAA-A364-F813-2D31-E7AADA09F8AD}"/>
                    </a:ext>
                  </a:extLst>
                </p14:cNvPr>
                <p14:cNvContentPartPr/>
                <p14:nvPr/>
              </p14:nvContentPartPr>
              <p14:xfrm>
                <a:off x="2084863" y="5153451"/>
                <a:ext cx="36360" cy="5043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6195FAA-A364-F813-2D31-E7AADA09F8AD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067223" y="5135811"/>
                  <a:ext cx="72000" cy="54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0413C62-5051-1EF3-8B92-24D105C15903}"/>
                    </a:ext>
                  </a:extLst>
                </p14:cNvPr>
                <p14:cNvContentPartPr/>
                <p14:nvPr/>
              </p14:nvContentPartPr>
              <p14:xfrm>
                <a:off x="1985863" y="5485371"/>
                <a:ext cx="177480" cy="1029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0413C62-5051-1EF3-8B92-24D105C15903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967863" y="5467371"/>
                  <a:ext cx="213120" cy="13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FA021AEB-9134-8BBE-A1A5-AA74A7816945}"/>
                  </a:ext>
                </a:extLst>
              </p14:cNvPr>
              <p14:cNvContentPartPr/>
              <p14:nvPr/>
            </p14:nvContentPartPr>
            <p14:xfrm>
              <a:off x="6230880" y="228291"/>
              <a:ext cx="838800" cy="7236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FA021AEB-9134-8BBE-A1A5-AA74A7816945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6213240" y="210651"/>
                <a:ext cx="87444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BDC88ABC-1C69-DF6E-5FB7-B9D3EA8FCA43}"/>
                  </a:ext>
                </a:extLst>
              </p14:cNvPr>
              <p14:cNvContentPartPr/>
              <p14:nvPr/>
            </p14:nvContentPartPr>
            <p14:xfrm>
              <a:off x="7115400" y="697371"/>
              <a:ext cx="540000" cy="10044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BDC88ABC-1C69-DF6E-5FB7-B9D3EA8FCA43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7097400" y="679371"/>
                <a:ext cx="575640" cy="136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37746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86E94-C2E3-BA1C-59EB-D604A1844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E889F4-2D6F-76D8-EA00-558E5EA555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7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768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AF0AC-BE6A-4572-91F7-311EC860F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85191"/>
          </a:xfrm>
        </p:spPr>
        <p:txBody>
          <a:bodyPr/>
          <a:lstStyle/>
          <a:p>
            <a:r>
              <a:rPr lang="en-US" dirty="0"/>
              <a:t>Pulse oximetry basics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807C7E-7620-424B-9599-74C1EE8B6E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7" name="Picture 6" descr="A close up of text on a black background&#10;&#10;Description automatically generated">
            <a:extLst>
              <a:ext uri="{FF2B5EF4-FFF2-40B4-BE49-F238E27FC236}">
                <a16:creationId xmlns:a16="http://schemas.microsoft.com/office/drawing/2014/main" id="{1CB3B1C9-B549-43CE-9EA6-2F049EFEE6F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40" y="853496"/>
            <a:ext cx="5561222" cy="3383590"/>
          </a:xfrm>
          <a:prstGeom prst="rect">
            <a:avLst/>
          </a:prstGeom>
        </p:spPr>
      </p:pic>
      <p:pic>
        <p:nvPicPr>
          <p:cNvPr id="11" name="Picture 10" descr="A picture containing fruit, bird&#10;&#10;Description automatically generated">
            <a:extLst>
              <a:ext uri="{FF2B5EF4-FFF2-40B4-BE49-F238E27FC236}">
                <a16:creationId xmlns:a16="http://schemas.microsoft.com/office/drawing/2014/main" id="{FAB0AE05-1A02-4111-85AF-37F2C716DF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531" y="853496"/>
            <a:ext cx="6229338" cy="3331709"/>
          </a:xfrm>
          <a:prstGeom prst="rect">
            <a:avLst/>
          </a:prstGeom>
        </p:spPr>
      </p:pic>
      <p:pic>
        <p:nvPicPr>
          <p:cNvPr id="13" name="Picture 12" descr="A close up of a logo&#10;&#10;Description automatically generated">
            <a:extLst>
              <a:ext uri="{FF2B5EF4-FFF2-40B4-BE49-F238E27FC236}">
                <a16:creationId xmlns:a16="http://schemas.microsoft.com/office/drawing/2014/main" id="{D91684F6-0375-403D-9296-8EA5C5AA0CF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727" y="4285913"/>
            <a:ext cx="5616541" cy="240708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90CDB79-BDD1-158F-7FFE-46A2BF1A2954}"/>
                  </a:ext>
                </a:extLst>
              </p14:cNvPr>
              <p14:cNvContentPartPr/>
              <p14:nvPr/>
            </p14:nvContentPartPr>
            <p14:xfrm>
              <a:off x="1972543" y="4293411"/>
              <a:ext cx="591480" cy="5194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90CDB79-BDD1-158F-7FFE-46A2BF1A295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54903" y="4275411"/>
                <a:ext cx="627120" cy="555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17933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16847-FE97-4E9D-ACDD-9C88851B8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755374"/>
          </a:xfrm>
        </p:spPr>
        <p:txBody>
          <a:bodyPr/>
          <a:lstStyle/>
          <a:p>
            <a:r>
              <a:rPr lang="en-US" dirty="0"/>
              <a:t>Pulse oximeter basics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DE24B9-EDF2-42D4-A141-A0BEC7CE85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04933ECE-E295-4D43-9DC9-E99C55AF000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26289"/>
          <a:stretch/>
        </p:blipFill>
        <p:spPr>
          <a:xfrm>
            <a:off x="396921" y="755375"/>
            <a:ext cx="5440276" cy="1866923"/>
          </a:xfrm>
          <a:prstGeom prst="rect">
            <a:avLst/>
          </a:prstGeom>
        </p:spPr>
      </p:pic>
      <p:pic>
        <p:nvPicPr>
          <p:cNvPr id="9" name="Picture 8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4501FD40-877D-463F-BB1C-CA682CC84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054270"/>
            <a:ext cx="6234119" cy="3531714"/>
          </a:xfrm>
          <a:prstGeom prst="rect">
            <a:avLst/>
          </a:prstGeom>
        </p:spPr>
      </p:pic>
      <p:pic>
        <p:nvPicPr>
          <p:cNvPr id="11" name="Picture 10" descr="A screenshot of a cell phone&#10;&#10;Description automatically generated">
            <a:extLst>
              <a:ext uri="{FF2B5EF4-FFF2-40B4-BE49-F238E27FC236}">
                <a16:creationId xmlns:a16="http://schemas.microsoft.com/office/drawing/2014/main" id="{1044220E-A4D3-4FEB-80D5-8D385914F35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7422" y="834048"/>
            <a:ext cx="5335803" cy="413516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0E4E901-5D8E-90FA-A63B-85043FEE1534}"/>
                  </a:ext>
                </a:extLst>
              </p14:cNvPr>
              <p14:cNvContentPartPr/>
              <p14:nvPr/>
            </p14:nvContentPartPr>
            <p14:xfrm>
              <a:off x="1664399" y="687293"/>
              <a:ext cx="600120" cy="449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0E4E901-5D8E-90FA-A63B-85043FEE153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46399" y="669653"/>
                <a:ext cx="635760" cy="48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74155431-66AE-3C62-3506-6335D4A1C39F}"/>
              </a:ext>
            </a:extLst>
          </p:cNvPr>
          <p:cNvGrpSpPr/>
          <p:nvPr/>
        </p:nvGrpSpPr>
        <p:grpSpPr>
          <a:xfrm>
            <a:off x="1049519" y="617093"/>
            <a:ext cx="686880" cy="737640"/>
            <a:chOff x="1049519" y="617093"/>
            <a:chExt cx="686880" cy="73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3AE2097-1A67-13F2-33A1-CE662FD1C05E}"/>
                    </a:ext>
                  </a:extLst>
                </p14:cNvPr>
                <p14:cNvContentPartPr/>
                <p14:nvPr/>
              </p14:nvContentPartPr>
              <p14:xfrm>
                <a:off x="1441559" y="1075373"/>
                <a:ext cx="294840" cy="279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3AE2097-1A67-13F2-33A1-CE662FD1C05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423559" y="1057373"/>
                  <a:ext cx="33048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D0A8399-6FF5-FEC6-914D-B506CEF79CC2}"/>
                    </a:ext>
                  </a:extLst>
                </p14:cNvPr>
                <p14:cNvContentPartPr/>
                <p14:nvPr/>
              </p14:nvContentPartPr>
              <p14:xfrm>
                <a:off x="1092719" y="944333"/>
                <a:ext cx="134640" cy="117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D0A8399-6FF5-FEC6-914D-B506CEF79CC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74719" y="926333"/>
                  <a:ext cx="1702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F5233D5-1813-0E21-9F6B-766BEE04E15D}"/>
                    </a:ext>
                  </a:extLst>
                </p14:cNvPr>
                <p14:cNvContentPartPr/>
                <p14:nvPr/>
              </p14:nvContentPartPr>
              <p14:xfrm>
                <a:off x="1049519" y="852533"/>
                <a:ext cx="117360" cy="1202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F5233D5-1813-0E21-9F6B-766BEE04E15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31879" y="834893"/>
                  <a:ext cx="15300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1962CE4-D51C-B3CD-6EC1-44539EFE62E3}"/>
                    </a:ext>
                  </a:extLst>
                </p14:cNvPr>
                <p14:cNvContentPartPr/>
                <p14:nvPr/>
              </p14:nvContentPartPr>
              <p14:xfrm>
                <a:off x="1214759" y="805013"/>
                <a:ext cx="100800" cy="1216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1962CE4-D51C-B3CD-6EC1-44539EFE62E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97119" y="787013"/>
                  <a:ext cx="13644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F143376-A1BB-33F4-B7B8-300BA171DDA3}"/>
                    </a:ext>
                  </a:extLst>
                </p14:cNvPr>
                <p14:cNvContentPartPr/>
                <p14:nvPr/>
              </p14:nvContentPartPr>
              <p14:xfrm>
                <a:off x="1290719" y="617093"/>
                <a:ext cx="216000" cy="2394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F143376-A1BB-33F4-B7B8-300BA171DDA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272719" y="599453"/>
                  <a:ext cx="251640" cy="27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0ED58E2-A91C-14E4-82A9-3ABE84817B97}"/>
              </a:ext>
            </a:extLst>
          </p:cNvPr>
          <p:cNvGrpSpPr/>
          <p:nvPr/>
        </p:nvGrpSpPr>
        <p:grpSpPr>
          <a:xfrm>
            <a:off x="2433719" y="755333"/>
            <a:ext cx="512280" cy="435960"/>
            <a:chOff x="2433719" y="755333"/>
            <a:chExt cx="512280" cy="43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E1EB0D7-1063-EA31-79B3-6E03F49AADCE}"/>
                    </a:ext>
                  </a:extLst>
                </p14:cNvPr>
                <p14:cNvContentPartPr/>
                <p14:nvPr/>
              </p14:nvContentPartPr>
              <p14:xfrm>
                <a:off x="2433719" y="999053"/>
                <a:ext cx="125640" cy="1922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E1EB0D7-1063-EA31-79B3-6E03F49AADC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416079" y="981053"/>
                  <a:ext cx="1612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9EF83E9-C00A-D9CC-4572-D2D4076EC64E}"/>
                    </a:ext>
                  </a:extLst>
                </p14:cNvPr>
                <p14:cNvContentPartPr/>
                <p14:nvPr/>
              </p14:nvContentPartPr>
              <p14:xfrm>
                <a:off x="2448119" y="943613"/>
                <a:ext cx="226080" cy="1069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9EF83E9-C00A-D9CC-4572-D2D4076EC64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430119" y="925973"/>
                  <a:ext cx="2617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C2F459E-0CB6-5461-46DF-E7AAB16D331B}"/>
                    </a:ext>
                  </a:extLst>
                </p14:cNvPr>
                <p14:cNvContentPartPr/>
                <p14:nvPr/>
              </p14:nvContentPartPr>
              <p14:xfrm>
                <a:off x="2627399" y="877733"/>
                <a:ext cx="119880" cy="968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C2F459E-0CB6-5461-46DF-E7AAB16D331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609759" y="859733"/>
                  <a:ext cx="1555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BDD47AD-61FD-147D-2243-0FA3131A7689}"/>
                    </a:ext>
                  </a:extLst>
                </p14:cNvPr>
                <p14:cNvContentPartPr/>
                <p14:nvPr/>
              </p14:nvContentPartPr>
              <p14:xfrm>
                <a:off x="2705879" y="803573"/>
                <a:ext cx="134280" cy="1422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BDD47AD-61FD-147D-2243-0FA3131A768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688239" y="785573"/>
                  <a:ext cx="1699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407C7CA-CD54-D4DB-6A9A-CE536E2802F2}"/>
                    </a:ext>
                  </a:extLst>
                </p14:cNvPr>
                <p14:cNvContentPartPr/>
                <p14:nvPr/>
              </p14:nvContentPartPr>
              <p14:xfrm>
                <a:off x="2745479" y="755333"/>
                <a:ext cx="200520" cy="1378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407C7CA-CD54-D4DB-6A9A-CE536E2802F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727839" y="737693"/>
                  <a:ext cx="236160" cy="17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BCD2792-B454-4F36-ED1D-018DB4E4867D}"/>
              </a:ext>
            </a:extLst>
          </p:cNvPr>
          <p:cNvGrpSpPr/>
          <p:nvPr/>
        </p:nvGrpSpPr>
        <p:grpSpPr>
          <a:xfrm>
            <a:off x="2134559" y="2401973"/>
            <a:ext cx="296280" cy="297360"/>
            <a:chOff x="2134559" y="2401973"/>
            <a:chExt cx="296280" cy="29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F1BFA0D-3E71-DB17-76D9-564723AD9E24}"/>
                    </a:ext>
                  </a:extLst>
                </p14:cNvPr>
                <p14:cNvContentPartPr/>
                <p14:nvPr/>
              </p14:nvContentPartPr>
              <p14:xfrm>
                <a:off x="2152919" y="2535893"/>
                <a:ext cx="160200" cy="163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F1BFA0D-3E71-DB17-76D9-564723AD9E2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134919" y="2518253"/>
                  <a:ext cx="1958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8342461-1F82-1449-F53A-40D374E2C4AC}"/>
                    </a:ext>
                  </a:extLst>
                </p14:cNvPr>
                <p14:cNvContentPartPr/>
                <p14:nvPr/>
              </p14:nvContentPartPr>
              <p14:xfrm>
                <a:off x="2134559" y="2470013"/>
                <a:ext cx="100080" cy="1573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8342461-1F82-1449-F53A-40D374E2C4A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116919" y="2452373"/>
                  <a:ext cx="13572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E7FF1BE-8079-B5E8-1B7C-65DBF7D310C0}"/>
                    </a:ext>
                  </a:extLst>
                </p14:cNvPr>
                <p14:cNvContentPartPr/>
                <p14:nvPr/>
              </p14:nvContentPartPr>
              <p14:xfrm>
                <a:off x="2296199" y="2441573"/>
                <a:ext cx="96480" cy="116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E7FF1BE-8079-B5E8-1B7C-65DBF7D310C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278199" y="2423573"/>
                  <a:ext cx="1321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C37EA29-E6F3-CB2C-54AA-4240822570C1}"/>
                    </a:ext>
                  </a:extLst>
                </p14:cNvPr>
                <p14:cNvContentPartPr/>
                <p14:nvPr/>
              </p14:nvContentPartPr>
              <p14:xfrm>
                <a:off x="2287559" y="2401973"/>
                <a:ext cx="143280" cy="1681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C37EA29-E6F3-CB2C-54AA-4240822570C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269559" y="2383973"/>
                  <a:ext cx="178920" cy="20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34BA952-55E6-9A04-EB6A-65F3AC8A0198}"/>
              </a:ext>
            </a:extLst>
          </p:cNvPr>
          <p:cNvGrpSpPr/>
          <p:nvPr/>
        </p:nvGrpSpPr>
        <p:grpSpPr>
          <a:xfrm>
            <a:off x="4245599" y="368693"/>
            <a:ext cx="1242360" cy="860760"/>
            <a:chOff x="4245599" y="368693"/>
            <a:chExt cx="1242360" cy="86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5655695-3D9E-878B-6828-1CAB60123633}"/>
                    </a:ext>
                  </a:extLst>
                </p14:cNvPr>
                <p14:cNvContentPartPr/>
                <p14:nvPr/>
              </p14:nvContentPartPr>
              <p14:xfrm>
                <a:off x="4289519" y="806813"/>
                <a:ext cx="128520" cy="4226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5655695-3D9E-878B-6828-1CAB6012363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271879" y="789173"/>
                  <a:ext cx="164160" cy="45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DC0E051-4F21-132A-2E30-F29B0F8D03BC}"/>
                    </a:ext>
                  </a:extLst>
                </p14:cNvPr>
                <p14:cNvContentPartPr/>
                <p14:nvPr/>
              </p14:nvContentPartPr>
              <p14:xfrm>
                <a:off x="4249559" y="766853"/>
                <a:ext cx="360" cy="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DC0E051-4F21-132A-2E30-F29B0F8D03B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231559" y="74885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0D9CB58-C9EE-04EC-3A32-B0337C962DDB}"/>
                    </a:ext>
                  </a:extLst>
                </p14:cNvPr>
                <p14:cNvContentPartPr/>
                <p14:nvPr/>
              </p14:nvContentPartPr>
              <p14:xfrm>
                <a:off x="4245599" y="768653"/>
                <a:ext cx="163800" cy="1630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0D9CB58-C9EE-04EC-3A32-B0337C962DD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227599" y="751013"/>
                  <a:ext cx="1994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4A2B427-C699-3B2B-945B-F6CA4E8567E7}"/>
                    </a:ext>
                  </a:extLst>
                </p14:cNvPr>
                <p14:cNvContentPartPr/>
                <p14:nvPr/>
              </p14:nvContentPartPr>
              <p14:xfrm>
                <a:off x="4344959" y="542933"/>
                <a:ext cx="90000" cy="1861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4A2B427-C699-3B2B-945B-F6CA4E8567E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326959" y="525293"/>
                  <a:ext cx="12564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DED8C34-4295-CC9C-B314-97B5A0E3DCC9}"/>
                    </a:ext>
                  </a:extLst>
                </p14:cNvPr>
                <p14:cNvContentPartPr/>
                <p14:nvPr/>
              </p14:nvContentPartPr>
              <p14:xfrm>
                <a:off x="4310399" y="539333"/>
                <a:ext cx="140400" cy="1638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DED8C34-4295-CC9C-B314-97B5A0E3DCC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292399" y="521693"/>
                  <a:ext cx="1760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F40F0DE-86BE-D9C6-D78B-480660D8CC59}"/>
                    </a:ext>
                  </a:extLst>
                </p14:cNvPr>
                <p14:cNvContentPartPr/>
                <p14:nvPr/>
              </p14:nvContentPartPr>
              <p14:xfrm>
                <a:off x="4486439" y="368693"/>
                <a:ext cx="266040" cy="2660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F40F0DE-86BE-D9C6-D78B-480660D8CC5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468799" y="350693"/>
                  <a:ext cx="30168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6A5AC8A-2449-52DD-732C-B9354F38AD03}"/>
                    </a:ext>
                  </a:extLst>
                </p14:cNvPr>
                <p14:cNvContentPartPr/>
                <p14:nvPr/>
              </p14:nvContentPartPr>
              <p14:xfrm>
                <a:off x="4800359" y="834173"/>
                <a:ext cx="342720" cy="361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6A5AC8A-2449-52DD-732C-B9354F38AD0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782359" y="816173"/>
                  <a:ext cx="37836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F994082-6506-A5B2-5B68-E3FF9B7A447F}"/>
                    </a:ext>
                  </a:extLst>
                </p14:cNvPr>
                <p14:cNvContentPartPr/>
                <p14:nvPr/>
              </p14:nvContentPartPr>
              <p14:xfrm>
                <a:off x="5000159" y="848933"/>
                <a:ext cx="191880" cy="81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F994082-6506-A5B2-5B68-E3FF9B7A447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982519" y="830933"/>
                  <a:ext cx="2275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7CD2014-887F-0FD4-4C8B-525B360244B3}"/>
                    </a:ext>
                  </a:extLst>
                </p14:cNvPr>
                <p14:cNvContentPartPr/>
                <p14:nvPr/>
              </p14:nvContentPartPr>
              <p14:xfrm>
                <a:off x="5247479" y="645893"/>
                <a:ext cx="240480" cy="193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7CD2014-887F-0FD4-4C8B-525B360244B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229479" y="628253"/>
                  <a:ext cx="27612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3DBCA26-65C3-3391-B003-9E904D49FF39}"/>
                    </a:ext>
                  </a:extLst>
                </p14:cNvPr>
                <p14:cNvContentPartPr/>
                <p14:nvPr/>
              </p14:nvContentPartPr>
              <p14:xfrm>
                <a:off x="5100959" y="776573"/>
                <a:ext cx="89280" cy="1814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3DBCA26-65C3-3391-B003-9E904D49FF39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082959" y="758933"/>
                  <a:ext cx="1249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E68B8ED-95CF-098F-21AA-5E4B310DB17F}"/>
                    </a:ext>
                  </a:extLst>
                </p14:cNvPr>
                <p14:cNvContentPartPr/>
                <p14:nvPr/>
              </p14:nvContentPartPr>
              <p14:xfrm>
                <a:off x="5106719" y="713573"/>
                <a:ext cx="80640" cy="1382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E68B8ED-95CF-098F-21AA-5E4B310DB17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088719" y="695573"/>
                  <a:ext cx="11628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23D5988-F814-9B2D-10E0-9F593AD92778}"/>
                    </a:ext>
                  </a:extLst>
                </p14:cNvPr>
                <p14:cNvContentPartPr/>
                <p14:nvPr/>
              </p14:nvContentPartPr>
              <p14:xfrm>
                <a:off x="5185559" y="737333"/>
                <a:ext cx="97920" cy="1666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23D5988-F814-9B2D-10E0-9F593AD9277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167559" y="719333"/>
                  <a:ext cx="133560" cy="20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AF11CA9-E3B9-12F6-B654-ED954D93A758}"/>
              </a:ext>
            </a:extLst>
          </p:cNvPr>
          <p:cNvGrpSpPr/>
          <p:nvPr/>
        </p:nvGrpSpPr>
        <p:grpSpPr>
          <a:xfrm>
            <a:off x="272639" y="1525733"/>
            <a:ext cx="726840" cy="516240"/>
            <a:chOff x="272639" y="1525733"/>
            <a:chExt cx="726840" cy="51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0FC1C33-4BA2-D29D-3CBF-13CF217A3C1A}"/>
                    </a:ext>
                  </a:extLst>
                </p14:cNvPr>
                <p14:cNvContentPartPr/>
                <p14:nvPr/>
              </p14:nvContentPartPr>
              <p14:xfrm>
                <a:off x="272639" y="1525733"/>
                <a:ext cx="340920" cy="4424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0FC1C33-4BA2-D29D-3CBF-13CF217A3C1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54639" y="1508093"/>
                  <a:ext cx="376560" cy="47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BF38D52-9E43-4058-6A3D-29C3BA5F93B8}"/>
                    </a:ext>
                  </a:extLst>
                </p14:cNvPr>
                <p14:cNvContentPartPr/>
                <p14:nvPr/>
              </p14:nvContentPartPr>
              <p14:xfrm>
                <a:off x="454439" y="1760093"/>
                <a:ext cx="357840" cy="2818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BF38D52-9E43-4058-6A3D-29C3BA5F93B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36799" y="1742453"/>
                  <a:ext cx="39348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B17CEAA-011D-921A-3D4A-B05B7B06FED8}"/>
                    </a:ext>
                  </a:extLst>
                </p14:cNvPr>
                <p14:cNvContentPartPr/>
                <p14:nvPr/>
              </p14:nvContentPartPr>
              <p14:xfrm>
                <a:off x="735959" y="1772693"/>
                <a:ext cx="263520" cy="540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B17CEAA-011D-921A-3D4A-B05B7B06FED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18319" y="1755053"/>
                  <a:ext cx="2991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7CBA050-7667-E312-E503-4A668A322703}"/>
                    </a:ext>
                  </a:extLst>
                </p14:cNvPr>
                <p14:cNvContentPartPr/>
                <p14:nvPr/>
              </p14:nvContentPartPr>
              <p14:xfrm>
                <a:off x="897599" y="1590893"/>
                <a:ext cx="11880" cy="4377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7CBA050-7667-E312-E503-4A668A32270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79959" y="1572893"/>
                  <a:ext cx="47520" cy="47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68FD5F1-54EB-909E-DB7E-7634ECC2AF01}"/>
              </a:ext>
            </a:extLst>
          </p:cNvPr>
          <p:cNvGrpSpPr/>
          <p:nvPr/>
        </p:nvGrpSpPr>
        <p:grpSpPr>
          <a:xfrm>
            <a:off x="5614319" y="1093013"/>
            <a:ext cx="779760" cy="586440"/>
            <a:chOff x="5614319" y="1093013"/>
            <a:chExt cx="779760" cy="58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B754F67-0A74-147F-CEAA-61C50F651F97}"/>
                    </a:ext>
                  </a:extLst>
                </p14:cNvPr>
                <p14:cNvContentPartPr/>
                <p14:nvPr/>
              </p14:nvContentPartPr>
              <p14:xfrm>
                <a:off x="5614319" y="1093013"/>
                <a:ext cx="309240" cy="5864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B754F67-0A74-147F-CEAA-61C50F651F9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596319" y="1075013"/>
                  <a:ext cx="344880" cy="62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4EF97F1-F430-78B0-E654-D882505AAE64}"/>
                    </a:ext>
                  </a:extLst>
                </p14:cNvPr>
                <p14:cNvContentPartPr/>
                <p14:nvPr/>
              </p14:nvContentPartPr>
              <p14:xfrm>
                <a:off x="5731679" y="1135133"/>
                <a:ext cx="64800" cy="979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4EF97F1-F430-78B0-E654-D882505AAE64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713679" y="1117133"/>
                  <a:ext cx="1004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4F7EBFB-FAA3-C84A-7925-80E04FBB3150}"/>
                    </a:ext>
                  </a:extLst>
                </p14:cNvPr>
                <p14:cNvContentPartPr/>
                <p14:nvPr/>
              </p14:nvContentPartPr>
              <p14:xfrm>
                <a:off x="5683799" y="1148093"/>
                <a:ext cx="455760" cy="3589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4F7EBFB-FAA3-C84A-7925-80E04FBB3150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665799" y="1130093"/>
                  <a:ext cx="49140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E79CEB4-991E-E644-50E5-DEA3535F47B2}"/>
                    </a:ext>
                  </a:extLst>
                </p14:cNvPr>
                <p14:cNvContentPartPr/>
                <p14:nvPr/>
              </p14:nvContentPartPr>
              <p14:xfrm>
                <a:off x="6119399" y="1300013"/>
                <a:ext cx="274680" cy="18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E79CEB4-991E-E644-50E5-DEA3535F47B2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101759" y="1282013"/>
                  <a:ext cx="3103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2A1838E-9233-4175-34CA-6C13BB4E05C3}"/>
                    </a:ext>
                  </a:extLst>
                </p14:cNvPr>
                <p14:cNvContentPartPr/>
                <p14:nvPr/>
              </p14:nvContentPartPr>
              <p14:xfrm>
                <a:off x="6282839" y="1169693"/>
                <a:ext cx="53280" cy="3938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2A1838E-9233-4175-34CA-6C13BB4E05C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265199" y="1152053"/>
                  <a:ext cx="88920" cy="42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E0ED99F-F901-F7B5-DF3B-68FB1FEF1273}"/>
              </a:ext>
            </a:extLst>
          </p:cNvPr>
          <p:cNvGrpSpPr/>
          <p:nvPr/>
        </p:nvGrpSpPr>
        <p:grpSpPr>
          <a:xfrm>
            <a:off x="8994719" y="4168133"/>
            <a:ext cx="186120" cy="259920"/>
            <a:chOff x="8994719" y="4168133"/>
            <a:chExt cx="186120" cy="25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1E19CC5-EDDB-77F4-D282-F20A56ABCF06}"/>
                    </a:ext>
                  </a:extLst>
                </p14:cNvPr>
                <p14:cNvContentPartPr/>
                <p14:nvPr/>
              </p14:nvContentPartPr>
              <p14:xfrm>
                <a:off x="8994719" y="4168133"/>
                <a:ext cx="186120" cy="1836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1E19CC5-EDDB-77F4-D282-F20A56ABCF06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988599" y="4162013"/>
                  <a:ext cx="1983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988C4C7-939D-25D9-C49F-839D5F49C8F5}"/>
                    </a:ext>
                  </a:extLst>
                </p14:cNvPr>
                <p14:cNvContentPartPr/>
                <p14:nvPr/>
              </p14:nvContentPartPr>
              <p14:xfrm>
                <a:off x="9082559" y="4232573"/>
                <a:ext cx="50040" cy="1954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988C4C7-939D-25D9-C49F-839D5F49C8F5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076439" y="4226453"/>
                  <a:ext cx="62280" cy="20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A069B60-1806-1C1A-1B1A-B9C29808C8EE}"/>
              </a:ext>
            </a:extLst>
          </p:cNvPr>
          <p:cNvGrpSpPr/>
          <p:nvPr/>
        </p:nvGrpSpPr>
        <p:grpSpPr>
          <a:xfrm>
            <a:off x="9059879" y="4136093"/>
            <a:ext cx="228600" cy="296640"/>
            <a:chOff x="9059879" y="4136093"/>
            <a:chExt cx="228600" cy="29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2FF1742-C98F-8EA2-79BA-BA7530B34ABC}"/>
                    </a:ext>
                  </a:extLst>
                </p14:cNvPr>
                <p14:cNvContentPartPr/>
                <p14:nvPr/>
              </p14:nvContentPartPr>
              <p14:xfrm>
                <a:off x="9060239" y="4148333"/>
                <a:ext cx="6480" cy="234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2FF1742-C98F-8EA2-79BA-BA7530B34ABC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042599" y="4130693"/>
                  <a:ext cx="421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98251E4-DF1C-72E4-7852-B57D9F8AB038}"/>
                    </a:ext>
                  </a:extLst>
                </p14:cNvPr>
                <p14:cNvContentPartPr/>
                <p14:nvPr/>
              </p14:nvContentPartPr>
              <p14:xfrm>
                <a:off x="9059879" y="4136093"/>
                <a:ext cx="228600" cy="293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98251E4-DF1C-72E4-7852-B57D9F8AB038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042239" y="4118093"/>
                  <a:ext cx="26424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CCED13D-DABC-FC5E-DCC0-D82CA9FBDC41}"/>
                    </a:ext>
                  </a:extLst>
                </p14:cNvPr>
                <p14:cNvContentPartPr/>
                <p14:nvPr/>
              </p14:nvContentPartPr>
              <p14:xfrm>
                <a:off x="9092279" y="4246613"/>
                <a:ext cx="110160" cy="1861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CCED13D-DABC-FC5E-DCC0-D82CA9FBDC4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074279" y="4228613"/>
                  <a:ext cx="145800" cy="22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FD3E5478-93A7-A082-60D8-1557E363711D}"/>
                  </a:ext>
                </a:extLst>
              </p14:cNvPr>
              <p14:cNvContentPartPr/>
              <p14:nvPr/>
            </p14:nvContentPartPr>
            <p14:xfrm>
              <a:off x="10263719" y="608453"/>
              <a:ext cx="360" cy="36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FD3E5478-93A7-A082-60D8-1557E363711D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10245719" y="590453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2B432172-2197-06C7-E07D-341BFC126DAF}"/>
              </a:ext>
            </a:extLst>
          </p:cNvPr>
          <p:cNvGrpSpPr/>
          <p:nvPr/>
        </p:nvGrpSpPr>
        <p:grpSpPr>
          <a:xfrm>
            <a:off x="7594679" y="3917213"/>
            <a:ext cx="453240" cy="454680"/>
            <a:chOff x="7594679" y="3917213"/>
            <a:chExt cx="453240" cy="45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1F0EAB2-AC75-38B3-8C21-698D1730B544}"/>
                    </a:ext>
                  </a:extLst>
                </p14:cNvPr>
                <p14:cNvContentPartPr/>
                <p14:nvPr/>
              </p14:nvContentPartPr>
              <p14:xfrm>
                <a:off x="7594679" y="4146533"/>
                <a:ext cx="105840" cy="2253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1F0EAB2-AC75-38B3-8C21-698D1730B544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577039" y="4128893"/>
                  <a:ext cx="1414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94EE809-D419-F2BF-D09C-BE9370596AE4}"/>
                    </a:ext>
                  </a:extLst>
                </p14:cNvPr>
                <p14:cNvContentPartPr/>
                <p14:nvPr/>
              </p14:nvContentPartPr>
              <p14:xfrm>
                <a:off x="7631399" y="4117013"/>
                <a:ext cx="160920" cy="1299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94EE809-D419-F2BF-D09C-BE9370596AE4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613399" y="4099013"/>
                  <a:ext cx="1965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954520F-AB18-553E-0558-B727316A992A}"/>
                    </a:ext>
                  </a:extLst>
                </p14:cNvPr>
                <p14:cNvContentPartPr/>
                <p14:nvPr/>
              </p14:nvContentPartPr>
              <p14:xfrm>
                <a:off x="7807439" y="3917213"/>
                <a:ext cx="240480" cy="3556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954520F-AB18-553E-0558-B727316A992A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789799" y="3899213"/>
                  <a:ext cx="276120" cy="39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AE27E31B-7919-0590-760B-564C3815D789}"/>
              </a:ext>
            </a:extLst>
          </p:cNvPr>
          <p:cNvGrpSpPr/>
          <p:nvPr/>
        </p:nvGrpSpPr>
        <p:grpSpPr>
          <a:xfrm>
            <a:off x="10092719" y="3917933"/>
            <a:ext cx="591480" cy="387360"/>
            <a:chOff x="10092719" y="3917933"/>
            <a:chExt cx="591480" cy="38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FDDED94-D58A-6AB8-60EF-69FCECB2C201}"/>
                    </a:ext>
                  </a:extLst>
                </p14:cNvPr>
                <p14:cNvContentPartPr/>
                <p14:nvPr/>
              </p14:nvContentPartPr>
              <p14:xfrm>
                <a:off x="10092719" y="4020533"/>
                <a:ext cx="36000" cy="2847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FDDED94-D58A-6AB8-60EF-69FCECB2C201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0074719" y="4002893"/>
                  <a:ext cx="7164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423527F-8214-895E-313B-34CA524193C6}"/>
                    </a:ext>
                  </a:extLst>
                </p14:cNvPr>
                <p14:cNvContentPartPr/>
                <p14:nvPr/>
              </p14:nvContentPartPr>
              <p14:xfrm>
                <a:off x="10111439" y="3978053"/>
                <a:ext cx="117720" cy="2044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423527F-8214-895E-313B-34CA524193C6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0093439" y="3960053"/>
                  <a:ext cx="15336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19736A8-F848-C72E-591D-E9EBB46C50E8}"/>
                    </a:ext>
                  </a:extLst>
                </p14:cNvPr>
                <p14:cNvContentPartPr/>
                <p14:nvPr/>
              </p14:nvContentPartPr>
              <p14:xfrm>
                <a:off x="10330319" y="3988133"/>
                <a:ext cx="61560" cy="2271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19736A8-F848-C72E-591D-E9EBB46C50E8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0312319" y="3970493"/>
                  <a:ext cx="9720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947CEE7-CBA3-665F-90FE-DBB53EFA3E33}"/>
                    </a:ext>
                  </a:extLst>
                </p14:cNvPr>
                <p14:cNvContentPartPr/>
                <p14:nvPr/>
              </p14:nvContentPartPr>
              <p14:xfrm>
                <a:off x="10469279" y="3961853"/>
                <a:ext cx="53640" cy="1994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947CEE7-CBA3-665F-90FE-DBB53EFA3E33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0451639" y="3944213"/>
                  <a:ext cx="892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AEE538C-C249-681E-BB40-DA08B42896CA}"/>
                    </a:ext>
                  </a:extLst>
                </p14:cNvPr>
                <p14:cNvContentPartPr/>
                <p14:nvPr/>
              </p14:nvContentPartPr>
              <p14:xfrm>
                <a:off x="10477919" y="3917933"/>
                <a:ext cx="206280" cy="1288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AEE538C-C249-681E-BB40-DA08B42896CA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0460279" y="3900293"/>
                  <a:ext cx="241920" cy="16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9DF47A49-4784-799F-D3FC-6AB3A818CFF5}"/>
              </a:ext>
            </a:extLst>
          </p:cNvPr>
          <p:cNvGrpSpPr/>
          <p:nvPr/>
        </p:nvGrpSpPr>
        <p:grpSpPr>
          <a:xfrm>
            <a:off x="9004439" y="2610053"/>
            <a:ext cx="153000" cy="1109880"/>
            <a:chOff x="9004439" y="2610053"/>
            <a:chExt cx="153000" cy="110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34623CA8-B233-9C49-FA87-8F4BF80EDA21}"/>
                    </a:ext>
                  </a:extLst>
                </p14:cNvPr>
                <p14:cNvContentPartPr/>
                <p14:nvPr/>
              </p14:nvContentPartPr>
              <p14:xfrm>
                <a:off x="9066359" y="2626613"/>
                <a:ext cx="77760" cy="10933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34623CA8-B233-9C49-FA87-8F4BF80EDA21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9048359" y="2608973"/>
                  <a:ext cx="113400" cy="11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5A2FD11E-508E-318A-3CB8-C211D3BE36F3}"/>
                    </a:ext>
                  </a:extLst>
                </p14:cNvPr>
                <p14:cNvContentPartPr/>
                <p14:nvPr/>
              </p14:nvContentPartPr>
              <p14:xfrm>
                <a:off x="9036839" y="2610053"/>
                <a:ext cx="120600" cy="1753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5A2FD11E-508E-318A-3CB8-C211D3BE36F3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9018839" y="2592413"/>
                  <a:ext cx="1562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AC3DC15-F0C6-30B5-92D1-F294ADB79E66}"/>
                    </a:ext>
                  </a:extLst>
                </p14:cNvPr>
                <p14:cNvContentPartPr/>
                <p14:nvPr/>
              </p14:nvContentPartPr>
              <p14:xfrm>
                <a:off x="9004439" y="2623733"/>
                <a:ext cx="82800" cy="1242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AC3DC15-F0C6-30B5-92D1-F294ADB79E66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8986799" y="2606093"/>
                  <a:ext cx="118440" cy="15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E5A8B5BE-F46B-C25F-BACC-468C439A2DE9}"/>
              </a:ext>
            </a:extLst>
          </p:cNvPr>
          <p:cNvGrpSpPr/>
          <p:nvPr/>
        </p:nvGrpSpPr>
        <p:grpSpPr>
          <a:xfrm>
            <a:off x="622559" y="1313924"/>
            <a:ext cx="1136520" cy="1239120"/>
            <a:chOff x="622559" y="1313924"/>
            <a:chExt cx="1136520" cy="123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22DF97A-4D84-C7DD-25B1-1CAC11DDB56D}"/>
                    </a:ext>
                  </a:extLst>
                </p14:cNvPr>
                <p14:cNvContentPartPr/>
                <p14:nvPr/>
              </p14:nvContentPartPr>
              <p14:xfrm>
                <a:off x="622559" y="2313284"/>
                <a:ext cx="166320" cy="2203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22DF97A-4D84-C7DD-25B1-1CAC11DDB56D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04559" y="2295644"/>
                  <a:ext cx="20196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199C565-7804-D99B-6FCD-B9C9B21F2DFD}"/>
                    </a:ext>
                  </a:extLst>
                </p14:cNvPr>
                <p14:cNvContentPartPr/>
                <p14:nvPr/>
              </p14:nvContentPartPr>
              <p14:xfrm>
                <a:off x="721559" y="2368004"/>
                <a:ext cx="200880" cy="1850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199C565-7804-D99B-6FCD-B9C9B21F2DFD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703919" y="2350364"/>
                  <a:ext cx="2365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C7A26A7-03F4-86BD-9ECB-6221B19C747A}"/>
                    </a:ext>
                  </a:extLst>
                </p14:cNvPr>
                <p14:cNvContentPartPr/>
                <p14:nvPr/>
              </p14:nvContentPartPr>
              <p14:xfrm>
                <a:off x="891839" y="2305364"/>
                <a:ext cx="92160" cy="1522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C7A26A7-03F4-86BD-9ECB-6221B19C747A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73839" y="2287724"/>
                  <a:ext cx="12780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CFE85AD-E187-8498-6BFA-AC849C96B174}"/>
                    </a:ext>
                  </a:extLst>
                </p14:cNvPr>
                <p14:cNvContentPartPr/>
                <p14:nvPr/>
              </p14:nvContentPartPr>
              <p14:xfrm>
                <a:off x="955919" y="2046164"/>
                <a:ext cx="255600" cy="3157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CFE85AD-E187-8498-6BFA-AC849C96B174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938279" y="2028524"/>
                  <a:ext cx="29124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9ABBDC2-D45B-8EEE-24C7-E82D1DCA1E9E}"/>
                    </a:ext>
                  </a:extLst>
                </p14:cNvPr>
                <p14:cNvContentPartPr/>
                <p14:nvPr/>
              </p14:nvContentPartPr>
              <p14:xfrm>
                <a:off x="1179839" y="1902164"/>
                <a:ext cx="109080" cy="986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9ABBDC2-D45B-8EEE-24C7-E82D1DCA1E9E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161839" y="1884524"/>
                  <a:ext cx="1447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5A83B41-A19C-2782-32A4-E17227968130}"/>
                    </a:ext>
                  </a:extLst>
                </p14:cNvPr>
                <p14:cNvContentPartPr/>
                <p14:nvPr/>
              </p14:nvContentPartPr>
              <p14:xfrm>
                <a:off x="1288199" y="1817204"/>
                <a:ext cx="360" cy="3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5A83B41-A19C-2782-32A4-E17227968130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270559" y="179956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C2FD8E9E-509C-07AE-65D4-CCEDC0E035B0}"/>
                    </a:ext>
                  </a:extLst>
                </p14:cNvPr>
                <p14:cNvContentPartPr/>
                <p14:nvPr/>
              </p14:nvContentPartPr>
              <p14:xfrm>
                <a:off x="1271639" y="1753484"/>
                <a:ext cx="184320" cy="1576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C2FD8E9E-509C-07AE-65D4-CCEDC0E035B0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253639" y="1735484"/>
                  <a:ext cx="2199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49F5412-D936-3E8A-E63D-BCC75F1EAE54}"/>
                    </a:ext>
                  </a:extLst>
                </p14:cNvPr>
                <p14:cNvContentPartPr/>
                <p14:nvPr/>
              </p14:nvContentPartPr>
              <p14:xfrm>
                <a:off x="1369199" y="1574204"/>
                <a:ext cx="132120" cy="1375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49F5412-D936-3E8A-E63D-BCC75F1EAE54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351559" y="1556204"/>
                  <a:ext cx="1677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F98169E-C636-AEB7-4D90-1C50EA064F6B}"/>
                    </a:ext>
                  </a:extLst>
                </p14:cNvPr>
                <p14:cNvContentPartPr/>
                <p14:nvPr/>
              </p14:nvContentPartPr>
              <p14:xfrm>
                <a:off x="1468559" y="1546844"/>
                <a:ext cx="106560" cy="961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F98169E-C636-AEB7-4D90-1C50EA064F6B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450559" y="1529204"/>
                  <a:ext cx="14220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612CA40-9707-A877-1763-073161A749B3}"/>
                    </a:ext>
                  </a:extLst>
                </p14:cNvPr>
                <p14:cNvContentPartPr/>
                <p14:nvPr/>
              </p14:nvContentPartPr>
              <p14:xfrm>
                <a:off x="1532999" y="1459364"/>
                <a:ext cx="110520" cy="1051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612CA40-9707-A877-1763-073161A749B3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515359" y="1441364"/>
                  <a:ext cx="1461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7DDFAA6-103B-1A1D-143F-4DD77484DACA}"/>
                    </a:ext>
                  </a:extLst>
                </p14:cNvPr>
                <p14:cNvContentPartPr/>
                <p14:nvPr/>
              </p14:nvContentPartPr>
              <p14:xfrm>
                <a:off x="1592399" y="1366484"/>
                <a:ext cx="103320" cy="1540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7DDFAA6-103B-1A1D-143F-4DD77484DACA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574759" y="1348484"/>
                  <a:ext cx="1389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16BAD9C-D9F4-D360-D1E0-A3D932E69538}"/>
                    </a:ext>
                  </a:extLst>
                </p14:cNvPr>
                <p14:cNvContentPartPr/>
                <p14:nvPr/>
              </p14:nvContentPartPr>
              <p14:xfrm>
                <a:off x="1684919" y="1313924"/>
                <a:ext cx="74160" cy="1044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16BAD9C-D9F4-D360-D1E0-A3D932E69538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666919" y="1295924"/>
                  <a:ext cx="109800" cy="14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FBA9759-BF20-7714-6070-C4F177B11EDC}"/>
              </a:ext>
            </a:extLst>
          </p:cNvPr>
          <p:cNvGrpSpPr/>
          <p:nvPr/>
        </p:nvGrpSpPr>
        <p:grpSpPr>
          <a:xfrm>
            <a:off x="5687399" y="32684"/>
            <a:ext cx="1102680" cy="894600"/>
            <a:chOff x="5687399" y="32684"/>
            <a:chExt cx="1102680" cy="89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C587F87-EC9A-A50D-DFB8-B7A870577EC9}"/>
                    </a:ext>
                  </a:extLst>
                </p14:cNvPr>
                <p14:cNvContentPartPr/>
                <p14:nvPr/>
              </p14:nvContentPartPr>
              <p14:xfrm>
                <a:off x="5687399" y="751604"/>
                <a:ext cx="128880" cy="1756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C587F87-EC9A-A50D-DFB8-B7A870577EC9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5669759" y="733604"/>
                  <a:ext cx="1645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A59DC01-7CA3-930C-B758-A700420E1F0D}"/>
                    </a:ext>
                  </a:extLst>
                </p14:cNvPr>
                <p14:cNvContentPartPr/>
                <p14:nvPr/>
              </p14:nvContentPartPr>
              <p14:xfrm>
                <a:off x="5691719" y="665564"/>
                <a:ext cx="117360" cy="1281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A59DC01-7CA3-930C-B758-A700420E1F0D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673719" y="647564"/>
                  <a:ext cx="1530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A487C87-A5CA-7A74-9147-85699BB23904}"/>
                    </a:ext>
                  </a:extLst>
                </p14:cNvPr>
                <p14:cNvContentPartPr/>
                <p14:nvPr/>
              </p14:nvContentPartPr>
              <p14:xfrm>
                <a:off x="5853359" y="634604"/>
                <a:ext cx="81000" cy="1342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A487C87-A5CA-7A74-9147-85699BB23904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5835359" y="616604"/>
                  <a:ext cx="1166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4C6DA76-E2A7-E5D4-97FC-E314037BC999}"/>
                    </a:ext>
                  </a:extLst>
                </p14:cNvPr>
                <p14:cNvContentPartPr/>
                <p14:nvPr/>
              </p14:nvContentPartPr>
              <p14:xfrm>
                <a:off x="5943359" y="475484"/>
                <a:ext cx="114120" cy="2113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4C6DA76-E2A7-E5D4-97FC-E314037BC999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5925719" y="457844"/>
                  <a:ext cx="1497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BA1EB0A-EA50-B1EC-C3CA-0E878BB59BA1}"/>
                    </a:ext>
                  </a:extLst>
                </p14:cNvPr>
                <p14:cNvContentPartPr/>
                <p14:nvPr/>
              </p14:nvContentPartPr>
              <p14:xfrm>
                <a:off x="6054239" y="460004"/>
                <a:ext cx="102600" cy="784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BA1EB0A-EA50-B1EC-C3CA-0E878BB59BA1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6036239" y="442364"/>
                  <a:ext cx="1382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DACA9FE5-37DC-38E8-09AB-EBFF47AC8CC4}"/>
                    </a:ext>
                  </a:extLst>
                </p14:cNvPr>
                <p14:cNvContentPartPr/>
                <p14:nvPr/>
              </p14:nvContentPartPr>
              <p14:xfrm>
                <a:off x="6191759" y="323564"/>
                <a:ext cx="199800" cy="2242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DACA9FE5-37DC-38E8-09AB-EBFF47AC8CC4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6174119" y="305564"/>
                  <a:ext cx="23544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AB40396-948F-1729-0EB6-2D763E657909}"/>
                    </a:ext>
                  </a:extLst>
                </p14:cNvPr>
                <p14:cNvContentPartPr/>
                <p14:nvPr/>
              </p14:nvContentPartPr>
              <p14:xfrm>
                <a:off x="6399839" y="161924"/>
                <a:ext cx="92520" cy="1609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AB40396-948F-1729-0EB6-2D763E657909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6382199" y="143924"/>
                  <a:ext cx="1281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166748E-F5C3-9A71-6892-C0439C0195B3}"/>
                    </a:ext>
                  </a:extLst>
                </p14:cNvPr>
                <p14:cNvContentPartPr/>
                <p14:nvPr/>
              </p14:nvContentPartPr>
              <p14:xfrm>
                <a:off x="6425399" y="129164"/>
                <a:ext cx="174600" cy="1652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166748E-F5C3-9A71-6892-C0439C0195B3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6407399" y="111524"/>
                  <a:ext cx="2102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C71F3FA8-572B-E252-1AE8-DB3980A421D8}"/>
                    </a:ext>
                  </a:extLst>
                </p14:cNvPr>
                <p14:cNvContentPartPr/>
                <p14:nvPr/>
              </p14:nvContentPartPr>
              <p14:xfrm>
                <a:off x="6618719" y="32684"/>
                <a:ext cx="171360" cy="1677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C71F3FA8-572B-E252-1AE8-DB3980A421D8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6601079" y="14684"/>
                  <a:ext cx="207000" cy="20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C5E005A-2BF7-651C-90D4-67C9561744F8}"/>
              </a:ext>
            </a:extLst>
          </p:cNvPr>
          <p:cNvGrpSpPr/>
          <p:nvPr/>
        </p:nvGrpSpPr>
        <p:grpSpPr>
          <a:xfrm>
            <a:off x="7039491" y="1114251"/>
            <a:ext cx="371160" cy="2608560"/>
            <a:chOff x="7039491" y="1114251"/>
            <a:chExt cx="371160" cy="260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11CD1A6-7EA7-5821-3EC3-FDB5E2FDF298}"/>
                    </a:ext>
                  </a:extLst>
                </p14:cNvPr>
                <p14:cNvContentPartPr/>
                <p14:nvPr/>
              </p14:nvContentPartPr>
              <p14:xfrm>
                <a:off x="7143891" y="1156371"/>
                <a:ext cx="53280" cy="25664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11CD1A6-7EA7-5821-3EC3-FDB5E2FDF298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7125891" y="1138371"/>
                  <a:ext cx="88920" cy="260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2B5D243-7963-A10D-5D83-9DEBB1E1AD7B}"/>
                    </a:ext>
                  </a:extLst>
                </p14:cNvPr>
                <p14:cNvContentPartPr/>
                <p14:nvPr/>
              </p14:nvContentPartPr>
              <p14:xfrm>
                <a:off x="7039491" y="1114251"/>
                <a:ext cx="371160" cy="2455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2B5D243-7963-A10D-5D83-9DEBB1E1AD7B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7021491" y="1096611"/>
                  <a:ext cx="406800" cy="28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B364112C-2EB7-1C08-0698-D468F5F6B581}"/>
              </a:ext>
            </a:extLst>
          </p:cNvPr>
          <p:cNvGrpSpPr/>
          <p:nvPr/>
        </p:nvGrpSpPr>
        <p:grpSpPr>
          <a:xfrm>
            <a:off x="5584011" y="2025411"/>
            <a:ext cx="1487160" cy="2238840"/>
            <a:chOff x="5584011" y="2025411"/>
            <a:chExt cx="1487160" cy="223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407D317-C857-CF95-B182-AEC44714A93F}"/>
                    </a:ext>
                  </a:extLst>
                </p14:cNvPr>
                <p14:cNvContentPartPr/>
                <p14:nvPr/>
              </p14:nvContentPartPr>
              <p14:xfrm>
                <a:off x="5584011" y="3193611"/>
                <a:ext cx="233280" cy="2541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407D317-C857-CF95-B182-AEC44714A93F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5566371" y="3175971"/>
                  <a:ext cx="26892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1BD6E7E-4B2D-6BD2-9C63-90E0BC430777}"/>
                    </a:ext>
                  </a:extLst>
                </p14:cNvPr>
                <p14:cNvContentPartPr/>
                <p14:nvPr/>
              </p14:nvContentPartPr>
              <p14:xfrm>
                <a:off x="5725851" y="3085251"/>
                <a:ext cx="194400" cy="1548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1BD6E7E-4B2D-6BD2-9C63-90E0BC430777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5707851" y="3067251"/>
                  <a:ext cx="2300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BFD81075-DCEB-60EC-875F-972CE25DDD32}"/>
                    </a:ext>
                  </a:extLst>
                </p14:cNvPr>
                <p14:cNvContentPartPr/>
                <p14:nvPr/>
              </p14:nvContentPartPr>
              <p14:xfrm>
                <a:off x="5655651" y="2844411"/>
                <a:ext cx="356400" cy="4305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BFD81075-DCEB-60EC-875F-972CE25DDD32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5638011" y="2826771"/>
                  <a:ext cx="392040" cy="4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2206E5B9-A193-77D7-97AC-EFD5856C70EE}"/>
                    </a:ext>
                  </a:extLst>
                </p14:cNvPr>
                <p14:cNvContentPartPr/>
                <p14:nvPr/>
              </p14:nvContentPartPr>
              <p14:xfrm>
                <a:off x="6070011" y="2526531"/>
                <a:ext cx="234360" cy="2541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2206E5B9-A193-77D7-97AC-EFD5856C70EE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6052011" y="2508891"/>
                  <a:ext cx="27000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B6225826-FC74-CDD3-7699-F89038A845FF}"/>
                    </a:ext>
                  </a:extLst>
                </p14:cNvPr>
                <p14:cNvContentPartPr/>
                <p14:nvPr/>
              </p14:nvContentPartPr>
              <p14:xfrm>
                <a:off x="6272331" y="2392251"/>
                <a:ext cx="150840" cy="1130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B6225826-FC74-CDD3-7699-F89038A845FF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6254331" y="2374611"/>
                  <a:ext cx="18648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28FDC556-10DA-67D9-12A3-29F82C0EE8D6}"/>
                    </a:ext>
                  </a:extLst>
                </p14:cNvPr>
                <p14:cNvContentPartPr/>
                <p14:nvPr/>
              </p14:nvContentPartPr>
              <p14:xfrm>
                <a:off x="6468531" y="2025411"/>
                <a:ext cx="304560" cy="3315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8FDC556-10DA-67D9-12A3-29F82C0EE8D6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6450531" y="2007411"/>
                  <a:ext cx="34020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BD6723F-72A2-D489-503A-4B21F96E131C}"/>
                    </a:ext>
                  </a:extLst>
                </p14:cNvPr>
                <p14:cNvContentPartPr/>
                <p14:nvPr/>
              </p14:nvContentPartPr>
              <p14:xfrm>
                <a:off x="6031131" y="3541371"/>
                <a:ext cx="168840" cy="1544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BD6723F-72A2-D489-503A-4B21F96E131C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6013131" y="3523371"/>
                  <a:ext cx="2044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8C5B2DA9-6932-5B49-1BF9-ABA6713DF20C}"/>
                    </a:ext>
                  </a:extLst>
                </p14:cNvPr>
                <p14:cNvContentPartPr/>
                <p14:nvPr/>
              </p14:nvContentPartPr>
              <p14:xfrm>
                <a:off x="6199611" y="3516531"/>
                <a:ext cx="73440" cy="921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8C5B2DA9-6932-5B49-1BF9-ABA6713DF20C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6181611" y="3498531"/>
                  <a:ext cx="1090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767643C4-04EB-0F8E-40B2-E2DB508DEAAE}"/>
                    </a:ext>
                  </a:extLst>
                </p14:cNvPr>
                <p14:cNvContentPartPr/>
                <p14:nvPr/>
              </p14:nvContentPartPr>
              <p14:xfrm>
                <a:off x="6170451" y="3376131"/>
                <a:ext cx="26640" cy="212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767643C4-04EB-0F8E-40B2-E2DB508DEAAE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6152811" y="3358131"/>
                  <a:ext cx="622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3D2067A-DCD3-3EBE-1AD4-DD8A466C3B0E}"/>
                    </a:ext>
                  </a:extLst>
                </p14:cNvPr>
                <p14:cNvContentPartPr/>
                <p14:nvPr/>
              </p14:nvContentPartPr>
              <p14:xfrm>
                <a:off x="6297531" y="3312051"/>
                <a:ext cx="115920" cy="1843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3D2067A-DCD3-3EBE-1AD4-DD8A466C3B0E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279531" y="3294051"/>
                  <a:ext cx="1515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3D005E23-7C56-382B-E555-99F18822E7A0}"/>
                    </a:ext>
                  </a:extLst>
                </p14:cNvPr>
                <p14:cNvContentPartPr/>
                <p14:nvPr/>
              </p14:nvContentPartPr>
              <p14:xfrm>
                <a:off x="6377451" y="3090291"/>
                <a:ext cx="185400" cy="1904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3D005E23-7C56-382B-E555-99F18822E7A0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6359451" y="3072651"/>
                  <a:ext cx="2210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50974B8D-3C0B-6186-8E8D-F7E20FC6FA9A}"/>
                    </a:ext>
                  </a:extLst>
                </p14:cNvPr>
                <p14:cNvContentPartPr/>
                <p14:nvPr/>
              </p14:nvContentPartPr>
              <p14:xfrm>
                <a:off x="6519651" y="2985891"/>
                <a:ext cx="173160" cy="1616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50974B8D-3C0B-6186-8E8D-F7E20FC6FA9A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6502011" y="2968251"/>
                  <a:ext cx="2088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0FAC7DCE-566D-63E5-475A-E3235EF7AA62}"/>
                    </a:ext>
                  </a:extLst>
                </p14:cNvPr>
                <p14:cNvContentPartPr/>
                <p14:nvPr/>
              </p14:nvContentPartPr>
              <p14:xfrm>
                <a:off x="6564291" y="2933691"/>
                <a:ext cx="78840" cy="1227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0FAC7DCE-566D-63E5-475A-E3235EF7AA62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6546291" y="2916051"/>
                  <a:ext cx="1144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80803D4C-4185-5F91-4843-7D18C24FB908}"/>
                    </a:ext>
                  </a:extLst>
                </p14:cNvPr>
                <p14:cNvContentPartPr/>
                <p14:nvPr/>
              </p14:nvContentPartPr>
              <p14:xfrm>
                <a:off x="6388611" y="3792291"/>
                <a:ext cx="191160" cy="1670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80803D4C-4185-5F91-4843-7D18C24FB908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6370611" y="3774291"/>
                  <a:ext cx="2268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FE86638-C2DC-93F3-ADB1-C49914F91F8C}"/>
                    </a:ext>
                  </a:extLst>
                </p14:cNvPr>
                <p14:cNvContentPartPr/>
                <p14:nvPr/>
              </p14:nvContentPartPr>
              <p14:xfrm>
                <a:off x="6527931" y="3678891"/>
                <a:ext cx="126720" cy="1360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FE86638-C2DC-93F3-ADB1-C49914F91F8C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6510291" y="3660891"/>
                  <a:ext cx="1623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8DAD6146-2E51-224F-1962-F11927806F00}"/>
                    </a:ext>
                  </a:extLst>
                </p14:cNvPr>
                <p14:cNvContentPartPr/>
                <p14:nvPr/>
              </p14:nvContentPartPr>
              <p14:xfrm>
                <a:off x="6581571" y="3525531"/>
                <a:ext cx="156960" cy="1591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8DAD6146-2E51-224F-1962-F11927806F00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563571" y="3507531"/>
                  <a:ext cx="1926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7083D2AB-FD4D-8911-D0EA-47C8F35E6FA9}"/>
                    </a:ext>
                  </a:extLst>
                </p14:cNvPr>
                <p14:cNvContentPartPr/>
                <p14:nvPr/>
              </p14:nvContentPartPr>
              <p14:xfrm>
                <a:off x="6628011" y="3447411"/>
                <a:ext cx="200520" cy="1526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7083D2AB-FD4D-8911-D0EA-47C8F35E6FA9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610371" y="3429411"/>
                  <a:ext cx="2361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F8A41025-3CBC-1C68-C3A2-98700A985E0E}"/>
                    </a:ext>
                  </a:extLst>
                </p14:cNvPr>
                <p14:cNvContentPartPr/>
                <p14:nvPr/>
              </p14:nvContentPartPr>
              <p14:xfrm>
                <a:off x="6611811" y="4029531"/>
                <a:ext cx="226440" cy="2347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F8A41025-3CBC-1C68-C3A2-98700A985E0E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594171" y="4011531"/>
                  <a:ext cx="26208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75523DB0-C3A4-64C6-935B-3CCCE79CDF24}"/>
                    </a:ext>
                  </a:extLst>
                </p14:cNvPr>
                <p14:cNvContentPartPr/>
                <p14:nvPr/>
              </p14:nvContentPartPr>
              <p14:xfrm>
                <a:off x="6890811" y="3942051"/>
                <a:ext cx="99000" cy="1335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75523DB0-C3A4-64C6-935B-3CCCE79CDF24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872811" y="3924411"/>
                  <a:ext cx="1346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40B68C74-3D29-D414-8093-CF1C95896AC1}"/>
                    </a:ext>
                  </a:extLst>
                </p14:cNvPr>
                <p14:cNvContentPartPr/>
                <p14:nvPr/>
              </p14:nvContentPartPr>
              <p14:xfrm>
                <a:off x="7052811" y="3924051"/>
                <a:ext cx="18360" cy="255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40B68C74-3D29-D414-8093-CF1C95896AC1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7034811" y="3906051"/>
                  <a:ext cx="54000" cy="6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268707F9-7ECD-76D2-0AC2-EEF996AF0806}"/>
              </a:ext>
            </a:extLst>
          </p:cNvPr>
          <p:cNvGrpSpPr/>
          <p:nvPr/>
        </p:nvGrpSpPr>
        <p:grpSpPr>
          <a:xfrm>
            <a:off x="9417651" y="4177131"/>
            <a:ext cx="302760" cy="150840"/>
            <a:chOff x="9417651" y="4177131"/>
            <a:chExt cx="302760" cy="15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078D667E-A54A-3E11-6731-723C39605F12}"/>
                    </a:ext>
                  </a:extLst>
                </p14:cNvPr>
                <p14:cNvContentPartPr/>
                <p14:nvPr/>
              </p14:nvContentPartPr>
              <p14:xfrm>
                <a:off x="9417651" y="4254171"/>
                <a:ext cx="298080" cy="169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078D667E-A54A-3E11-6731-723C39605F12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9399651" y="4236171"/>
                  <a:ext cx="3337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A25459ED-D8EE-9178-D6FF-DAEE34B3FD23}"/>
                    </a:ext>
                  </a:extLst>
                </p14:cNvPr>
                <p14:cNvContentPartPr/>
                <p14:nvPr/>
              </p14:nvContentPartPr>
              <p14:xfrm>
                <a:off x="9621051" y="4177131"/>
                <a:ext cx="99360" cy="1508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A25459ED-D8EE-9178-D6FF-DAEE34B3FD23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9603411" y="4159491"/>
                  <a:ext cx="135000" cy="18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150DCD97-176B-3EC7-1925-046EEE94B432}"/>
              </a:ext>
            </a:extLst>
          </p:cNvPr>
          <p:cNvGrpSpPr/>
          <p:nvPr/>
        </p:nvGrpSpPr>
        <p:grpSpPr>
          <a:xfrm>
            <a:off x="7846611" y="5153091"/>
            <a:ext cx="972000" cy="455040"/>
            <a:chOff x="7846611" y="5153091"/>
            <a:chExt cx="972000" cy="45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621BCF00-C80C-D42A-363B-980A22E5DA07}"/>
                    </a:ext>
                  </a:extLst>
                </p14:cNvPr>
                <p14:cNvContentPartPr/>
                <p14:nvPr/>
              </p14:nvContentPartPr>
              <p14:xfrm>
                <a:off x="7867491" y="5188731"/>
                <a:ext cx="49320" cy="4194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621BCF00-C80C-D42A-363B-980A22E5DA07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7849491" y="5170731"/>
                  <a:ext cx="8496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8C628908-2D21-639D-EF04-FE0302F8F29D}"/>
                    </a:ext>
                  </a:extLst>
                </p14:cNvPr>
                <p14:cNvContentPartPr/>
                <p14:nvPr/>
              </p14:nvContentPartPr>
              <p14:xfrm>
                <a:off x="7846611" y="5169291"/>
                <a:ext cx="249840" cy="2656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8C628908-2D21-639D-EF04-FE0302F8F29D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7828971" y="5151651"/>
                  <a:ext cx="28548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F2B73741-C17F-2033-E948-F19FADF1DDD1}"/>
                    </a:ext>
                  </a:extLst>
                </p14:cNvPr>
                <p14:cNvContentPartPr/>
                <p14:nvPr/>
              </p14:nvContentPartPr>
              <p14:xfrm>
                <a:off x="8147931" y="5249211"/>
                <a:ext cx="136800" cy="2268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F2B73741-C17F-2033-E948-F19FADF1DDD1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8129931" y="5231211"/>
                  <a:ext cx="17244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5053A65-562C-D077-C706-D3AAC3076588}"/>
                    </a:ext>
                  </a:extLst>
                </p14:cNvPr>
                <p14:cNvContentPartPr/>
                <p14:nvPr/>
              </p14:nvContentPartPr>
              <p14:xfrm>
                <a:off x="8422971" y="5153091"/>
                <a:ext cx="105480" cy="3538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5053A65-562C-D077-C706-D3AAC3076588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8405331" y="5135091"/>
                  <a:ext cx="14112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20756BA5-107B-883A-A787-B46C341F51C7}"/>
                    </a:ext>
                  </a:extLst>
                </p14:cNvPr>
                <p14:cNvContentPartPr/>
                <p14:nvPr/>
              </p14:nvContentPartPr>
              <p14:xfrm>
                <a:off x="8685051" y="5278371"/>
                <a:ext cx="133560" cy="370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20756BA5-107B-883A-A787-B46C341F51C7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8667411" y="5260371"/>
                  <a:ext cx="169200" cy="7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43D25581-EFB6-5C66-4ECF-DED34B2D194C}"/>
              </a:ext>
            </a:extLst>
          </p:cNvPr>
          <p:cNvGrpSpPr/>
          <p:nvPr/>
        </p:nvGrpSpPr>
        <p:grpSpPr>
          <a:xfrm>
            <a:off x="9092931" y="5102691"/>
            <a:ext cx="617040" cy="327240"/>
            <a:chOff x="9092931" y="5102691"/>
            <a:chExt cx="617040" cy="32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A00466F4-EF8A-552E-F198-E0FB41FDCF3E}"/>
                    </a:ext>
                  </a:extLst>
                </p14:cNvPr>
                <p14:cNvContentPartPr/>
                <p14:nvPr/>
              </p14:nvContentPartPr>
              <p14:xfrm>
                <a:off x="9092931" y="5102691"/>
                <a:ext cx="137520" cy="3254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A00466F4-EF8A-552E-F198-E0FB41FDCF3E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9074931" y="5084691"/>
                  <a:ext cx="17316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1CFDC0D4-64D5-D3CB-6259-E67EC313C073}"/>
                    </a:ext>
                  </a:extLst>
                </p14:cNvPr>
                <p14:cNvContentPartPr/>
                <p14:nvPr/>
              </p14:nvContentPartPr>
              <p14:xfrm>
                <a:off x="9307851" y="5118531"/>
                <a:ext cx="145080" cy="2919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1CFDC0D4-64D5-D3CB-6259-E67EC313C073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9290211" y="5100891"/>
                  <a:ext cx="18072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8D56ECA5-BDF6-CD11-F1DC-0FDE3B5CD483}"/>
                    </a:ext>
                  </a:extLst>
                </p14:cNvPr>
                <p14:cNvContentPartPr/>
                <p14:nvPr/>
              </p14:nvContentPartPr>
              <p14:xfrm>
                <a:off x="9577131" y="5127531"/>
                <a:ext cx="132840" cy="3024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8D56ECA5-BDF6-CD11-F1DC-0FDE3B5CD483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9559491" y="5109891"/>
                  <a:ext cx="168480" cy="33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79323A95-0DD7-F509-F214-F1746296A020}"/>
              </a:ext>
            </a:extLst>
          </p:cNvPr>
          <p:cNvGrpSpPr/>
          <p:nvPr/>
        </p:nvGrpSpPr>
        <p:grpSpPr>
          <a:xfrm>
            <a:off x="9927771" y="5189451"/>
            <a:ext cx="563040" cy="158400"/>
            <a:chOff x="9927771" y="5189451"/>
            <a:chExt cx="563040" cy="15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12ADA9E5-627C-BB81-E5A6-43C89AF53E42}"/>
                    </a:ext>
                  </a:extLst>
                </p14:cNvPr>
                <p14:cNvContentPartPr/>
                <p14:nvPr/>
              </p14:nvContentPartPr>
              <p14:xfrm>
                <a:off x="9927771" y="5212851"/>
                <a:ext cx="138600" cy="1350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12ADA9E5-627C-BB81-E5A6-43C89AF53E42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9909771" y="5195211"/>
                  <a:ext cx="1742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ED89770B-6337-25D6-D191-BAE36EFE06FF}"/>
                    </a:ext>
                  </a:extLst>
                </p14:cNvPr>
                <p14:cNvContentPartPr/>
                <p14:nvPr/>
              </p14:nvContentPartPr>
              <p14:xfrm>
                <a:off x="10195971" y="5189451"/>
                <a:ext cx="294840" cy="1288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ED89770B-6337-25D6-D191-BAE36EFE06FF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0177971" y="5171451"/>
                  <a:ext cx="330480" cy="16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D023D30F-B7F2-8DDB-1CBF-B8E444E90E30}"/>
              </a:ext>
            </a:extLst>
          </p:cNvPr>
          <p:cNvGrpSpPr/>
          <p:nvPr/>
        </p:nvGrpSpPr>
        <p:grpSpPr>
          <a:xfrm>
            <a:off x="8008251" y="5815491"/>
            <a:ext cx="1842480" cy="418680"/>
            <a:chOff x="8008251" y="5815491"/>
            <a:chExt cx="1842480" cy="41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794FADF8-0917-26E6-7355-8D0AD63B5A83}"/>
                    </a:ext>
                  </a:extLst>
                </p14:cNvPr>
                <p14:cNvContentPartPr/>
                <p14:nvPr/>
              </p14:nvContentPartPr>
              <p14:xfrm>
                <a:off x="8008251" y="5931051"/>
                <a:ext cx="38520" cy="30312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794FADF8-0917-26E6-7355-8D0AD63B5A83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7990611" y="5913411"/>
                  <a:ext cx="7416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3C5E38B-B0E6-4EAB-D32A-09858FF34D04}"/>
                    </a:ext>
                  </a:extLst>
                </p14:cNvPr>
                <p14:cNvContentPartPr/>
                <p14:nvPr/>
              </p14:nvContentPartPr>
              <p14:xfrm>
                <a:off x="8027691" y="5951931"/>
                <a:ext cx="181440" cy="1890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3C5E38B-B0E6-4EAB-D32A-09858FF34D04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8010051" y="5933931"/>
                  <a:ext cx="2170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CE28EB53-1F45-24D3-5C12-D0B6F69B1F86}"/>
                    </a:ext>
                  </a:extLst>
                </p14:cNvPr>
                <p14:cNvContentPartPr/>
                <p14:nvPr/>
              </p14:nvContentPartPr>
              <p14:xfrm>
                <a:off x="8308491" y="5910891"/>
                <a:ext cx="68400" cy="25344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CE28EB53-1F45-24D3-5C12-D0B6F69B1F86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8290491" y="5893251"/>
                  <a:ext cx="10404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64283CEA-271D-1471-4E16-7F94516EF408}"/>
                    </a:ext>
                  </a:extLst>
                </p14:cNvPr>
                <p14:cNvContentPartPr/>
                <p14:nvPr/>
              </p14:nvContentPartPr>
              <p14:xfrm>
                <a:off x="8460771" y="5902611"/>
                <a:ext cx="59040" cy="2077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64283CEA-271D-1471-4E16-7F94516EF408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8443131" y="5884971"/>
                  <a:ext cx="9468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D126A26C-F59C-FDD7-DE0E-F78642CF066B}"/>
                    </a:ext>
                  </a:extLst>
                </p14:cNvPr>
                <p14:cNvContentPartPr/>
                <p14:nvPr/>
              </p14:nvContentPartPr>
              <p14:xfrm>
                <a:off x="8451411" y="5841771"/>
                <a:ext cx="233280" cy="22752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D126A26C-F59C-FDD7-DE0E-F78642CF066B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8433771" y="5823771"/>
                  <a:ext cx="26892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486AFB86-34E3-1831-5692-E66A94B89776}"/>
                    </a:ext>
                  </a:extLst>
                </p14:cNvPr>
                <p14:cNvContentPartPr/>
                <p14:nvPr/>
              </p14:nvContentPartPr>
              <p14:xfrm>
                <a:off x="8839851" y="5975691"/>
                <a:ext cx="161640" cy="1692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486AFB86-34E3-1831-5692-E66A94B89776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8822211" y="5957691"/>
                  <a:ext cx="1972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F1EEF83D-C948-BECF-72B0-38FD37CEFB64}"/>
                    </a:ext>
                  </a:extLst>
                </p14:cNvPr>
                <p14:cNvContentPartPr/>
                <p14:nvPr/>
              </p14:nvContentPartPr>
              <p14:xfrm>
                <a:off x="9191571" y="5815491"/>
                <a:ext cx="207360" cy="3164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F1EEF83D-C948-BECF-72B0-38FD37CEFB64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9173571" y="5797491"/>
                  <a:ext cx="24300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0BAF340F-84B0-E554-B45C-79667D19D71C}"/>
                    </a:ext>
                  </a:extLst>
                </p14:cNvPr>
                <p14:cNvContentPartPr/>
                <p14:nvPr/>
              </p14:nvContentPartPr>
              <p14:xfrm>
                <a:off x="9470211" y="5842131"/>
                <a:ext cx="192600" cy="20916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0BAF340F-84B0-E554-B45C-79667D19D71C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9452211" y="5824131"/>
                  <a:ext cx="22824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7E54615D-8201-EC42-4B5C-3BD1977C7D88}"/>
                    </a:ext>
                  </a:extLst>
                </p14:cNvPr>
                <p14:cNvContentPartPr/>
                <p14:nvPr/>
              </p14:nvContentPartPr>
              <p14:xfrm>
                <a:off x="9605571" y="5878491"/>
                <a:ext cx="30960" cy="2678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7E54615D-8201-EC42-4B5C-3BD1977C7D88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9587571" y="5860851"/>
                  <a:ext cx="6660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8A82CCA9-8A98-16D6-38EF-B96D65D08C64}"/>
                    </a:ext>
                  </a:extLst>
                </p14:cNvPr>
                <p14:cNvContentPartPr/>
                <p14:nvPr/>
              </p14:nvContentPartPr>
              <p14:xfrm>
                <a:off x="9727611" y="5894691"/>
                <a:ext cx="123120" cy="18972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8A82CCA9-8A98-16D6-38EF-B96D65D08C64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9709611" y="5876691"/>
                  <a:ext cx="158760" cy="22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F23CF24C-A5E0-8D0B-16E6-7909F78809D0}"/>
              </a:ext>
            </a:extLst>
          </p:cNvPr>
          <p:cNvGrpSpPr/>
          <p:nvPr/>
        </p:nvGrpSpPr>
        <p:grpSpPr>
          <a:xfrm>
            <a:off x="10058811" y="5876691"/>
            <a:ext cx="576360" cy="158040"/>
            <a:chOff x="10058811" y="5876691"/>
            <a:chExt cx="576360" cy="15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FA0C3500-8131-0898-7C89-1D4D8656B122}"/>
                    </a:ext>
                  </a:extLst>
                </p14:cNvPr>
                <p14:cNvContentPartPr/>
                <p14:nvPr/>
              </p14:nvContentPartPr>
              <p14:xfrm>
                <a:off x="10058811" y="5907291"/>
                <a:ext cx="164160" cy="11556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FA0C3500-8131-0898-7C89-1D4D8656B122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0041171" y="5889651"/>
                  <a:ext cx="1998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8FE36112-4B97-3AD5-DE97-280D7F58FB92}"/>
                    </a:ext>
                  </a:extLst>
                </p14:cNvPr>
                <p14:cNvContentPartPr/>
                <p14:nvPr/>
              </p14:nvContentPartPr>
              <p14:xfrm>
                <a:off x="10285251" y="5876691"/>
                <a:ext cx="349920" cy="1580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8FE36112-4B97-3AD5-DE97-280D7F58FB92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0267251" y="5859051"/>
                  <a:ext cx="385560" cy="193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5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800D9A8B-BDE1-3549-1880-44DD7FE872C7}"/>
                  </a:ext>
                </a:extLst>
              </p14:cNvPr>
              <p14:cNvContentPartPr/>
              <p14:nvPr/>
            </p14:nvContentPartPr>
            <p14:xfrm>
              <a:off x="7822491" y="1147731"/>
              <a:ext cx="92160" cy="2527560"/>
            </p14:xfrm>
          </p:contentPart>
        </mc:Choice>
        <mc:Fallback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800D9A8B-BDE1-3549-1880-44DD7FE872C7}"/>
                  </a:ext>
                </a:extLst>
              </p:cNvPr>
              <p:cNvPicPr/>
              <p:nvPr/>
            </p:nvPicPr>
            <p:blipFill>
              <a:blip r:embed="rId296"/>
              <a:stretch>
                <a:fillRect/>
              </a:stretch>
            </p:blipFill>
            <p:spPr>
              <a:xfrm>
                <a:off x="7804491" y="1129731"/>
                <a:ext cx="127800" cy="2563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1" name="Group 200">
            <a:extLst>
              <a:ext uri="{FF2B5EF4-FFF2-40B4-BE49-F238E27FC236}">
                <a16:creationId xmlns:a16="http://schemas.microsoft.com/office/drawing/2014/main" id="{FAFBA7AC-BA6F-F7D7-4519-EB76701CC3C6}"/>
              </a:ext>
            </a:extLst>
          </p:cNvPr>
          <p:cNvGrpSpPr/>
          <p:nvPr/>
        </p:nvGrpSpPr>
        <p:grpSpPr>
          <a:xfrm>
            <a:off x="7855251" y="1128291"/>
            <a:ext cx="2005560" cy="1773000"/>
            <a:chOff x="7855251" y="1128291"/>
            <a:chExt cx="2005560" cy="177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8DB2C2BF-6554-E8C3-26A1-328645F8429A}"/>
                    </a:ext>
                  </a:extLst>
                </p14:cNvPr>
                <p14:cNvContentPartPr/>
                <p14:nvPr/>
              </p14:nvContentPartPr>
              <p14:xfrm>
                <a:off x="7863171" y="2529411"/>
                <a:ext cx="33120" cy="6588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8DB2C2BF-6554-E8C3-26A1-328645F8429A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7845171" y="2511771"/>
                  <a:ext cx="687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45BC164C-3B43-2DC9-5703-E1E3A129CC61}"/>
                    </a:ext>
                  </a:extLst>
                </p14:cNvPr>
                <p14:cNvContentPartPr/>
                <p14:nvPr/>
              </p14:nvContentPartPr>
              <p14:xfrm>
                <a:off x="7871091" y="1679091"/>
                <a:ext cx="673920" cy="87660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45BC164C-3B43-2DC9-5703-E1E3A129CC61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7853451" y="1661091"/>
                  <a:ext cx="709560" cy="91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AE99DE47-BECB-D25A-D9DD-4386A4370A8A}"/>
                    </a:ext>
                  </a:extLst>
                </p14:cNvPr>
                <p14:cNvContentPartPr/>
                <p14:nvPr/>
              </p14:nvContentPartPr>
              <p14:xfrm>
                <a:off x="7855251" y="2391171"/>
                <a:ext cx="131760" cy="1465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AE99DE47-BECB-D25A-D9DD-4386A4370A8A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7837611" y="2373171"/>
                  <a:ext cx="1674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7488FC2-9D57-5E9E-527B-4381D24BC21E}"/>
                    </a:ext>
                  </a:extLst>
                </p14:cNvPr>
                <p14:cNvContentPartPr/>
                <p14:nvPr/>
              </p14:nvContentPartPr>
              <p14:xfrm>
                <a:off x="8537811" y="1437171"/>
                <a:ext cx="128160" cy="15624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7488FC2-9D57-5E9E-527B-4381D24BC21E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8519811" y="1419531"/>
                  <a:ext cx="1638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622499FC-E6E6-F345-BC54-ECB211D045E6}"/>
                    </a:ext>
                  </a:extLst>
                </p14:cNvPr>
                <p14:cNvContentPartPr/>
                <p14:nvPr/>
              </p14:nvContentPartPr>
              <p14:xfrm>
                <a:off x="8665971" y="1338531"/>
                <a:ext cx="176760" cy="3312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622499FC-E6E6-F345-BC54-ECB211D045E6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8647971" y="1320891"/>
                  <a:ext cx="21240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FDA65583-1CA4-E4E7-BA1A-500342DDCE37}"/>
                    </a:ext>
                  </a:extLst>
                </p14:cNvPr>
                <p14:cNvContentPartPr/>
                <p14:nvPr/>
              </p14:nvContentPartPr>
              <p14:xfrm>
                <a:off x="8766411" y="1243491"/>
                <a:ext cx="28440" cy="17748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FDA65583-1CA4-E4E7-BA1A-500342DDCE37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8748411" y="1225851"/>
                  <a:ext cx="640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9B0D8B3E-48F5-70F8-DF62-B3D1D951A893}"/>
                    </a:ext>
                  </a:extLst>
                </p14:cNvPr>
                <p14:cNvContentPartPr/>
                <p14:nvPr/>
              </p14:nvContentPartPr>
              <p14:xfrm>
                <a:off x="8840571" y="1128291"/>
                <a:ext cx="147960" cy="28692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9B0D8B3E-48F5-70F8-DF62-B3D1D951A893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8822571" y="1110651"/>
                  <a:ext cx="18360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1C63DA61-1D4D-3C61-C3D6-9064D0D2F4DE}"/>
                    </a:ext>
                  </a:extLst>
                </p14:cNvPr>
                <p14:cNvContentPartPr/>
                <p14:nvPr/>
              </p14:nvContentPartPr>
              <p14:xfrm>
                <a:off x="7910331" y="1905891"/>
                <a:ext cx="1146960" cy="9954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1C63DA61-1D4D-3C61-C3D6-9064D0D2F4DE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7892691" y="1887891"/>
                  <a:ext cx="1182600" cy="10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27652A62-241E-1A02-076B-694C54A8BB44}"/>
                    </a:ext>
                  </a:extLst>
                </p14:cNvPr>
                <p14:cNvContentPartPr/>
                <p14:nvPr/>
              </p14:nvContentPartPr>
              <p14:xfrm>
                <a:off x="7955691" y="2755131"/>
                <a:ext cx="86760" cy="14508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27652A62-241E-1A02-076B-694C54A8BB44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7937691" y="2737491"/>
                  <a:ext cx="1224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38DB1FCD-F1C7-6795-E930-3673CC629FC9}"/>
                    </a:ext>
                  </a:extLst>
                </p14:cNvPr>
                <p14:cNvContentPartPr/>
                <p14:nvPr/>
              </p14:nvContentPartPr>
              <p14:xfrm>
                <a:off x="9124971" y="1634091"/>
                <a:ext cx="132840" cy="24372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38DB1FCD-F1C7-6795-E930-3673CC629FC9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9107331" y="1616091"/>
                  <a:ext cx="16848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604B7B59-9726-F75E-11E4-640D8A84ADF2}"/>
                    </a:ext>
                  </a:extLst>
                </p14:cNvPr>
                <p14:cNvContentPartPr/>
                <p14:nvPr/>
              </p14:nvContentPartPr>
              <p14:xfrm>
                <a:off x="9285891" y="1619691"/>
                <a:ext cx="138600" cy="12636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604B7B59-9726-F75E-11E4-640D8A84ADF2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9268251" y="1601691"/>
                  <a:ext cx="1742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5FF78381-6677-44F8-D247-CFCFF54B492E}"/>
                    </a:ext>
                  </a:extLst>
                </p14:cNvPr>
                <p14:cNvContentPartPr/>
                <p14:nvPr/>
              </p14:nvContentPartPr>
              <p14:xfrm>
                <a:off x="9436371" y="1493331"/>
                <a:ext cx="125280" cy="10836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5FF78381-6677-44F8-D247-CFCFF54B492E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9418731" y="1475691"/>
                  <a:ext cx="1609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383F1FF3-03D9-641A-C100-D6A7C8290FFC}"/>
                    </a:ext>
                  </a:extLst>
                </p14:cNvPr>
                <p14:cNvContentPartPr/>
                <p14:nvPr/>
              </p14:nvContentPartPr>
              <p14:xfrm>
                <a:off x="9525291" y="1422411"/>
                <a:ext cx="155520" cy="1584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383F1FF3-03D9-641A-C100-D6A7C8290FFC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9507651" y="1404771"/>
                  <a:ext cx="1911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47610DCF-619F-6C3D-AFB5-97151B8B2C14}"/>
                    </a:ext>
                  </a:extLst>
                </p14:cNvPr>
                <p14:cNvContentPartPr/>
                <p14:nvPr/>
              </p14:nvContentPartPr>
              <p14:xfrm>
                <a:off x="9586131" y="1347891"/>
                <a:ext cx="51840" cy="20952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47610DCF-619F-6C3D-AFB5-97151B8B2C14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9568131" y="1330251"/>
                  <a:ext cx="874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10180749-0AFE-833E-0BFF-434F2BDD1CE2}"/>
                    </a:ext>
                  </a:extLst>
                </p14:cNvPr>
                <p14:cNvContentPartPr/>
                <p14:nvPr/>
              </p14:nvContentPartPr>
              <p14:xfrm>
                <a:off x="9686931" y="1208931"/>
                <a:ext cx="173880" cy="3693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10180749-0AFE-833E-0BFF-434F2BDD1CE2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9669291" y="1191291"/>
                  <a:ext cx="209520" cy="40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7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274E3AE7-0964-22E9-134F-EB1FA3EF6ADE}"/>
                  </a:ext>
                </a:extLst>
              </p14:cNvPr>
              <p14:cNvContentPartPr/>
              <p14:nvPr/>
            </p14:nvContentPartPr>
            <p14:xfrm>
              <a:off x="10110651" y="925251"/>
              <a:ext cx="151560" cy="2751840"/>
            </p14:xfrm>
          </p:contentPart>
        </mc:Choice>
        <mc:Fallback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274E3AE7-0964-22E9-134F-EB1FA3EF6ADE}"/>
                  </a:ext>
                </a:extLst>
              </p:cNvPr>
              <p:cNvPicPr/>
              <p:nvPr/>
            </p:nvPicPr>
            <p:blipFill>
              <a:blip r:embed="rId328"/>
              <a:stretch>
                <a:fillRect/>
              </a:stretch>
            </p:blipFill>
            <p:spPr>
              <a:xfrm>
                <a:off x="10092651" y="907251"/>
                <a:ext cx="187200" cy="2787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9" name="Group 218">
            <a:extLst>
              <a:ext uri="{FF2B5EF4-FFF2-40B4-BE49-F238E27FC236}">
                <a16:creationId xmlns:a16="http://schemas.microsoft.com/office/drawing/2014/main" id="{D378B7EF-6379-E4D8-F7CE-9DF219259CD9}"/>
              </a:ext>
            </a:extLst>
          </p:cNvPr>
          <p:cNvGrpSpPr/>
          <p:nvPr/>
        </p:nvGrpSpPr>
        <p:grpSpPr>
          <a:xfrm>
            <a:off x="10213611" y="1163931"/>
            <a:ext cx="1803960" cy="1545480"/>
            <a:chOff x="10213611" y="1163931"/>
            <a:chExt cx="1803960" cy="154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C13F6EC0-4389-2FDC-E24A-F122825C7114}"/>
                    </a:ext>
                  </a:extLst>
                </p14:cNvPr>
                <p14:cNvContentPartPr/>
                <p14:nvPr/>
              </p14:nvContentPartPr>
              <p14:xfrm>
                <a:off x="10255371" y="1630131"/>
                <a:ext cx="786240" cy="80388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C13F6EC0-4389-2FDC-E24A-F122825C7114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10237371" y="1612491"/>
                  <a:ext cx="821880" cy="83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D86CCFED-E389-53B2-C1E3-BFCDB1E0B0C9}"/>
                    </a:ext>
                  </a:extLst>
                </p14:cNvPr>
                <p14:cNvContentPartPr/>
                <p14:nvPr/>
              </p14:nvContentPartPr>
              <p14:xfrm>
                <a:off x="10213611" y="2329611"/>
                <a:ext cx="144000" cy="9468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D86CCFED-E389-53B2-C1E3-BFCDB1E0B0C9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10195971" y="2311971"/>
                  <a:ext cx="1796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35B7870F-658B-F8AA-1D5B-674B6ED45082}"/>
                    </a:ext>
                  </a:extLst>
                </p14:cNvPr>
                <p14:cNvContentPartPr/>
                <p14:nvPr/>
              </p14:nvContentPartPr>
              <p14:xfrm>
                <a:off x="11127291" y="1374891"/>
                <a:ext cx="150480" cy="17064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35B7870F-658B-F8AA-1D5B-674B6ED45082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11109651" y="1357251"/>
                  <a:ext cx="1861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5FF8BA0E-B67D-D0D8-DDC0-D8241E57CE49}"/>
                    </a:ext>
                  </a:extLst>
                </p14:cNvPr>
                <p14:cNvContentPartPr/>
                <p14:nvPr/>
              </p14:nvContentPartPr>
              <p14:xfrm>
                <a:off x="11293251" y="1301091"/>
                <a:ext cx="150840" cy="3744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5FF8BA0E-B67D-D0D8-DDC0-D8241E57CE49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11275611" y="1283091"/>
                  <a:ext cx="1864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606E5624-93B8-FAA2-BC7B-E6827AFC942F}"/>
                    </a:ext>
                  </a:extLst>
                </p14:cNvPr>
                <p14:cNvContentPartPr/>
                <p14:nvPr/>
              </p14:nvContentPartPr>
              <p14:xfrm>
                <a:off x="11362731" y="1265091"/>
                <a:ext cx="36360" cy="16092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606E5624-93B8-FAA2-BC7B-E6827AFC942F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1344731" y="1247091"/>
                  <a:ext cx="720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A5D017EF-3C14-D630-2089-A6C912D05043}"/>
                    </a:ext>
                  </a:extLst>
                </p14:cNvPr>
                <p14:cNvContentPartPr/>
                <p14:nvPr/>
              </p14:nvContentPartPr>
              <p14:xfrm>
                <a:off x="11445891" y="1163931"/>
                <a:ext cx="106200" cy="29808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A5D017EF-3C14-D630-2089-A6C912D05043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11427891" y="1145931"/>
                  <a:ext cx="14184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0700B203-9EAB-88CB-606E-1503A8AD56AA}"/>
                    </a:ext>
                  </a:extLst>
                </p14:cNvPr>
                <p14:cNvContentPartPr/>
                <p14:nvPr/>
              </p14:nvContentPartPr>
              <p14:xfrm>
                <a:off x="10276251" y="2476131"/>
                <a:ext cx="830880" cy="19224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0700B203-9EAB-88CB-606E-1503A8AD56AA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0258611" y="2458131"/>
                  <a:ext cx="8665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FD8BC763-4ED7-B04A-A729-44DEED5B1E66}"/>
                    </a:ext>
                  </a:extLst>
                </p14:cNvPr>
                <p14:cNvContentPartPr/>
                <p14:nvPr/>
              </p14:nvContentPartPr>
              <p14:xfrm>
                <a:off x="10301451" y="2567211"/>
                <a:ext cx="136440" cy="14220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FD8BC763-4ED7-B04A-A729-44DEED5B1E66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0283811" y="2549211"/>
                  <a:ext cx="17208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8FE4C1D8-91C3-BECF-D676-D36D833EC37E}"/>
                    </a:ext>
                  </a:extLst>
                </p14:cNvPr>
                <p14:cNvContentPartPr/>
                <p14:nvPr/>
              </p14:nvContentPartPr>
              <p14:xfrm>
                <a:off x="11260131" y="2292531"/>
                <a:ext cx="166320" cy="24552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8FE4C1D8-91C3-BECF-D676-D36D833EC37E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1242491" y="2274531"/>
                  <a:ext cx="20196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7C9CB7BF-416A-B8B5-48B9-05E7E5EDE89A}"/>
                    </a:ext>
                  </a:extLst>
                </p14:cNvPr>
                <p14:cNvContentPartPr/>
                <p14:nvPr/>
              </p14:nvContentPartPr>
              <p14:xfrm>
                <a:off x="11470731" y="2329611"/>
                <a:ext cx="83520" cy="1227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7C9CB7BF-416A-B8B5-48B9-05E7E5EDE89A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11452731" y="2311611"/>
                  <a:ext cx="1191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2EF5B958-9C16-F7DF-1C9C-80673EC90024}"/>
                    </a:ext>
                  </a:extLst>
                </p14:cNvPr>
                <p14:cNvContentPartPr/>
                <p14:nvPr/>
              </p14:nvContentPartPr>
              <p14:xfrm>
                <a:off x="11641011" y="2252931"/>
                <a:ext cx="121680" cy="12888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2EF5B958-9C16-F7DF-1C9C-80673EC90024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1623011" y="2235291"/>
                  <a:ext cx="1573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E0011747-7D92-004B-3A72-B79C2EE3A368}"/>
                    </a:ext>
                  </a:extLst>
                </p14:cNvPr>
                <p14:cNvContentPartPr/>
                <p14:nvPr/>
              </p14:nvContentPartPr>
              <p14:xfrm>
                <a:off x="11789331" y="2223051"/>
                <a:ext cx="107280" cy="4608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E0011747-7D92-004B-3A72-B79C2EE3A368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1771331" y="2205411"/>
                  <a:ext cx="1429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BC5D6AD1-3AE0-1D93-4C15-1164DEE98B05}"/>
                    </a:ext>
                  </a:extLst>
                </p14:cNvPr>
                <p14:cNvContentPartPr/>
                <p14:nvPr/>
              </p14:nvContentPartPr>
              <p14:xfrm>
                <a:off x="11857011" y="2178051"/>
                <a:ext cx="38520" cy="13608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BC5D6AD1-3AE0-1D93-4C15-1164DEE98B05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1839011" y="2160411"/>
                  <a:ext cx="741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34B7A563-5016-8178-16A2-BE6940C33E17}"/>
                    </a:ext>
                  </a:extLst>
                </p14:cNvPr>
                <p14:cNvContentPartPr/>
                <p14:nvPr/>
              </p14:nvContentPartPr>
              <p14:xfrm>
                <a:off x="11836131" y="2178771"/>
                <a:ext cx="181440" cy="37692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34B7A563-5016-8178-16A2-BE6940C33E17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1818491" y="2160771"/>
                  <a:ext cx="217080" cy="412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7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0FE5DAFF-CACC-1CBE-43F0-69F88B9E5A17}"/>
                  </a:ext>
                </a:extLst>
              </p14:cNvPr>
              <p14:cNvContentPartPr/>
              <p14:nvPr/>
            </p14:nvContentPartPr>
            <p14:xfrm>
              <a:off x="5924263" y="3706251"/>
              <a:ext cx="1287000" cy="56880"/>
            </p14:xfrm>
          </p:contentPart>
        </mc:Choice>
        <mc:Fallback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0FE5DAFF-CACC-1CBE-43F0-69F88B9E5A17}"/>
                  </a:ext>
                </a:extLst>
              </p:cNvPr>
              <p:cNvPicPr/>
              <p:nvPr/>
            </p:nvPicPr>
            <p:blipFill>
              <a:blip r:embed="rId358"/>
              <a:stretch>
                <a:fillRect/>
              </a:stretch>
            </p:blipFill>
            <p:spPr>
              <a:xfrm>
                <a:off x="5906623" y="3688611"/>
                <a:ext cx="1322640" cy="92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5377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58344-8358-4DA6-29FB-38B746A7D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1359B-AA0E-55DD-FB61-674E90C9B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i="0" u="none" strike="noStrike" baseline="0" dirty="0"/>
              <a:t>The Beer-Lambert Law</a:t>
            </a:r>
            <a:endParaRPr lang="en-US" dirty="0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979E067D-5F56-7A46-5E6D-B5BDB5C51C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81" y="1596226"/>
            <a:ext cx="6654749" cy="346234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46F5CDD-9490-3CA6-6BCB-161635189A3E}"/>
              </a:ext>
            </a:extLst>
          </p:cNvPr>
          <p:cNvSpPr/>
          <p:nvPr/>
        </p:nvSpPr>
        <p:spPr>
          <a:xfrm flipV="1">
            <a:off x="0" y="4317377"/>
            <a:ext cx="1040467" cy="2387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E150BA0-C50B-FC4F-F0ED-0E2970D48D49}"/>
                  </a:ext>
                </a:extLst>
              </p14:cNvPr>
              <p14:cNvContentPartPr/>
              <p14:nvPr/>
            </p14:nvContentPartPr>
            <p14:xfrm>
              <a:off x="2188199" y="2509163"/>
              <a:ext cx="504360" cy="532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E150BA0-C50B-FC4F-F0ED-0E2970D48D4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70186" y="2491163"/>
                <a:ext cx="540025" cy="568080"/>
              </a:xfrm>
              <a:prstGeom prst="rect">
                <a:avLst/>
              </a:prstGeom>
            </p:spPr>
          </p:pic>
        </mc:Fallback>
      </mc:AlternateContent>
      <p:pic>
        <p:nvPicPr>
          <p:cNvPr id="26" name="Picture 25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CF2DB08C-9DFE-8A14-DBDF-C3EED17138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9114" y="1486837"/>
            <a:ext cx="5098406" cy="3681126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1B7A1BA-07DF-6402-CA6A-9F907333B63B}"/>
              </a:ext>
            </a:extLst>
          </p:cNvPr>
          <p:cNvGrpSpPr/>
          <p:nvPr/>
        </p:nvGrpSpPr>
        <p:grpSpPr>
          <a:xfrm>
            <a:off x="1315543" y="1453011"/>
            <a:ext cx="1029600" cy="913320"/>
            <a:chOff x="1315543" y="1453011"/>
            <a:chExt cx="1029600" cy="91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8F9316F-5737-9451-C9FC-3481C7CF4A62}"/>
                    </a:ext>
                  </a:extLst>
                </p14:cNvPr>
                <p14:cNvContentPartPr/>
                <p14:nvPr/>
              </p14:nvContentPartPr>
              <p14:xfrm>
                <a:off x="1315543" y="2164011"/>
                <a:ext cx="974520" cy="756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8F9316F-5737-9451-C9FC-3481C7CF4A6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97543" y="2146011"/>
                  <a:ext cx="10101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EBE87EB-32F6-DDE2-BADE-C249D7426E3D}"/>
                    </a:ext>
                  </a:extLst>
                </p14:cNvPr>
                <p14:cNvContentPartPr/>
                <p14:nvPr/>
              </p14:nvContentPartPr>
              <p14:xfrm>
                <a:off x="2155423" y="2053131"/>
                <a:ext cx="172800" cy="3132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EBE87EB-32F6-DDE2-BADE-C249D7426E3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37783" y="2035491"/>
                  <a:ext cx="20844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7362179-155C-9254-5A83-0F3FAF886478}"/>
                    </a:ext>
                  </a:extLst>
                </p14:cNvPr>
                <p14:cNvContentPartPr/>
                <p14:nvPr/>
              </p14:nvContentPartPr>
              <p14:xfrm>
                <a:off x="1495903" y="1501251"/>
                <a:ext cx="299880" cy="4032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7362179-155C-9254-5A83-0F3FAF88647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78263" y="1483611"/>
                  <a:ext cx="335520" cy="4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E762296-D109-3FCB-EBDA-8BD8A1FD2C07}"/>
                    </a:ext>
                  </a:extLst>
                </p14:cNvPr>
                <p14:cNvContentPartPr/>
                <p14:nvPr/>
              </p14:nvContentPartPr>
              <p14:xfrm>
                <a:off x="1469623" y="1453011"/>
                <a:ext cx="147960" cy="1800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E762296-D109-3FCB-EBDA-8BD8A1FD2C0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51623" y="1435011"/>
                  <a:ext cx="1836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2D6049C-24F2-1D89-52D6-D4ABBD67DF90}"/>
                    </a:ext>
                  </a:extLst>
                </p14:cNvPr>
                <p14:cNvContentPartPr/>
                <p14:nvPr/>
              </p14:nvContentPartPr>
              <p14:xfrm>
                <a:off x="1694263" y="1828491"/>
                <a:ext cx="108360" cy="896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2D6049C-24F2-1D89-52D6-D4ABBD67DF9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76623" y="1810491"/>
                  <a:ext cx="1440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D39BBB9-7944-7A42-CB53-06DAE60BE1B3}"/>
                    </a:ext>
                  </a:extLst>
                </p14:cNvPr>
                <p14:cNvContentPartPr/>
                <p14:nvPr/>
              </p14:nvContentPartPr>
              <p14:xfrm>
                <a:off x="1877863" y="1674051"/>
                <a:ext cx="74520" cy="1054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D39BBB9-7944-7A42-CB53-06DAE60BE1B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859863" y="1656051"/>
                  <a:ext cx="1101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0F016FD-94C0-D6C9-AA23-A6C202A6E8E6}"/>
                    </a:ext>
                  </a:extLst>
                </p14:cNvPr>
                <p14:cNvContentPartPr/>
                <p14:nvPr/>
              </p14:nvContentPartPr>
              <p14:xfrm>
                <a:off x="1816663" y="1516011"/>
                <a:ext cx="26280" cy="262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0F016FD-94C0-D6C9-AA23-A6C202A6E8E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799023" y="1498011"/>
                  <a:ext cx="619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DF54FE1-A61E-FD77-4467-4FCEC62ABAF4}"/>
                    </a:ext>
                  </a:extLst>
                </p14:cNvPr>
                <p14:cNvContentPartPr/>
                <p14:nvPr/>
              </p14:nvContentPartPr>
              <p14:xfrm>
                <a:off x="1994503" y="1581891"/>
                <a:ext cx="130680" cy="1101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DF54FE1-A61E-FD77-4467-4FCEC62ABAF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76863" y="1564251"/>
                  <a:ext cx="1663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8276660-3D5A-EA9E-AF1B-0EEC5F9C2A53}"/>
                    </a:ext>
                  </a:extLst>
                </p14:cNvPr>
                <p14:cNvContentPartPr/>
                <p14:nvPr/>
              </p14:nvContentPartPr>
              <p14:xfrm>
                <a:off x="2197543" y="1475691"/>
                <a:ext cx="147600" cy="1155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8276660-3D5A-EA9E-AF1B-0EEC5F9C2A5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179543" y="1457691"/>
                  <a:ext cx="183240" cy="15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1BA892E-2EAE-8E5E-60B3-BA53E456D1A5}"/>
              </a:ext>
            </a:extLst>
          </p:cNvPr>
          <p:cNvGrpSpPr/>
          <p:nvPr/>
        </p:nvGrpSpPr>
        <p:grpSpPr>
          <a:xfrm>
            <a:off x="2848063" y="2018931"/>
            <a:ext cx="1879920" cy="1893240"/>
            <a:chOff x="2848063" y="2018931"/>
            <a:chExt cx="1879920" cy="189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D49A440-A36A-B303-63C9-DBB4D2BFDA60}"/>
                    </a:ext>
                  </a:extLst>
                </p14:cNvPr>
                <p14:cNvContentPartPr/>
                <p14:nvPr/>
              </p14:nvContentPartPr>
              <p14:xfrm>
                <a:off x="2848063" y="2199291"/>
                <a:ext cx="70200" cy="16747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D49A440-A36A-B303-63C9-DBB4D2BFDA6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830063" y="2181651"/>
                  <a:ext cx="105840" cy="171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F074FBB-025A-177D-639D-08DFD7F018AA}"/>
                    </a:ext>
                  </a:extLst>
                </p14:cNvPr>
                <p14:cNvContentPartPr/>
                <p14:nvPr/>
              </p14:nvContentPartPr>
              <p14:xfrm>
                <a:off x="2866063" y="2192451"/>
                <a:ext cx="883800" cy="241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F074FBB-025A-177D-639D-08DFD7F018A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848063" y="2174811"/>
                  <a:ext cx="9194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F966055-2F99-9115-81C3-DCB93A42DF2C}"/>
                    </a:ext>
                  </a:extLst>
                </p14:cNvPr>
                <p14:cNvContentPartPr/>
                <p14:nvPr/>
              </p14:nvContentPartPr>
              <p14:xfrm>
                <a:off x="2967223" y="2187411"/>
                <a:ext cx="966600" cy="17247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F966055-2F99-9115-81C3-DCB93A42DF2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949223" y="2169771"/>
                  <a:ext cx="1002240" cy="176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EC88E01-D1E2-F01D-5062-DED8A6118AB1}"/>
                    </a:ext>
                  </a:extLst>
                </p14:cNvPr>
                <p14:cNvContentPartPr/>
                <p14:nvPr/>
              </p14:nvContentPartPr>
              <p14:xfrm>
                <a:off x="3913663" y="2392611"/>
                <a:ext cx="73440" cy="489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EC88E01-D1E2-F01D-5062-DED8A6118AB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895663" y="2374611"/>
                  <a:ext cx="1090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9D4D0E3-050A-5C72-9D35-05288E0C7E16}"/>
                    </a:ext>
                  </a:extLst>
                </p14:cNvPr>
                <p14:cNvContentPartPr/>
                <p14:nvPr/>
              </p14:nvContentPartPr>
              <p14:xfrm>
                <a:off x="3895303" y="2134851"/>
                <a:ext cx="737280" cy="871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9D4D0E3-050A-5C72-9D35-05288E0C7E1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877663" y="2116851"/>
                  <a:ext cx="7729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51D0C1C-448A-21D3-FBCB-0C38004FAB3E}"/>
                    </a:ext>
                  </a:extLst>
                </p14:cNvPr>
                <p14:cNvContentPartPr/>
                <p14:nvPr/>
              </p14:nvContentPartPr>
              <p14:xfrm>
                <a:off x="4528543" y="2018931"/>
                <a:ext cx="199440" cy="2538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51D0C1C-448A-21D3-FBCB-0C38004FAB3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510903" y="2001291"/>
                  <a:ext cx="235080" cy="28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51D0816-E1D9-A40A-053F-3797B526E6C8}"/>
              </a:ext>
            </a:extLst>
          </p:cNvPr>
          <p:cNvGrpSpPr/>
          <p:nvPr/>
        </p:nvGrpSpPr>
        <p:grpSpPr>
          <a:xfrm>
            <a:off x="4326943" y="1284531"/>
            <a:ext cx="893520" cy="462240"/>
            <a:chOff x="4326943" y="1284531"/>
            <a:chExt cx="893520" cy="46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D92B0AA-E705-1253-43EB-DCE4E28A2E5F}"/>
                    </a:ext>
                  </a:extLst>
                </p14:cNvPr>
                <p14:cNvContentPartPr/>
                <p14:nvPr/>
              </p14:nvContentPartPr>
              <p14:xfrm>
                <a:off x="4424863" y="1324131"/>
                <a:ext cx="220680" cy="3679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D92B0AA-E705-1253-43EB-DCE4E28A2E5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406863" y="1306131"/>
                  <a:ext cx="25632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04E8509-18A9-BE80-CB76-7288320C1A93}"/>
                    </a:ext>
                  </a:extLst>
                </p14:cNvPr>
                <p14:cNvContentPartPr/>
                <p14:nvPr/>
              </p14:nvContentPartPr>
              <p14:xfrm>
                <a:off x="4326943" y="1284531"/>
                <a:ext cx="211320" cy="1594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04E8509-18A9-BE80-CB76-7288320C1A9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309303" y="1266891"/>
                  <a:ext cx="2469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E3D5E14-820E-FE1E-4A88-41BC1ED0C5BD}"/>
                    </a:ext>
                  </a:extLst>
                </p14:cNvPr>
                <p14:cNvContentPartPr/>
                <p14:nvPr/>
              </p14:nvContentPartPr>
              <p14:xfrm>
                <a:off x="4577503" y="1642371"/>
                <a:ext cx="114480" cy="1044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E3D5E14-820E-FE1E-4A88-41BC1ED0C5B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559863" y="1624731"/>
                  <a:ext cx="1501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4E96CF4-E4DE-BB5C-D384-BB94057A50A4}"/>
                    </a:ext>
                  </a:extLst>
                </p14:cNvPr>
                <p14:cNvContentPartPr/>
                <p14:nvPr/>
              </p14:nvContentPartPr>
              <p14:xfrm>
                <a:off x="4811503" y="1462731"/>
                <a:ext cx="217800" cy="2448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4E96CF4-E4DE-BB5C-D384-BB94057A50A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793863" y="1445091"/>
                  <a:ext cx="25344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02EF657-3B71-2B91-B510-E4A0FBDE3B09}"/>
                    </a:ext>
                  </a:extLst>
                </p14:cNvPr>
                <p14:cNvContentPartPr/>
                <p14:nvPr/>
              </p14:nvContentPartPr>
              <p14:xfrm>
                <a:off x="4832383" y="1607451"/>
                <a:ext cx="92160" cy="885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02EF657-3B71-2B91-B510-E4A0FBDE3B0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814743" y="1589451"/>
                  <a:ext cx="1278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6294051-FE08-1332-3F47-5DC1F51DE599}"/>
                    </a:ext>
                  </a:extLst>
                </p14:cNvPr>
                <p14:cNvContentPartPr/>
                <p14:nvPr/>
              </p14:nvContentPartPr>
              <p14:xfrm>
                <a:off x="5043703" y="1369131"/>
                <a:ext cx="176760" cy="1926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6294051-FE08-1332-3F47-5DC1F51DE59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026063" y="1351491"/>
                  <a:ext cx="212400" cy="22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2E64063A-006F-6362-F79B-078AD2F615C5}"/>
              </a:ext>
            </a:extLst>
          </p:cNvPr>
          <p:cNvGrpSpPr/>
          <p:nvPr/>
        </p:nvGrpSpPr>
        <p:grpSpPr>
          <a:xfrm>
            <a:off x="6003103" y="615651"/>
            <a:ext cx="2281680" cy="545400"/>
            <a:chOff x="6003103" y="615651"/>
            <a:chExt cx="2281680" cy="54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56C96EE-2B57-8DFB-8A49-EB8A21AB685C}"/>
                    </a:ext>
                  </a:extLst>
                </p14:cNvPr>
                <p14:cNvContentPartPr/>
                <p14:nvPr/>
              </p14:nvContentPartPr>
              <p14:xfrm>
                <a:off x="6072943" y="652011"/>
                <a:ext cx="66240" cy="4942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56C96EE-2B57-8DFB-8A49-EB8A21AB685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055303" y="634371"/>
                  <a:ext cx="101880" cy="52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7CCFEAE-6631-77BB-D5FB-6A5CF0FEA468}"/>
                    </a:ext>
                  </a:extLst>
                </p14:cNvPr>
                <p14:cNvContentPartPr/>
                <p14:nvPr/>
              </p14:nvContentPartPr>
              <p14:xfrm>
                <a:off x="6003103" y="615651"/>
                <a:ext cx="184320" cy="500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7CCFEAE-6631-77BB-D5FB-6A5CF0FEA46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985463" y="597651"/>
                  <a:ext cx="2199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DEDDA8E-A70A-08C1-09EF-272BB434AF7C}"/>
                    </a:ext>
                  </a:extLst>
                </p14:cNvPr>
                <p14:cNvContentPartPr/>
                <p14:nvPr/>
              </p14:nvContentPartPr>
              <p14:xfrm>
                <a:off x="6040903" y="1038651"/>
                <a:ext cx="154800" cy="648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DEDDA8E-A70A-08C1-09EF-272BB434AF7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023263" y="1021011"/>
                  <a:ext cx="1904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D0354F3-7957-AC49-F093-9E189A1A4418}"/>
                    </a:ext>
                  </a:extLst>
                </p14:cNvPr>
                <p14:cNvContentPartPr/>
                <p14:nvPr/>
              </p14:nvContentPartPr>
              <p14:xfrm>
                <a:off x="6349063" y="927051"/>
                <a:ext cx="101520" cy="2340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D0354F3-7957-AC49-F093-9E189A1A441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331063" y="909051"/>
                  <a:ext cx="13716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5CC14C5-0F7F-A917-EABE-FA0A4EB13D6F}"/>
                    </a:ext>
                  </a:extLst>
                </p14:cNvPr>
                <p14:cNvContentPartPr/>
                <p14:nvPr/>
              </p14:nvContentPartPr>
              <p14:xfrm>
                <a:off x="6313423" y="1007331"/>
                <a:ext cx="48600" cy="230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5CC14C5-0F7F-A917-EABE-FA0A4EB13D6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295783" y="989331"/>
                  <a:ext cx="842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05A1EEB-F77D-9359-13F7-26C033127D4B}"/>
                    </a:ext>
                  </a:extLst>
                </p14:cNvPr>
                <p14:cNvContentPartPr/>
                <p14:nvPr/>
              </p14:nvContentPartPr>
              <p14:xfrm>
                <a:off x="6497023" y="975291"/>
                <a:ext cx="103680" cy="1108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05A1EEB-F77D-9359-13F7-26C033127D4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479023" y="957291"/>
                  <a:ext cx="1393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0EB866B-F3FD-382E-CBBB-2A2A4E61F67D}"/>
                    </a:ext>
                  </a:extLst>
                </p14:cNvPr>
                <p14:cNvContentPartPr/>
                <p14:nvPr/>
              </p14:nvContentPartPr>
              <p14:xfrm>
                <a:off x="6763423" y="842811"/>
                <a:ext cx="39960" cy="180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0EB866B-F3FD-382E-CBBB-2A2A4E61F67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745783" y="825171"/>
                  <a:ext cx="7560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F262588-3954-10EB-F4CE-B7FF4A3FAEF3}"/>
                    </a:ext>
                  </a:extLst>
                </p14:cNvPr>
                <p14:cNvContentPartPr/>
                <p14:nvPr/>
              </p14:nvContentPartPr>
              <p14:xfrm>
                <a:off x="6777823" y="932811"/>
                <a:ext cx="97560" cy="295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F262588-3954-10EB-F4CE-B7FF4A3FAEF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760183" y="914811"/>
                  <a:ext cx="1332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826D4F9-1F22-90C2-FCB0-EA6A707241F9}"/>
                    </a:ext>
                  </a:extLst>
                </p14:cNvPr>
                <p14:cNvContentPartPr/>
                <p14:nvPr/>
              </p14:nvContentPartPr>
              <p14:xfrm>
                <a:off x="7004263" y="640851"/>
                <a:ext cx="91080" cy="4158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826D4F9-1F22-90C2-FCB0-EA6A707241F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986623" y="623211"/>
                  <a:ext cx="126720" cy="4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F0CFA9E-D88E-8E0D-A57E-67BE8BA1D8EB}"/>
                    </a:ext>
                  </a:extLst>
                </p14:cNvPr>
                <p14:cNvContentPartPr/>
                <p14:nvPr/>
              </p14:nvContentPartPr>
              <p14:xfrm>
                <a:off x="6933703" y="654171"/>
                <a:ext cx="102600" cy="522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F0CFA9E-D88E-8E0D-A57E-67BE8BA1D8E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915703" y="636531"/>
                  <a:ext cx="13824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D341F80-4AFF-A172-9247-AEF95C1D567B}"/>
                    </a:ext>
                  </a:extLst>
                </p14:cNvPr>
                <p14:cNvContentPartPr/>
                <p14:nvPr/>
              </p14:nvContentPartPr>
              <p14:xfrm>
                <a:off x="7029463" y="964851"/>
                <a:ext cx="145080" cy="810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D341F80-4AFF-A172-9247-AEF95C1D567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011823" y="946851"/>
                  <a:ext cx="1807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03FFB35-7F64-09C2-E59A-AC9D2E709D41}"/>
                    </a:ext>
                  </a:extLst>
                </p14:cNvPr>
                <p14:cNvContentPartPr/>
                <p14:nvPr/>
              </p14:nvContentPartPr>
              <p14:xfrm>
                <a:off x="7321063" y="972051"/>
                <a:ext cx="12240" cy="806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03FFB35-7F64-09C2-E59A-AC9D2E709D4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303063" y="954411"/>
                  <a:ext cx="478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B2B69E0-4314-809B-0417-0A1497B2A8E4}"/>
                    </a:ext>
                  </a:extLst>
                </p14:cNvPr>
                <p14:cNvContentPartPr/>
                <p14:nvPr/>
              </p14:nvContentPartPr>
              <p14:xfrm>
                <a:off x="7298743" y="842451"/>
                <a:ext cx="9000" cy="226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B2B69E0-4314-809B-0417-0A1497B2A8E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280743" y="824451"/>
                  <a:ext cx="4464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DEEE1D8-81EF-DE0E-159D-A9FA0980339A}"/>
                    </a:ext>
                  </a:extLst>
                </p14:cNvPr>
                <p14:cNvContentPartPr/>
                <p14:nvPr/>
              </p14:nvContentPartPr>
              <p14:xfrm>
                <a:off x="7429783" y="940371"/>
                <a:ext cx="126000" cy="900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DEEE1D8-81EF-DE0E-159D-A9FA0980339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412143" y="922731"/>
                  <a:ext cx="1616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C65E407-EF1E-E337-61EC-4EE5CBDD202C}"/>
                    </a:ext>
                  </a:extLst>
                </p14:cNvPr>
                <p14:cNvContentPartPr/>
                <p14:nvPr/>
              </p14:nvContentPartPr>
              <p14:xfrm>
                <a:off x="7650823" y="916611"/>
                <a:ext cx="149400" cy="1270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C65E407-EF1E-E337-61EC-4EE5CBDD202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632823" y="898611"/>
                  <a:ext cx="1850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9C1D23F-3D04-E51E-8FB6-8C55B96EFF65}"/>
                    </a:ext>
                  </a:extLst>
                </p14:cNvPr>
                <p14:cNvContentPartPr/>
                <p14:nvPr/>
              </p14:nvContentPartPr>
              <p14:xfrm>
                <a:off x="7964383" y="662091"/>
                <a:ext cx="79560" cy="3834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9C1D23F-3D04-E51E-8FB6-8C55B96EFF6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946743" y="644091"/>
                  <a:ext cx="11520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528E4D8-3DC2-A16E-B8C9-08C821B1235D}"/>
                    </a:ext>
                  </a:extLst>
                </p14:cNvPr>
                <p14:cNvContentPartPr/>
                <p14:nvPr/>
              </p14:nvContentPartPr>
              <p14:xfrm>
                <a:off x="8169943" y="704571"/>
                <a:ext cx="114840" cy="2408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528E4D8-3DC2-A16E-B8C9-08C821B1235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151943" y="686571"/>
                  <a:ext cx="150480" cy="276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D395358E-6B9D-685D-23EA-D2F25D0336CC}"/>
                  </a:ext>
                </a:extLst>
              </p14:cNvPr>
              <p14:cNvContentPartPr/>
              <p14:nvPr/>
            </p14:nvContentPartPr>
            <p14:xfrm>
              <a:off x="8223223" y="375531"/>
              <a:ext cx="107640" cy="2448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D395358E-6B9D-685D-23EA-D2F25D0336CC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205223" y="357891"/>
                <a:ext cx="143280" cy="60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7" name="Group 106">
            <a:extLst>
              <a:ext uri="{FF2B5EF4-FFF2-40B4-BE49-F238E27FC236}">
                <a16:creationId xmlns:a16="http://schemas.microsoft.com/office/drawing/2014/main" id="{E8E24722-C6F3-9BBF-8940-4AA1F6D1C4FB}"/>
              </a:ext>
            </a:extLst>
          </p:cNvPr>
          <p:cNvGrpSpPr/>
          <p:nvPr/>
        </p:nvGrpSpPr>
        <p:grpSpPr>
          <a:xfrm>
            <a:off x="8609143" y="198771"/>
            <a:ext cx="808920" cy="348480"/>
            <a:chOff x="8609143" y="198771"/>
            <a:chExt cx="808920" cy="34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E07E08B-17DE-7A39-274D-4CF70F2AA25E}"/>
                    </a:ext>
                  </a:extLst>
                </p14:cNvPr>
                <p14:cNvContentPartPr/>
                <p14:nvPr/>
              </p14:nvContentPartPr>
              <p14:xfrm>
                <a:off x="8609143" y="255651"/>
                <a:ext cx="144000" cy="2365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E07E08B-17DE-7A39-274D-4CF70F2AA25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591503" y="238011"/>
                  <a:ext cx="17964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3DFEEB6A-C417-51C3-8030-A3512DCA0D25}"/>
                    </a:ext>
                  </a:extLst>
                </p14:cNvPr>
                <p14:cNvContentPartPr/>
                <p14:nvPr/>
              </p14:nvContentPartPr>
              <p14:xfrm>
                <a:off x="8838103" y="211371"/>
                <a:ext cx="148680" cy="432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3DFEEB6A-C417-51C3-8030-A3512DCA0D2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820103" y="193371"/>
                  <a:ext cx="18432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DE9DEA8-A4EF-4FC6-CD38-175FA1D4FCF0}"/>
                    </a:ext>
                  </a:extLst>
                </p14:cNvPr>
                <p14:cNvContentPartPr/>
                <p14:nvPr/>
              </p14:nvContentPartPr>
              <p14:xfrm>
                <a:off x="8835223" y="250611"/>
                <a:ext cx="155160" cy="2966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DE9DEA8-A4EF-4FC6-CD38-175FA1D4FCF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817223" y="232971"/>
                  <a:ext cx="19080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49BC660-736B-3A4C-7919-6E91C4998C2F}"/>
                    </a:ext>
                  </a:extLst>
                </p14:cNvPr>
                <p14:cNvContentPartPr/>
                <p14:nvPr/>
              </p14:nvContentPartPr>
              <p14:xfrm>
                <a:off x="9107383" y="302451"/>
                <a:ext cx="75240" cy="1202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49BC660-736B-3A4C-7919-6E91C4998C2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089383" y="284451"/>
                  <a:ext cx="1108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3F7246B-0BE3-B6CF-D1D6-899EA5C5B194}"/>
                    </a:ext>
                  </a:extLst>
                </p14:cNvPr>
                <p14:cNvContentPartPr/>
                <p14:nvPr/>
              </p14:nvContentPartPr>
              <p14:xfrm>
                <a:off x="9222583" y="198771"/>
                <a:ext cx="195480" cy="2955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3F7246B-0BE3-B6CF-D1D6-899EA5C5B19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204583" y="181131"/>
                  <a:ext cx="231120" cy="331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EE7B6BE6-DA92-58B8-76F5-3286119EBB07}"/>
                  </a:ext>
                </a:extLst>
              </p14:cNvPr>
              <p14:cNvContentPartPr/>
              <p14:nvPr/>
            </p14:nvContentPartPr>
            <p14:xfrm>
              <a:off x="9640543" y="217851"/>
              <a:ext cx="166680" cy="22716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EE7B6BE6-DA92-58B8-76F5-3286119EBB07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9622903" y="200211"/>
                <a:ext cx="202320" cy="262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5" name="Group 134">
            <a:extLst>
              <a:ext uri="{FF2B5EF4-FFF2-40B4-BE49-F238E27FC236}">
                <a16:creationId xmlns:a16="http://schemas.microsoft.com/office/drawing/2014/main" id="{C0835003-F7EB-1E21-E312-472A2FD8EC8B}"/>
              </a:ext>
            </a:extLst>
          </p:cNvPr>
          <p:cNvGrpSpPr/>
          <p:nvPr/>
        </p:nvGrpSpPr>
        <p:grpSpPr>
          <a:xfrm>
            <a:off x="5130823" y="154491"/>
            <a:ext cx="1955880" cy="3601800"/>
            <a:chOff x="5130823" y="154491"/>
            <a:chExt cx="1955880" cy="360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AAD7116-6305-4FB9-3B26-B068BE88D15D}"/>
                    </a:ext>
                  </a:extLst>
                </p14:cNvPr>
                <p14:cNvContentPartPr/>
                <p14:nvPr/>
              </p14:nvContentPartPr>
              <p14:xfrm>
                <a:off x="5732383" y="154491"/>
                <a:ext cx="1164600" cy="15336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AAD7116-6305-4FB9-3B26-B068BE88D15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714383" y="136491"/>
                  <a:ext cx="1200240" cy="156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A2E6FFA-BBA6-45B8-6FA8-76564C12D305}"/>
                    </a:ext>
                  </a:extLst>
                </p14:cNvPr>
                <p14:cNvContentPartPr/>
                <p14:nvPr/>
              </p14:nvContentPartPr>
              <p14:xfrm>
                <a:off x="6112183" y="1391811"/>
                <a:ext cx="233280" cy="9900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A2E6FFA-BBA6-45B8-6FA8-76564C12D30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094543" y="1373811"/>
                  <a:ext cx="268920" cy="10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579B1DD-AAC6-B1CD-4093-901BB48383E4}"/>
                    </a:ext>
                  </a:extLst>
                </p14:cNvPr>
                <p14:cNvContentPartPr/>
                <p14:nvPr/>
              </p14:nvContentPartPr>
              <p14:xfrm>
                <a:off x="6211903" y="1404771"/>
                <a:ext cx="186120" cy="1868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579B1DD-AAC6-B1CD-4093-901BB48383E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194263" y="1387131"/>
                  <a:ext cx="2217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B6C06EC2-044D-E9ED-C12A-589F86D2B9A1}"/>
                    </a:ext>
                  </a:extLst>
                </p14:cNvPr>
                <p14:cNvContentPartPr/>
                <p14:nvPr/>
              </p14:nvContentPartPr>
              <p14:xfrm>
                <a:off x="5130823" y="3097851"/>
                <a:ext cx="167400" cy="2833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B6C06EC2-044D-E9ED-C12A-589F86D2B9A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113183" y="3079851"/>
                  <a:ext cx="20304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BA29797-1627-5381-A304-2DE2B9468B87}"/>
                    </a:ext>
                  </a:extLst>
                </p14:cNvPr>
                <p14:cNvContentPartPr/>
                <p14:nvPr/>
              </p14:nvContentPartPr>
              <p14:xfrm>
                <a:off x="5335303" y="3159411"/>
                <a:ext cx="59760" cy="882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BA29797-1627-5381-A304-2DE2B9468B8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317663" y="3141411"/>
                  <a:ext cx="9540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009895B-CC0D-758C-4096-DB5AC19D4BB0}"/>
                    </a:ext>
                  </a:extLst>
                </p14:cNvPr>
                <p14:cNvContentPartPr/>
                <p14:nvPr/>
              </p14:nvContentPartPr>
              <p14:xfrm>
                <a:off x="5268343" y="2999571"/>
                <a:ext cx="18000" cy="108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009895B-CC0D-758C-4096-DB5AC19D4BB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250343" y="2981571"/>
                  <a:ext cx="536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41A4FD5-F127-2D70-24F5-6E5E9BABC65A}"/>
                    </a:ext>
                  </a:extLst>
                </p14:cNvPr>
                <p14:cNvContentPartPr/>
                <p14:nvPr/>
              </p14:nvContentPartPr>
              <p14:xfrm>
                <a:off x="5455183" y="3043131"/>
                <a:ext cx="136080" cy="1774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41A4FD5-F127-2D70-24F5-6E5E9BABC65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437543" y="3025491"/>
                  <a:ext cx="1717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1EDCF993-CF58-C4A6-3808-57FBFDB3BEF9}"/>
                    </a:ext>
                  </a:extLst>
                </p14:cNvPr>
                <p14:cNvContentPartPr/>
                <p14:nvPr/>
              </p14:nvContentPartPr>
              <p14:xfrm>
                <a:off x="5597383" y="2845851"/>
                <a:ext cx="190800" cy="1987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EDCF993-CF58-C4A6-3808-57FBFDB3BEF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579383" y="2828211"/>
                  <a:ext cx="22644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B86643DB-2440-A1F5-EE0F-23148762FDF7}"/>
                    </a:ext>
                  </a:extLst>
                </p14:cNvPr>
                <p14:cNvContentPartPr/>
                <p14:nvPr/>
              </p14:nvContentPartPr>
              <p14:xfrm>
                <a:off x="5769463" y="2737851"/>
                <a:ext cx="137520" cy="1602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B86643DB-2440-A1F5-EE0F-23148762FDF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751463" y="2720211"/>
                  <a:ext cx="1731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512556F-1D16-7DB7-BA13-2ED23B9C2B27}"/>
                    </a:ext>
                  </a:extLst>
                </p14:cNvPr>
                <p14:cNvContentPartPr/>
                <p14:nvPr/>
              </p14:nvContentPartPr>
              <p14:xfrm>
                <a:off x="5789263" y="2785731"/>
                <a:ext cx="61200" cy="1134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512556F-1D16-7DB7-BA13-2ED23B9C2B2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771263" y="2767731"/>
                  <a:ext cx="968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62688962-852D-CA91-91A6-A94157D91922}"/>
                    </a:ext>
                  </a:extLst>
                </p14:cNvPr>
                <p14:cNvContentPartPr/>
                <p14:nvPr/>
              </p14:nvContentPartPr>
              <p14:xfrm>
                <a:off x="5500903" y="3522291"/>
                <a:ext cx="150840" cy="2340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62688962-852D-CA91-91A6-A94157D9192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483263" y="3504291"/>
                  <a:ext cx="18648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939712C-3FDF-577C-27F6-A3EEF261EEB8}"/>
                    </a:ext>
                  </a:extLst>
                </p14:cNvPr>
                <p14:cNvContentPartPr/>
                <p14:nvPr/>
              </p14:nvContentPartPr>
              <p14:xfrm>
                <a:off x="5525383" y="3599691"/>
                <a:ext cx="61920" cy="993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939712C-3FDF-577C-27F6-A3EEF261EEB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507383" y="3581691"/>
                  <a:ext cx="975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A6855B34-78F5-3DE5-053B-64B765C9E125}"/>
                    </a:ext>
                  </a:extLst>
                </p14:cNvPr>
                <p14:cNvContentPartPr/>
                <p14:nvPr/>
              </p14:nvContentPartPr>
              <p14:xfrm>
                <a:off x="5686303" y="3494211"/>
                <a:ext cx="85320" cy="1310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A6855B34-78F5-3DE5-053B-64B765C9E12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668303" y="3476571"/>
                  <a:ext cx="1209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5281C85-7D08-DCEB-5590-4144B03DAFD0}"/>
                    </a:ext>
                  </a:extLst>
                </p14:cNvPr>
                <p14:cNvContentPartPr/>
                <p14:nvPr/>
              </p14:nvContentPartPr>
              <p14:xfrm>
                <a:off x="5845423" y="3435171"/>
                <a:ext cx="108360" cy="1213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5281C85-7D08-DCEB-5590-4144B03DAFD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827423" y="3417171"/>
                  <a:ext cx="1440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B3BC148-8924-973B-D682-0D9A6CD99504}"/>
                    </a:ext>
                  </a:extLst>
                </p14:cNvPr>
                <p14:cNvContentPartPr/>
                <p14:nvPr/>
              </p14:nvContentPartPr>
              <p14:xfrm>
                <a:off x="5960983" y="3282171"/>
                <a:ext cx="136080" cy="1368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B3BC148-8924-973B-D682-0D9A6CD9950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942983" y="3264171"/>
                  <a:ext cx="1717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580413E-A3B5-8A89-CD04-9EE4074B0424}"/>
                    </a:ext>
                  </a:extLst>
                </p14:cNvPr>
                <p14:cNvContentPartPr/>
                <p14:nvPr/>
              </p14:nvContentPartPr>
              <p14:xfrm>
                <a:off x="6146743" y="3159411"/>
                <a:ext cx="93600" cy="1958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580413E-A3B5-8A89-CD04-9EE4074B042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129103" y="3141411"/>
                  <a:ext cx="1292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7069FBF-36CE-6A2F-0268-45A5F466BDE5}"/>
                    </a:ext>
                  </a:extLst>
                </p14:cNvPr>
                <p14:cNvContentPartPr/>
                <p14:nvPr/>
              </p14:nvContentPartPr>
              <p14:xfrm>
                <a:off x="6274183" y="3035211"/>
                <a:ext cx="237960" cy="1915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7069FBF-36CE-6A2F-0268-45A5F466BDE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256543" y="3017571"/>
                  <a:ext cx="27360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DE0BF33-D60F-92D0-9F5C-BE7ED4A19A25}"/>
                    </a:ext>
                  </a:extLst>
                </p14:cNvPr>
                <p14:cNvContentPartPr/>
                <p14:nvPr/>
              </p14:nvContentPartPr>
              <p14:xfrm>
                <a:off x="6548503" y="2972211"/>
                <a:ext cx="57600" cy="1004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FDE0BF33-D60F-92D0-9F5C-BE7ED4A19A2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530863" y="2954211"/>
                  <a:ext cx="9324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7D6CAF7E-B004-919E-B276-F1A6B0286401}"/>
                    </a:ext>
                  </a:extLst>
                </p14:cNvPr>
                <p14:cNvContentPartPr/>
                <p14:nvPr/>
              </p14:nvContentPartPr>
              <p14:xfrm>
                <a:off x="6471103" y="2840451"/>
                <a:ext cx="37440" cy="558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7D6CAF7E-B004-919E-B276-F1A6B028640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453463" y="2822451"/>
                  <a:ext cx="730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E3168D83-73A9-AA50-72E6-F01D4D619087}"/>
                    </a:ext>
                  </a:extLst>
                </p14:cNvPr>
                <p14:cNvContentPartPr/>
                <p14:nvPr/>
              </p14:nvContentPartPr>
              <p14:xfrm>
                <a:off x="6588103" y="2804811"/>
                <a:ext cx="99720" cy="1634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E3168D83-73A9-AA50-72E6-F01D4D61908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570463" y="2787171"/>
                  <a:ext cx="1353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08F5804-77E3-9E2C-41D5-F1AD8CE3FC4B}"/>
                    </a:ext>
                  </a:extLst>
                </p14:cNvPr>
                <p14:cNvContentPartPr/>
                <p14:nvPr/>
              </p14:nvContentPartPr>
              <p14:xfrm>
                <a:off x="6606103" y="2821371"/>
                <a:ext cx="181080" cy="1087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08F5804-77E3-9E2C-41D5-F1AD8CE3FC4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588103" y="2803731"/>
                  <a:ext cx="2167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BD9F033-ABE6-42F1-1A9D-1D9AA302C3BE}"/>
                    </a:ext>
                  </a:extLst>
                </p14:cNvPr>
                <p14:cNvContentPartPr/>
                <p14:nvPr/>
              </p14:nvContentPartPr>
              <p14:xfrm>
                <a:off x="6666943" y="2711571"/>
                <a:ext cx="64080" cy="658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BD9F033-ABE6-42F1-1A9D-1D9AA302C3B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649303" y="2693931"/>
                  <a:ext cx="997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379C575-3715-FEF7-8EDB-7B088F366118}"/>
                    </a:ext>
                  </a:extLst>
                </p14:cNvPr>
                <p14:cNvContentPartPr/>
                <p14:nvPr/>
              </p14:nvContentPartPr>
              <p14:xfrm>
                <a:off x="6846943" y="2701851"/>
                <a:ext cx="72000" cy="1360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379C575-3715-FEF7-8EDB-7B088F36611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829303" y="2683851"/>
                  <a:ext cx="1076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3711DC06-29AE-3478-89F8-1C399AAF14C7}"/>
                    </a:ext>
                  </a:extLst>
                </p14:cNvPr>
                <p14:cNvContentPartPr/>
                <p14:nvPr/>
              </p14:nvContentPartPr>
              <p14:xfrm>
                <a:off x="6936583" y="2446251"/>
                <a:ext cx="150120" cy="3160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3711DC06-29AE-3478-89F8-1C399AAF14C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918583" y="2428611"/>
                  <a:ext cx="185760" cy="35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3BADC7C2-8CC3-3AEC-181D-F6D8DE3372D1}"/>
              </a:ext>
            </a:extLst>
          </p:cNvPr>
          <p:cNvGrpSpPr/>
          <p:nvPr/>
        </p:nvGrpSpPr>
        <p:grpSpPr>
          <a:xfrm>
            <a:off x="6776023" y="144411"/>
            <a:ext cx="2282040" cy="2125440"/>
            <a:chOff x="6776023" y="144411"/>
            <a:chExt cx="2282040" cy="212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5A1D65FE-4220-8C1D-C905-9B7AB01A673F}"/>
                    </a:ext>
                  </a:extLst>
                </p14:cNvPr>
                <p14:cNvContentPartPr/>
                <p14:nvPr/>
              </p14:nvContentPartPr>
              <p14:xfrm>
                <a:off x="6776023" y="144411"/>
                <a:ext cx="1079640" cy="14641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5A1D65FE-4220-8C1D-C905-9B7AB01A673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758383" y="126771"/>
                  <a:ext cx="1115280" cy="149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7ABC56DF-2754-90EE-1A88-0F68BFA6DB01}"/>
                    </a:ext>
                  </a:extLst>
                </p14:cNvPr>
                <p14:cNvContentPartPr/>
                <p14:nvPr/>
              </p14:nvContentPartPr>
              <p14:xfrm>
                <a:off x="7437343" y="1296411"/>
                <a:ext cx="1553040" cy="8758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7ABC56DF-2754-90EE-1A88-0F68BFA6DB0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419343" y="1278411"/>
                  <a:ext cx="1588680" cy="91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F116FD28-A511-3926-9BED-62C240DA8B73}"/>
                    </a:ext>
                  </a:extLst>
                </p14:cNvPr>
                <p14:cNvContentPartPr/>
                <p14:nvPr/>
              </p14:nvContentPartPr>
              <p14:xfrm>
                <a:off x="8972383" y="2039811"/>
                <a:ext cx="85680" cy="2300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F116FD28-A511-3926-9BED-62C240DA8B7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954383" y="2021811"/>
                  <a:ext cx="121320" cy="26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9696F3B6-B3F5-998F-40B3-96591D9FCB3F}"/>
              </a:ext>
            </a:extLst>
          </p:cNvPr>
          <p:cNvGrpSpPr/>
          <p:nvPr/>
        </p:nvGrpSpPr>
        <p:grpSpPr>
          <a:xfrm>
            <a:off x="9323383" y="1962771"/>
            <a:ext cx="840600" cy="432000"/>
            <a:chOff x="9323383" y="1962771"/>
            <a:chExt cx="840600" cy="43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C116986-9BCB-F509-D0EF-D5137C28C251}"/>
                    </a:ext>
                  </a:extLst>
                </p14:cNvPr>
                <p14:cNvContentPartPr/>
                <p14:nvPr/>
              </p14:nvContentPartPr>
              <p14:xfrm>
                <a:off x="9323383" y="2025771"/>
                <a:ext cx="78120" cy="3690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C116986-9BCB-F509-D0EF-D5137C28C25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305743" y="2008131"/>
                  <a:ext cx="11376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EA5ACD7-1DC7-5CCA-690E-2C96496235E0}"/>
                    </a:ext>
                  </a:extLst>
                </p14:cNvPr>
                <p14:cNvContentPartPr/>
                <p14:nvPr/>
              </p14:nvContentPartPr>
              <p14:xfrm>
                <a:off x="9523183" y="2191011"/>
                <a:ext cx="34920" cy="950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EA5ACD7-1DC7-5CCA-690E-2C96496235E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505543" y="2173371"/>
                  <a:ext cx="705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E3D40C70-4BE6-A049-5203-F12AACD62479}"/>
                    </a:ext>
                  </a:extLst>
                </p14:cNvPr>
                <p14:cNvContentPartPr/>
                <p14:nvPr/>
              </p14:nvContentPartPr>
              <p14:xfrm>
                <a:off x="9507343" y="2093451"/>
                <a:ext cx="14760" cy="97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E3D40C70-4BE6-A049-5203-F12AACD6247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489703" y="2075451"/>
                  <a:ext cx="504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6B9B6E88-FA8E-05F7-AB39-32A983967745}"/>
                    </a:ext>
                  </a:extLst>
                </p14:cNvPr>
                <p14:cNvContentPartPr/>
                <p14:nvPr/>
              </p14:nvContentPartPr>
              <p14:xfrm>
                <a:off x="9620743" y="2145651"/>
                <a:ext cx="121320" cy="1598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6B9B6E88-FA8E-05F7-AB39-32A98396774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602743" y="2127651"/>
                  <a:ext cx="1569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FA82B938-CC5B-D77D-E0BC-55C1FAB8400B}"/>
                    </a:ext>
                  </a:extLst>
                </p14:cNvPr>
                <p14:cNvContentPartPr/>
                <p14:nvPr/>
              </p14:nvContentPartPr>
              <p14:xfrm>
                <a:off x="9809023" y="2000931"/>
                <a:ext cx="89280" cy="2120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FA82B938-CC5B-D77D-E0BC-55C1FAB8400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791023" y="1983291"/>
                  <a:ext cx="12492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62705B5-35E8-1885-CD82-B782F9207CDB}"/>
                    </a:ext>
                  </a:extLst>
                </p14:cNvPr>
                <p14:cNvContentPartPr/>
                <p14:nvPr/>
              </p14:nvContentPartPr>
              <p14:xfrm>
                <a:off x="9901543" y="2064651"/>
                <a:ext cx="119520" cy="1054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62705B5-35E8-1885-CD82-B782F9207CD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883543" y="2047011"/>
                  <a:ext cx="1551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513A8DCE-26F0-4A6F-12CB-27FAAEB247E2}"/>
                    </a:ext>
                  </a:extLst>
                </p14:cNvPr>
                <p14:cNvContentPartPr/>
                <p14:nvPr/>
              </p14:nvContentPartPr>
              <p14:xfrm>
                <a:off x="10054183" y="1962771"/>
                <a:ext cx="88200" cy="2214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513A8DCE-26F0-4A6F-12CB-27FAAEB247E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036183" y="1945131"/>
                  <a:ext cx="12384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517CAAC4-EA81-B73B-E552-9D27F9E6ED35}"/>
                    </a:ext>
                  </a:extLst>
                </p14:cNvPr>
                <p14:cNvContentPartPr/>
                <p14:nvPr/>
              </p14:nvContentPartPr>
              <p14:xfrm>
                <a:off x="10067143" y="2031531"/>
                <a:ext cx="96840" cy="421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517CAAC4-EA81-B73B-E552-9D27F9E6ED3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049503" y="2013531"/>
                  <a:ext cx="132480" cy="7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EDBBDAE0-BF7D-539B-F465-13BB9ADDD8BA}"/>
              </a:ext>
            </a:extLst>
          </p:cNvPr>
          <p:cNvGrpSpPr/>
          <p:nvPr/>
        </p:nvGrpSpPr>
        <p:grpSpPr>
          <a:xfrm>
            <a:off x="10484743" y="1913091"/>
            <a:ext cx="877680" cy="410400"/>
            <a:chOff x="10484743" y="1913091"/>
            <a:chExt cx="877680" cy="41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3950ABCC-9757-7F8E-6D4A-B583E05F921C}"/>
                    </a:ext>
                  </a:extLst>
                </p14:cNvPr>
                <p14:cNvContentPartPr/>
                <p14:nvPr/>
              </p14:nvContentPartPr>
              <p14:xfrm>
                <a:off x="10484743" y="1987251"/>
                <a:ext cx="241560" cy="3362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3950ABCC-9757-7F8E-6D4A-B583E05F921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467103" y="1969251"/>
                  <a:ext cx="27720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AD2E49F-D0DE-A07A-3953-95AB9A4B053F}"/>
                    </a:ext>
                  </a:extLst>
                </p14:cNvPr>
                <p14:cNvContentPartPr/>
                <p14:nvPr/>
              </p14:nvContentPartPr>
              <p14:xfrm>
                <a:off x="10778863" y="2009211"/>
                <a:ext cx="95760" cy="1188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AD2E49F-D0DE-A07A-3953-95AB9A4B053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760863" y="1991571"/>
                  <a:ext cx="1314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65353619-6128-F33F-B9E9-083DE3305AA0}"/>
                    </a:ext>
                  </a:extLst>
                </p14:cNvPr>
                <p14:cNvContentPartPr/>
                <p14:nvPr/>
              </p14:nvContentPartPr>
              <p14:xfrm>
                <a:off x="10912423" y="2010291"/>
                <a:ext cx="62280" cy="1270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5353619-6128-F33F-B9E9-083DE3305AA0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894423" y="1992291"/>
                  <a:ext cx="979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BBEC4F54-561A-85CD-B144-8EC839F99215}"/>
                    </a:ext>
                  </a:extLst>
                </p14:cNvPr>
                <p14:cNvContentPartPr/>
                <p14:nvPr/>
              </p14:nvContentPartPr>
              <p14:xfrm>
                <a:off x="10893703" y="1913091"/>
                <a:ext cx="8640" cy="252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BBEC4F54-561A-85CD-B144-8EC839F9921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875703" y="1895451"/>
                  <a:ext cx="442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F4576B7B-2DD5-C23A-239D-E8BEDFD38637}"/>
                    </a:ext>
                  </a:extLst>
                </p14:cNvPr>
                <p14:cNvContentPartPr/>
                <p14:nvPr/>
              </p14:nvContentPartPr>
              <p14:xfrm>
                <a:off x="10984063" y="1986171"/>
                <a:ext cx="158400" cy="813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F4576B7B-2DD5-C23A-239D-E8BEDFD3863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966423" y="1968171"/>
                  <a:ext cx="19404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306C650F-D2DC-F181-24F2-801C697D87CC}"/>
                    </a:ext>
                  </a:extLst>
                </p14:cNvPr>
                <p14:cNvContentPartPr/>
                <p14:nvPr/>
              </p14:nvContentPartPr>
              <p14:xfrm>
                <a:off x="11211583" y="1959531"/>
                <a:ext cx="150840" cy="2502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306C650F-D2DC-F181-24F2-801C697D87C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1193583" y="1941891"/>
                  <a:ext cx="186480" cy="285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DCAC9E80-B4A1-A61C-5012-E9C585107AA2}"/>
                  </a:ext>
                </a:extLst>
              </p14:cNvPr>
              <p14:cNvContentPartPr/>
              <p14:nvPr/>
            </p14:nvContentPartPr>
            <p14:xfrm>
              <a:off x="11530183" y="1777731"/>
              <a:ext cx="24840" cy="3024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DCAC9E80-B4A1-A61C-5012-E9C585107AA2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11512183" y="1760091"/>
                <a:ext cx="60480" cy="65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6" name="Group 165">
            <a:extLst>
              <a:ext uri="{FF2B5EF4-FFF2-40B4-BE49-F238E27FC236}">
                <a16:creationId xmlns:a16="http://schemas.microsoft.com/office/drawing/2014/main" id="{B61D8E3B-8A87-7938-3AC1-B710B6DB0C14}"/>
              </a:ext>
            </a:extLst>
          </p:cNvPr>
          <p:cNvGrpSpPr/>
          <p:nvPr/>
        </p:nvGrpSpPr>
        <p:grpSpPr>
          <a:xfrm>
            <a:off x="11536303" y="1915971"/>
            <a:ext cx="276480" cy="146520"/>
            <a:chOff x="11536303" y="1915971"/>
            <a:chExt cx="276480" cy="14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781560E3-8DFB-0937-2535-9CC45154F91F}"/>
                    </a:ext>
                  </a:extLst>
                </p14:cNvPr>
                <p14:cNvContentPartPr/>
                <p14:nvPr/>
              </p14:nvContentPartPr>
              <p14:xfrm>
                <a:off x="11536303" y="1928211"/>
                <a:ext cx="40680" cy="1342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781560E3-8DFB-0937-2535-9CC45154F91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1518303" y="1910211"/>
                  <a:ext cx="763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B39634D5-E113-4D41-9FCA-3F45EA0562BE}"/>
                    </a:ext>
                  </a:extLst>
                </p14:cNvPr>
                <p14:cNvContentPartPr/>
                <p14:nvPr/>
              </p14:nvContentPartPr>
              <p14:xfrm>
                <a:off x="11671663" y="1915971"/>
                <a:ext cx="141120" cy="7272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B39634D5-E113-4D41-9FCA-3F45EA0562B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654023" y="1897971"/>
                  <a:ext cx="176760" cy="10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7240C8C2-BDAF-A1C2-8D6C-9F36D308A564}"/>
              </a:ext>
            </a:extLst>
          </p:cNvPr>
          <p:cNvGrpSpPr/>
          <p:nvPr/>
        </p:nvGrpSpPr>
        <p:grpSpPr>
          <a:xfrm>
            <a:off x="8768263" y="284091"/>
            <a:ext cx="3234960" cy="1420920"/>
            <a:chOff x="8768263" y="284091"/>
            <a:chExt cx="3234960" cy="142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7BE8DC7B-55B9-BCE3-8DC0-109B9912AF4B}"/>
                    </a:ext>
                  </a:extLst>
                </p14:cNvPr>
                <p14:cNvContentPartPr/>
                <p14:nvPr/>
              </p14:nvContentPartPr>
              <p14:xfrm>
                <a:off x="8793103" y="707451"/>
                <a:ext cx="2520" cy="50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7BE8DC7B-55B9-BCE3-8DC0-109B9912AF4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775103" y="689811"/>
                  <a:ext cx="381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299D9739-A48C-7DD4-68EC-5076922B8620}"/>
                    </a:ext>
                  </a:extLst>
                </p14:cNvPr>
                <p14:cNvContentPartPr/>
                <p14:nvPr/>
              </p14:nvContentPartPr>
              <p14:xfrm>
                <a:off x="8768263" y="641571"/>
                <a:ext cx="146520" cy="37116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299D9739-A48C-7DD4-68EC-5076922B8620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750623" y="623571"/>
                  <a:ext cx="18216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DDF8FF60-6BCF-F0EA-03B7-3E2698FC94A6}"/>
                    </a:ext>
                  </a:extLst>
                </p14:cNvPr>
                <p14:cNvContentPartPr/>
                <p14:nvPr/>
              </p14:nvContentPartPr>
              <p14:xfrm>
                <a:off x="8790943" y="948291"/>
                <a:ext cx="216360" cy="13212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DDF8FF60-6BCF-F0EA-03B7-3E2698FC94A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773303" y="930651"/>
                  <a:ext cx="2520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65FC9731-2B0C-FA35-22E8-8FE107DCD319}"/>
                    </a:ext>
                  </a:extLst>
                </p14:cNvPr>
                <p14:cNvContentPartPr/>
                <p14:nvPr/>
              </p14:nvContentPartPr>
              <p14:xfrm>
                <a:off x="8855383" y="1251771"/>
                <a:ext cx="137880" cy="13104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65FC9731-2B0C-FA35-22E8-8FE107DCD31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837743" y="1233771"/>
                  <a:ext cx="17352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8FD0AD58-506A-53D1-90E6-336F71A37E17}"/>
                    </a:ext>
                  </a:extLst>
                </p14:cNvPr>
                <p14:cNvContentPartPr/>
                <p14:nvPr/>
              </p14:nvContentPartPr>
              <p14:xfrm>
                <a:off x="9040423" y="1266171"/>
                <a:ext cx="18360" cy="2412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8FD0AD58-506A-53D1-90E6-336F71A37E1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022423" y="1248171"/>
                  <a:ext cx="540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E759FF83-04F1-467C-F267-D596AC4E0FB3}"/>
                    </a:ext>
                  </a:extLst>
                </p14:cNvPr>
                <p14:cNvContentPartPr/>
                <p14:nvPr/>
              </p14:nvContentPartPr>
              <p14:xfrm>
                <a:off x="9010543" y="1240971"/>
                <a:ext cx="69480" cy="11808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E759FF83-04F1-467C-F267-D596AC4E0FB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992543" y="1223331"/>
                  <a:ext cx="10512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F9E67714-2635-20C1-217B-954AB3621339}"/>
                    </a:ext>
                  </a:extLst>
                </p14:cNvPr>
                <p14:cNvContentPartPr/>
                <p14:nvPr/>
              </p14:nvContentPartPr>
              <p14:xfrm>
                <a:off x="9137623" y="1221531"/>
                <a:ext cx="78480" cy="12996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F9E67714-2635-20C1-217B-954AB362133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119623" y="1203891"/>
                  <a:ext cx="1141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E94BDCD2-5135-1BFB-8B71-18F218422698}"/>
                    </a:ext>
                  </a:extLst>
                </p14:cNvPr>
                <p14:cNvContentPartPr/>
                <p14:nvPr/>
              </p14:nvContentPartPr>
              <p14:xfrm>
                <a:off x="9252823" y="1121451"/>
                <a:ext cx="39960" cy="22428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E94BDCD2-5135-1BFB-8B71-18F21842269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234823" y="1103811"/>
                  <a:ext cx="7560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1870581F-E39B-3B90-F45A-E1C283A611CB}"/>
                    </a:ext>
                  </a:extLst>
                </p14:cNvPr>
                <p14:cNvContentPartPr/>
                <p14:nvPr/>
              </p14:nvContentPartPr>
              <p14:xfrm>
                <a:off x="9356863" y="1200291"/>
                <a:ext cx="131040" cy="1440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1870581F-E39B-3B90-F45A-E1C283A611C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338863" y="1182291"/>
                  <a:ext cx="1666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DD21A99E-FFD1-0D19-CA4C-93FDB1A351FD}"/>
                    </a:ext>
                  </a:extLst>
                </p14:cNvPr>
                <p14:cNvContentPartPr/>
                <p14:nvPr/>
              </p14:nvContentPartPr>
              <p14:xfrm>
                <a:off x="9497623" y="1198131"/>
                <a:ext cx="87840" cy="9792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DD21A99E-FFD1-0D19-CA4C-93FDB1A351F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479623" y="1180491"/>
                  <a:ext cx="12348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34E4F9E9-1397-C122-A379-542C70633501}"/>
                    </a:ext>
                  </a:extLst>
                </p14:cNvPr>
                <p14:cNvContentPartPr/>
                <p14:nvPr/>
              </p14:nvContentPartPr>
              <p14:xfrm>
                <a:off x="8997583" y="1564971"/>
                <a:ext cx="137520" cy="1400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34E4F9E9-1397-C122-A379-542C7063350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979583" y="1546971"/>
                  <a:ext cx="1731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DDAA3F01-D4DE-2B13-3795-9AD2AC8C2B33}"/>
                    </a:ext>
                  </a:extLst>
                </p14:cNvPr>
                <p14:cNvContentPartPr/>
                <p14:nvPr/>
              </p14:nvContentPartPr>
              <p14:xfrm>
                <a:off x="9182263" y="1474611"/>
                <a:ext cx="92520" cy="17172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DDAA3F01-D4DE-2B13-3795-9AD2AC8C2B3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164623" y="1456611"/>
                  <a:ext cx="12816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E2743FCA-D268-8082-D994-FA39E02BFC8A}"/>
                    </a:ext>
                  </a:extLst>
                </p14:cNvPr>
                <p14:cNvContentPartPr/>
                <p14:nvPr/>
              </p14:nvContentPartPr>
              <p14:xfrm>
                <a:off x="9322663" y="1459491"/>
                <a:ext cx="82080" cy="1432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E2743FCA-D268-8082-D994-FA39E02BFC8A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305023" y="1441851"/>
                  <a:ext cx="1177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4FC3F3A8-D086-29A1-896E-B2B3719BDEC3}"/>
                    </a:ext>
                  </a:extLst>
                </p14:cNvPr>
                <p14:cNvContentPartPr/>
                <p14:nvPr/>
              </p14:nvContentPartPr>
              <p14:xfrm>
                <a:off x="9464503" y="1445811"/>
                <a:ext cx="68040" cy="11268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4FC3F3A8-D086-29A1-896E-B2B3719BDEC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446503" y="1428171"/>
                  <a:ext cx="1036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F014D306-DA04-044E-AF58-2214150F5BC1}"/>
                    </a:ext>
                  </a:extLst>
                </p14:cNvPr>
                <p14:cNvContentPartPr/>
                <p14:nvPr/>
              </p14:nvContentPartPr>
              <p14:xfrm>
                <a:off x="9550183" y="1415211"/>
                <a:ext cx="70200" cy="10188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F014D306-DA04-044E-AF58-2214150F5BC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532543" y="1397571"/>
                  <a:ext cx="1058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AB2A16EC-45D0-2607-9914-FD5BE682790C}"/>
                    </a:ext>
                  </a:extLst>
                </p14:cNvPr>
                <p14:cNvContentPartPr/>
                <p14:nvPr/>
              </p14:nvContentPartPr>
              <p14:xfrm>
                <a:off x="9693463" y="1475691"/>
                <a:ext cx="20520" cy="18576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AB2A16EC-45D0-2607-9914-FD5BE682790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675463" y="1457691"/>
                  <a:ext cx="561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30391CBF-0A12-EFE1-5EE2-6CF7E639247C}"/>
                    </a:ext>
                  </a:extLst>
                </p14:cNvPr>
                <p14:cNvContentPartPr/>
                <p14:nvPr/>
              </p14:nvContentPartPr>
              <p14:xfrm>
                <a:off x="9678343" y="1437891"/>
                <a:ext cx="73440" cy="1105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30391CBF-0A12-EFE1-5EE2-6CF7E639247C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660343" y="1420251"/>
                  <a:ext cx="10908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F1E54C37-86E1-0BD6-B8BF-EA433FBD5B8D}"/>
                    </a:ext>
                  </a:extLst>
                </p14:cNvPr>
                <p14:cNvContentPartPr/>
                <p14:nvPr/>
              </p14:nvContentPartPr>
              <p14:xfrm>
                <a:off x="9818743" y="1391451"/>
                <a:ext cx="53640" cy="16704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F1E54C37-86E1-0BD6-B8BF-EA433FBD5B8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801103" y="1373811"/>
                  <a:ext cx="892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912D3E6B-2184-6F01-D3E8-6CE442EA34E1}"/>
                    </a:ext>
                  </a:extLst>
                </p14:cNvPr>
                <p14:cNvContentPartPr/>
                <p14:nvPr/>
              </p14:nvContentPartPr>
              <p14:xfrm>
                <a:off x="9810103" y="1422411"/>
                <a:ext cx="131400" cy="986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912D3E6B-2184-6F01-D3E8-6CE442EA34E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792103" y="1404411"/>
                  <a:ext cx="1670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551AD2AC-FD5E-9E25-4054-933A658BDA4A}"/>
                    </a:ext>
                  </a:extLst>
                </p14:cNvPr>
                <p14:cNvContentPartPr/>
                <p14:nvPr/>
              </p14:nvContentPartPr>
              <p14:xfrm>
                <a:off x="9901543" y="1328451"/>
                <a:ext cx="18000" cy="493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551AD2AC-FD5E-9E25-4054-933A658BDA4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883543" y="1310811"/>
                  <a:ext cx="536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8C08678D-DF9A-399D-4886-7F74A9EB81F7}"/>
                    </a:ext>
                  </a:extLst>
                </p14:cNvPr>
                <p14:cNvContentPartPr/>
                <p14:nvPr/>
              </p14:nvContentPartPr>
              <p14:xfrm>
                <a:off x="10020703" y="1397571"/>
                <a:ext cx="63000" cy="8028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8C08678D-DF9A-399D-4886-7F74A9EB81F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003063" y="1379931"/>
                  <a:ext cx="986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7AE48A87-3629-9293-8ADE-D81A3AE573D7}"/>
                    </a:ext>
                  </a:extLst>
                </p14:cNvPr>
                <p14:cNvContentPartPr/>
                <p14:nvPr/>
              </p14:nvContentPartPr>
              <p14:xfrm>
                <a:off x="10166143" y="1372731"/>
                <a:ext cx="12960" cy="759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7AE48A87-3629-9293-8ADE-D81A3AE573D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148143" y="1355091"/>
                  <a:ext cx="486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263C1770-2E33-4D00-CCF8-F0B5070473EA}"/>
                    </a:ext>
                  </a:extLst>
                </p14:cNvPr>
                <p14:cNvContentPartPr/>
                <p14:nvPr/>
              </p14:nvContentPartPr>
              <p14:xfrm>
                <a:off x="10138423" y="1277691"/>
                <a:ext cx="1800" cy="2268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263C1770-2E33-4D00-CCF8-F0B5070473E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120783" y="1260051"/>
                  <a:ext cx="3744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8118D1DF-EF3D-0835-6B76-665D48CC9951}"/>
                    </a:ext>
                  </a:extLst>
                </p14:cNvPr>
                <p14:cNvContentPartPr/>
                <p14:nvPr/>
              </p14:nvContentPartPr>
              <p14:xfrm>
                <a:off x="10262983" y="1279851"/>
                <a:ext cx="47880" cy="13860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8118D1DF-EF3D-0835-6B76-665D48CC9951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245343" y="1262211"/>
                  <a:ext cx="835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CB598862-2B61-1AAF-47FC-D2B5ED6C04A8}"/>
                    </a:ext>
                  </a:extLst>
                </p14:cNvPr>
                <p14:cNvContentPartPr/>
                <p14:nvPr/>
              </p14:nvContentPartPr>
              <p14:xfrm>
                <a:off x="10271263" y="1328091"/>
                <a:ext cx="222840" cy="23508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CB598862-2B61-1AAF-47FC-D2B5ED6C04A8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253623" y="1310451"/>
                  <a:ext cx="25848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442DBEE4-49A0-3602-5268-5EFFFB85E8FE}"/>
                    </a:ext>
                  </a:extLst>
                </p14:cNvPr>
                <p14:cNvContentPartPr/>
                <p14:nvPr/>
              </p14:nvContentPartPr>
              <p14:xfrm>
                <a:off x="9323383" y="590451"/>
                <a:ext cx="640080" cy="2235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442DBEE4-49A0-3602-5268-5EFFFB85E8F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305743" y="572451"/>
                  <a:ext cx="67572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A457F88F-2708-5E0F-B401-445A3F814540}"/>
                    </a:ext>
                  </a:extLst>
                </p14:cNvPr>
                <p14:cNvContentPartPr/>
                <p14:nvPr/>
              </p14:nvContentPartPr>
              <p14:xfrm>
                <a:off x="9910903" y="715371"/>
                <a:ext cx="81720" cy="22608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A457F88F-2708-5E0F-B401-445A3F81454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892903" y="697371"/>
                  <a:ext cx="11736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1DC1B917-AAE0-59EF-860E-618AEF00ADD6}"/>
                    </a:ext>
                  </a:extLst>
                </p14:cNvPr>
                <p14:cNvContentPartPr/>
                <p14:nvPr/>
              </p14:nvContentPartPr>
              <p14:xfrm>
                <a:off x="10184863" y="904731"/>
                <a:ext cx="67680" cy="21312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1DC1B917-AAE0-59EF-860E-618AEF00ADD6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167223" y="886731"/>
                  <a:ext cx="10332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B1E9CE69-4DA5-69C3-A5FA-5441970B8C0D}"/>
                    </a:ext>
                  </a:extLst>
                </p14:cNvPr>
                <p14:cNvContentPartPr/>
                <p14:nvPr/>
              </p14:nvContentPartPr>
              <p14:xfrm>
                <a:off x="10289263" y="1009131"/>
                <a:ext cx="81720" cy="9144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B1E9CE69-4DA5-69C3-A5FA-5441970B8C0D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271623" y="991491"/>
                  <a:ext cx="11736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154F1069-35E0-14A5-093D-C0B6CCE6E48A}"/>
                    </a:ext>
                  </a:extLst>
                </p14:cNvPr>
                <p14:cNvContentPartPr/>
                <p14:nvPr/>
              </p14:nvContentPartPr>
              <p14:xfrm>
                <a:off x="10421743" y="969891"/>
                <a:ext cx="117000" cy="687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154F1069-35E0-14A5-093D-C0B6CCE6E48A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403743" y="951891"/>
                  <a:ext cx="1526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5DEE7C84-A317-EFEF-45FA-C8A421FF7AF5}"/>
                    </a:ext>
                  </a:extLst>
                </p14:cNvPr>
                <p14:cNvContentPartPr/>
                <p14:nvPr/>
              </p14:nvContentPartPr>
              <p14:xfrm>
                <a:off x="10627663" y="934971"/>
                <a:ext cx="59400" cy="14184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5DEE7C84-A317-EFEF-45FA-C8A421FF7AF5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610023" y="916971"/>
                  <a:ext cx="950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ABA4E8E4-91B8-7C84-3727-FE9126F395C2}"/>
                    </a:ext>
                  </a:extLst>
                </p14:cNvPr>
                <p14:cNvContentPartPr/>
                <p14:nvPr/>
              </p14:nvContentPartPr>
              <p14:xfrm>
                <a:off x="10738903" y="941451"/>
                <a:ext cx="230040" cy="11304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ABA4E8E4-91B8-7C84-3727-FE9126F395C2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720903" y="923451"/>
                  <a:ext cx="26568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74378536-E31F-D607-3927-7D4B75152A82}"/>
                    </a:ext>
                  </a:extLst>
                </p14:cNvPr>
                <p14:cNvContentPartPr/>
                <p14:nvPr/>
              </p14:nvContentPartPr>
              <p14:xfrm>
                <a:off x="11089543" y="848931"/>
                <a:ext cx="42120" cy="18036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74378536-E31F-D607-3927-7D4B75152A82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071543" y="830931"/>
                  <a:ext cx="777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A3B4F30F-25FE-28EC-E7FD-5229588B6E4A}"/>
                    </a:ext>
                  </a:extLst>
                </p14:cNvPr>
                <p14:cNvContentPartPr/>
                <p14:nvPr/>
              </p14:nvContentPartPr>
              <p14:xfrm>
                <a:off x="11082343" y="906891"/>
                <a:ext cx="166680" cy="9792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A3B4F30F-25FE-28EC-E7FD-5229588B6E4A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1064343" y="889251"/>
                  <a:ext cx="2023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3669713F-AB37-18C7-173E-0752EB756C88}"/>
                    </a:ext>
                  </a:extLst>
                </p14:cNvPr>
                <p14:cNvContentPartPr/>
                <p14:nvPr/>
              </p14:nvContentPartPr>
              <p14:xfrm>
                <a:off x="11325703" y="931731"/>
                <a:ext cx="107280" cy="9684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3669713F-AB37-18C7-173E-0752EB756C88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1307703" y="913731"/>
                  <a:ext cx="1429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56B6C449-17F2-CF3A-D5D9-A46DE5CFBAF8}"/>
                    </a:ext>
                  </a:extLst>
                </p14:cNvPr>
                <p14:cNvContentPartPr/>
                <p14:nvPr/>
              </p14:nvContentPartPr>
              <p14:xfrm>
                <a:off x="11485543" y="847491"/>
                <a:ext cx="42120" cy="18432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56B6C449-17F2-CF3A-D5D9-A46DE5CFBAF8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1467903" y="829491"/>
                  <a:ext cx="777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A5BDE39D-6B17-D008-D29E-2A591A955C8F}"/>
                    </a:ext>
                  </a:extLst>
                </p14:cNvPr>
                <p14:cNvContentPartPr/>
                <p14:nvPr/>
              </p14:nvContentPartPr>
              <p14:xfrm>
                <a:off x="11484463" y="945771"/>
                <a:ext cx="163440" cy="11304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A5BDE39D-6B17-D008-D29E-2A591A955C8F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1466823" y="928131"/>
                  <a:ext cx="19908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970850F6-E1CE-30A2-466B-7BE4107ED638}"/>
                    </a:ext>
                  </a:extLst>
                </p14:cNvPr>
                <p14:cNvContentPartPr/>
                <p14:nvPr/>
              </p14:nvContentPartPr>
              <p14:xfrm>
                <a:off x="11677423" y="862611"/>
                <a:ext cx="24480" cy="111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970850F6-E1CE-30A2-466B-7BE4107ED638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1659423" y="844611"/>
                  <a:ext cx="6012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90193A5B-1F39-3768-8F3E-470507FFC1EE}"/>
                    </a:ext>
                  </a:extLst>
                </p14:cNvPr>
                <p14:cNvContentPartPr/>
                <p14:nvPr/>
              </p14:nvContentPartPr>
              <p14:xfrm>
                <a:off x="11742223" y="900771"/>
                <a:ext cx="261000" cy="1011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90193A5B-1F39-3768-8F3E-470507FFC1EE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1724223" y="882771"/>
                  <a:ext cx="2966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FD264504-F35F-BC29-17A4-7B50239B6A64}"/>
                    </a:ext>
                  </a:extLst>
                </p14:cNvPr>
                <p14:cNvContentPartPr/>
                <p14:nvPr/>
              </p14:nvContentPartPr>
              <p14:xfrm>
                <a:off x="9911263" y="297051"/>
                <a:ext cx="256680" cy="5364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FD264504-F35F-BC29-17A4-7B50239B6A64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893623" y="279051"/>
                  <a:ext cx="29232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AD1B4219-49C6-0B82-9271-03CE35F9D537}"/>
                    </a:ext>
                  </a:extLst>
                </p14:cNvPr>
                <p14:cNvContentPartPr/>
                <p14:nvPr/>
              </p14:nvContentPartPr>
              <p14:xfrm>
                <a:off x="10109623" y="284091"/>
                <a:ext cx="87480" cy="15552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AD1B4219-49C6-0B82-9271-03CE35F9D537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0091623" y="266451"/>
                  <a:ext cx="12312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2C8AD5DF-BA2C-D09B-920B-2835A7C8C0A8}"/>
                    </a:ext>
                  </a:extLst>
                </p14:cNvPr>
                <p14:cNvContentPartPr/>
                <p14:nvPr/>
              </p14:nvContentPartPr>
              <p14:xfrm>
                <a:off x="10323463" y="288771"/>
                <a:ext cx="20880" cy="24264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2C8AD5DF-BA2C-D09B-920B-2835A7C8C0A8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305463" y="270771"/>
                  <a:ext cx="565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F5CA50C2-A976-636B-EB59-23E542FC3163}"/>
                    </a:ext>
                  </a:extLst>
                </p14:cNvPr>
                <p14:cNvContentPartPr/>
                <p14:nvPr/>
              </p14:nvContentPartPr>
              <p14:xfrm>
                <a:off x="10449823" y="433131"/>
                <a:ext cx="189000" cy="9864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F5CA50C2-A976-636B-EB59-23E542FC3163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432183" y="415491"/>
                  <a:ext cx="2246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97E0525C-AE57-35A9-5929-0E8F0A1B4F74}"/>
                    </a:ext>
                  </a:extLst>
                </p14:cNvPr>
                <p14:cNvContentPartPr/>
                <p14:nvPr/>
              </p14:nvContentPartPr>
              <p14:xfrm>
                <a:off x="10684903" y="425931"/>
                <a:ext cx="55800" cy="1926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97E0525C-AE57-35A9-5929-0E8F0A1B4F74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666903" y="408291"/>
                  <a:ext cx="9144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F0B59277-AE05-7356-0676-5DFBE85ECE91}"/>
                    </a:ext>
                  </a:extLst>
                </p14:cNvPr>
                <p14:cNvContentPartPr/>
                <p14:nvPr/>
              </p14:nvContentPartPr>
              <p14:xfrm>
                <a:off x="10669783" y="464451"/>
                <a:ext cx="133200" cy="2829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F0B59277-AE05-7356-0676-5DFBE85ECE91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651783" y="446811"/>
                  <a:ext cx="16884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B271EBF-FC27-7A13-841F-1380E1C538C5}"/>
                    </a:ext>
                  </a:extLst>
                </p14:cNvPr>
                <p14:cNvContentPartPr/>
                <p14:nvPr/>
              </p14:nvContentPartPr>
              <p14:xfrm>
                <a:off x="10796503" y="379491"/>
                <a:ext cx="140400" cy="24372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B271EBF-FC27-7A13-841F-1380E1C538C5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778863" y="361851"/>
                  <a:ext cx="17604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B4C1E5BF-3B41-000E-448E-47FD6473F137}"/>
                    </a:ext>
                  </a:extLst>
                </p14:cNvPr>
                <p14:cNvContentPartPr/>
                <p14:nvPr/>
              </p14:nvContentPartPr>
              <p14:xfrm>
                <a:off x="10968583" y="302811"/>
                <a:ext cx="88560" cy="17532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B4C1E5BF-3B41-000E-448E-47FD6473F137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950583" y="284811"/>
                  <a:ext cx="12420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EBED7C2D-1683-E714-21FA-93B6DD408EBA}"/>
                    </a:ext>
                  </a:extLst>
                </p14:cNvPr>
                <p14:cNvContentPartPr/>
                <p14:nvPr/>
              </p14:nvContentPartPr>
              <p14:xfrm>
                <a:off x="10962463" y="398211"/>
                <a:ext cx="58320" cy="2628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EBED7C2D-1683-E714-21FA-93B6DD408EBA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944463" y="380211"/>
                  <a:ext cx="939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9C0E83A9-3D76-9E0D-9E05-ADE01F2F1462}"/>
                    </a:ext>
                  </a:extLst>
                </p14:cNvPr>
                <p14:cNvContentPartPr/>
                <p14:nvPr/>
              </p14:nvContentPartPr>
              <p14:xfrm>
                <a:off x="11155063" y="380211"/>
                <a:ext cx="12240" cy="1224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9C0E83A9-3D76-9E0D-9E05-ADE01F2F1462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1137063" y="362211"/>
                  <a:ext cx="47880" cy="4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2FCB864C-6EC2-91F0-156B-A08751264E74}"/>
              </a:ext>
            </a:extLst>
          </p:cNvPr>
          <p:cNvGrpSpPr/>
          <p:nvPr/>
        </p:nvGrpSpPr>
        <p:grpSpPr>
          <a:xfrm>
            <a:off x="1479703" y="5416611"/>
            <a:ext cx="3060000" cy="465840"/>
            <a:chOff x="1479703" y="5416611"/>
            <a:chExt cx="3060000" cy="46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4AC291F1-D4AE-97EB-3C4A-7D16ED00B406}"/>
                    </a:ext>
                  </a:extLst>
                </p14:cNvPr>
                <p14:cNvContentPartPr/>
                <p14:nvPr/>
              </p14:nvContentPartPr>
              <p14:xfrm>
                <a:off x="1479703" y="5488611"/>
                <a:ext cx="377280" cy="12132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4AC291F1-D4AE-97EB-3C4A-7D16ED00B406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462063" y="5470611"/>
                  <a:ext cx="4129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022C2440-55BC-46FA-404F-E42404A695B5}"/>
                    </a:ext>
                  </a:extLst>
                </p14:cNvPr>
                <p14:cNvContentPartPr/>
                <p14:nvPr/>
              </p14:nvContentPartPr>
              <p14:xfrm>
                <a:off x="1724863" y="5541171"/>
                <a:ext cx="15480" cy="34128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022C2440-55BC-46FA-404F-E42404A695B5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706863" y="5523531"/>
                  <a:ext cx="5112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E57BAC1C-6AB0-1C91-94DE-5FB9F66E6630}"/>
                    </a:ext>
                  </a:extLst>
                </p14:cNvPr>
                <p14:cNvContentPartPr/>
                <p14:nvPr/>
              </p14:nvContentPartPr>
              <p14:xfrm>
                <a:off x="1868143" y="5652771"/>
                <a:ext cx="98640" cy="17964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E57BAC1C-6AB0-1C91-94DE-5FB9F66E6630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850503" y="5635131"/>
                  <a:ext cx="1342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15AEC5DF-A465-A12C-BEA5-9E74FD3D469A}"/>
                    </a:ext>
                  </a:extLst>
                </p14:cNvPr>
                <p14:cNvContentPartPr/>
                <p14:nvPr/>
              </p14:nvContentPartPr>
              <p14:xfrm>
                <a:off x="2121223" y="5672211"/>
                <a:ext cx="303840" cy="19548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15AEC5DF-A465-A12C-BEA5-9E74FD3D469A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2103223" y="5654211"/>
                  <a:ext cx="3394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14DCB29A-2688-E153-AB1D-3FE9DA47C146}"/>
                    </a:ext>
                  </a:extLst>
                </p14:cNvPr>
                <p14:cNvContentPartPr/>
                <p14:nvPr/>
              </p14:nvContentPartPr>
              <p14:xfrm>
                <a:off x="2547823" y="5654931"/>
                <a:ext cx="107640" cy="19656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14DCB29A-2688-E153-AB1D-3FE9DA47C146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2529823" y="5636931"/>
                  <a:ext cx="14328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D91AEBDE-7201-8FBB-DC39-94B90745ABBB}"/>
                    </a:ext>
                  </a:extLst>
                </p14:cNvPr>
                <p14:cNvContentPartPr/>
                <p14:nvPr/>
              </p14:nvContentPartPr>
              <p14:xfrm>
                <a:off x="2771743" y="5662131"/>
                <a:ext cx="274680" cy="12348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D91AEBDE-7201-8FBB-DC39-94B90745ABBB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2754103" y="5644131"/>
                  <a:ext cx="3103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C2495913-FFA4-EAFD-B5F4-846D65110002}"/>
                    </a:ext>
                  </a:extLst>
                </p14:cNvPr>
                <p14:cNvContentPartPr/>
                <p14:nvPr/>
              </p14:nvContentPartPr>
              <p14:xfrm>
                <a:off x="3140023" y="5690931"/>
                <a:ext cx="34920" cy="10764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C2495913-FFA4-EAFD-B5F4-846D65110002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3122383" y="5673291"/>
                  <a:ext cx="705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8183221B-0741-3C5F-98B7-41A415F2A150}"/>
                    </a:ext>
                  </a:extLst>
                </p14:cNvPr>
                <p14:cNvContentPartPr/>
                <p14:nvPr/>
              </p14:nvContentPartPr>
              <p14:xfrm>
                <a:off x="3107263" y="5509851"/>
                <a:ext cx="26640" cy="4392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8183221B-0741-3C5F-98B7-41A415F2A150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3089263" y="5491851"/>
                  <a:ext cx="622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7D713620-F82A-8CAE-FF91-7309AAF92438}"/>
                    </a:ext>
                  </a:extLst>
                </p14:cNvPr>
                <p14:cNvContentPartPr/>
                <p14:nvPr/>
              </p14:nvContentPartPr>
              <p14:xfrm>
                <a:off x="3314623" y="5416611"/>
                <a:ext cx="64080" cy="29844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7D713620-F82A-8CAE-FF91-7309AAF92438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3296623" y="5398971"/>
                  <a:ext cx="9972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8015DD15-BAB5-7DDE-4463-68CA8474A791}"/>
                    </a:ext>
                  </a:extLst>
                </p14:cNvPr>
                <p14:cNvContentPartPr/>
                <p14:nvPr/>
              </p14:nvContentPartPr>
              <p14:xfrm>
                <a:off x="3293023" y="5526411"/>
                <a:ext cx="144000" cy="9360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8015DD15-BAB5-7DDE-4463-68CA8474A791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3275383" y="5508411"/>
                  <a:ext cx="1796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2B4536A9-25F6-50E7-8D3C-FCE4258152ED}"/>
                    </a:ext>
                  </a:extLst>
                </p14:cNvPr>
                <p14:cNvContentPartPr/>
                <p14:nvPr/>
              </p14:nvContentPartPr>
              <p14:xfrm>
                <a:off x="3512983" y="5472051"/>
                <a:ext cx="27000" cy="21312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2B4536A9-25F6-50E7-8D3C-FCE4258152ED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3494983" y="5454051"/>
                  <a:ext cx="626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3187B30B-F428-2B7A-8691-4BC542CC43D4}"/>
                    </a:ext>
                  </a:extLst>
                </p14:cNvPr>
                <p14:cNvContentPartPr/>
                <p14:nvPr/>
              </p14:nvContentPartPr>
              <p14:xfrm>
                <a:off x="3504703" y="5585091"/>
                <a:ext cx="87120" cy="3600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3187B30B-F428-2B7A-8691-4BC542CC43D4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3487063" y="5567091"/>
                  <a:ext cx="1227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036EEC8C-2988-9449-B7A8-82AFFB0237AA}"/>
                    </a:ext>
                  </a:extLst>
                </p14:cNvPr>
                <p14:cNvContentPartPr/>
                <p14:nvPr/>
              </p14:nvContentPartPr>
              <p14:xfrm>
                <a:off x="3664903" y="5536491"/>
                <a:ext cx="330120" cy="13896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036EEC8C-2988-9449-B7A8-82AFFB0237AA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3646903" y="5518851"/>
                  <a:ext cx="3657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C8091310-69C9-ECAF-F41A-A40ACCE1D02E}"/>
                    </a:ext>
                  </a:extLst>
                </p14:cNvPr>
                <p14:cNvContentPartPr/>
                <p14:nvPr/>
              </p14:nvContentPartPr>
              <p14:xfrm>
                <a:off x="4047583" y="5509131"/>
                <a:ext cx="129240" cy="21276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C8091310-69C9-ECAF-F41A-A40ACCE1D02E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4029943" y="5491491"/>
                  <a:ext cx="1648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A6BCFB58-A508-EEA3-55A9-8A5B537AF9FB}"/>
                    </a:ext>
                  </a:extLst>
                </p14:cNvPr>
                <p14:cNvContentPartPr/>
                <p14:nvPr/>
              </p14:nvContentPartPr>
              <p14:xfrm>
                <a:off x="4211023" y="5536491"/>
                <a:ext cx="141840" cy="16812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A6BCFB58-A508-EEA3-55A9-8A5B537AF9FB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4193023" y="5518491"/>
                  <a:ext cx="1774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3D36FE7C-DE4B-A41D-F923-D6DB56C0E0B9}"/>
                    </a:ext>
                  </a:extLst>
                </p14:cNvPr>
                <p14:cNvContentPartPr/>
                <p14:nvPr/>
              </p14:nvContentPartPr>
              <p14:xfrm>
                <a:off x="4508383" y="5602011"/>
                <a:ext cx="31320" cy="10980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3D36FE7C-DE4B-A41D-F923-D6DB56C0E0B9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490743" y="5584371"/>
                  <a:ext cx="66960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907421D5-C7DA-1F7B-A684-54805789611B}"/>
              </a:ext>
            </a:extLst>
          </p:cNvPr>
          <p:cNvGrpSpPr/>
          <p:nvPr/>
        </p:nvGrpSpPr>
        <p:grpSpPr>
          <a:xfrm>
            <a:off x="4706743" y="4992171"/>
            <a:ext cx="1707840" cy="722160"/>
            <a:chOff x="4706743" y="4992171"/>
            <a:chExt cx="1707840" cy="72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868F6847-9C42-268C-3DD5-2D12F9882DCF}"/>
                    </a:ext>
                  </a:extLst>
                </p14:cNvPr>
                <p14:cNvContentPartPr/>
                <p14:nvPr/>
              </p14:nvContentPartPr>
              <p14:xfrm>
                <a:off x="4706743" y="5352531"/>
                <a:ext cx="375840" cy="7092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868F6847-9C42-268C-3DD5-2D12F9882DCF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4689103" y="5334891"/>
                  <a:ext cx="4114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7B0EABE8-125F-4E9B-1385-3BAA478C3308}"/>
                    </a:ext>
                  </a:extLst>
                </p14:cNvPr>
                <p14:cNvContentPartPr/>
                <p14:nvPr/>
              </p14:nvContentPartPr>
              <p14:xfrm>
                <a:off x="4860103" y="5416611"/>
                <a:ext cx="103680" cy="29772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7B0EABE8-125F-4E9B-1385-3BAA478C3308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4842463" y="5398971"/>
                  <a:ext cx="13932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63437693-02D4-10CD-F0B0-7CE5AED1A962}"/>
                    </a:ext>
                  </a:extLst>
                </p14:cNvPr>
                <p14:cNvContentPartPr/>
                <p14:nvPr/>
              </p14:nvContentPartPr>
              <p14:xfrm>
                <a:off x="5175103" y="5456571"/>
                <a:ext cx="87120" cy="3312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63437693-02D4-10CD-F0B0-7CE5AED1A962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5157463" y="5438571"/>
                  <a:ext cx="1227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F1DB8A62-41B7-6A4F-71DC-EA13309D0919}"/>
                    </a:ext>
                  </a:extLst>
                </p14:cNvPr>
                <p14:cNvContentPartPr/>
                <p14:nvPr/>
              </p14:nvContentPartPr>
              <p14:xfrm>
                <a:off x="5223703" y="5547291"/>
                <a:ext cx="87120" cy="2088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F1DB8A62-41B7-6A4F-71DC-EA13309D0919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5206063" y="5529651"/>
                  <a:ext cx="1227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AE9713C1-D369-769D-AB2D-CB091A6610DD}"/>
                    </a:ext>
                  </a:extLst>
                </p14:cNvPr>
                <p14:cNvContentPartPr/>
                <p14:nvPr/>
              </p14:nvContentPartPr>
              <p14:xfrm>
                <a:off x="5576863" y="4992171"/>
                <a:ext cx="104040" cy="34812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AE9713C1-D369-769D-AB2D-CB091A6610DD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5559223" y="4974531"/>
                  <a:ext cx="13968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80FB1209-931A-5143-B577-35664EAAF088}"/>
                    </a:ext>
                  </a:extLst>
                </p14:cNvPr>
                <p14:cNvContentPartPr/>
                <p14:nvPr/>
              </p14:nvContentPartPr>
              <p14:xfrm>
                <a:off x="5519263" y="5037171"/>
                <a:ext cx="97560" cy="7668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80FB1209-931A-5143-B577-35664EAAF088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5501263" y="5019171"/>
                  <a:ext cx="1332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241F448A-3CF9-FE1F-47FB-B5E85E4B8FE2}"/>
                    </a:ext>
                  </a:extLst>
                </p14:cNvPr>
                <p14:cNvContentPartPr/>
                <p14:nvPr/>
              </p14:nvContentPartPr>
              <p14:xfrm>
                <a:off x="5604583" y="5371251"/>
                <a:ext cx="73800" cy="2736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241F448A-3CF9-FE1F-47FB-B5E85E4B8FE2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5586583" y="5353611"/>
                  <a:ext cx="1094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36E15F05-6489-FE26-90D2-A2B9642AEA49}"/>
                    </a:ext>
                  </a:extLst>
                </p14:cNvPr>
                <p14:cNvContentPartPr/>
                <p14:nvPr/>
              </p14:nvContentPartPr>
              <p14:xfrm>
                <a:off x="5799343" y="5228691"/>
                <a:ext cx="137160" cy="21672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36E15F05-6489-FE26-90D2-A2B9642AEA49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5781343" y="5211051"/>
                  <a:ext cx="1728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D7F6CA9B-902F-0227-5A1F-3F40A73E8C95}"/>
                    </a:ext>
                  </a:extLst>
                </p14:cNvPr>
                <p14:cNvContentPartPr/>
                <p14:nvPr/>
              </p14:nvContentPartPr>
              <p14:xfrm>
                <a:off x="5766583" y="5311851"/>
                <a:ext cx="108720" cy="8316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D7F6CA9B-902F-0227-5A1F-3F40A73E8C95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5748943" y="5294211"/>
                  <a:ext cx="1443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69168ACA-C2EE-F096-3483-4B77DD8BD724}"/>
                    </a:ext>
                  </a:extLst>
                </p14:cNvPr>
                <p14:cNvContentPartPr/>
                <p14:nvPr/>
              </p14:nvContentPartPr>
              <p14:xfrm>
                <a:off x="5960983" y="5187291"/>
                <a:ext cx="64800" cy="16704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69168ACA-C2EE-F096-3483-4B77DD8BD724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5942983" y="5169651"/>
                  <a:ext cx="1004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CDC54518-1AAA-535B-7EE2-CD9963F8EC6D}"/>
                    </a:ext>
                  </a:extLst>
                </p14:cNvPr>
                <p14:cNvContentPartPr/>
                <p14:nvPr/>
              </p14:nvContentPartPr>
              <p14:xfrm>
                <a:off x="5629423" y="5435331"/>
                <a:ext cx="785160" cy="19404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CDC54518-1AAA-535B-7EE2-CD9963F8EC6D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5611783" y="5417331"/>
                  <a:ext cx="820800" cy="22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A0E2278B-3632-C538-AFB7-A2D0B61A9D1C}"/>
              </a:ext>
            </a:extLst>
          </p:cNvPr>
          <p:cNvGrpSpPr/>
          <p:nvPr/>
        </p:nvGrpSpPr>
        <p:grpSpPr>
          <a:xfrm>
            <a:off x="5868463" y="5853291"/>
            <a:ext cx="848520" cy="420840"/>
            <a:chOff x="5868463" y="5853291"/>
            <a:chExt cx="848520" cy="42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482CF782-26BA-E083-2404-C557A155C506}"/>
                    </a:ext>
                  </a:extLst>
                </p14:cNvPr>
                <p14:cNvContentPartPr/>
                <p14:nvPr/>
              </p14:nvContentPartPr>
              <p14:xfrm>
                <a:off x="5946943" y="5853291"/>
                <a:ext cx="121680" cy="40140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482CF782-26BA-E083-2404-C557A155C506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5929303" y="5835291"/>
                  <a:ext cx="15732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65E24398-DBA8-D469-EB86-890470CF102C}"/>
                    </a:ext>
                  </a:extLst>
                </p14:cNvPr>
                <p14:cNvContentPartPr/>
                <p14:nvPr/>
              </p14:nvContentPartPr>
              <p14:xfrm>
                <a:off x="5868463" y="5872731"/>
                <a:ext cx="129960" cy="5220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65E24398-DBA8-D469-EB86-890470CF102C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850463" y="5854731"/>
                  <a:ext cx="1656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510BA92C-5257-85AF-C454-B75146CC9BDA}"/>
                    </a:ext>
                  </a:extLst>
                </p14:cNvPr>
                <p14:cNvContentPartPr/>
                <p14:nvPr/>
              </p14:nvContentPartPr>
              <p14:xfrm>
                <a:off x="5960263" y="6189531"/>
                <a:ext cx="167040" cy="8460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510BA92C-5257-85AF-C454-B75146CC9BDA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5942623" y="6171531"/>
                  <a:ext cx="20268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F031F63B-32A9-3290-2605-484FF645C0C4}"/>
                    </a:ext>
                  </a:extLst>
                </p14:cNvPr>
                <p14:cNvContentPartPr/>
                <p14:nvPr/>
              </p14:nvContentPartPr>
              <p14:xfrm>
                <a:off x="6184543" y="6050571"/>
                <a:ext cx="26280" cy="12204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F031F63B-32A9-3290-2605-484FF645C0C4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6166543" y="6032571"/>
                  <a:ext cx="619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0058D1C1-2485-E6EA-8EB7-241807198FC7}"/>
                    </a:ext>
                  </a:extLst>
                </p14:cNvPr>
                <p14:cNvContentPartPr/>
                <p14:nvPr/>
              </p14:nvContentPartPr>
              <p14:xfrm>
                <a:off x="6163663" y="5912691"/>
                <a:ext cx="14040" cy="3996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0058D1C1-2485-E6EA-8EB7-241807198FC7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6146023" y="5894691"/>
                  <a:ext cx="496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94ACA15E-A544-3716-FA00-D3B0258D80B3}"/>
                    </a:ext>
                  </a:extLst>
                </p14:cNvPr>
                <p14:cNvContentPartPr/>
                <p14:nvPr/>
              </p14:nvContentPartPr>
              <p14:xfrm>
                <a:off x="6303343" y="6005931"/>
                <a:ext cx="143640" cy="10080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94ACA15E-A544-3716-FA00-D3B0258D80B3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6285703" y="5987931"/>
                  <a:ext cx="1792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39A1A04E-AFF9-B76A-92DA-4E5FCA603F8F}"/>
                    </a:ext>
                  </a:extLst>
                </p14:cNvPr>
                <p14:cNvContentPartPr/>
                <p14:nvPr/>
              </p14:nvContentPartPr>
              <p14:xfrm>
                <a:off x="6541303" y="5918091"/>
                <a:ext cx="175680" cy="20880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39A1A04E-AFF9-B76A-92DA-4E5FCA603F8F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6523303" y="5900091"/>
                  <a:ext cx="211320" cy="24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8E99BCC6-FE71-F24A-DA68-BDB28F73F3EE}"/>
              </a:ext>
            </a:extLst>
          </p:cNvPr>
          <p:cNvGrpSpPr/>
          <p:nvPr/>
        </p:nvGrpSpPr>
        <p:grpSpPr>
          <a:xfrm>
            <a:off x="6988063" y="5377371"/>
            <a:ext cx="2304360" cy="554040"/>
            <a:chOff x="6988063" y="5377371"/>
            <a:chExt cx="2304360" cy="55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974BFCAC-26FE-F14F-5D08-FA7BB3C8D7D9}"/>
                    </a:ext>
                  </a:extLst>
                </p14:cNvPr>
                <p14:cNvContentPartPr/>
                <p14:nvPr/>
              </p14:nvContentPartPr>
              <p14:xfrm>
                <a:off x="6988063" y="5707491"/>
                <a:ext cx="56520" cy="22392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974BFCAC-26FE-F14F-5D08-FA7BB3C8D7D9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6970063" y="5689851"/>
                  <a:ext cx="9216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7A8FA4E1-26EF-A6F4-CCCE-FA8B3B922A4E}"/>
                    </a:ext>
                  </a:extLst>
                </p14:cNvPr>
                <p14:cNvContentPartPr/>
                <p14:nvPr/>
              </p14:nvContentPartPr>
              <p14:xfrm>
                <a:off x="7075183" y="5487531"/>
                <a:ext cx="542880" cy="43704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7A8FA4E1-26EF-A6F4-CCCE-FA8B3B922A4E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7057183" y="5469891"/>
                  <a:ext cx="578520" cy="47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62BB02DE-C0A4-8145-184A-B9E2FE1432A6}"/>
                    </a:ext>
                  </a:extLst>
                </p14:cNvPr>
                <p14:cNvContentPartPr/>
                <p14:nvPr/>
              </p14:nvContentPartPr>
              <p14:xfrm>
                <a:off x="7658383" y="5669331"/>
                <a:ext cx="140760" cy="17208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62BB02DE-C0A4-8145-184A-B9E2FE1432A6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7640383" y="5651331"/>
                  <a:ext cx="17640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0627DC8E-61F6-036A-5F30-75D43346A5C1}"/>
                    </a:ext>
                  </a:extLst>
                </p14:cNvPr>
                <p14:cNvContentPartPr/>
                <p14:nvPr/>
              </p14:nvContentPartPr>
              <p14:xfrm>
                <a:off x="7890223" y="5678691"/>
                <a:ext cx="102600" cy="16992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0627DC8E-61F6-036A-5F30-75D43346A5C1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7872223" y="5660691"/>
                  <a:ext cx="1382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955565B2-371D-012A-424B-19770F113A84}"/>
                    </a:ext>
                  </a:extLst>
                </p14:cNvPr>
                <p14:cNvContentPartPr/>
                <p14:nvPr/>
              </p14:nvContentPartPr>
              <p14:xfrm>
                <a:off x="8096863" y="5685891"/>
                <a:ext cx="105480" cy="17388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955565B2-371D-012A-424B-19770F113A84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8078863" y="5667891"/>
                  <a:ext cx="1411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23F7AD69-117F-12E7-CD10-E4A1E14467BA}"/>
                    </a:ext>
                  </a:extLst>
                </p14:cNvPr>
                <p14:cNvContentPartPr/>
                <p14:nvPr/>
              </p14:nvContentPartPr>
              <p14:xfrm>
                <a:off x="8270383" y="5657451"/>
                <a:ext cx="88200" cy="16092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23F7AD69-117F-12E7-CD10-E4A1E14467BA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8252383" y="5639451"/>
                  <a:ext cx="1238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D740960A-A5C9-B8DD-076D-285A1B6CDCB4}"/>
                    </a:ext>
                  </a:extLst>
                </p14:cNvPr>
                <p14:cNvContentPartPr/>
                <p14:nvPr/>
              </p14:nvContentPartPr>
              <p14:xfrm>
                <a:off x="8505463" y="5672571"/>
                <a:ext cx="35280" cy="21780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D740960A-A5C9-B8DD-076D-285A1B6CDCB4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8487463" y="5654571"/>
                  <a:ext cx="7092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9E6FB982-3562-798E-02A2-B0447EF77B50}"/>
                    </a:ext>
                  </a:extLst>
                </p14:cNvPr>
                <p14:cNvContentPartPr/>
                <p14:nvPr/>
              </p14:nvContentPartPr>
              <p14:xfrm>
                <a:off x="8487823" y="5639811"/>
                <a:ext cx="118080" cy="12204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9E6FB982-3562-798E-02A2-B0447EF77B50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8469823" y="5622171"/>
                  <a:ext cx="1537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B64D3E4E-052E-F033-0085-F489A5A5E3A6}"/>
                    </a:ext>
                  </a:extLst>
                </p14:cNvPr>
                <p14:cNvContentPartPr/>
                <p14:nvPr/>
              </p14:nvContentPartPr>
              <p14:xfrm>
                <a:off x="8676103" y="5509851"/>
                <a:ext cx="77400" cy="26748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B64D3E4E-052E-F033-0085-F489A5A5E3A6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658463" y="5492211"/>
                  <a:ext cx="11304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25448B55-CE7C-E0C7-9AD5-505F07DCC4F8}"/>
                    </a:ext>
                  </a:extLst>
                </p14:cNvPr>
                <p14:cNvContentPartPr/>
                <p14:nvPr/>
              </p14:nvContentPartPr>
              <p14:xfrm>
                <a:off x="8669623" y="5613891"/>
                <a:ext cx="278640" cy="11880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25448B55-CE7C-E0C7-9AD5-505F07DCC4F8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651983" y="5596251"/>
                  <a:ext cx="3142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6DE338BE-D0BC-5F6F-0F49-D2FFD477872D}"/>
                    </a:ext>
                  </a:extLst>
                </p14:cNvPr>
                <p14:cNvContentPartPr/>
                <p14:nvPr/>
              </p14:nvContentPartPr>
              <p14:xfrm>
                <a:off x="8875183" y="5377371"/>
                <a:ext cx="38160" cy="8100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6DE338BE-D0BC-5F6F-0F49-D2FFD477872D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8857183" y="5359731"/>
                  <a:ext cx="738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9970E8E1-C68B-69DB-18B6-97F6F86C4CFF}"/>
                    </a:ext>
                  </a:extLst>
                </p14:cNvPr>
                <p14:cNvContentPartPr/>
                <p14:nvPr/>
              </p14:nvContentPartPr>
              <p14:xfrm>
                <a:off x="9008023" y="5542971"/>
                <a:ext cx="284400" cy="14616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9970E8E1-C68B-69DB-18B6-97F6F86C4CFF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8990023" y="5525331"/>
                  <a:ext cx="320040" cy="18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8" name="Group 287">
            <a:extLst>
              <a:ext uri="{FF2B5EF4-FFF2-40B4-BE49-F238E27FC236}">
                <a16:creationId xmlns:a16="http://schemas.microsoft.com/office/drawing/2014/main" id="{2F1E0CAB-4749-1675-EA20-979B635E319E}"/>
              </a:ext>
            </a:extLst>
          </p:cNvPr>
          <p:cNvGrpSpPr/>
          <p:nvPr/>
        </p:nvGrpSpPr>
        <p:grpSpPr>
          <a:xfrm>
            <a:off x="9483223" y="5469171"/>
            <a:ext cx="279000" cy="309960"/>
            <a:chOff x="9483223" y="5469171"/>
            <a:chExt cx="279000" cy="30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3ABA7013-5D70-295D-9414-F9DCF5400C4B}"/>
                    </a:ext>
                  </a:extLst>
                </p14:cNvPr>
                <p14:cNvContentPartPr/>
                <p14:nvPr/>
              </p14:nvContentPartPr>
              <p14:xfrm>
                <a:off x="9483223" y="5533971"/>
                <a:ext cx="52560" cy="3456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3ABA7013-5D70-295D-9414-F9DCF5400C4B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9465223" y="5515971"/>
                  <a:ext cx="882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3D0B08DA-0D1D-203D-42B6-D54A2834D7B1}"/>
                    </a:ext>
                  </a:extLst>
                </p14:cNvPr>
                <p14:cNvContentPartPr/>
                <p14:nvPr/>
              </p14:nvContentPartPr>
              <p14:xfrm>
                <a:off x="9503743" y="5652411"/>
                <a:ext cx="110520" cy="3060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3D0B08DA-0D1D-203D-42B6-D54A2834D7B1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9486103" y="5634411"/>
                  <a:ext cx="1461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0019E307-F590-3F68-ED03-F39C9DD11ABD}"/>
                    </a:ext>
                  </a:extLst>
                </p14:cNvPr>
                <p14:cNvContentPartPr/>
                <p14:nvPr/>
              </p14:nvContentPartPr>
              <p14:xfrm>
                <a:off x="9554863" y="5469171"/>
                <a:ext cx="207360" cy="30996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0019E307-F590-3F68-ED03-F39C9DD11ABD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9537223" y="5451171"/>
                  <a:ext cx="243000" cy="34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2DE928DE-3242-CED3-0C92-F2476E631FCC}"/>
              </a:ext>
            </a:extLst>
          </p:cNvPr>
          <p:cNvGrpSpPr/>
          <p:nvPr/>
        </p:nvGrpSpPr>
        <p:grpSpPr>
          <a:xfrm>
            <a:off x="9945103" y="5354691"/>
            <a:ext cx="601200" cy="352800"/>
            <a:chOff x="9945103" y="5354691"/>
            <a:chExt cx="601200" cy="35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92F687F2-1312-1BF2-5C87-33DF6945F263}"/>
                    </a:ext>
                  </a:extLst>
                </p14:cNvPr>
                <p14:cNvContentPartPr/>
                <p14:nvPr/>
              </p14:nvContentPartPr>
              <p14:xfrm>
                <a:off x="9945103" y="5355771"/>
                <a:ext cx="139680" cy="35172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92F687F2-1312-1BF2-5C87-33DF6945F263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9927103" y="5338131"/>
                  <a:ext cx="17532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3FCAD53D-C609-82D7-7926-9B7B90FE8FBB}"/>
                    </a:ext>
                  </a:extLst>
                </p14:cNvPr>
                <p14:cNvContentPartPr/>
                <p14:nvPr/>
              </p14:nvContentPartPr>
              <p14:xfrm>
                <a:off x="10084783" y="5354691"/>
                <a:ext cx="187200" cy="24840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3FCAD53D-C609-82D7-7926-9B7B90FE8FBB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0067143" y="5337051"/>
                  <a:ext cx="22284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12573D1E-9260-41D6-9F62-D2CF3AF1A12E}"/>
                    </a:ext>
                  </a:extLst>
                </p14:cNvPr>
                <p14:cNvContentPartPr/>
                <p14:nvPr/>
              </p14:nvContentPartPr>
              <p14:xfrm>
                <a:off x="10054903" y="5498331"/>
                <a:ext cx="176400" cy="6192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12573D1E-9260-41D6-9F62-D2CF3AF1A12E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0037263" y="5480691"/>
                  <a:ext cx="2120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7A2048CD-D9BC-573A-7E74-A952918FE22D}"/>
                    </a:ext>
                  </a:extLst>
                </p14:cNvPr>
                <p14:cNvContentPartPr/>
                <p14:nvPr/>
              </p14:nvContentPartPr>
              <p14:xfrm>
                <a:off x="10416343" y="5480331"/>
                <a:ext cx="99000" cy="3636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7A2048CD-D9BC-573A-7E74-A952918FE22D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0398703" y="5462331"/>
                  <a:ext cx="1346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EE7A30FD-6EE3-38A5-DF1F-5404F4287C87}"/>
                    </a:ext>
                  </a:extLst>
                </p14:cNvPr>
                <p14:cNvContentPartPr/>
                <p14:nvPr/>
              </p14:nvContentPartPr>
              <p14:xfrm>
                <a:off x="10482583" y="5560251"/>
                <a:ext cx="63720" cy="1836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EE7A30FD-6EE3-38A5-DF1F-5404F4287C87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0464583" y="5542611"/>
                  <a:ext cx="99360" cy="5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1" name="Group 300">
            <a:extLst>
              <a:ext uri="{FF2B5EF4-FFF2-40B4-BE49-F238E27FC236}">
                <a16:creationId xmlns:a16="http://schemas.microsoft.com/office/drawing/2014/main" id="{97DB8C0B-D75D-7AC3-5C51-A8224E4DF385}"/>
              </a:ext>
            </a:extLst>
          </p:cNvPr>
          <p:cNvGrpSpPr/>
          <p:nvPr/>
        </p:nvGrpSpPr>
        <p:grpSpPr>
          <a:xfrm>
            <a:off x="10730983" y="5130411"/>
            <a:ext cx="1425600" cy="752400"/>
            <a:chOff x="10730983" y="5130411"/>
            <a:chExt cx="1425600" cy="75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26B72143-66CF-D6A0-F98D-3BAB7EF48CF9}"/>
                    </a:ext>
                  </a:extLst>
                </p14:cNvPr>
                <p14:cNvContentPartPr/>
                <p14:nvPr/>
              </p14:nvContentPartPr>
              <p14:xfrm>
                <a:off x="10730983" y="5442531"/>
                <a:ext cx="159480" cy="648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26B72143-66CF-D6A0-F98D-3BAB7EF48CF9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0713343" y="5424531"/>
                  <a:ext cx="1951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0035B780-3319-1225-45DB-1A6CEFDEEA29}"/>
                    </a:ext>
                  </a:extLst>
                </p14:cNvPr>
                <p14:cNvContentPartPr/>
                <p14:nvPr/>
              </p14:nvContentPartPr>
              <p14:xfrm>
                <a:off x="10986583" y="5281251"/>
                <a:ext cx="56520" cy="30420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0035B780-3319-1225-45DB-1A6CEFDEEA29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0968943" y="5263611"/>
                  <a:ext cx="9216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FA3135F4-7127-9FF0-4B7C-2C3BA3F8B0D7}"/>
                    </a:ext>
                  </a:extLst>
                </p14:cNvPr>
                <p14:cNvContentPartPr/>
                <p14:nvPr/>
              </p14:nvContentPartPr>
              <p14:xfrm>
                <a:off x="11144623" y="5406531"/>
                <a:ext cx="137160" cy="17064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FA3135F4-7127-9FF0-4B7C-2C3BA3F8B0D7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1126983" y="5388891"/>
                  <a:ext cx="1728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6D5BD387-EB68-8164-4444-DE3D2DB5BDD4}"/>
                    </a:ext>
                  </a:extLst>
                </p14:cNvPr>
                <p14:cNvContentPartPr/>
                <p14:nvPr/>
              </p14:nvContentPartPr>
              <p14:xfrm>
                <a:off x="11402023" y="5469531"/>
                <a:ext cx="86040" cy="28044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6D5BD387-EB68-8164-4444-DE3D2DB5BDD4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1384023" y="5451531"/>
                  <a:ext cx="12168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99DD83D3-BBC7-08CB-43CB-8EEF95605012}"/>
                    </a:ext>
                  </a:extLst>
                </p14:cNvPr>
                <p14:cNvContentPartPr/>
                <p14:nvPr/>
              </p14:nvContentPartPr>
              <p14:xfrm>
                <a:off x="11588503" y="5728371"/>
                <a:ext cx="14760" cy="15444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99DD83D3-BBC7-08CB-43CB-8EEF95605012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1570503" y="5710371"/>
                  <a:ext cx="5040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3863E403-AFEF-2F73-372B-D4EC30913351}"/>
                    </a:ext>
                  </a:extLst>
                </p14:cNvPr>
                <p14:cNvContentPartPr/>
                <p14:nvPr/>
              </p14:nvContentPartPr>
              <p14:xfrm>
                <a:off x="11684623" y="5724051"/>
                <a:ext cx="128880" cy="14904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3863E403-AFEF-2F73-372B-D4EC30913351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1666623" y="5706411"/>
                  <a:ext cx="1645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15331920-EBCB-FC66-3B20-E5FFFB0BEA9D}"/>
                    </a:ext>
                  </a:extLst>
                </p14:cNvPr>
                <p14:cNvContentPartPr/>
                <p14:nvPr/>
              </p14:nvContentPartPr>
              <p14:xfrm>
                <a:off x="11706583" y="5166771"/>
                <a:ext cx="96120" cy="35100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15331920-EBCB-FC66-3B20-E5FFFB0BEA9D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11688583" y="5148771"/>
                  <a:ext cx="13176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C93700A3-2523-4992-ACF5-505A1088346F}"/>
                    </a:ext>
                  </a:extLst>
                </p14:cNvPr>
                <p14:cNvContentPartPr/>
                <p14:nvPr/>
              </p14:nvContentPartPr>
              <p14:xfrm>
                <a:off x="11875063" y="5293851"/>
                <a:ext cx="84960" cy="1332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C93700A3-2523-4992-ACF5-505A1088346F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1857423" y="5275851"/>
                  <a:ext cx="1206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F8E39533-AB66-3864-8677-A0DC769DBAB2}"/>
                    </a:ext>
                  </a:extLst>
                </p14:cNvPr>
                <p14:cNvContentPartPr/>
                <p14:nvPr/>
              </p14:nvContentPartPr>
              <p14:xfrm>
                <a:off x="11945983" y="5289171"/>
                <a:ext cx="54000" cy="16776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F8E39533-AB66-3864-8677-A0DC769DBAB2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1927983" y="5271171"/>
                  <a:ext cx="8964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086B0A5E-9DE0-ED96-EDD4-7C51CAD89601}"/>
                    </a:ext>
                  </a:extLst>
                </p14:cNvPr>
                <p14:cNvContentPartPr/>
                <p14:nvPr/>
              </p14:nvContentPartPr>
              <p14:xfrm>
                <a:off x="11974063" y="5259291"/>
                <a:ext cx="89640" cy="2088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086B0A5E-9DE0-ED96-EDD4-7C51CAD89601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1956423" y="5241291"/>
                  <a:ext cx="1252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4EBAF7FA-C0CA-8EBF-9892-669F3734B423}"/>
                    </a:ext>
                  </a:extLst>
                </p14:cNvPr>
                <p14:cNvContentPartPr/>
                <p14:nvPr/>
              </p14:nvContentPartPr>
              <p14:xfrm>
                <a:off x="12080623" y="5130411"/>
                <a:ext cx="75960" cy="42660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4EBAF7FA-C0CA-8EBF-9892-669F3734B423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2062983" y="5112771"/>
                  <a:ext cx="111600" cy="462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69746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B9555-AF62-F680-E3BA-DFF942F9B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i="0" u="none" strike="noStrike" baseline="0" dirty="0"/>
              <a:t>The Beer-Lambert Law</a:t>
            </a:r>
            <a:endParaRPr lang="en-US" dirty="0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294A43B5-F772-0AC1-8174-CB572CAAA4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81" y="1596226"/>
            <a:ext cx="6654749" cy="346234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13B6A5E-C056-7FF7-4E81-8F7B99690155}"/>
              </a:ext>
            </a:extLst>
          </p:cNvPr>
          <p:cNvSpPr/>
          <p:nvPr/>
        </p:nvSpPr>
        <p:spPr>
          <a:xfrm flipV="1">
            <a:off x="0" y="4317377"/>
            <a:ext cx="1040467" cy="2387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EE854AF-3366-601C-E480-50C042F52679}"/>
                  </a:ext>
                </a:extLst>
              </p14:cNvPr>
              <p14:cNvContentPartPr/>
              <p14:nvPr/>
            </p14:nvContentPartPr>
            <p14:xfrm>
              <a:off x="2188199" y="2509163"/>
              <a:ext cx="504360" cy="532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EE854AF-3366-601C-E480-50C042F5267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70559" y="2491523"/>
                <a:ext cx="540000" cy="56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2C8CF3BC-5424-C868-109C-77120B404930}"/>
              </a:ext>
            </a:extLst>
          </p:cNvPr>
          <p:cNvGrpSpPr/>
          <p:nvPr/>
        </p:nvGrpSpPr>
        <p:grpSpPr>
          <a:xfrm>
            <a:off x="5846519" y="500723"/>
            <a:ext cx="722880" cy="537120"/>
            <a:chOff x="5846519" y="500723"/>
            <a:chExt cx="722880" cy="53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17EA91E-C2C4-EDBA-5C64-33B4BC134D88}"/>
                    </a:ext>
                  </a:extLst>
                </p14:cNvPr>
                <p14:cNvContentPartPr/>
                <p14:nvPr/>
              </p14:nvContentPartPr>
              <p14:xfrm>
                <a:off x="5919959" y="500723"/>
                <a:ext cx="20520" cy="5122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17EA91E-C2C4-EDBA-5C64-33B4BC134D8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902319" y="483083"/>
                  <a:ext cx="56160" cy="54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B62B53D-8338-5A7D-9584-33862E505B3C}"/>
                    </a:ext>
                  </a:extLst>
                </p14:cNvPr>
                <p14:cNvContentPartPr/>
                <p14:nvPr/>
              </p14:nvContentPartPr>
              <p14:xfrm>
                <a:off x="6117599" y="878723"/>
                <a:ext cx="25920" cy="1357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B62B53D-8338-5A7D-9584-33862E505B3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099599" y="860723"/>
                  <a:ext cx="615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4D528C2-EEC7-954F-2835-074FBBF158C2}"/>
                    </a:ext>
                  </a:extLst>
                </p14:cNvPr>
                <p14:cNvContentPartPr/>
                <p14:nvPr/>
              </p14:nvContentPartPr>
              <p14:xfrm>
                <a:off x="6105719" y="719243"/>
                <a:ext cx="52920" cy="432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4D528C2-EEC7-954F-2835-074FBBF158C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088079" y="701243"/>
                  <a:ext cx="885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6BB855E-BA5F-B854-EAE7-D070F8236A70}"/>
                    </a:ext>
                  </a:extLst>
                </p14:cNvPr>
                <p14:cNvContentPartPr/>
                <p14:nvPr/>
              </p14:nvContentPartPr>
              <p14:xfrm>
                <a:off x="6239999" y="874403"/>
                <a:ext cx="128520" cy="88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6BB855E-BA5F-B854-EAE7-D070F8236A7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222359" y="856763"/>
                  <a:ext cx="1641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9C744ED-23F9-7D1C-5151-2135E9215858}"/>
                    </a:ext>
                  </a:extLst>
                </p14:cNvPr>
                <p14:cNvContentPartPr/>
                <p14:nvPr/>
              </p14:nvContentPartPr>
              <p14:xfrm>
                <a:off x="6480119" y="818603"/>
                <a:ext cx="89280" cy="1461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9C744ED-23F9-7D1C-5151-2135E921585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462479" y="800603"/>
                  <a:ext cx="1249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0AE881C-03BD-0E50-E5AE-8AB35C6E9940}"/>
                    </a:ext>
                  </a:extLst>
                </p14:cNvPr>
                <p14:cNvContentPartPr/>
                <p14:nvPr/>
              </p14:nvContentPartPr>
              <p14:xfrm>
                <a:off x="5846519" y="534923"/>
                <a:ext cx="145080" cy="39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0AE881C-03BD-0E50-E5AE-8AB35C6E994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828519" y="516923"/>
                  <a:ext cx="18072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222401B-E737-F5ED-F205-D6E02018191C}"/>
                    </a:ext>
                  </a:extLst>
                </p14:cNvPr>
                <p14:cNvContentPartPr/>
                <p14:nvPr/>
              </p14:nvContentPartPr>
              <p14:xfrm>
                <a:off x="5880359" y="996803"/>
                <a:ext cx="147600" cy="410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222401B-E737-F5ED-F205-D6E02018191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862719" y="979163"/>
                  <a:ext cx="183240" cy="76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45AC07D-F621-6897-2600-AF766333AEA5}"/>
                  </a:ext>
                </a:extLst>
              </p14:cNvPr>
              <p14:cNvContentPartPr/>
              <p14:nvPr/>
            </p14:nvContentPartPr>
            <p14:xfrm>
              <a:off x="6805199" y="752723"/>
              <a:ext cx="321480" cy="280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45AC07D-F621-6897-2600-AF766333AEA5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787559" y="734723"/>
                <a:ext cx="357120" cy="6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D4C644F-60DA-51D1-1789-106B7AF0B0AB}"/>
                  </a:ext>
                </a:extLst>
              </p14:cNvPr>
              <p14:cNvContentPartPr/>
              <p14:nvPr/>
            </p14:nvContentPartPr>
            <p14:xfrm>
              <a:off x="7047479" y="682523"/>
              <a:ext cx="104400" cy="2102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D4C644F-60DA-51D1-1789-106B7AF0B0AB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029479" y="664883"/>
                <a:ext cx="14004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74F875A-E1AF-1FA0-9B1A-215CBBFA6979}"/>
                  </a:ext>
                </a:extLst>
              </p14:cNvPr>
              <p14:cNvContentPartPr/>
              <p14:nvPr/>
            </p14:nvContentPartPr>
            <p14:xfrm>
              <a:off x="7246919" y="445283"/>
              <a:ext cx="24480" cy="11242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74F875A-E1AF-1FA0-9B1A-215CBBFA6979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229279" y="427283"/>
                <a:ext cx="60120" cy="11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F8B374F-31D7-4976-4CA4-ABB5C5C4842A}"/>
                  </a:ext>
                </a:extLst>
              </p14:cNvPr>
              <p14:cNvContentPartPr/>
              <p14:nvPr/>
            </p14:nvContentPartPr>
            <p14:xfrm>
              <a:off x="7260959" y="470123"/>
              <a:ext cx="284760" cy="572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F8B374F-31D7-4976-4CA4-ABB5C5C4842A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243319" y="452123"/>
                <a:ext cx="32040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6F5C7A8-95D0-6BD9-87CB-BA1AA6F55901}"/>
                  </a:ext>
                </a:extLst>
              </p14:cNvPr>
              <p14:cNvContentPartPr/>
              <p14:nvPr/>
            </p14:nvContentPartPr>
            <p14:xfrm>
              <a:off x="7352399" y="487763"/>
              <a:ext cx="347040" cy="10602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6F5C7A8-95D0-6BD9-87CB-BA1AA6F55901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334759" y="470123"/>
                <a:ext cx="382680" cy="10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84F64BD-DF44-C330-204B-D40D92927CBD}"/>
                  </a:ext>
                </a:extLst>
              </p14:cNvPr>
              <p14:cNvContentPartPr/>
              <p14:nvPr/>
            </p14:nvContentPartPr>
            <p14:xfrm>
              <a:off x="7820759" y="863603"/>
              <a:ext cx="221040" cy="277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84F64BD-DF44-C330-204B-D40D92927CBD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803119" y="845963"/>
                <a:ext cx="25668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9320EA4C-FF74-499E-8FEF-21D4356D4C6B}"/>
                  </a:ext>
                </a:extLst>
              </p14:cNvPr>
              <p14:cNvContentPartPr/>
              <p14:nvPr/>
            </p14:nvContentPartPr>
            <p14:xfrm>
              <a:off x="7987439" y="797363"/>
              <a:ext cx="79560" cy="1566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9320EA4C-FF74-499E-8FEF-21D4356D4C6B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969799" y="779723"/>
                <a:ext cx="11520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C8214D48-9B6A-4F28-BC2A-5CB7FD3103CF}"/>
                  </a:ext>
                </a:extLst>
              </p14:cNvPr>
              <p14:cNvContentPartPr/>
              <p14:nvPr/>
            </p14:nvContentPartPr>
            <p14:xfrm>
              <a:off x="7886279" y="2625443"/>
              <a:ext cx="74880" cy="630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C8214D48-9B6A-4F28-BC2A-5CB7FD3103CF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868639" y="2607803"/>
                <a:ext cx="11052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EBB74CF-BC2E-C351-46F6-0AD886FF1F51}"/>
                  </a:ext>
                </a:extLst>
              </p14:cNvPr>
              <p14:cNvContentPartPr/>
              <p14:nvPr/>
            </p14:nvContentPartPr>
            <p14:xfrm>
              <a:off x="8158079" y="2326643"/>
              <a:ext cx="28440" cy="5270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EBB74CF-BC2E-C351-46F6-0AD886FF1F51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8140079" y="2309003"/>
                <a:ext cx="64080" cy="56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5B712D2B-5947-5483-A461-FE99D6C1FD08}"/>
                  </a:ext>
                </a:extLst>
              </p14:cNvPr>
              <p14:cNvContentPartPr/>
              <p14:nvPr/>
            </p14:nvContentPartPr>
            <p14:xfrm>
              <a:off x="8080679" y="2366243"/>
              <a:ext cx="183600" cy="5212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5B712D2B-5947-5483-A461-FE99D6C1FD08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8063039" y="2348603"/>
                <a:ext cx="219240" cy="55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A7A68196-3C27-DE89-2BA6-3354D4CD45D9}"/>
                  </a:ext>
                </a:extLst>
              </p14:cNvPr>
              <p14:cNvContentPartPr/>
              <p14:nvPr/>
            </p14:nvContentPartPr>
            <p14:xfrm>
              <a:off x="8359679" y="2637323"/>
              <a:ext cx="28080" cy="24444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A7A68196-3C27-DE89-2BA6-3354D4CD45D9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8341679" y="2619683"/>
                <a:ext cx="6372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7723D313-DC4B-2CAC-2BCC-D271DD776A7D}"/>
                  </a:ext>
                </a:extLst>
              </p14:cNvPr>
              <p14:cNvContentPartPr/>
              <p14:nvPr/>
            </p14:nvContentPartPr>
            <p14:xfrm>
              <a:off x="8461559" y="2810483"/>
              <a:ext cx="43560" cy="864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7723D313-DC4B-2CAC-2BCC-D271DD776A7D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8443919" y="2792483"/>
                <a:ext cx="7920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5CD7FEA0-346D-B16B-AE38-EF9B25217815}"/>
                  </a:ext>
                </a:extLst>
              </p14:cNvPr>
              <p14:cNvContentPartPr/>
              <p14:nvPr/>
            </p14:nvContentPartPr>
            <p14:xfrm>
              <a:off x="8464439" y="2776283"/>
              <a:ext cx="130680" cy="1044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5CD7FEA0-346D-B16B-AE38-EF9B25217815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8446439" y="2758643"/>
                <a:ext cx="16632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D9D4FD56-0FAE-197C-6706-B8F9D5A79C77}"/>
                  </a:ext>
                </a:extLst>
              </p14:cNvPr>
              <p14:cNvContentPartPr/>
              <p14:nvPr/>
            </p14:nvContentPartPr>
            <p14:xfrm>
              <a:off x="8677199" y="2749643"/>
              <a:ext cx="50040" cy="12204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D9D4FD56-0FAE-197C-6706-B8F9D5A79C77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8659199" y="2732003"/>
                <a:ext cx="8568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35655152-EF09-F541-DF05-0BDB4CBE19D5}"/>
                  </a:ext>
                </a:extLst>
              </p14:cNvPr>
              <p14:cNvContentPartPr/>
              <p14:nvPr/>
            </p14:nvContentPartPr>
            <p14:xfrm>
              <a:off x="9104879" y="2173283"/>
              <a:ext cx="151920" cy="313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35655152-EF09-F541-DF05-0BDB4CBE19D5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9087239" y="2155283"/>
                <a:ext cx="18756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864C86E8-4ACD-CDFB-2663-19221FF78321}"/>
                  </a:ext>
                </a:extLst>
              </p14:cNvPr>
              <p14:cNvContentPartPr/>
              <p14:nvPr/>
            </p14:nvContentPartPr>
            <p14:xfrm>
              <a:off x="9476759" y="1962323"/>
              <a:ext cx="125640" cy="26748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864C86E8-4ACD-CDFB-2663-19221FF78321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9458759" y="1944323"/>
                <a:ext cx="161280" cy="30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53975282-DFE6-C38F-22D4-16B840077B09}"/>
                  </a:ext>
                </a:extLst>
              </p14:cNvPr>
              <p14:cNvContentPartPr/>
              <p14:nvPr/>
            </p14:nvContentPartPr>
            <p14:xfrm>
              <a:off x="9778799" y="1824803"/>
              <a:ext cx="147240" cy="6804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53975282-DFE6-C38F-22D4-16B840077B09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9761159" y="1807163"/>
                <a:ext cx="18288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7951782E-5B23-968A-E2A1-8CE5E7506FAA}"/>
                  </a:ext>
                </a:extLst>
              </p14:cNvPr>
              <p14:cNvContentPartPr/>
              <p14:nvPr/>
            </p14:nvContentPartPr>
            <p14:xfrm>
              <a:off x="9795719" y="1853603"/>
              <a:ext cx="153000" cy="34128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7951782E-5B23-968A-E2A1-8CE5E7506FAA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9777719" y="1835603"/>
                <a:ext cx="188640" cy="37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BAF440B7-BDF5-365B-F8F4-208D7C2758C7}"/>
                  </a:ext>
                </a:extLst>
              </p14:cNvPr>
              <p14:cNvContentPartPr/>
              <p14:nvPr/>
            </p14:nvContentPartPr>
            <p14:xfrm>
              <a:off x="10031159" y="1954403"/>
              <a:ext cx="102240" cy="1065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BAF440B7-BDF5-365B-F8F4-208D7C2758C7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10013519" y="1936763"/>
                <a:ext cx="137880" cy="1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09858DB5-DA7B-9F23-2AA3-2297B5479310}"/>
                  </a:ext>
                </a:extLst>
              </p14:cNvPr>
              <p14:cNvContentPartPr/>
              <p14:nvPr/>
            </p14:nvContentPartPr>
            <p14:xfrm>
              <a:off x="10159679" y="1811483"/>
              <a:ext cx="151560" cy="3996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09858DB5-DA7B-9F23-2AA3-2297B5479310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10141679" y="1793843"/>
                <a:ext cx="187200" cy="43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892E0CF3-28FD-5D82-3AAC-4255F92BDC51}"/>
                  </a:ext>
                </a:extLst>
              </p14:cNvPr>
              <p14:cNvContentPartPr/>
              <p14:nvPr/>
            </p14:nvContentPartPr>
            <p14:xfrm>
              <a:off x="10416359" y="1900403"/>
              <a:ext cx="119160" cy="21240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892E0CF3-28FD-5D82-3AAC-4255F92BDC51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10398359" y="1882763"/>
                <a:ext cx="15480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C52DAE08-081F-434D-0477-0E78C4902893}"/>
                  </a:ext>
                </a:extLst>
              </p14:cNvPr>
              <p14:cNvContentPartPr/>
              <p14:nvPr/>
            </p14:nvContentPartPr>
            <p14:xfrm>
              <a:off x="9347159" y="1484963"/>
              <a:ext cx="131040" cy="32292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C52DAE08-081F-434D-0477-0E78C4902893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9329159" y="1466963"/>
                <a:ext cx="166680" cy="35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04BD37EF-51D1-1810-D163-F677719A0430}"/>
                  </a:ext>
                </a:extLst>
              </p14:cNvPr>
              <p14:cNvContentPartPr/>
              <p14:nvPr/>
            </p14:nvContentPartPr>
            <p14:xfrm>
              <a:off x="9399719" y="1690523"/>
              <a:ext cx="135360" cy="15444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04BD37EF-51D1-1810-D163-F677719A0430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9382079" y="1672523"/>
                <a:ext cx="171000" cy="1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347E233C-143B-DF22-CE34-B3BB89B02DE8}"/>
                  </a:ext>
                </a:extLst>
              </p14:cNvPr>
              <p14:cNvContentPartPr/>
              <p14:nvPr/>
            </p14:nvContentPartPr>
            <p14:xfrm>
              <a:off x="9978239" y="1366883"/>
              <a:ext cx="50760" cy="2620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347E233C-143B-DF22-CE34-B3BB89B02DE8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9960599" y="1348883"/>
                <a:ext cx="86400" cy="29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D081F24E-FB64-CB86-D50D-977D2606E9D5}"/>
                  </a:ext>
                </a:extLst>
              </p14:cNvPr>
              <p14:cNvContentPartPr/>
              <p14:nvPr/>
            </p14:nvContentPartPr>
            <p14:xfrm>
              <a:off x="9971399" y="1570643"/>
              <a:ext cx="92880" cy="10332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D081F24E-FB64-CB86-D50D-977D2606E9D5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9953759" y="1553003"/>
                <a:ext cx="12852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6CC4F0BA-6B35-8292-8BB3-1DC008C451A7}"/>
                  </a:ext>
                </a:extLst>
              </p14:cNvPr>
              <p14:cNvContentPartPr/>
              <p14:nvPr/>
            </p14:nvContentPartPr>
            <p14:xfrm>
              <a:off x="10580159" y="1401803"/>
              <a:ext cx="119520" cy="27036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6CC4F0BA-6B35-8292-8BB3-1DC008C451A7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0562519" y="1384163"/>
                <a:ext cx="155160" cy="30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5B8FC379-1630-8A90-0EFB-FFCDD9BE651D}"/>
                  </a:ext>
                </a:extLst>
              </p14:cNvPr>
              <p14:cNvContentPartPr/>
              <p14:nvPr/>
            </p14:nvContentPartPr>
            <p14:xfrm>
              <a:off x="10528319" y="1590443"/>
              <a:ext cx="101160" cy="885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5B8FC379-1630-8A90-0EFB-FFCDD9BE651D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0510679" y="1572803"/>
                <a:ext cx="13680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956A1855-5070-DFF9-9E67-B6545B8322B7}"/>
                  </a:ext>
                </a:extLst>
              </p14:cNvPr>
              <p14:cNvContentPartPr/>
              <p14:nvPr/>
            </p14:nvContentPartPr>
            <p14:xfrm>
              <a:off x="10841879" y="1054403"/>
              <a:ext cx="18000" cy="1987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956A1855-5070-DFF9-9E67-B6545B8322B7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0823879" y="1036403"/>
                <a:ext cx="5364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D2D81322-D2BB-947C-5938-4A9C11F330B8}"/>
                  </a:ext>
                </a:extLst>
              </p14:cNvPr>
              <p14:cNvContentPartPr/>
              <p14:nvPr/>
            </p14:nvContentPartPr>
            <p14:xfrm>
              <a:off x="10934039" y="1159523"/>
              <a:ext cx="208800" cy="14184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D2D81322-D2BB-947C-5938-4A9C11F330B8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0916399" y="1141883"/>
                <a:ext cx="244440" cy="17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F7738916-B124-EDB6-4872-F53297E846AC}"/>
                  </a:ext>
                </a:extLst>
              </p14:cNvPr>
              <p14:cNvContentPartPr/>
              <p14:nvPr/>
            </p14:nvContentPartPr>
            <p14:xfrm>
              <a:off x="11174879" y="1158443"/>
              <a:ext cx="75600" cy="17604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F7738916-B124-EDB6-4872-F53297E846AC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1157239" y="1140803"/>
                <a:ext cx="111240" cy="21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3BB8F789-C517-B8A2-1FC9-3C91A892FECD}"/>
                  </a:ext>
                </a:extLst>
              </p14:cNvPr>
              <p14:cNvContentPartPr/>
              <p14:nvPr/>
            </p14:nvContentPartPr>
            <p14:xfrm>
              <a:off x="11290439" y="1041083"/>
              <a:ext cx="53280" cy="22104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BB8F789-C517-B8A2-1FC9-3C91A892FECD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11272799" y="1023083"/>
                <a:ext cx="8892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CAF271FA-6D83-242F-0D21-3FA0322A19DF}"/>
                  </a:ext>
                </a:extLst>
              </p14:cNvPr>
              <p14:cNvContentPartPr/>
              <p14:nvPr/>
            </p14:nvContentPartPr>
            <p14:xfrm>
              <a:off x="11279639" y="1047563"/>
              <a:ext cx="268560" cy="17424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CAF271FA-6D83-242F-0D21-3FA0322A19DF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11261639" y="1029923"/>
                <a:ext cx="30420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AF204A0A-3929-9A3A-31A3-14954E8A9A70}"/>
                  </a:ext>
                </a:extLst>
              </p14:cNvPr>
              <p14:cNvContentPartPr/>
              <p14:nvPr/>
            </p14:nvContentPartPr>
            <p14:xfrm>
              <a:off x="8672879" y="1424483"/>
              <a:ext cx="105480" cy="17892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AF204A0A-3929-9A3A-31A3-14954E8A9A70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8655239" y="1406483"/>
                <a:ext cx="14112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9B2CE16B-E769-A1F8-4986-3C2D2672A8AC}"/>
                  </a:ext>
                </a:extLst>
              </p14:cNvPr>
              <p14:cNvContentPartPr/>
              <p14:nvPr/>
            </p14:nvContentPartPr>
            <p14:xfrm>
              <a:off x="8802479" y="1492883"/>
              <a:ext cx="132840" cy="5112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9B2CE16B-E769-A1F8-4986-3C2D2672A8AC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8784479" y="1475243"/>
                <a:ext cx="16848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EA43D2D0-6249-9485-F942-1762F3FB2057}"/>
                  </a:ext>
                </a:extLst>
              </p14:cNvPr>
              <p14:cNvContentPartPr/>
              <p14:nvPr/>
            </p14:nvContentPartPr>
            <p14:xfrm>
              <a:off x="8883839" y="1374083"/>
              <a:ext cx="144000" cy="21816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EA43D2D0-6249-9485-F942-1762F3FB2057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8866199" y="1356443"/>
                <a:ext cx="17964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3682F3EF-775D-3A85-38DC-E62F7A97C723}"/>
                  </a:ext>
                </a:extLst>
              </p14:cNvPr>
              <p14:cNvContentPartPr/>
              <p14:nvPr/>
            </p14:nvContentPartPr>
            <p14:xfrm>
              <a:off x="8956559" y="1398923"/>
              <a:ext cx="145800" cy="4212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3682F3EF-775D-3A85-38DC-E62F7A97C723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8938919" y="1381283"/>
                <a:ext cx="18144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EAFE89BC-A488-CC5E-A82B-5C31500F1EEB}"/>
                  </a:ext>
                </a:extLst>
              </p14:cNvPr>
              <p14:cNvContentPartPr/>
              <p14:nvPr/>
            </p14:nvContentPartPr>
            <p14:xfrm>
              <a:off x="9200999" y="1235483"/>
              <a:ext cx="100440" cy="12240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EAFE89BC-A488-CC5E-A82B-5C31500F1EEB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9182999" y="1217483"/>
                <a:ext cx="13608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BBFCC97E-8CB6-BC35-E6D1-745895297755}"/>
                  </a:ext>
                </a:extLst>
              </p14:cNvPr>
              <p14:cNvContentPartPr/>
              <p14:nvPr/>
            </p14:nvContentPartPr>
            <p14:xfrm>
              <a:off x="9280199" y="1248443"/>
              <a:ext cx="63720" cy="9360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BBFCC97E-8CB6-BC35-E6D1-745895297755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9262559" y="1230443"/>
                <a:ext cx="9936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38A6F0C5-25D5-BFD0-824D-FA0A8D8099A0}"/>
                  </a:ext>
                </a:extLst>
              </p14:cNvPr>
              <p14:cNvContentPartPr/>
              <p14:nvPr/>
            </p14:nvContentPartPr>
            <p14:xfrm>
              <a:off x="9385319" y="1190843"/>
              <a:ext cx="52920" cy="9540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38A6F0C5-25D5-BFD0-824D-FA0A8D8099A0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9367679" y="1172843"/>
                <a:ext cx="88560" cy="13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050F6BC6-1FD5-7747-D663-19028906AED8}"/>
                  </a:ext>
                </a:extLst>
              </p14:cNvPr>
              <p14:cNvContentPartPr/>
              <p14:nvPr/>
            </p14:nvContentPartPr>
            <p14:xfrm>
              <a:off x="9441839" y="1091123"/>
              <a:ext cx="70200" cy="18324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050F6BC6-1FD5-7747-D663-19028906AED8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9424199" y="1073483"/>
                <a:ext cx="10584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BBBC299A-6EE5-34EB-DB6A-6874620C0ADB}"/>
                  </a:ext>
                </a:extLst>
              </p14:cNvPr>
              <p14:cNvContentPartPr/>
              <p14:nvPr/>
            </p14:nvContentPartPr>
            <p14:xfrm>
              <a:off x="9479639" y="1037843"/>
              <a:ext cx="150480" cy="23940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BBBC299A-6EE5-34EB-DB6A-6874620C0ADB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9461999" y="1019843"/>
                <a:ext cx="186120" cy="27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63E9DBC2-9FBC-D4C2-4EE7-7FCC701522E6}"/>
                  </a:ext>
                </a:extLst>
              </p14:cNvPr>
              <p14:cNvContentPartPr/>
              <p14:nvPr/>
            </p14:nvContentPartPr>
            <p14:xfrm>
              <a:off x="9602399" y="1145123"/>
              <a:ext cx="126720" cy="4860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63E9DBC2-9FBC-D4C2-4EE7-7FCC701522E6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9584759" y="1127483"/>
                <a:ext cx="16236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8F02E174-A9B8-5648-69CF-815904546596}"/>
                  </a:ext>
                </a:extLst>
              </p14:cNvPr>
              <p14:cNvContentPartPr/>
              <p14:nvPr/>
            </p14:nvContentPartPr>
            <p14:xfrm>
              <a:off x="10015679" y="835523"/>
              <a:ext cx="76680" cy="18540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8F02E174-A9B8-5648-69CF-815904546596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9998039" y="817883"/>
                <a:ext cx="11232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45072090-B411-4705-BDBE-81E45F5CAE27}"/>
                  </a:ext>
                </a:extLst>
              </p14:cNvPr>
              <p14:cNvContentPartPr/>
              <p14:nvPr/>
            </p14:nvContentPartPr>
            <p14:xfrm>
              <a:off x="10145639" y="880163"/>
              <a:ext cx="99360" cy="8352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45072090-B411-4705-BDBE-81E45F5CAE27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10127639" y="862523"/>
                <a:ext cx="13500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A4336DB2-4219-6A24-FF1B-71CE2A6E91DF}"/>
                  </a:ext>
                </a:extLst>
              </p14:cNvPr>
              <p14:cNvContentPartPr/>
              <p14:nvPr/>
            </p14:nvContentPartPr>
            <p14:xfrm>
              <a:off x="10259399" y="827963"/>
              <a:ext cx="110160" cy="9540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A4336DB2-4219-6A24-FF1B-71CE2A6E91DF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10241399" y="809963"/>
                <a:ext cx="145800" cy="13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4F499D35-2947-E363-1A22-83C648DF7C15}"/>
                  </a:ext>
                </a:extLst>
              </p14:cNvPr>
              <p14:cNvContentPartPr/>
              <p14:nvPr/>
            </p14:nvContentPartPr>
            <p14:xfrm>
              <a:off x="10456319" y="795563"/>
              <a:ext cx="72720" cy="11664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4F499D35-2947-E363-1A22-83C648DF7C15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10438679" y="777563"/>
                <a:ext cx="10836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BC792783-4359-1EFB-F2B2-A0ECF2C1C47B}"/>
                  </a:ext>
                </a:extLst>
              </p14:cNvPr>
              <p14:cNvContentPartPr/>
              <p14:nvPr/>
            </p14:nvContentPartPr>
            <p14:xfrm>
              <a:off x="10571879" y="891323"/>
              <a:ext cx="7560" cy="1080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BC792783-4359-1EFB-F2B2-A0ECF2C1C47B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10554239" y="873683"/>
                <a:ext cx="43200" cy="4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6F0A49F4-90AD-575D-5ABE-917D6CFC2EDD}"/>
              </a:ext>
            </a:extLst>
          </p:cNvPr>
          <p:cNvGrpSpPr/>
          <p:nvPr/>
        </p:nvGrpSpPr>
        <p:grpSpPr>
          <a:xfrm>
            <a:off x="7213439" y="2309003"/>
            <a:ext cx="481680" cy="737640"/>
            <a:chOff x="7213439" y="2309003"/>
            <a:chExt cx="481680" cy="73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1C4E9A0-41C4-AC5B-1955-3373AB860CC1}"/>
                    </a:ext>
                  </a:extLst>
                </p14:cNvPr>
                <p14:cNvContentPartPr/>
                <p14:nvPr/>
              </p14:nvContentPartPr>
              <p14:xfrm>
                <a:off x="7276799" y="2309003"/>
                <a:ext cx="70920" cy="520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1C4E9A0-41C4-AC5B-1955-3373AB860CC1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259159" y="2291363"/>
                  <a:ext cx="106560" cy="55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5CD80E8-E013-E59B-C59C-304809F67B1F}"/>
                    </a:ext>
                  </a:extLst>
                </p14:cNvPr>
                <p14:cNvContentPartPr/>
                <p14:nvPr/>
              </p14:nvContentPartPr>
              <p14:xfrm>
                <a:off x="7233959" y="2797883"/>
                <a:ext cx="66240" cy="201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5CD80E8-E013-E59B-C59C-304809F67B1F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216319" y="2779883"/>
                  <a:ext cx="1018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DF73118-3A81-AF52-785D-EEDF1E0F4964}"/>
                    </a:ext>
                  </a:extLst>
                </p14:cNvPr>
                <p14:cNvContentPartPr/>
                <p14:nvPr/>
              </p14:nvContentPartPr>
              <p14:xfrm>
                <a:off x="7213439" y="2343563"/>
                <a:ext cx="131040" cy="396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DF73118-3A81-AF52-785D-EEDF1E0F4964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195439" y="2325923"/>
                  <a:ext cx="16668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000F954-BD00-78B8-5F03-716348467BA7}"/>
                    </a:ext>
                  </a:extLst>
                </p14:cNvPr>
                <p14:cNvContentPartPr/>
                <p14:nvPr/>
              </p14:nvContentPartPr>
              <p14:xfrm>
                <a:off x="7472279" y="2759003"/>
                <a:ext cx="102240" cy="2876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000F954-BD00-78B8-5F03-716348467BA7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454279" y="2741363"/>
                  <a:ext cx="13788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01DB523-C459-EC02-624F-9CB50E9ECD93}"/>
                    </a:ext>
                  </a:extLst>
                </p14:cNvPr>
                <p14:cNvContentPartPr/>
                <p14:nvPr/>
              </p14:nvContentPartPr>
              <p14:xfrm>
                <a:off x="7419359" y="2886083"/>
                <a:ext cx="95760" cy="608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01DB523-C459-EC02-624F-9CB50E9ECD93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401359" y="2868443"/>
                  <a:ext cx="1314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A83F070-BEF1-7731-9D5A-31CC5C402BE9}"/>
                    </a:ext>
                  </a:extLst>
                </p14:cNvPr>
                <p14:cNvContentPartPr/>
                <p14:nvPr/>
              </p14:nvContentPartPr>
              <p14:xfrm>
                <a:off x="7616999" y="2852243"/>
                <a:ext cx="78120" cy="1321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A83F070-BEF1-7731-9D5A-31CC5C402BE9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598999" y="2834243"/>
                  <a:ext cx="113760" cy="16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E5D8B95C-C1F4-ABDE-F0A0-02611B1E37BC}"/>
              </a:ext>
            </a:extLst>
          </p:cNvPr>
          <p:cNvGrpSpPr/>
          <p:nvPr/>
        </p:nvGrpSpPr>
        <p:grpSpPr>
          <a:xfrm>
            <a:off x="8238359" y="533483"/>
            <a:ext cx="513720" cy="628200"/>
            <a:chOff x="8238359" y="533483"/>
            <a:chExt cx="513720" cy="62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AC305E1-87A8-DE6A-B707-E910A22AEC3D}"/>
                    </a:ext>
                  </a:extLst>
                </p14:cNvPr>
                <p14:cNvContentPartPr/>
                <p14:nvPr/>
              </p14:nvContentPartPr>
              <p14:xfrm>
                <a:off x="8309279" y="533483"/>
                <a:ext cx="29160" cy="5490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AC305E1-87A8-DE6A-B707-E910A22AEC3D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291639" y="515483"/>
                  <a:ext cx="64800" cy="58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CCE47CC-AB2E-2C9C-741C-F326FD3C171D}"/>
                    </a:ext>
                  </a:extLst>
                </p14:cNvPr>
                <p14:cNvContentPartPr/>
                <p14:nvPr/>
              </p14:nvContentPartPr>
              <p14:xfrm>
                <a:off x="8238359" y="591803"/>
                <a:ext cx="97920" cy="471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CCE47CC-AB2E-2C9C-741C-F326FD3C171D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220359" y="573803"/>
                  <a:ext cx="1335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AB5157A-CAA8-290A-DA6F-FFEB595010BE}"/>
                    </a:ext>
                  </a:extLst>
                </p14:cNvPr>
                <p14:cNvContentPartPr/>
                <p14:nvPr/>
              </p14:nvContentPartPr>
              <p14:xfrm>
                <a:off x="8273279" y="1040003"/>
                <a:ext cx="148320" cy="52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AB5157A-CAA8-290A-DA6F-FFEB595010BE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255279" y="1022363"/>
                  <a:ext cx="18396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CF7C372-4F5A-CBF5-F31F-F4CF0ABF0A62}"/>
                    </a:ext>
                  </a:extLst>
                </p14:cNvPr>
                <p14:cNvContentPartPr/>
                <p14:nvPr/>
              </p14:nvContentPartPr>
              <p14:xfrm>
                <a:off x="8528159" y="893123"/>
                <a:ext cx="108720" cy="2685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CF7C372-4F5A-CBF5-F31F-F4CF0ABF0A62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510519" y="875483"/>
                  <a:ext cx="14436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061AB81-522F-D3A7-31E3-BB42814AB87C}"/>
                    </a:ext>
                  </a:extLst>
                </p14:cNvPr>
                <p14:cNvContentPartPr/>
                <p14:nvPr/>
              </p14:nvContentPartPr>
              <p14:xfrm>
                <a:off x="8489999" y="1007603"/>
                <a:ext cx="97560" cy="507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061AB81-522F-D3A7-31E3-BB42814AB87C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472359" y="989963"/>
                  <a:ext cx="1332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4A43575-83CA-CD2C-38AB-51C3799241EF}"/>
                    </a:ext>
                  </a:extLst>
                </p14:cNvPr>
                <p14:cNvContentPartPr/>
                <p14:nvPr/>
              </p14:nvContentPartPr>
              <p14:xfrm>
                <a:off x="8682239" y="972683"/>
                <a:ext cx="69840" cy="1159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4A43575-83CA-CD2C-38AB-51C3799241EF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664599" y="954683"/>
                  <a:ext cx="105480" cy="15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F5018E4F-B42F-7AA0-C559-F384043125BE}"/>
              </a:ext>
            </a:extLst>
          </p:cNvPr>
          <p:cNvGrpSpPr/>
          <p:nvPr/>
        </p:nvGrpSpPr>
        <p:grpSpPr>
          <a:xfrm>
            <a:off x="7363559" y="3469283"/>
            <a:ext cx="3110760" cy="448920"/>
            <a:chOff x="7363559" y="3469283"/>
            <a:chExt cx="3110760" cy="44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57B1E13-160A-0206-7DBD-BFC8443EE80A}"/>
                    </a:ext>
                  </a:extLst>
                </p14:cNvPr>
                <p14:cNvContentPartPr/>
                <p14:nvPr/>
              </p14:nvContentPartPr>
              <p14:xfrm>
                <a:off x="7363559" y="3588083"/>
                <a:ext cx="249120" cy="626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57B1E13-160A-0206-7DBD-BFC8443EE80A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345559" y="3570443"/>
                  <a:ext cx="2847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37C3A0D-869E-19B6-1693-EA3D3C1E6A83}"/>
                    </a:ext>
                  </a:extLst>
                </p14:cNvPr>
                <p14:cNvContentPartPr/>
                <p14:nvPr/>
              </p14:nvContentPartPr>
              <p14:xfrm>
                <a:off x="7438079" y="3625523"/>
                <a:ext cx="81720" cy="2926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37C3A0D-869E-19B6-1693-EA3D3C1E6A83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420439" y="3607523"/>
                  <a:ext cx="11736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57BBB3C-AE18-90DF-4C9C-7B31ACF7F167}"/>
                    </a:ext>
                  </a:extLst>
                </p14:cNvPr>
                <p14:cNvContentPartPr/>
                <p14:nvPr/>
              </p14:nvContentPartPr>
              <p14:xfrm>
                <a:off x="7613759" y="3747923"/>
                <a:ext cx="101520" cy="1656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57BBB3C-AE18-90DF-4C9C-7B31ACF7F167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7595759" y="3730283"/>
                  <a:ext cx="13716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7E65878-05FA-D20C-372C-ECA4580AF79E}"/>
                    </a:ext>
                  </a:extLst>
                </p14:cNvPr>
                <p14:cNvContentPartPr/>
                <p14:nvPr/>
              </p14:nvContentPartPr>
              <p14:xfrm>
                <a:off x="7783319" y="3770963"/>
                <a:ext cx="268560" cy="1461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7E65878-05FA-D20C-372C-ECA4580AF79E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7765319" y="3753323"/>
                  <a:ext cx="3042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5A879F7-2FA6-F6F5-BD1B-B74ED620F5A0}"/>
                    </a:ext>
                  </a:extLst>
                </p14:cNvPr>
                <p14:cNvContentPartPr/>
                <p14:nvPr/>
              </p14:nvContentPartPr>
              <p14:xfrm>
                <a:off x="8045759" y="3745043"/>
                <a:ext cx="88920" cy="741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5A879F7-2FA6-F6F5-BD1B-B74ED620F5A0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027759" y="3727043"/>
                  <a:ext cx="1245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E3ADFDF-87FA-A8C2-D0EF-24515791D5B1}"/>
                    </a:ext>
                  </a:extLst>
                </p14:cNvPr>
                <p14:cNvContentPartPr/>
                <p14:nvPr/>
              </p14:nvContentPartPr>
              <p14:xfrm>
                <a:off x="8201639" y="3729203"/>
                <a:ext cx="65160" cy="1551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E3ADFDF-87FA-A8C2-D0EF-24515791D5B1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8183639" y="3711563"/>
                  <a:ext cx="10080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E647DCF-DF70-B407-5B0F-6F0A9EBEF7AC}"/>
                    </a:ext>
                  </a:extLst>
                </p14:cNvPr>
                <p14:cNvContentPartPr/>
                <p14:nvPr/>
              </p14:nvContentPartPr>
              <p14:xfrm>
                <a:off x="8376239" y="3734963"/>
                <a:ext cx="213480" cy="1260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E647DCF-DF70-B407-5B0F-6F0A9EBEF7AC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8358599" y="3717323"/>
                  <a:ext cx="2491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537ADC4C-8BA5-4BB9-B4AC-8E4641192BEA}"/>
                    </a:ext>
                  </a:extLst>
                </p14:cNvPr>
                <p14:cNvContentPartPr/>
                <p14:nvPr/>
              </p14:nvContentPartPr>
              <p14:xfrm>
                <a:off x="8650559" y="3678443"/>
                <a:ext cx="48240" cy="1328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537ADC4C-8BA5-4BB9-B4AC-8E4641192BEA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8632559" y="3660443"/>
                  <a:ext cx="838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1B4BA45-0BB9-98DC-B6AF-A3370D9D1A45}"/>
                    </a:ext>
                  </a:extLst>
                </p14:cNvPr>
                <p14:cNvContentPartPr/>
                <p14:nvPr/>
              </p14:nvContentPartPr>
              <p14:xfrm>
                <a:off x="8652359" y="3554963"/>
                <a:ext cx="16560" cy="378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1B4BA45-0BB9-98DC-B6AF-A3370D9D1A45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8634359" y="3537323"/>
                  <a:ext cx="522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063C02CF-7E72-32EB-43A2-895D7F1CBD65}"/>
                    </a:ext>
                  </a:extLst>
                </p14:cNvPr>
                <p14:cNvContentPartPr/>
                <p14:nvPr/>
              </p14:nvContentPartPr>
              <p14:xfrm>
                <a:off x="8756759" y="3512483"/>
                <a:ext cx="183960" cy="2426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063C02CF-7E72-32EB-43A2-895D7F1CBD65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8739119" y="3494843"/>
                  <a:ext cx="21960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03C0002-88B2-B9DA-D845-E1E39DD8D783}"/>
                    </a:ext>
                  </a:extLst>
                </p14:cNvPr>
                <p14:cNvContentPartPr/>
                <p14:nvPr/>
              </p14:nvContentPartPr>
              <p14:xfrm>
                <a:off x="8887799" y="3633443"/>
                <a:ext cx="130320" cy="579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03C0002-88B2-B9DA-D845-E1E39DD8D783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8869799" y="3615443"/>
                  <a:ext cx="1659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06FFC05-79AC-948F-DB23-A0611A763E48}"/>
                    </a:ext>
                  </a:extLst>
                </p14:cNvPr>
                <p14:cNvContentPartPr/>
                <p14:nvPr/>
              </p14:nvContentPartPr>
              <p14:xfrm>
                <a:off x="8993999" y="3638483"/>
                <a:ext cx="135360" cy="954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06FFC05-79AC-948F-DB23-A0611A763E48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975999" y="3620483"/>
                  <a:ext cx="1710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67B7231-C9C7-4AA1-0083-C5CD428FEF32}"/>
                    </a:ext>
                  </a:extLst>
                </p14:cNvPr>
                <p14:cNvContentPartPr/>
                <p14:nvPr/>
              </p14:nvContentPartPr>
              <p14:xfrm>
                <a:off x="9226919" y="3640643"/>
                <a:ext cx="100440" cy="968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67B7231-C9C7-4AA1-0083-C5CD428FEF32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9209279" y="3623003"/>
                  <a:ext cx="1360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0DEE9DB-B1E4-C5C3-6A21-FB5C6CCE5172}"/>
                    </a:ext>
                  </a:extLst>
                </p14:cNvPr>
                <p14:cNvContentPartPr/>
                <p14:nvPr/>
              </p14:nvContentPartPr>
              <p14:xfrm>
                <a:off x="9425639" y="3617963"/>
                <a:ext cx="47160" cy="1180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0DEE9DB-B1E4-C5C3-6A21-FB5C6CCE5172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9407999" y="3600323"/>
                  <a:ext cx="828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6064C30-6CF5-F168-9034-6EECAA04B692}"/>
                    </a:ext>
                  </a:extLst>
                </p14:cNvPr>
                <p14:cNvContentPartPr/>
                <p14:nvPr/>
              </p14:nvContentPartPr>
              <p14:xfrm>
                <a:off x="9554879" y="3601403"/>
                <a:ext cx="262080" cy="1479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6064C30-6CF5-F168-9034-6EECAA04B692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9537239" y="3583763"/>
                  <a:ext cx="2977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DF2572C-4737-69CB-7852-1A87E98E673E}"/>
                    </a:ext>
                  </a:extLst>
                </p14:cNvPr>
                <p14:cNvContentPartPr/>
                <p14:nvPr/>
              </p14:nvContentPartPr>
              <p14:xfrm>
                <a:off x="9964199" y="3469283"/>
                <a:ext cx="256680" cy="759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DF2572C-4737-69CB-7852-1A87E98E673E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9946559" y="3451643"/>
                  <a:ext cx="2923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5C733F8-CB8D-71F2-3375-B9B6002F8242}"/>
                    </a:ext>
                  </a:extLst>
                </p14:cNvPr>
                <p14:cNvContentPartPr/>
                <p14:nvPr/>
              </p14:nvContentPartPr>
              <p14:xfrm>
                <a:off x="10129079" y="3493763"/>
                <a:ext cx="11160" cy="2826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5C733F8-CB8D-71F2-3375-B9B6002F8242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0111439" y="3475763"/>
                  <a:ext cx="4680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D14FBCD-58BB-DFB3-3D52-F03ACE4A1339}"/>
                    </a:ext>
                  </a:extLst>
                </p14:cNvPr>
                <p14:cNvContentPartPr/>
                <p14:nvPr/>
              </p14:nvContentPartPr>
              <p14:xfrm>
                <a:off x="10355519" y="3589523"/>
                <a:ext cx="118800" cy="1180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D14FBCD-58BB-DFB3-3D52-F03ACE4A1339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0337879" y="3571523"/>
                  <a:ext cx="154440" cy="15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78CADFD1-DA48-30AE-9DEB-11843AB2A50C}"/>
              </a:ext>
            </a:extLst>
          </p:cNvPr>
          <p:cNvGrpSpPr/>
          <p:nvPr/>
        </p:nvGrpSpPr>
        <p:grpSpPr>
          <a:xfrm>
            <a:off x="10731719" y="3201803"/>
            <a:ext cx="525240" cy="387720"/>
            <a:chOff x="10731719" y="3201803"/>
            <a:chExt cx="525240" cy="38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5659644-7372-E0E5-387F-3B381ECF50AB}"/>
                    </a:ext>
                  </a:extLst>
                </p14:cNvPr>
                <p14:cNvContentPartPr/>
                <p14:nvPr/>
              </p14:nvContentPartPr>
              <p14:xfrm>
                <a:off x="10835399" y="3201803"/>
                <a:ext cx="42120" cy="3474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5659644-7372-E0E5-387F-3B381ECF50AB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0817399" y="3183803"/>
                  <a:ext cx="7776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271C64B7-06D5-D3A9-BB21-9F3DFEA19422}"/>
                    </a:ext>
                  </a:extLst>
                </p14:cNvPr>
                <p14:cNvContentPartPr/>
                <p14:nvPr/>
              </p14:nvContentPartPr>
              <p14:xfrm>
                <a:off x="10731719" y="3214403"/>
                <a:ext cx="163800" cy="284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271C64B7-06D5-D3A9-BB21-9F3DFEA19422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0714079" y="3196763"/>
                  <a:ext cx="1994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1DBA0A1-8B30-3436-58A4-E9A24DC6B6C0}"/>
                    </a:ext>
                  </a:extLst>
                </p14:cNvPr>
                <p14:cNvContentPartPr/>
                <p14:nvPr/>
              </p14:nvContentPartPr>
              <p14:xfrm>
                <a:off x="10859159" y="3542363"/>
                <a:ext cx="101160" cy="259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1DBA0A1-8B30-3436-58A4-E9A24DC6B6C0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0841159" y="3524723"/>
                  <a:ext cx="1368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3214DD13-EEBB-7C53-BBE5-C1F55B6B4E1A}"/>
                    </a:ext>
                  </a:extLst>
                </p14:cNvPr>
                <p14:cNvContentPartPr/>
                <p14:nvPr/>
              </p14:nvContentPartPr>
              <p14:xfrm>
                <a:off x="11030159" y="3392603"/>
                <a:ext cx="83880" cy="1969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3214DD13-EEBB-7C53-BBE5-C1F55B6B4E1A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1012519" y="3374603"/>
                  <a:ext cx="11952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43A5DDF-DFD9-AF03-1A1F-D0AF6C87478C}"/>
                    </a:ext>
                  </a:extLst>
                </p14:cNvPr>
                <p14:cNvContentPartPr/>
                <p14:nvPr/>
              </p14:nvContentPartPr>
              <p14:xfrm>
                <a:off x="11178479" y="3459203"/>
                <a:ext cx="78480" cy="1123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43A5DDF-DFD9-AF03-1A1F-D0AF6C87478C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1160839" y="3441563"/>
                  <a:ext cx="114120" cy="147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CD0B1F42-0792-20A8-F7B3-44FEB9CED36E}"/>
                  </a:ext>
                </a:extLst>
              </p14:cNvPr>
              <p14:cNvContentPartPr/>
              <p14:nvPr/>
            </p14:nvContentPartPr>
            <p14:xfrm>
              <a:off x="10845839" y="3726683"/>
              <a:ext cx="488520" cy="8460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CD0B1F42-0792-20A8-F7B3-44FEB9CED36E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10827839" y="3709043"/>
                <a:ext cx="524160" cy="12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1" name="Group 130">
            <a:extLst>
              <a:ext uri="{FF2B5EF4-FFF2-40B4-BE49-F238E27FC236}">
                <a16:creationId xmlns:a16="http://schemas.microsoft.com/office/drawing/2014/main" id="{A2686262-68D4-FECF-89E0-691B018D3B23}"/>
              </a:ext>
            </a:extLst>
          </p:cNvPr>
          <p:cNvGrpSpPr/>
          <p:nvPr/>
        </p:nvGrpSpPr>
        <p:grpSpPr>
          <a:xfrm>
            <a:off x="11034839" y="3948803"/>
            <a:ext cx="844200" cy="514440"/>
            <a:chOff x="11034839" y="3948803"/>
            <a:chExt cx="844200" cy="51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1EC9285-7960-1FEA-09DF-11AC4DEFF50D}"/>
                    </a:ext>
                  </a:extLst>
                </p14:cNvPr>
                <p14:cNvContentPartPr/>
                <p14:nvPr/>
              </p14:nvContentPartPr>
              <p14:xfrm>
                <a:off x="11083439" y="3948803"/>
                <a:ext cx="63360" cy="4809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1EC9285-7960-1FEA-09DF-11AC4DEFF50D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1065439" y="3930803"/>
                  <a:ext cx="99000" cy="51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F9D0531-A157-D0DD-2531-3115A10EB2F6}"/>
                    </a:ext>
                  </a:extLst>
                </p14:cNvPr>
                <p14:cNvContentPartPr/>
                <p14:nvPr/>
              </p14:nvContentPartPr>
              <p14:xfrm>
                <a:off x="11034839" y="3988043"/>
                <a:ext cx="168840" cy="450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F9D0531-A157-D0DD-2531-3115A10EB2F6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1017199" y="3970043"/>
                  <a:ext cx="2044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2EF97926-AFCF-EAE1-CCE7-0A75D6873942}"/>
                    </a:ext>
                  </a:extLst>
                </p14:cNvPr>
                <p14:cNvContentPartPr/>
                <p14:nvPr/>
              </p14:nvContentPartPr>
              <p14:xfrm>
                <a:off x="11115119" y="4362803"/>
                <a:ext cx="61200" cy="230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2EF97926-AFCF-EAE1-CCE7-0A75D6873942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1097119" y="4345163"/>
                  <a:ext cx="968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EE172C1-59AC-960A-E8FB-83CF69161061}"/>
                    </a:ext>
                  </a:extLst>
                </p14:cNvPr>
                <p14:cNvContentPartPr/>
                <p14:nvPr/>
              </p14:nvContentPartPr>
              <p14:xfrm>
                <a:off x="11311679" y="4312043"/>
                <a:ext cx="16920" cy="151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EE172C1-59AC-960A-E8FB-83CF69161061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1294039" y="4294403"/>
                  <a:ext cx="5256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6E4DFB4-B636-C02D-F1FC-922476B7510D}"/>
                    </a:ext>
                  </a:extLst>
                </p14:cNvPr>
                <p14:cNvContentPartPr/>
                <p14:nvPr/>
              </p14:nvContentPartPr>
              <p14:xfrm>
                <a:off x="11296919" y="4205123"/>
                <a:ext cx="19800" cy="342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6E4DFB4-B636-C02D-F1FC-922476B7510D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1279279" y="4187123"/>
                  <a:ext cx="5544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9E5E5CCF-9479-CCAA-7D7C-8EF7CCF8C438}"/>
                    </a:ext>
                  </a:extLst>
                </p14:cNvPr>
                <p14:cNvContentPartPr/>
                <p14:nvPr/>
              </p14:nvContentPartPr>
              <p14:xfrm>
                <a:off x="11412119" y="4290083"/>
                <a:ext cx="169560" cy="1076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9E5E5CCF-9479-CCAA-7D7C-8EF7CCF8C438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1394119" y="4272443"/>
                  <a:ext cx="20520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8CBAA07F-9543-1769-A945-332E68AE353F}"/>
                    </a:ext>
                  </a:extLst>
                </p14:cNvPr>
                <p14:cNvContentPartPr/>
                <p14:nvPr/>
              </p14:nvContentPartPr>
              <p14:xfrm>
                <a:off x="11679599" y="4269923"/>
                <a:ext cx="80280" cy="1695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8CBAA07F-9543-1769-A945-332E68AE353F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1661599" y="4251923"/>
                  <a:ext cx="1159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8FC7C277-F528-86A1-FECE-989350222A87}"/>
                    </a:ext>
                  </a:extLst>
                </p14:cNvPr>
                <p14:cNvContentPartPr/>
                <p14:nvPr/>
              </p14:nvContentPartPr>
              <p14:xfrm>
                <a:off x="11873999" y="4380803"/>
                <a:ext cx="5040" cy="75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8FC7C277-F528-86A1-FECE-989350222A87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1856359" y="4363163"/>
                  <a:ext cx="40680" cy="4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9E45DBFB-F85A-56A1-41EF-49B33910160F}"/>
              </a:ext>
            </a:extLst>
          </p:cNvPr>
          <p:cNvGrpSpPr/>
          <p:nvPr/>
        </p:nvGrpSpPr>
        <p:grpSpPr>
          <a:xfrm>
            <a:off x="7418279" y="4947803"/>
            <a:ext cx="1939320" cy="407520"/>
            <a:chOff x="7418279" y="4947803"/>
            <a:chExt cx="1939320" cy="40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6E2F5A03-CC9A-27D8-080A-E63D3B565839}"/>
                    </a:ext>
                  </a:extLst>
                </p14:cNvPr>
                <p14:cNvContentPartPr/>
                <p14:nvPr/>
              </p14:nvContentPartPr>
              <p14:xfrm>
                <a:off x="7418279" y="4947803"/>
                <a:ext cx="154800" cy="4075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6E2F5A03-CC9A-27D8-080A-E63D3B565839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7400639" y="4929803"/>
                  <a:ext cx="19044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E995AFB2-179C-35D1-A305-6119CC19A4C0}"/>
                    </a:ext>
                  </a:extLst>
                </p14:cNvPr>
                <p14:cNvContentPartPr/>
                <p14:nvPr/>
              </p14:nvContentPartPr>
              <p14:xfrm>
                <a:off x="7528439" y="4974443"/>
                <a:ext cx="117000" cy="3186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E995AFB2-179C-35D1-A305-6119CC19A4C0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7510439" y="4956803"/>
                  <a:ext cx="15264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621F1F8C-40D1-9D8C-CC31-DADE1A688FBE}"/>
                    </a:ext>
                  </a:extLst>
                </p14:cNvPr>
                <p14:cNvContentPartPr/>
                <p14:nvPr/>
              </p14:nvContentPartPr>
              <p14:xfrm>
                <a:off x="7527359" y="5158403"/>
                <a:ext cx="84240" cy="792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621F1F8C-40D1-9D8C-CC31-DADE1A688FBE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7509719" y="5140403"/>
                  <a:ext cx="11988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79F2FA17-9793-C5B1-C17E-9D6BA9B8F573}"/>
                    </a:ext>
                  </a:extLst>
                </p14:cNvPr>
                <p14:cNvContentPartPr/>
                <p14:nvPr/>
              </p14:nvContentPartPr>
              <p14:xfrm>
                <a:off x="7790519" y="5019443"/>
                <a:ext cx="102960" cy="2116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79F2FA17-9793-C5B1-C17E-9D6BA9B8F573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7772519" y="5001443"/>
                  <a:ext cx="13860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7DC034DA-A115-D4B6-807F-EEA934429423}"/>
                    </a:ext>
                  </a:extLst>
                </p14:cNvPr>
                <p14:cNvContentPartPr/>
                <p14:nvPr/>
              </p14:nvContentPartPr>
              <p14:xfrm>
                <a:off x="9287399" y="5133563"/>
                <a:ext cx="70200" cy="1490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7DC034DA-A115-D4B6-807F-EEA934429423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9269399" y="5115563"/>
                  <a:ext cx="105840" cy="18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987DFDF3-0960-4C54-858F-B68FCBDE1A88}"/>
              </a:ext>
            </a:extLst>
          </p:cNvPr>
          <p:cNvGrpSpPr/>
          <p:nvPr/>
        </p:nvGrpSpPr>
        <p:grpSpPr>
          <a:xfrm>
            <a:off x="9521759" y="4974443"/>
            <a:ext cx="477720" cy="298800"/>
            <a:chOff x="9521759" y="4974443"/>
            <a:chExt cx="477720" cy="29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C7A97E3B-5436-4928-0AF5-5DAD207C09D4}"/>
                    </a:ext>
                  </a:extLst>
                </p14:cNvPr>
                <p14:cNvContentPartPr/>
                <p14:nvPr/>
              </p14:nvContentPartPr>
              <p14:xfrm>
                <a:off x="9521759" y="5007563"/>
                <a:ext cx="27720" cy="2656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C7A97E3B-5436-4928-0AF5-5DAD207C09D4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9504119" y="4989923"/>
                  <a:ext cx="6336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1D65DBD-C319-61A1-9FD6-42E635D573FB}"/>
                    </a:ext>
                  </a:extLst>
                </p14:cNvPr>
                <p14:cNvContentPartPr/>
                <p14:nvPr/>
              </p14:nvContentPartPr>
              <p14:xfrm>
                <a:off x="9567479" y="4974443"/>
                <a:ext cx="111240" cy="2181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81D65DBD-C319-61A1-9FD6-42E635D573FB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9549479" y="4956443"/>
                  <a:ext cx="14688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3353FDA-625E-57E4-9DD0-731B4E532B48}"/>
                    </a:ext>
                  </a:extLst>
                </p14:cNvPr>
                <p14:cNvContentPartPr/>
                <p14:nvPr/>
              </p14:nvContentPartPr>
              <p14:xfrm>
                <a:off x="9586559" y="5100803"/>
                <a:ext cx="392400" cy="723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3353FDA-625E-57E4-9DD0-731B4E532B48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9568559" y="5083163"/>
                  <a:ext cx="4280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12B7B282-2578-1BE3-979C-0BFC8CEACF7E}"/>
                    </a:ext>
                  </a:extLst>
                </p14:cNvPr>
                <p14:cNvContentPartPr/>
                <p14:nvPr/>
              </p14:nvContentPartPr>
              <p14:xfrm>
                <a:off x="9926759" y="5153723"/>
                <a:ext cx="72720" cy="223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12B7B282-2578-1BE3-979C-0BFC8CEACF7E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9909119" y="5135723"/>
                  <a:ext cx="108360" cy="5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3D9B28B1-FAA4-31EB-7AD5-92650B6660ED}"/>
              </a:ext>
            </a:extLst>
          </p:cNvPr>
          <p:cNvGrpSpPr/>
          <p:nvPr/>
        </p:nvGrpSpPr>
        <p:grpSpPr>
          <a:xfrm>
            <a:off x="7982039" y="4909643"/>
            <a:ext cx="1157760" cy="323640"/>
            <a:chOff x="7982039" y="4909643"/>
            <a:chExt cx="1157760" cy="32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B0B3A157-8B4C-7FB6-1D1B-FDE56BE3BECD}"/>
                    </a:ext>
                  </a:extLst>
                </p14:cNvPr>
                <p14:cNvContentPartPr/>
                <p14:nvPr/>
              </p14:nvContentPartPr>
              <p14:xfrm>
                <a:off x="7982039" y="5067323"/>
                <a:ext cx="103320" cy="1659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B0B3A157-8B4C-7FB6-1D1B-FDE56BE3BEC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7964039" y="5049323"/>
                  <a:ext cx="1389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9EDB55D8-8624-33CE-EF46-2CD27B089FCA}"/>
                    </a:ext>
                  </a:extLst>
                </p14:cNvPr>
                <p14:cNvContentPartPr/>
                <p14:nvPr/>
              </p14:nvContentPartPr>
              <p14:xfrm>
                <a:off x="8199479" y="5067683"/>
                <a:ext cx="62280" cy="1299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9EDB55D8-8624-33CE-EF46-2CD27B089FCA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8181839" y="5049683"/>
                  <a:ext cx="979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079179A2-5F30-1B11-7FC3-5D8263ACF68A}"/>
                    </a:ext>
                  </a:extLst>
                </p14:cNvPr>
                <p14:cNvContentPartPr/>
                <p14:nvPr/>
              </p14:nvContentPartPr>
              <p14:xfrm>
                <a:off x="8326919" y="5052923"/>
                <a:ext cx="56520" cy="1285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079179A2-5F30-1B11-7FC3-5D8263ACF68A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8309279" y="5034923"/>
                  <a:ext cx="921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D81A8929-47D0-331A-930F-8126B50DB52D}"/>
                    </a:ext>
                  </a:extLst>
                </p14:cNvPr>
                <p14:cNvContentPartPr/>
                <p14:nvPr/>
              </p14:nvContentPartPr>
              <p14:xfrm>
                <a:off x="8467679" y="4909643"/>
                <a:ext cx="92880" cy="2062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D81A8929-47D0-331A-930F-8126B50DB52D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8449679" y="4891643"/>
                  <a:ext cx="12852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31662195-6BAB-BEF2-1081-29BA26A88E6B}"/>
                    </a:ext>
                  </a:extLst>
                </p14:cNvPr>
                <p14:cNvContentPartPr/>
                <p14:nvPr/>
              </p14:nvContentPartPr>
              <p14:xfrm>
                <a:off x="8646239" y="4989563"/>
                <a:ext cx="206280" cy="1206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31662195-6BAB-BEF2-1081-29BA26A88E6B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8628239" y="4971563"/>
                  <a:ext cx="2419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15575999-D93C-EF36-23B6-17C48CD7E32A}"/>
                    </a:ext>
                  </a:extLst>
                </p14:cNvPr>
                <p14:cNvContentPartPr/>
                <p14:nvPr/>
              </p14:nvContentPartPr>
              <p14:xfrm>
                <a:off x="8957999" y="4944923"/>
                <a:ext cx="31320" cy="1512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15575999-D93C-EF36-23B6-17C48CD7E32A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8939999" y="4927283"/>
                  <a:ext cx="6696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60D68DA6-E17F-3B45-367F-928DA2C4572D}"/>
                    </a:ext>
                  </a:extLst>
                </p14:cNvPr>
                <p14:cNvContentPartPr/>
                <p14:nvPr/>
              </p14:nvContentPartPr>
              <p14:xfrm>
                <a:off x="9050519" y="4926923"/>
                <a:ext cx="89280" cy="1260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60D68DA6-E17F-3B45-367F-928DA2C4572D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9032879" y="4909283"/>
                  <a:ext cx="124920" cy="16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7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4DC1035C-237A-0287-6CE9-4263555CFD94}"/>
                  </a:ext>
                </a:extLst>
              </p14:cNvPr>
              <p14:cNvContentPartPr/>
              <p14:nvPr/>
            </p14:nvContentPartPr>
            <p14:xfrm>
              <a:off x="7448519" y="4106843"/>
              <a:ext cx="2502720" cy="2556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4DC1035C-237A-0287-6CE9-4263555CFD94}"/>
                  </a:ext>
                </a:extLst>
              </p:cNvPr>
              <p:cNvPicPr/>
              <p:nvPr/>
            </p:nvPicPr>
            <p:blipFill>
              <a:blip r:embed="rId258"/>
              <a:stretch>
                <a:fillRect/>
              </a:stretch>
            </p:blipFill>
            <p:spPr>
              <a:xfrm>
                <a:off x="7430519" y="4089203"/>
                <a:ext cx="253836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5B03782-1735-78A5-F570-CB9EF10839DB}"/>
                  </a:ext>
                </a:extLst>
              </p14:cNvPr>
              <p14:cNvContentPartPr/>
              <p14:nvPr/>
            </p14:nvContentPartPr>
            <p14:xfrm>
              <a:off x="10300783" y="5104491"/>
              <a:ext cx="150120" cy="392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5B03782-1735-78A5-F570-CB9EF10839DB}"/>
                  </a:ext>
                </a:extLst>
              </p:cNvPr>
              <p:cNvPicPr/>
              <p:nvPr/>
            </p:nvPicPr>
            <p:blipFill>
              <a:blip r:embed="rId260"/>
              <a:stretch>
                <a:fillRect/>
              </a:stretch>
            </p:blipFill>
            <p:spPr>
              <a:xfrm>
                <a:off x="10283143" y="5086851"/>
                <a:ext cx="185760" cy="74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30BB4731-C27C-535D-2D48-24EC8A74C09F}"/>
              </a:ext>
            </a:extLst>
          </p:cNvPr>
          <p:cNvGrpSpPr/>
          <p:nvPr/>
        </p:nvGrpSpPr>
        <p:grpSpPr>
          <a:xfrm>
            <a:off x="8894623" y="2453091"/>
            <a:ext cx="309960" cy="375840"/>
            <a:chOff x="8894623" y="2453091"/>
            <a:chExt cx="309960" cy="37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26B84FC-3238-A64A-6926-8B99045E045E}"/>
                    </a:ext>
                  </a:extLst>
                </p14:cNvPr>
                <p14:cNvContentPartPr/>
                <p14:nvPr/>
              </p14:nvContentPartPr>
              <p14:xfrm>
                <a:off x="8894623" y="2453091"/>
                <a:ext cx="20520" cy="3758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26B84FC-3238-A64A-6926-8B99045E045E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8876983" y="2435451"/>
                  <a:ext cx="5616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507664A-9A64-196F-00BD-EFD026D12270}"/>
                    </a:ext>
                  </a:extLst>
                </p14:cNvPr>
                <p14:cNvContentPartPr/>
                <p14:nvPr/>
              </p14:nvContentPartPr>
              <p14:xfrm>
                <a:off x="9014503" y="2476131"/>
                <a:ext cx="190080" cy="2768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507664A-9A64-196F-00BD-EFD026D12270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8996863" y="2458491"/>
                  <a:ext cx="225720" cy="312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5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842204EF-81E1-FB8E-76F6-C6085D15B274}"/>
                  </a:ext>
                </a:extLst>
              </p14:cNvPr>
              <p14:cNvContentPartPr/>
              <p14:nvPr/>
            </p14:nvContentPartPr>
            <p14:xfrm>
              <a:off x="10707583" y="4929531"/>
              <a:ext cx="68040" cy="45180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842204EF-81E1-FB8E-76F6-C6085D15B274}"/>
                  </a:ext>
                </a:extLst>
              </p:cNvPr>
              <p:cNvPicPr/>
              <p:nvPr/>
            </p:nvPicPr>
            <p:blipFill>
              <a:blip r:embed="rId266"/>
              <a:stretch>
                <a:fillRect/>
              </a:stretch>
            </p:blipFill>
            <p:spPr>
              <a:xfrm>
                <a:off x="10689943" y="4911891"/>
                <a:ext cx="103680" cy="48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7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4380BAFB-6E4D-58F6-BF1C-20173C4F8768}"/>
                  </a:ext>
                </a:extLst>
              </p14:cNvPr>
              <p14:cNvContentPartPr/>
              <p14:nvPr/>
            </p14:nvContentPartPr>
            <p14:xfrm>
              <a:off x="10839343" y="5128611"/>
              <a:ext cx="159480" cy="16704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4380BAFB-6E4D-58F6-BF1C-20173C4F8768}"/>
                  </a:ext>
                </a:extLst>
              </p:cNvPr>
              <p:cNvPicPr/>
              <p:nvPr/>
            </p:nvPicPr>
            <p:blipFill>
              <a:blip r:embed="rId268"/>
              <a:stretch>
                <a:fillRect/>
              </a:stretch>
            </p:blipFill>
            <p:spPr>
              <a:xfrm>
                <a:off x="10821703" y="5110611"/>
                <a:ext cx="19512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9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05984794-5613-D2D3-183B-095ED74EC0E3}"/>
                  </a:ext>
                </a:extLst>
              </p14:cNvPr>
              <p14:cNvContentPartPr/>
              <p14:nvPr/>
            </p14:nvContentPartPr>
            <p14:xfrm>
              <a:off x="11083063" y="5191611"/>
              <a:ext cx="137160" cy="21456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05984794-5613-D2D3-183B-095ED74EC0E3}"/>
                  </a:ext>
                </a:extLst>
              </p:cNvPr>
              <p:cNvPicPr/>
              <p:nvPr/>
            </p:nvPicPr>
            <p:blipFill>
              <a:blip r:embed="rId270"/>
              <a:stretch>
                <a:fillRect/>
              </a:stretch>
            </p:blipFill>
            <p:spPr>
              <a:xfrm>
                <a:off x="11065063" y="5173971"/>
                <a:ext cx="17280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1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55139ADD-DDFE-086B-E7FA-06024B5DB8FA}"/>
                  </a:ext>
                </a:extLst>
              </p14:cNvPr>
              <p14:cNvContentPartPr/>
              <p14:nvPr/>
            </p14:nvContentPartPr>
            <p14:xfrm>
              <a:off x="11350183" y="5440731"/>
              <a:ext cx="13320" cy="8784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55139ADD-DDFE-086B-E7FA-06024B5DB8FA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11332543" y="5422731"/>
                <a:ext cx="4896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3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C99BAC48-2395-8E55-2A2B-476E42910A2E}"/>
                  </a:ext>
                </a:extLst>
              </p14:cNvPr>
              <p14:cNvContentPartPr/>
              <p14:nvPr/>
            </p14:nvContentPartPr>
            <p14:xfrm>
              <a:off x="11406703" y="5460891"/>
              <a:ext cx="88560" cy="10584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C99BAC48-2395-8E55-2A2B-476E42910A2E}"/>
                  </a:ext>
                </a:extLst>
              </p:cNvPr>
              <p:cNvPicPr/>
              <p:nvPr/>
            </p:nvPicPr>
            <p:blipFill>
              <a:blip r:embed="rId274"/>
              <a:stretch>
                <a:fillRect/>
              </a:stretch>
            </p:blipFill>
            <p:spPr>
              <a:xfrm>
                <a:off x="11388703" y="5443251"/>
                <a:ext cx="124200" cy="14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4" name="Group 163">
            <a:extLst>
              <a:ext uri="{FF2B5EF4-FFF2-40B4-BE49-F238E27FC236}">
                <a16:creationId xmlns:a16="http://schemas.microsoft.com/office/drawing/2014/main" id="{438B1502-4645-8CA2-87A6-64E9A1FDD1B9}"/>
              </a:ext>
            </a:extLst>
          </p:cNvPr>
          <p:cNvGrpSpPr/>
          <p:nvPr/>
        </p:nvGrpSpPr>
        <p:grpSpPr>
          <a:xfrm>
            <a:off x="11569063" y="4889211"/>
            <a:ext cx="439200" cy="387000"/>
            <a:chOff x="11569063" y="4889211"/>
            <a:chExt cx="439200" cy="38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77693F6-4559-9338-B001-ADF1F2077FEA}"/>
                    </a:ext>
                  </a:extLst>
                </p14:cNvPr>
                <p14:cNvContentPartPr/>
                <p14:nvPr/>
              </p14:nvContentPartPr>
              <p14:xfrm>
                <a:off x="11569063" y="4971291"/>
                <a:ext cx="160200" cy="3049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77693F6-4559-9338-B001-ADF1F2077FEA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1551063" y="4953291"/>
                  <a:ext cx="19584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6E0A2C3C-177E-DB48-2F06-80DFB5B8F315}"/>
                    </a:ext>
                  </a:extLst>
                </p14:cNvPr>
                <p14:cNvContentPartPr/>
                <p14:nvPr/>
              </p14:nvContentPartPr>
              <p14:xfrm>
                <a:off x="11746183" y="5020971"/>
                <a:ext cx="112680" cy="216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6E0A2C3C-177E-DB48-2F06-80DFB5B8F315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1728183" y="5002971"/>
                  <a:ext cx="1483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F7F8AFC-259D-9098-C7D5-3E875A921CED}"/>
                    </a:ext>
                  </a:extLst>
                </p14:cNvPr>
                <p14:cNvContentPartPr/>
                <p14:nvPr/>
              </p14:nvContentPartPr>
              <p14:xfrm>
                <a:off x="11819623" y="5031051"/>
                <a:ext cx="19440" cy="1238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F7F8AFC-259D-9098-C7D5-3E875A921CED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1801983" y="5013411"/>
                  <a:ext cx="550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748B8F6A-0EC8-0E08-56A5-DD58F4A59164}"/>
                    </a:ext>
                  </a:extLst>
                </p14:cNvPr>
                <p14:cNvContentPartPr/>
                <p14:nvPr/>
              </p14:nvContentPartPr>
              <p14:xfrm>
                <a:off x="11904943" y="4889211"/>
                <a:ext cx="103320" cy="3351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748B8F6A-0EC8-0E08-56A5-DD58F4A59164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1887303" y="4871571"/>
                  <a:ext cx="138960" cy="370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35081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4BD18-2CE8-2C74-167D-9A3C34844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F28F7506-29CB-4570-E28C-F9F7EE948C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3750" y="868042"/>
            <a:ext cx="6890279" cy="1031877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2FEA55CA-ABE8-36BA-20B4-CF39BC5A1234}"/>
              </a:ext>
            </a:extLst>
          </p:cNvPr>
          <p:cNvGrpSpPr/>
          <p:nvPr/>
        </p:nvGrpSpPr>
        <p:grpSpPr>
          <a:xfrm>
            <a:off x="1014239" y="1772603"/>
            <a:ext cx="2295720" cy="862920"/>
            <a:chOff x="1014239" y="1772603"/>
            <a:chExt cx="2295720" cy="86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9D039CE-535A-D9CF-46BF-2347D4A20246}"/>
                    </a:ext>
                  </a:extLst>
                </p14:cNvPr>
                <p14:cNvContentPartPr/>
                <p14:nvPr/>
              </p14:nvContentPartPr>
              <p14:xfrm>
                <a:off x="1092719" y="2123243"/>
                <a:ext cx="303480" cy="1944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9D039CE-535A-D9CF-46BF-2347D4A2024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75079" y="2105243"/>
                  <a:ext cx="3391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B6B3925-9E29-EED0-6D3B-90025C3AADA1}"/>
                    </a:ext>
                  </a:extLst>
                </p14:cNvPr>
                <p14:cNvContentPartPr/>
                <p14:nvPr/>
              </p14:nvContentPartPr>
              <p14:xfrm>
                <a:off x="1248239" y="2167163"/>
                <a:ext cx="79200" cy="2041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B6B3925-9E29-EED0-6D3B-90025C3AADA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230239" y="2149523"/>
                  <a:ext cx="1148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C1B289C-79C4-682A-F003-3AD574BA4D7D}"/>
                    </a:ext>
                  </a:extLst>
                </p14:cNvPr>
                <p14:cNvContentPartPr/>
                <p14:nvPr/>
              </p14:nvContentPartPr>
              <p14:xfrm>
                <a:off x="1491599" y="2186963"/>
                <a:ext cx="81000" cy="680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C1B289C-79C4-682A-F003-3AD574BA4D7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473599" y="2169323"/>
                  <a:ext cx="1166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126C8F1-E1F6-0276-A1BF-7CC45E34E6DB}"/>
                    </a:ext>
                  </a:extLst>
                </p14:cNvPr>
                <p14:cNvContentPartPr/>
                <p14:nvPr/>
              </p14:nvContentPartPr>
              <p14:xfrm>
                <a:off x="1592399" y="2252123"/>
                <a:ext cx="90720" cy="471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126C8F1-E1F6-0276-A1BF-7CC45E34E6D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574399" y="2234123"/>
                  <a:ext cx="1263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737954E-DF0F-2335-79EB-18C3A8267A7E}"/>
                    </a:ext>
                  </a:extLst>
                </p14:cNvPr>
                <p14:cNvContentPartPr/>
                <p14:nvPr/>
              </p14:nvContentPartPr>
              <p14:xfrm>
                <a:off x="1829999" y="2042603"/>
                <a:ext cx="163800" cy="213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737954E-DF0F-2335-79EB-18C3A8267A7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812359" y="2024963"/>
                  <a:ext cx="1994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73B594B-A8CD-3F30-5747-ED8C83CB2979}"/>
                    </a:ext>
                  </a:extLst>
                </p14:cNvPr>
                <p14:cNvContentPartPr/>
                <p14:nvPr/>
              </p14:nvContentPartPr>
              <p14:xfrm>
                <a:off x="2058959" y="1959083"/>
                <a:ext cx="131400" cy="536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73B594B-A8CD-3F30-5747-ED8C83CB297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041319" y="1941443"/>
                  <a:ext cx="16704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CC19B51-AEC2-9E8B-3F0A-1B140402B4C2}"/>
                    </a:ext>
                  </a:extLst>
                </p14:cNvPr>
                <p14:cNvContentPartPr/>
                <p14:nvPr/>
              </p14:nvContentPartPr>
              <p14:xfrm>
                <a:off x="2064359" y="1999043"/>
                <a:ext cx="118080" cy="1756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CC19B51-AEC2-9E8B-3F0A-1B140402B4C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046359" y="1981403"/>
                  <a:ext cx="1537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89C005D-28AE-C1F5-839E-4237C16AED7E}"/>
                    </a:ext>
                  </a:extLst>
                </p14:cNvPr>
                <p14:cNvContentPartPr/>
                <p14:nvPr/>
              </p14:nvContentPartPr>
              <p14:xfrm>
                <a:off x="2294039" y="1956563"/>
                <a:ext cx="190800" cy="1864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89C005D-28AE-C1F5-839E-4237C16AED7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276399" y="1938563"/>
                  <a:ext cx="2264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4F60814-9457-2BE6-7B45-96E06676356E}"/>
                    </a:ext>
                  </a:extLst>
                </p14:cNvPr>
                <p14:cNvContentPartPr/>
                <p14:nvPr/>
              </p14:nvContentPartPr>
              <p14:xfrm>
                <a:off x="2409239" y="2014163"/>
                <a:ext cx="29520" cy="172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4F60814-9457-2BE6-7B45-96E06676356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391599" y="1996523"/>
                  <a:ext cx="6516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4D8B230-BC16-4898-FA5A-1E1EEA2B136C}"/>
                    </a:ext>
                  </a:extLst>
                </p14:cNvPr>
                <p14:cNvContentPartPr/>
                <p14:nvPr/>
              </p14:nvContentPartPr>
              <p14:xfrm>
                <a:off x="2610119" y="2069963"/>
                <a:ext cx="185040" cy="1296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4D8B230-BC16-4898-FA5A-1E1EEA2B136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592479" y="2051963"/>
                  <a:ext cx="2206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D249FDB-6160-6B18-F86A-1E617344BC0E}"/>
                    </a:ext>
                  </a:extLst>
                </p14:cNvPr>
                <p14:cNvContentPartPr/>
                <p14:nvPr/>
              </p14:nvContentPartPr>
              <p14:xfrm>
                <a:off x="2855639" y="2048003"/>
                <a:ext cx="284040" cy="134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D249FDB-6160-6B18-F86A-1E617344BC0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837999" y="2030363"/>
                  <a:ext cx="3196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1E74374-4798-5E93-D53A-751CC1E51720}"/>
                    </a:ext>
                  </a:extLst>
                </p14:cNvPr>
                <p14:cNvContentPartPr/>
                <p14:nvPr/>
              </p14:nvContentPartPr>
              <p14:xfrm>
                <a:off x="1014239" y="1952603"/>
                <a:ext cx="89280" cy="682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1E74374-4798-5E93-D53A-751CC1E5172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96599" y="1934603"/>
                  <a:ext cx="124920" cy="71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E82E500-8ED0-F2C7-ECFD-4829F36E836C}"/>
                    </a:ext>
                  </a:extLst>
                </p14:cNvPr>
                <p14:cNvContentPartPr/>
                <p14:nvPr/>
              </p14:nvContentPartPr>
              <p14:xfrm>
                <a:off x="1066439" y="1881323"/>
                <a:ext cx="1919160" cy="381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E82E500-8ED0-F2C7-ECFD-4829F36E836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48439" y="1863323"/>
                  <a:ext cx="19548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F5164AB-0DEC-80CC-8989-8990EF315C54}"/>
                    </a:ext>
                  </a:extLst>
                </p14:cNvPr>
                <p14:cNvContentPartPr/>
                <p14:nvPr/>
              </p14:nvContentPartPr>
              <p14:xfrm>
                <a:off x="3277919" y="1772603"/>
                <a:ext cx="32040" cy="513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F5164AB-0DEC-80CC-8989-8990EF315C5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259919" y="1754603"/>
                  <a:ext cx="67680" cy="54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8B90DD6-C263-B919-9FCA-489B0DFA4F72}"/>
                    </a:ext>
                  </a:extLst>
                </p14:cNvPr>
                <p14:cNvContentPartPr/>
                <p14:nvPr/>
              </p14:nvContentPartPr>
              <p14:xfrm>
                <a:off x="1032239" y="2409083"/>
                <a:ext cx="1928880" cy="1490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8B90DD6-C263-B919-9FCA-489B0DFA4F7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14239" y="2391083"/>
                  <a:ext cx="1964520" cy="18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404D82D-FDE1-1F9A-569A-8DC044EA64AA}"/>
              </a:ext>
            </a:extLst>
          </p:cNvPr>
          <p:cNvGrpSpPr/>
          <p:nvPr/>
        </p:nvGrpSpPr>
        <p:grpSpPr>
          <a:xfrm>
            <a:off x="3724319" y="1799603"/>
            <a:ext cx="2433960" cy="847800"/>
            <a:chOff x="3724319" y="1799603"/>
            <a:chExt cx="2433960" cy="84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1FB43EC-CFB0-1755-C4A6-528B38218C5C}"/>
                    </a:ext>
                  </a:extLst>
                </p14:cNvPr>
                <p14:cNvContentPartPr/>
                <p14:nvPr/>
              </p14:nvContentPartPr>
              <p14:xfrm>
                <a:off x="3993239" y="1995803"/>
                <a:ext cx="100440" cy="3247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1FB43EC-CFB0-1755-C4A6-528B38218C5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975599" y="1978163"/>
                  <a:ext cx="13608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D829B82-8825-3C8A-B445-8E63F19233AD}"/>
                    </a:ext>
                  </a:extLst>
                </p14:cNvPr>
                <p14:cNvContentPartPr/>
                <p14:nvPr/>
              </p14:nvContentPartPr>
              <p14:xfrm>
                <a:off x="4014119" y="2307203"/>
                <a:ext cx="112320" cy="295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D829B82-8825-3C8A-B445-8E63F19233A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996119" y="2289563"/>
                  <a:ext cx="1479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5DC0FB2-862D-7A77-6666-63BD325205CE}"/>
                    </a:ext>
                  </a:extLst>
                </p14:cNvPr>
                <p14:cNvContentPartPr/>
                <p14:nvPr/>
              </p14:nvContentPartPr>
              <p14:xfrm>
                <a:off x="3991079" y="1990763"/>
                <a:ext cx="88560" cy="30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5DC0FB2-862D-7A77-6666-63BD325205C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973439" y="1973123"/>
                  <a:ext cx="1242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02A3A01-148B-150B-47FF-E0A0AFB74D28}"/>
                    </a:ext>
                  </a:extLst>
                </p14:cNvPr>
                <p14:cNvContentPartPr/>
                <p14:nvPr/>
              </p14:nvContentPartPr>
              <p14:xfrm>
                <a:off x="4247039" y="2232683"/>
                <a:ext cx="136080" cy="162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02A3A01-148B-150B-47FF-E0A0AFB74D2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229399" y="2214683"/>
                  <a:ext cx="17172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719A8C5-4F70-4A56-FFE9-090ACC7F5886}"/>
                    </a:ext>
                  </a:extLst>
                </p14:cNvPr>
                <p14:cNvContentPartPr/>
                <p14:nvPr/>
              </p14:nvContentPartPr>
              <p14:xfrm>
                <a:off x="4263599" y="2279123"/>
                <a:ext cx="93960" cy="81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719A8C5-4F70-4A56-FFE9-090ACC7F588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245599" y="2261123"/>
                  <a:ext cx="1296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C4D831E-086C-1399-00B6-E9602E36C52B}"/>
                    </a:ext>
                  </a:extLst>
                </p14:cNvPr>
                <p14:cNvContentPartPr/>
                <p14:nvPr/>
              </p14:nvContentPartPr>
              <p14:xfrm>
                <a:off x="4437839" y="2212163"/>
                <a:ext cx="90360" cy="115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C4D831E-086C-1399-00B6-E9602E36C52B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419839" y="2194523"/>
                  <a:ext cx="1260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30BC566-3518-8DC7-2596-488ADA9D9625}"/>
                    </a:ext>
                  </a:extLst>
                </p14:cNvPr>
                <p14:cNvContentPartPr/>
                <p14:nvPr/>
              </p14:nvContentPartPr>
              <p14:xfrm>
                <a:off x="4650959" y="2168963"/>
                <a:ext cx="68040" cy="464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30BC566-3518-8DC7-2596-488ADA9D962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633319" y="2151323"/>
                  <a:ext cx="1036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BBDEFC1-98CB-2B1A-A3DF-526EAF1DA04C}"/>
                    </a:ext>
                  </a:extLst>
                </p14:cNvPr>
                <p14:cNvContentPartPr/>
                <p14:nvPr/>
              </p14:nvContentPartPr>
              <p14:xfrm>
                <a:off x="4685879" y="2213603"/>
                <a:ext cx="88560" cy="561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BBDEFC1-98CB-2B1A-A3DF-526EAF1DA04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668239" y="2195963"/>
                  <a:ext cx="1242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C033AF2-3838-D77A-8D6C-62C1A1A624F0}"/>
                    </a:ext>
                  </a:extLst>
                </p14:cNvPr>
                <p14:cNvContentPartPr/>
                <p14:nvPr/>
              </p14:nvContentPartPr>
              <p14:xfrm>
                <a:off x="4954079" y="2036483"/>
                <a:ext cx="19440" cy="237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C033AF2-3838-D77A-8D6C-62C1A1A624F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936079" y="2018483"/>
                  <a:ext cx="550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D886472-3B7D-5504-6A54-393A9A8DC3AE}"/>
                    </a:ext>
                  </a:extLst>
                </p14:cNvPr>
                <p14:cNvContentPartPr/>
                <p14:nvPr/>
              </p14:nvContentPartPr>
              <p14:xfrm>
                <a:off x="5077559" y="1981043"/>
                <a:ext cx="49320" cy="2008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D886472-3B7D-5504-6A54-393A9A8DC3A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059919" y="1963403"/>
                  <a:ext cx="8496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A22F591-B055-D8D9-4506-6F2F18F8DE67}"/>
                    </a:ext>
                  </a:extLst>
                </p14:cNvPr>
                <p14:cNvContentPartPr/>
                <p14:nvPr/>
              </p14:nvContentPartPr>
              <p14:xfrm>
                <a:off x="5230199" y="1976723"/>
                <a:ext cx="106920" cy="198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A22F591-B055-D8D9-4506-6F2F18F8DE6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212199" y="1959083"/>
                  <a:ext cx="14256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3B51DE5-08D3-825B-C131-690275CD499E}"/>
                    </a:ext>
                  </a:extLst>
                </p14:cNvPr>
                <p14:cNvContentPartPr/>
                <p14:nvPr/>
              </p14:nvContentPartPr>
              <p14:xfrm>
                <a:off x="5492639" y="1944683"/>
                <a:ext cx="53640" cy="2422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3B51DE5-08D3-825B-C131-690275CD499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474639" y="1927043"/>
                  <a:ext cx="8928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A037B78-23F7-82AD-E604-0F94B42C69A7}"/>
                    </a:ext>
                  </a:extLst>
                </p14:cNvPr>
                <p14:cNvContentPartPr/>
                <p14:nvPr/>
              </p14:nvContentPartPr>
              <p14:xfrm>
                <a:off x="5469599" y="1915883"/>
                <a:ext cx="63000" cy="36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A037B78-23F7-82AD-E604-0F94B42C69A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451959" y="1897883"/>
                  <a:ext cx="986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F9BEE8F-8C0A-F68B-119A-25CC3EF4CD51}"/>
                    </a:ext>
                  </a:extLst>
                </p14:cNvPr>
                <p14:cNvContentPartPr/>
                <p14:nvPr/>
              </p14:nvContentPartPr>
              <p14:xfrm>
                <a:off x="5485799" y="2145923"/>
                <a:ext cx="74880" cy="410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F9BEE8F-8C0A-F68B-119A-25CC3EF4CD51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467799" y="2128283"/>
                  <a:ext cx="1105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8DE7777-1E26-8BBF-0EDB-EF2EBF44B610}"/>
                    </a:ext>
                  </a:extLst>
                </p14:cNvPr>
                <p14:cNvContentPartPr/>
                <p14:nvPr/>
              </p14:nvContentPartPr>
              <p14:xfrm>
                <a:off x="5681279" y="2120363"/>
                <a:ext cx="29880" cy="1184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8DE7777-1E26-8BBF-0EDB-EF2EBF44B610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663639" y="2102363"/>
                  <a:ext cx="655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F0D984B-190F-0814-081D-8D08F88C3918}"/>
                    </a:ext>
                  </a:extLst>
                </p14:cNvPr>
                <p14:cNvContentPartPr/>
                <p14:nvPr/>
              </p14:nvContentPartPr>
              <p14:xfrm>
                <a:off x="5694239" y="2059523"/>
                <a:ext cx="10080" cy="190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F0D984B-190F-0814-081D-8D08F88C391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676599" y="2041523"/>
                  <a:ext cx="457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BCB89DB-405F-66A0-E0C9-F1B596A0EF63}"/>
                    </a:ext>
                  </a:extLst>
                </p14:cNvPr>
                <p14:cNvContentPartPr/>
                <p14:nvPr/>
              </p14:nvContentPartPr>
              <p14:xfrm>
                <a:off x="5773439" y="2104523"/>
                <a:ext cx="111960" cy="828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BCB89DB-405F-66A0-E0C9-F1B596A0EF6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755799" y="2086523"/>
                  <a:ext cx="14760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2E6BF01-5E09-630A-5D02-AC388FB3B5E7}"/>
                    </a:ext>
                  </a:extLst>
                </p14:cNvPr>
                <p14:cNvContentPartPr/>
                <p14:nvPr/>
              </p14:nvContentPartPr>
              <p14:xfrm>
                <a:off x="5987639" y="2066003"/>
                <a:ext cx="88920" cy="1011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2E6BF01-5E09-630A-5D02-AC388FB3B5E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969639" y="2048363"/>
                  <a:ext cx="1245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2B92AD4-BA26-3C35-47BF-DEECB319BBFF}"/>
                    </a:ext>
                  </a:extLst>
                </p14:cNvPr>
                <p14:cNvContentPartPr/>
                <p14:nvPr/>
              </p14:nvContentPartPr>
              <p14:xfrm>
                <a:off x="3773639" y="1877003"/>
                <a:ext cx="36360" cy="5727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2B92AD4-BA26-3C35-47BF-DEECB319BBFF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755999" y="1859363"/>
                  <a:ext cx="72000" cy="60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3664CB4-72E1-1386-D917-17E51ECB4AB1}"/>
                    </a:ext>
                  </a:extLst>
                </p14:cNvPr>
                <p14:cNvContentPartPr/>
                <p14:nvPr/>
              </p14:nvContentPartPr>
              <p14:xfrm>
                <a:off x="3735479" y="1799603"/>
                <a:ext cx="2356560" cy="684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3664CB4-72E1-1386-D917-17E51ECB4AB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717479" y="1781963"/>
                  <a:ext cx="23922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B74D940-A75D-30B6-CDAD-CCC0E675BB7D}"/>
                    </a:ext>
                  </a:extLst>
                </p14:cNvPr>
                <p14:cNvContentPartPr/>
                <p14:nvPr/>
              </p14:nvContentPartPr>
              <p14:xfrm>
                <a:off x="6144959" y="1806083"/>
                <a:ext cx="13320" cy="4946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B74D940-A75D-30B6-CDAD-CCC0E675BB7D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126959" y="1788443"/>
                  <a:ext cx="48960" cy="53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5024355-0269-1635-D79E-3778940FFFDC}"/>
                    </a:ext>
                  </a:extLst>
                </p14:cNvPr>
                <p14:cNvContentPartPr/>
                <p14:nvPr/>
              </p14:nvContentPartPr>
              <p14:xfrm>
                <a:off x="3724319" y="2366243"/>
                <a:ext cx="2078640" cy="2811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5024355-0269-1635-D79E-3778940FFFD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706679" y="2348243"/>
                  <a:ext cx="2114280" cy="31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3106CBA8-1C02-E8DD-2CF3-AE3269F30C6A}"/>
              </a:ext>
            </a:extLst>
          </p:cNvPr>
          <p:cNvGrpSpPr/>
          <p:nvPr/>
        </p:nvGrpSpPr>
        <p:grpSpPr>
          <a:xfrm>
            <a:off x="6769919" y="1689803"/>
            <a:ext cx="2448360" cy="636480"/>
            <a:chOff x="6769919" y="1689803"/>
            <a:chExt cx="2448360" cy="63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B99F6CD-3493-11B4-919F-9B7D82D945A4}"/>
                    </a:ext>
                  </a:extLst>
                </p14:cNvPr>
                <p14:cNvContentPartPr/>
                <p14:nvPr/>
              </p14:nvContentPartPr>
              <p14:xfrm>
                <a:off x="6828959" y="1905083"/>
                <a:ext cx="135000" cy="403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B99F6CD-3493-11B4-919F-9B7D82D945A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810959" y="1887443"/>
                  <a:ext cx="1706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98FC77E-DD2B-E339-DB12-497C22915CE0}"/>
                    </a:ext>
                  </a:extLst>
                </p14:cNvPr>
                <p14:cNvContentPartPr/>
                <p14:nvPr/>
              </p14:nvContentPartPr>
              <p14:xfrm>
                <a:off x="6894119" y="1908683"/>
                <a:ext cx="88200" cy="253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98FC77E-DD2B-E339-DB12-497C22915CE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876479" y="1891043"/>
                  <a:ext cx="1238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F3E7651-DD8C-FC56-CDCD-4992140ADF42}"/>
                    </a:ext>
                  </a:extLst>
                </p14:cNvPr>
                <p14:cNvContentPartPr/>
                <p14:nvPr/>
              </p14:nvContentPartPr>
              <p14:xfrm>
                <a:off x="7088879" y="1960523"/>
                <a:ext cx="99720" cy="1029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F3E7651-DD8C-FC56-CDCD-4992140ADF4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070879" y="1942883"/>
                  <a:ext cx="13536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9DF664E-68C3-D5DE-8474-3575EA0CD570}"/>
                    </a:ext>
                  </a:extLst>
                </p14:cNvPr>
                <p14:cNvContentPartPr/>
                <p14:nvPr/>
              </p14:nvContentPartPr>
              <p14:xfrm>
                <a:off x="7257719" y="1879523"/>
                <a:ext cx="161640" cy="2887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9DF664E-68C3-D5DE-8474-3575EA0CD570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239719" y="1861883"/>
                  <a:ext cx="19728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34B859F-832A-A34F-B6D9-E2BEF70F131E}"/>
                    </a:ext>
                  </a:extLst>
                </p14:cNvPr>
                <p14:cNvContentPartPr/>
                <p14:nvPr/>
              </p14:nvContentPartPr>
              <p14:xfrm>
                <a:off x="7632839" y="1979243"/>
                <a:ext cx="29520" cy="147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34B859F-832A-A34F-B6D9-E2BEF70F131E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615199" y="1961603"/>
                  <a:ext cx="651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761ACFC-5D03-68E8-A195-443D0543878D}"/>
                    </a:ext>
                  </a:extLst>
                </p14:cNvPr>
                <p14:cNvContentPartPr/>
                <p14:nvPr/>
              </p14:nvContentPartPr>
              <p14:xfrm>
                <a:off x="7632839" y="2031443"/>
                <a:ext cx="72360" cy="273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761ACFC-5D03-68E8-A195-443D0543878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615199" y="2013443"/>
                  <a:ext cx="1080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EC3E900-9D64-049A-3ADC-5E9DD291B5A4}"/>
                    </a:ext>
                  </a:extLst>
                </p14:cNvPr>
                <p14:cNvContentPartPr/>
                <p14:nvPr/>
              </p14:nvContentPartPr>
              <p14:xfrm>
                <a:off x="7884839" y="1882043"/>
                <a:ext cx="140040" cy="2149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EC3E900-9D64-049A-3ADC-5E9DD291B5A4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866839" y="1864403"/>
                  <a:ext cx="1756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E4A87FC-D119-BD6A-491C-A78A4621F433}"/>
                    </a:ext>
                  </a:extLst>
                </p14:cNvPr>
                <p14:cNvContentPartPr/>
                <p14:nvPr/>
              </p14:nvContentPartPr>
              <p14:xfrm>
                <a:off x="8099039" y="1905083"/>
                <a:ext cx="99720" cy="1155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E4A87FC-D119-BD6A-491C-A78A4621F433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081039" y="1887443"/>
                  <a:ext cx="13536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F4C156F-713E-B54D-2328-E9A0A6B85241}"/>
                    </a:ext>
                  </a:extLst>
                </p14:cNvPr>
                <p14:cNvContentPartPr/>
                <p14:nvPr/>
              </p14:nvContentPartPr>
              <p14:xfrm>
                <a:off x="8325839" y="1928843"/>
                <a:ext cx="214920" cy="756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F4C156F-713E-B54D-2328-E9A0A6B8524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307839" y="1910843"/>
                  <a:ext cx="2505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B7347F0-57DB-5E24-D448-495D9F5E1DD2}"/>
                    </a:ext>
                  </a:extLst>
                </p14:cNvPr>
                <p14:cNvContentPartPr/>
                <p14:nvPr/>
              </p14:nvContentPartPr>
              <p14:xfrm>
                <a:off x="8631479" y="1853963"/>
                <a:ext cx="29520" cy="2012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B7347F0-57DB-5E24-D448-495D9F5E1DD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613479" y="1836323"/>
                  <a:ext cx="6516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191FE05-C718-34B5-D669-A9AAEFAB63A3}"/>
                    </a:ext>
                  </a:extLst>
                </p14:cNvPr>
                <p14:cNvContentPartPr/>
                <p14:nvPr/>
              </p14:nvContentPartPr>
              <p14:xfrm>
                <a:off x="8662799" y="1857203"/>
                <a:ext cx="149760" cy="1148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191FE05-C718-34B5-D669-A9AAEFAB63A3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644799" y="1839203"/>
                  <a:ext cx="1854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0C92C10-C574-9F60-05C2-516C5269579A}"/>
                    </a:ext>
                  </a:extLst>
                </p14:cNvPr>
                <p14:cNvContentPartPr/>
                <p14:nvPr/>
              </p14:nvContentPartPr>
              <p14:xfrm>
                <a:off x="6784679" y="1689803"/>
                <a:ext cx="2305440" cy="702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0C92C10-C574-9F60-05C2-516C5269579A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767039" y="1672163"/>
                  <a:ext cx="23410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0299CEC-C2AE-C540-F63F-5819409E2179}"/>
                    </a:ext>
                  </a:extLst>
                </p14:cNvPr>
                <p14:cNvContentPartPr/>
                <p14:nvPr/>
              </p14:nvContentPartPr>
              <p14:xfrm>
                <a:off x="7101479" y="1716083"/>
                <a:ext cx="2116800" cy="6055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0299CEC-C2AE-C540-F63F-5819409E217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083479" y="1698443"/>
                  <a:ext cx="2152440" cy="64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2CBAF79-862A-5EB7-E0AB-84D136CDC724}"/>
                    </a:ext>
                  </a:extLst>
                </p14:cNvPr>
                <p14:cNvContentPartPr/>
                <p14:nvPr/>
              </p14:nvContentPartPr>
              <p14:xfrm>
                <a:off x="6769919" y="1806083"/>
                <a:ext cx="19080" cy="5202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2CBAF79-862A-5EB7-E0AB-84D136CDC724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751919" y="1788443"/>
                  <a:ext cx="54720" cy="55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CAB8435-F379-A4EE-1DAD-AB9BBAB4A434}"/>
              </a:ext>
            </a:extLst>
          </p:cNvPr>
          <p:cNvGrpSpPr/>
          <p:nvPr/>
        </p:nvGrpSpPr>
        <p:grpSpPr>
          <a:xfrm>
            <a:off x="9577919" y="1615283"/>
            <a:ext cx="1748520" cy="595440"/>
            <a:chOff x="9577919" y="1615283"/>
            <a:chExt cx="1748520" cy="59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E670C44-16FA-E222-8DD6-BA94C438F79D}"/>
                    </a:ext>
                  </a:extLst>
                </p14:cNvPr>
                <p14:cNvContentPartPr/>
                <p14:nvPr/>
              </p14:nvContentPartPr>
              <p14:xfrm>
                <a:off x="9829919" y="1788083"/>
                <a:ext cx="171360" cy="2527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E670C44-16FA-E222-8DD6-BA94C438F79D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811919" y="1770083"/>
                  <a:ext cx="20700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933D06C-6F55-4005-7300-188A1F5680CB}"/>
                    </a:ext>
                  </a:extLst>
                </p14:cNvPr>
                <p14:cNvContentPartPr/>
                <p14:nvPr/>
              </p14:nvContentPartPr>
              <p14:xfrm>
                <a:off x="10125839" y="1881683"/>
                <a:ext cx="54720" cy="223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933D06C-6F55-4005-7300-188A1F5680CB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107839" y="1864043"/>
                  <a:ext cx="9036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00125DF-70F5-8F02-29C6-3C9CAEE17548}"/>
                    </a:ext>
                  </a:extLst>
                </p14:cNvPr>
                <p14:cNvContentPartPr/>
                <p14:nvPr/>
              </p14:nvContentPartPr>
              <p14:xfrm>
                <a:off x="10129799" y="1943243"/>
                <a:ext cx="73080" cy="183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00125DF-70F5-8F02-29C6-3C9CAEE17548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112159" y="1925603"/>
                  <a:ext cx="1087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DD34FA9-CFF2-FACF-18D1-0A97CF0B4A43}"/>
                    </a:ext>
                  </a:extLst>
                </p14:cNvPr>
                <p14:cNvContentPartPr/>
                <p14:nvPr/>
              </p14:nvContentPartPr>
              <p14:xfrm>
                <a:off x="10373519" y="1749203"/>
                <a:ext cx="38520" cy="2296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DD34FA9-CFF2-FACF-18D1-0A97CF0B4A43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355879" y="1731203"/>
                  <a:ext cx="741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2C53A0F-CABC-8562-6783-88DB52906E76}"/>
                    </a:ext>
                  </a:extLst>
                </p14:cNvPr>
                <p14:cNvContentPartPr/>
                <p14:nvPr/>
              </p14:nvContentPartPr>
              <p14:xfrm>
                <a:off x="10540559" y="1904363"/>
                <a:ext cx="5040" cy="39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2C53A0F-CABC-8562-6783-88DB52906E76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522919" y="1886363"/>
                  <a:ext cx="406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35E8AC0-8270-C799-93C1-0C439C59215C}"/>
                    </a:ext>
                  </a:extLst>
                </p14:cNvPr>
                <p14:cNvContentPartPr/>
                <p14:nvPr/>
              </p14:nvContentPartPr>
              <p14:xfrm>
                <a:off x="10529039" y="1882403"/>
                <a:ext cx="191880" cy="856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35E8AC0-8270-C799-93C1-0C439C59215C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511399" y="1864403"/>
                  <a:ext cx="2275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4182BAE-DE69-74D3-37BC-068D5B253BF6}"/>
                    </a:ext>
                  </a:extLst>
                </p14:cNvPr>
                <p14:cNvContentPartPr/>
                <p14:nvPr/>
              </p14:nvContentPartPr>
              <p14:xfrm>
                <a:off x="10786799" y="1832363"/>
                <a:ext cx="172080" cy="946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4182BAE-DE69-74D3-37BC-068D5B253BF6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768799" y="1814723"/>
                  <a:ext cx="20772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470B10C-E234-D81E-7497-73816A881E50}"/>
                    </a:ext>
                  </a:extLst>
                </p14:cNvPr>
                <p14:cNvContentPartPr/>
                <p14:nvPr/>
              </p14:nvContentPartPr>
              <p14:xfrm>
                <a:off x="9577919" y="1627523"/>
                <a:ext cx="1630440" cy="716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470B10C-E234-D81E-7497-73816A881E50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559919" y="1609523"/>
                  <a:ext cx="16660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5871FB1-C4B6-4E91-B920-F08618A4A4EE}"/>
                    </a:ext>
                  </a:extLst>
                </p14:cNvPr>
                <p14:cNvContentPartPr/>
                <p14:nvPr/>
              </p14:nvContentPartPr>
              <p14:xfrm>
                <a:off x="9696359" y="1615283"/>
                <a:ext cx="1630080" cy="5954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5871FB1-C4B6-4E91-B920-F08618A4A4E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678719" y="1597643"/>
                  <a:ext cx="1665720" cy="63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F91A2F2-A680-C8F9-5085-801BF4C19744}"/>
                    </a:ext>
                  </a:extLst>
                </p14:cNvPr>
                <p14:cNvContentPartPr/>
                <p14:nvPr/>
              </p14:nvContentPartPr>
              <p14:xfrm>
                <a:off x="9602039" y="1770443"/>
                <a:ext cx="16200" cy="3898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F91A2F2-A680-C8F9-5085-801BF4C19744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584399" y="1752443"/>
                  <a:ext cx="51840" cy="42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C8782A2C-8E71-F7EC-EE8D-851D80471382}"/>
              </a:ext>
            </a:extLst>
          </p:cNvPr>
          <p:cNvGrpSpPr/>
          <p:nvPr/>
        </p:nvGrpSpPr>
        <p:grpSpPr>
          <a:xfrm>
            <a:off x="1105679" y="2712563"/>
            <a:ext cx="5250960" cy="875520"/>
            <a:chOff x="1105679" y="2712563"/>
            <a:chExt cx="5250960" cy="87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C848119-1A54-5AAC-83F4-298A628FD6EF}"/>
                    </a:ext>
                  </a:extLst>
                </p14:cNvPr>
                <p14:cNvContentPartPr/>
                <p14:nvPr/>
              </p14:nvContentPartPr>
              <p14:xfrm>
                <a:off x="1436519" y="2921723"/>
                <a:ext cx="102240" cy="3747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C848119-1A54-5AAC-83F4-298A628FD6EF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418879" y="2903723"/>
                  <a:ext cx="13788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F5A7098-5086-F0E6-7571-1927B7E7416E}"/>
                    </a:ext>
                  </a:extLst>
                </p14:cNvPr>
                <p14:cNvContentPartPr/>
                <p14:nvPr/>
              </p14:nvContentPartPr>
              <p14:xfrm>
                <a:off x="1539839" y="2951603"/>
                <a:ext cx="101520" cy="2660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F5A7098-5086-F0E6-7571-1927B7E7416E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521839" y="2933603"/>
                  <a:ext cx="13716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1AADBBC-1528-0727-7D4A-CB4B3F4013B3}"/>
                    </a:ext>
                  </a:extLst>
                </p14:cNvPr>
                <p14:cNvContentPartPr/>
                <p14:nvPr/>
              </p14:nvContentPartPr>
              <p14:xfrm>
                <a:off x="1478999" y="3098843"/>
                <a:ext cx="81720" cy="367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1AADBBC-1528-0727-7D4A-CB4B3F4013B3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460999" y="3081203"/>
                  <a:ext cx="11736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5E227CE-9CCE-7F0E-5D24-A14CDBC8F61A}"/>
                    </a:ext>
                  </a:extLst>
                </p14:cNvPr>
                <p14:cNvContentPartPr/>
                <p14:nvPr/>
              </p14:nvContentPartPr>
              <p14:xfrm>
                <a:off x="1849439" y="3057083"/>
                <a:ext cx="93960" cy="64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5E227CE-9CCE-7F0E-5D24-A14CDBC8F61A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831439" y="3039083"/>
                  <a:ext cx="1296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ED48154-D986-16D3-F554-4C76C2F16854}"/>
                    </a:ext>
                  </a:extLst>
                </p14:cNvPr>
                <p14:cNvContentPartPr/>
                <p14:nvPr/>
              </p14:nvContentPartPr>
              <p14:xfrm>
                <a:off x="1920359" y="3114683"/>
                <a:ext cx="65160" cy="435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ED48154-D986-16D3-F554-4C76C2F16854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902359" y="3096683"/>
                  <a:ext cx="1008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F24977E-ABF8-6EE5-BF53-7A52254E4AF4}"/>
                    </a:ext>
                  </a:extLst>
                </p14:cNvPr>
                <p14:cNvContentPartPr/>
                <p14:nvPr/>
              </p14:nvContentPartPr>
              <p14:xfrm>
                <a:off x="2225279" y="2874563"/>
                <a:ext cx="83160" cy="3060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F24977E-ABF8-6EE5-BF53-7A52254E4AF4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2207279" y="2856923"/>
                  <a:ext cx="11880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CE11F3B-0282-6774-2EEB-D94E4B670E78}"/>
                    </a:ext>
                  </a:extLst>
                </p14:cNvPr>
                <p14:cNvContentPartPr/>
                <p14:nvPr/>
              </p14:nvContentPartPr>
              <p14:xfrm>
                <a:off x="2306999" y="3297203"/>
                <a:ext cx="13320" cy="21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CE11F3B-0282-6774-2EEB-D94E4B670E78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2289359" y="3279203"/>
                  <a:ext cx="489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59AF5DA-773B-66D7-68A9-10636C01E7AF}"/>
                    </a:ext>
                  </a:extLst>
                </p14:cNvPr>
                <p14:cNvContentPartPr/>
                <p14:nvPr/>
              </p14:nvContentPartPr>
              <p14:xfrm>
                <a:off x="3065879" y="2935043"/>
                <a:ext cx="152640" cy="2790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59AF5DA-773B-66D7-68A9-10636C01E7AF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3048239" y="2917043"/>
                  <a:ext cx="18828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4AB9975-90A5-AA17-BC7A-D71B4051E4C4}"/>
                    </a:ext>
                  </a:extLst>
                </p14:cNvPr>
                <p14:cNvContentPartPr/>
                <p14:nvPr/>
              </p14:nvContentPartPr>
              <p14:xfrm>
                <a:off x="3363959" y="3056003"/>
                <a:ext cx="52560" cy="108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4AB9975-90A5-AA17-BC7A-D71B4051E4C4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3346319" y="3038363"/>
                  <a:ext cx="882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8BD1041-542F-623E-D6E5-6BC8508949D8}"/>
                    </a:ext>
                  </a:extLst>
                </p14:cNvPr>
                <p14:cNvContentPartPr/>
                <p14:nvPr/>
              </p14:nvContentPartPr>
              <p14:xfrm>
                <a:off x="3391319" y="3139163"/>
                <a:ext cx="90720" cy="108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8BD1041-542F-623E-D6E5-6BC8508949D8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3373679" y="3121163"/>
                  <a:ext cx="1263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D2C5022-A6D6-3B75-FE4C-2007170B0B7F}"/>
                    </a:ext>
                  </a:extLst>
                </p14:cNvPr>
                <p14:cNvContentPartPr/>
                <p14:nvPr/>
              </p14:nvContentPartPr>
              <p14:xfrm>
                <a:off x="3635399" y="2955923"/>
                <a:ext cx="60120" cy="2426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D2C5022-A6D6-3B75-FE4C-2007170B0B7F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3617759" y="2937923"/>
                  <a:ext cx="9576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4171EDF-D98C-5DDA-E9F1-3547CB36C33F}"/>
                    </a:ext>
                  </a:extLst>
                </p14:cNvPr>
                <p14:cNvContentPartPr/>
                <p14:nvPr/>
              </p14:nvContentPartPr>
              <p14:xfrm>
                <a:off x="3671039" y="3336803"/>
                <a:ext cx="5400" cy="223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4171EDF-D98C-5DDA-E9F1-3547CB36C33F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3653039" y="3318803"/>
                  <a:ext cx="410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B5AC5DB-F861-33DE-2751-695854D7D8C0}"/>
                    </a:ext>
                  </a:extLst>
                </p14:cNvPr>
                <p14:cNvContentPartPr/>
                <p14:nvPr/>
              </p14:nvContentPartPr>
              <p14:xfrm>
                <a:off x="4464479" y="2884643"/>
                <a:ext cx="312120" cy="298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B5AC5DB-F861-33DE-2751-695854D7D8C0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446839" y="2866643"/>
                  <a:ext cx="34776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0739D86-6154-536E-549D-3257E3FDC9A0}"/>
                    </a:ext>
                  </a:extLst>
                </p14:cNvPr>
                <p14:cNvContentPartPr/>
                <p14:nvPr/>
              </p14:nvContentPartPr>
              <p14:xfrm>
                <a:off x="4577159" y="2908043"/>
                <a:ext cx="11520" cy="2707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0739D86-6154-536E-549D-3257E3FDC9A0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4559519" y="2890043"/>
                  <a:ext cx="4716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594F045-42AA-5959-5558-3CAE13F86BA6}"/>
                    </a:ext>
                  </a:extLst>
                </p14:cNvPr>
                <p14:cNvContentPartPr/>
                <p14:nvPr/>
              </p14:nvContentPartPr>
              <p14:xfrm>
                <a:off x="4760399" y="3067523"/>
                <a:ext cx="87120" cy="1533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594F045-42AA-5959-5558-3CAE13F86BA6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4742399" y="3049883"/>
                  <a:ext cx="1227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76E3392-0575-E202-1B55-02F9C40E6E7F}"/>
                    </a:ext>
                  </a:extLst>
                </p14:cNvPr>
                <p14:cNvContentPartPr/>
                <p14:nvPr/>
              </p14:nvContentPartPr>
              <p14:xfrm>
                <a:off x="4949399" y="3083363"/>
                <a:ext cx="191160" cy="1108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76E3392-0575-E202-1B55-02F9C40E6E7F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931759" y="3065363"/>
                  <a:ext cx="2268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599D582-B1DD-E741-D32A-690557B63EF9}"/>
                    </a:ext>
                  </a:extLst>
                </p14:cNvPr>
                <p14:cNvContentPartPr/>
                <p14:nvPr/>
              </p14:nvContentPartPr>
              <p14:xfrm>
                <a:off x="5231999" y="3070043"/>
                <a:ext cx="216720" cy="1188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599D582-B1DD-E741-D32A-690557B63EF9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5213999" y="3052403"/>
                  <a:ext cx="2523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2253973-C113-DF83-5FA3-0603E709EB82}"/>
                    </a:ext>
                  </a:extLst>
                </p14:cNvPr>
                <p14:cNvContentPartPr/>
                <p14:nvPr/>
              </p14:nvContentPartPr>
              <p14:xfrm>
                <a:off x="5685959" y="2961323"/>
                <a:ext cx="62640" cy="252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2253973-C113-DF83-5FA3-0603E709EB82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5668319" y="2943323"/>
                  <a:ext cx="982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5ED9B5D-9BE2-9674-3844-32F8CA6AE805}"/>
                    </a:ext>
                  </a:extLst>
                </p14:cNvPr>
                <p14:cNvContentPartPr/>
                <p14:nvPr/>
              </p14:nvContentPartPr>
              <p14:xfrm>
                <a:off x="5703239" y="3045923"/>
                <a:ext cx="104400" cy="104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5ED9B5D-9BE2-9674-3844-32F8CA6AE805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5685239" y="3028283"/>
                  <a:ext cx="1400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6D4DE06-763B-AEC4-1050-3D2648A6F5A5}"/>
                    </a:ext>
                  </a:extLst>
                </p14:cNvPr>
                <p14:cNvContentPartPr/>
                <p14:nvPr/>
              </p14:nvContentPartPr>
              <p14:xfrm>
                <a:off x="5915279" y="2868083"/>
                <a:ext cx="83520" cy="2487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6D4DE06-763B-AEC4-1050-3D2648A6F5A5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5897279" y="2850083"/>
                  <a:ext cx="11916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ED51FAC-CDE6-FB98-184D-D8F3F006C7B4}"/>
                    </a:ext>
                  </a:extLst>
                </p14:cNvPr>
                <p14:cNvContentPartPr/>
                <p14:nvPr/>
              </p14:nvContentPartPr>
              <p14:xfrm>
                <a:off x="6015719" y="3287483"/>
                <a:ext cx="8640" cy="82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ED51FAC-CDE6-FB98-184D-D8F3F006C7B4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998079" y="3269483"/>
                  <a:ext cx="442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79B7824-BCC1-3F3F-42C2-C01A8498D57D}"/>
                    </a:ext>
                  </a:extLst>
                </p14:cNvPr>
                <p14:cNvContentPartPr/>
                <p14:nvPr/>
              </p14:nvContentPartPr>
              <p14:xfrm>
                <a:off x="4321199" y="2726963"/>
                <a:ext cx="1901160" cy="1069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79B7824-BCC1-3F3F-42C2-C01A8498D57D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4303559" y="2708963"/>
                  <a:ext cx="19368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9EFDEB2-783C-BDE8-0415-C3EE33BE162C}"/>
                    </a:ext>
                  </a:extLst>
                </p14:cNvPr>
                <p14:cNvContentPartPr/>
                <p14:nvPr/>
              </p14:nvContentPartPr>
              <p14:xfrm>
                <a:off x="4491839" y="2811923"/>
                <a:ext cx="1864800" cy="7761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9EFDEB2-783C-BDE8-0415-C3EE33BE162C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4473839" y="2794283"/>
                  <a:ext cx="1900440" cy="81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A329D74-77BA-6616-83FD-1B40B50E0AD7}"/>
                    </a:ext>
                  </a:extLst>
                </p14:cNvPr>
                <p14:cNvContentPartPr/>
                <p14:nvPr/>
              </p14:nvContentPartPr>
              <p14:xfrm>
                <a:off x="4347479" y="2719403"/>
                <a:ext cx="31680" cy="6199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A329D74-77BA-6616-83FD-1B40B50E0AD7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4329839" y="2701763"/>
                  <a:ext cx="67320" cy="65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97B85E4-8F88-BC8D-C456-F71055786158}"/>
                    </a:ext>
                  </a:extLst>
                </p14:cNvPr>
                <p14:cNvContentPartPr/>
                <p14:nvPr/>
              </p14:nvContentPartPr>
              <p14:xfrm>
                <a:off x="2825759" y="2765843"/>
                <a:ext cx="1156320" cy="867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97B85E4-8F88-BC8D-C456-F71055786158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2808119" y="2748203"/>
                  <a:ext cx="11919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3B8D86F-8C9B-4FCA-85B8-E883471CD76E}"/>
                    </a:ext>
                  </a:extLst>
                </p14:cNvPr>
                <p14:cNvContentPartPr/>
                <p14:nvPr/>
              </p14:nvContentPartPr>
              <p14:xfrm>
                <a:off x="2994959" y="2806163"/>
                <a:ext cx="1005120" cy="7070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3B8D86F-8C9B-4FCA-85B8-E883471CD76E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2976959" y="2788523"/>
                  <a:ext cx="1040760" cy="74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0DA8C3A-9604-86A3-97C6-7810CCF92DA0}"/>
                    </a:ext>
                  </a:extLst>
                </p14:cNvPr>
                <p14:cNvContentPartPr/>
                <p14:nvPr/>
              </p14:nvContentPartPr>
              <p14:xfrm>
                <a:off x="2722799" y="2832083"/>
                <a:ext cx="17280" cy="5734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0DA8C3A-9604-86A3-97C6-7810CCF92DA0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2705159" y="2814083"/>
                  <a:ext cx="52920" cy="60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89EAABD-5265-09CE-B82F-8A81DC2C87A8}"/>
                    </a:ext>
                  </a:extLst>
                </p14:cNvPr>
                <p14:cNvContentPartPr/>
                <p14:nvPr/>
              </p14:nvContentPartPr>
              <p14:xfrm>
                <a:off x="1144199" y="2712563"/>
                <a:ext cx="1411200" cy="878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89EAABD-5265-09CE-B82F-8A81DC2C87A8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126199" y="2694923"/>
                  <a:ext cx="14468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B5496B6-AB97-24B5-72E8-BE4E0ACAC68F}"/>
                    </a:ext>
                  </a:extLst>
                </p14:cNvPr>
                <p14:cNvContentPartPr/>
                <p14:nvPr/>
              </p14:nvContentPartPr>
              <p14:xfrm>
                <a:off x="1316999" y="2735963"/>
                <a:ext cx="1316160" cy="7088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B5496B6-AB97-24B5-72E8-BE4E0ACAC68F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298999" y="2718323"/>
                  <a:ext cx="1351800" cy="74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33F29E2-8D51-32AD-7E9A-AC5A381044EF}"/>
                    </a:ext>
                  </a:extLst>
                </p14:cNvPr>
                <p14:cNvContentPartPr/>
                <p14:nvPr/>
              </p14:nvContentPartPr>
              <p14:xfrm>
                <a:off x="1105679" y="2971043"/>
                <a:ext cx="56160" cy="4147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33F29E2-8D51-32AD-7E9A-AC5A381044EF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088039" y="2953403"/>
                  <a:ext cx="91800" cy="45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33DA2E98-F650-374D-C8BA-ABDAF80DD73D}"/>
              </a:ext>
            </a:extLst>
          </p:cNvPr>
          <p:cNvGrpSpPr/>
          <p:nvPr/>
        </p:nvGrpSpPr>
        <p:grpSpPr>
          <a:xfrm>
            <a:off x="7183919" y="2814443"/>
            <a:ext cx="491040" cy="303120"/>
            <a:chOff x="7183919" y="2814443"/>
            <a:chExt cx="491040" cy="30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EA7082C-6B6C-8320-6536-C89CAA8538EE}"/>
                    </a:ext>
                  </a:extLst>
                </p14:cNvPr>
                <p14:cNvContentPartPr/>
                <p14:nvPr/>
              </p14:nvContentPartPr>
              <p14:xfrm>
                <a:off x="7183919" y="2814443"/>
                <a:ext cx="254520" cy="158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EA7082C-6B6C-8320-6536-C89CAA8538EE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166279" y="2796803"/>
                  <a:ext cx="2901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3DF22B4-88CA-3084-310C-58ABB07CD586}"/>
                    </a:ext>
                  </a:extLst>
                </p14:cNvPr>
                <p14:cNvContentPartPr/>
                <p14:nvPr/>
              </p14:nvContentPartPr>
              <p14:xfrm>
                <a:off x="7334759" y="2828483"/>
                <a:ext cx="29160" cy="2890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3DF22B4-88CA-3084-310C-58ABB07CD586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7316759" y="2810843"/>
                  <a:ext cx="6480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186B6C0A-F538-BE48-FE5D-BCA8403B6B0E}"/>
                    </a:ext>
                  </a:extLst>
                </p14:cNvPr>
                <p14:cNvContentPartPr/>
                <p14:nvPr/>
              </p14:nvContentPartPr>
              <p14:xfrm>
                <a:off x="7563719" y="2892923"/>
                <a:ext cx="72720" cy="190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86B6C0A-F538-BE48-FE5D-BCA8403B6B0E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7546079" y="2874923"/>
                  <a:ext cx="1083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019702B-5EB9-F3E2-6D9A-2A5FE8A78030}"/>
                    </a:ext>
                  </a:extLst>
                </p14:cNvPr>
                <p14:cNvContentPartPr/>
                <p14:nvPr/>
              </p14:nvContentPartPr>
              <p14:xfrm>
                <a:off x="7566959" y="2969963"/>
                <a:ext cx="108000" cy="421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019702B-5EB9-F3E2-6D9A-2A5FE8A78030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7549319" y="2952323"/>
                  <a:ext cx="143640" cy="7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4C34F09C-350A-3F21-DDC0-B74849589057}"/>
              </a:ext>
            </a:extLst>
          </p:cNvPr>
          <p:cNvGrpSpPr/>
          <p:nvPr/>
        </p:nvGrpSpPr>
        <p:grpSpPr>
          <a:xfrm>
            <a:off x="8077079" y="2548043"/>
            <a:ext cx="911520" cy="471960"/>
            <a:chOff x="8077079" y="2548043"/>
            <a:chExt cx="911520" cy="47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A7669A5-C51D-EBCB-47A1-480AAEF82C27}"/>
                    </a:ext>
                  </a:extLst>
                </p14:cNvPr>
                <p14:cNvContentPartPr/>
                <p14:nvPr/>
              </p14:nvContentPartPr>
              <p14:xfrm>
                <a:off x="8148359" y="2548403"/>
                <a:ext cx="49680" cy="2617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A7669A5-C51D-EBCB-47A1-480AAEF82C27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130719" y="2530403"/>
                  <a:ext cx="8532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C3AF0F5-AD61-C217-CBF5-6BC68EE3D23A}"/>
                    </a:ext>
                  </a:extLst>
                </p14:cNvPr>
                <p14:cNvContentPartPr/>
                <p14:nvPr/>
              </p14:nvContentPartPr>
              <p14:xfrm>
                <a:off x="8077079" y="2548043"/>
                <a:ext cx="108360" cy="619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C3AF0F5-AD61-C217-CBF5-6BC68EE3D23A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059079" y="2530403"/>
                  <a:ext cx="14400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3562FAC-578E-2736-4AE6-CEC82EB3CD31}"/>
                    </a:ext>
                  </a:extLst>
                </p14:cNvPr>
                <p14:cNvContentPartPr/>
                <p14:nvPr/>
              </p14:nvContentPartPr>
              <p14:xfrm>
                <a:off x="8151959" y="2834243"/>
                <a:ext cx="82800" cy="432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3562FAC-578E-2736-4AE6-CEC82EB3CD31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134319" y="2816243"/>
                  <a:ext cx="1184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102259EC-77C1-4975-5A7B-D59D977BF993}"/>
                    </a:ext>
                  </a:extLst>
                </p14:cNvPr>
                <p14:cNvContentPartPr/>
                <p14:nvPr/>
              </p14:nvContentPartPr>
              <p14:xfrm>
                <a:off x="8418719" y="2664683"/>
                <a:ext cx="117360" cy="2102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02259EC-77C1-4975-5A7B-D59D977BF993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401079" y="2646683"/>
                  <a:ext cx="1530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5735B14D-54BA-69FD-D36B-BB0EDEE924D0}"/>
                    </a:ext>
                  </a:extLst>
                </p14:cNvPr>
                <p14:cNvContentPartPr/>
                <p14:nvPr/>
              </p14:nvContentPartPr>
              <p14:xfrm>
                <a:off x="8586119" y="2722643"/>
                <a:ext cx="66600" cy="914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5735B14D-54BA-69FD-D36B-BB0EDEE924D0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568119" y="2705003"/>
                  <a:ext cx="1022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562AC70-5AF9-45DE-BFD5-C9F7C587030E}"/>
                    </a:ext>
                  </a:extLst>
                </p14:cNvPr>
                <p14:cNvContentPartPr/>
                <p14:nvPr/>
              </p14:nvContentPartPr>
              <p14:xfrm>
                <a:off x="8167079" y="2930723"/>
                <a:ext cx="821520" cy="892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562AC70-5AF9-45DE-BFD5-C9F7C587030E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8149079" y="2912723"/>
                  <a:ext cx="857160" cy="12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057D81D6-0D1D-8CDA-B2E9-2579A252617C}"/>
              </a:ext>
            </a:extLst>
          </p:cNvPr>
          <p:cNvGrpSpPr/>
          <p:nvPr/>
        </p:nvGrpSpPr>
        <p:grpSpPr>
          <a:xfrm>
            <a:off x="8338079" y="3196043"/>
            <a:ext cx="713880" cy="388800"/>
            <a:chOff x="8338079" y="3196043"/>
            <a:chExt cx="713880" cy="38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B6FCDD55-EDBE-DA81-6BBF-D4DCDDCC47E8}"/>
                    </a:ext>
                  </a:extLst>
                </p14:cNvPr>
                <p14:cNvContentPartPr/>
                <p14:nvPr/>
              </p14:nvContentPartPr>
              <p14:xfrm>
                <a:off x="8397119" y="3196043"/>
                <a:ext cx="31680" cy="3888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B6FCDD55-EDBE-DA81-6BBF-D4DCDDCC47E8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8379119" y="3178403"/>
                  <a:ext cx="6732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6F2FED7F-CBF3-A1F1-1478-81B6CD280808}"/>
                    </a:ext>
                  </a:extLst>
                </p14:cNvPr>
                <p14:cNvContentPartPr/>
                <p14:nvPr/>
              </p14:nvContentPartPr>
              <p14:xfrm>
                <a:off x="8349239" y="3214043"/>
                <a:ext cx="121320" cy="514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6F2FED7F-CBF3-A1F1-1478-81B6CD280808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8331239" y="3196403"/>
                  <a:ext cx="1569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F0C09BB1-7528-AD6D-E684-8884C446AFB1}"/>
                    </a:ext>
                  </a:extLst>
                </p14:cNvPr>
                <p14:cNvContentPartPr/>
                <p14:nvPr/>
              </p14:nvContentPartPr>
              <p14:xfrm>
                <a:off x="8338079" y="3489083"/>
                <a:ext cx="102960" cy="702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F0C09BB1-7528-AD6D-E684-8884C446AFB1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8320439" y="3471443"/>
                  <a:ext cx="13860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C4E7B41F-C662-7315-8EF8-8FD939BA51F2}"/>
                    </a:ext>
                  </a:extLst>
                </p14:cNvPr>
                <p14:cNvContentPartPr/>
                <p14:nvPr/>
              </p14:nvContentPartPr>
              <p14:xfrm>
                <a:off x="8668919" y="3361643"/>
                <a:ext cx="3960" cy="745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C4E7B41F-C662-7315-8EF8-8FD939BA51F2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8650919" y="3343643"/>
                  <a:ext cx="396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B806D05-A29F-DFCF-4618-A83B3CF664D8}"/>
                    </a:ext>
                  </a:extLst>
                </p14:cNvPr>
                <p14:cNvContentPartPr/>
                <p14:nvPr/>
              </p14:nvContentPartPr>
              <p14:xfrm>
                <a:off x="8635799" y="3271283"/>
                <a:ext cx="13680" cy="75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B806D05-A29F-DFCF-4618-A83B3CF664D8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8617799" y="3253283"/>
                  <a:ext cx="493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BE60BA22-F1B9-0FE5-291F-E1E6DB144778}"/>
                    </a:ext>
                  </a:extLst>
                </p14:cNvPr>
                <p14:cNvContentPartPr/>
                <p14:nvPr/>
              </p14:nvContentPartPr>
              <p14:xfrm>
                <a:off x="8757119" y="3314123"/>
                <a:ext cx="153720" cy="1044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BE60BA22-F1B9-0FE5-291F-E1E6DB144778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8739479" y="3296483"/>
                  <a:ext cx="1893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1535920-6646-F1F3-A8B6-06AFD0394572}"/>
                    </a:ext>
                  </a:extLst>
                </p14:cNvPr>
                <p14:cNvContentPartPr/>
                <p14:nvPr/>
              </p14:nvContentPartPr>
              <p14:xfrm>
                <a:off x="8973119" y="3268763"/>
                <a:ext cx="78840" cy="1069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1535920-6646-F1F3-A8B6-06AFD0394572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8955119" y="3251123"/>
                  <a:ext cx="114480" cy="14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FA2ADB1C-F876-F0A0-2611-2DDCEC39C0BC}"/>
              </a:ext>
            </a:extLst>
          </p:cNvPr>
          <p:cNvGrpSpPr/>
          <p:nvPr/>
        </p:nvGrpSpPr>
        <p:grpSpPr>
          <a:xfrm>
            <a:off x="9213599" y="2677643"/>
            <a:ext cx="651240" cy="255600"/>
            <a:chOff x="9213599" y="2677643"/>
            <a:chExt cx="651240" cy="25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60CBF70-9FDB-2812-3708-59D63E930806}"/>
                    </a:ext>
                  </a:extLst>
                </p14:cNvPr>
                <p14:cNvContentPartPr/>
                <p14:nvPr/>
              </p14:nvContentPartPr>
              <p14:xfrm>
                <a:off x="9213599" y="2822363"/>
                <a:ext cx="101160" cy="230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60CBF70-9FDB-2812-3708-59D63E930806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9195959" y="2804363"/>
                  <a:ext cx="1368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7C05052-5FAE-1F62-FDDA-B7E34B6381F7}"/>
                    </a:ext>
                  </a:extLst>
                </p14:cNvPr>
                <p14:cNvContentPartPr/>
                <p14:nvPr/>
              </p14:nvContentPartPr>
              <p14:xfrm>
                <a:off x="9232679" y="2887523"/>
                <a:ext cx="90000" cy="306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7C05052-5FAE-1F62-FDDA-B7E34B6381F7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9214679" y="2869883"/>
                  <a:ext cx="1256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49B1577-D42D-EE9D-7B34-917A024B7A07}"/>
                    </a:ext>
                  </a:extLst>
                </p14:cNvPr>
                <p14:cNvContentPartPr/>
                <p14:nvPr/>
              </p14:nvContentPartPr>
              <p14:xfrm>
                <a:off x="9438599" y="2784563"/>
                <a:ext cx="13680" cy="252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49B1577-D42D-EE9D-7B34-917A024B7A07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9420599" y="2766563"/>
                  <a:ext cx="4932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7557BE71-4DB2-4CA9-96A5-53530238B01C}"/>
                    </a:ext>
                  </a:extLst>
                </p14:cNvPr>
                <p14:cNvContentPartPr/>
                <p14:nvPr/>
              </p14:nvContentPartPr>
              <p14:xfrm>
                <a:off x="9616439" y="2677643"/>
                <a:ext cx="52920" cy="2556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7557BE71-4DB2-4CA9-96A5-53530238B01C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9598439" y="2659643"/>
                  <a:ext cx="8856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74DDEBEB-3843-F721-92EA-7C7A932867D0}"/>
                    </a:ext>
                  </a:extLst>
                </p14:cNvPr>
                <p14:cNvContentPartPr/>
                <p14:nvPr/>
              </p14:nvContentPartPr>
              <p14:xfrm>
                <a:off x="9775919" y="2703923"/>
                <a:ext cx="88920" cy="1936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74DDEBEB-3843-F721-92EA-7C7A932867D0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9758279" y="2685923"/>
                  <a:ext cx="124560" cy="22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5450A7B5-19F7-E301-6CC1-BF5AB0F4768C}"/>
              </a:ext>
            </a:extLst>
          </p:cNvPr>
          <p:cNvGrpSpPr/>
          <p:nvPr/>
        </p:nvGrpSpPr>
        <p:grpSpPr>
          <a:xfrm>
            <a:off x="7001399" y="2406563"/>
            <a:ext cx="3150360" cy="1315440"/>
            <a:chOff x="7001399" y="2406563"/>
            <a:chExt cx="3150360" cy="131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38D98E4C-F91D-B56C-CBD0-292C4C13A102}"/>
                    </a:ext>
                  </a:extLst>
                </p14:cNvPr>
                <p14:cNvContentPartPr/>
                <p14:nvPr/>
              </p14:nvContentPartPr>
              <p14:xfrm>
                <a:off x="7001399" y="2551283"/>
                <a:ext cx="92160" cy="11707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38D98E4C-F91D-B56C-CBD0-292C4C13A102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6983759" y="2533643"/>
                  <a:ext cx="127800" cy="12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27741EFB-8A8E-0A0A-588C-D49B93EA2710}"/>
                    </a:ext>
                  </a:extLst>
                </p14:cNvPr>
                <p14:cNvContentPartPr/>
                <p14:nvPr/>
              </p14:nvContentPartPr>
              <p14:xfrm>
                <a:off x="7061519" y="2406563"/>
                <a:ext cx="3090240" cy="1558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27741EFB-8A8E-0A0A-588C-D49B93EA2710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7043879" y="2388923"/>
                  <a:ext cx="31258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C89700B0-CDD6-037F-4D0F-771FA182244A}"/>
                    </a:ext>
                  </a:extLst>
                </p14:cNvPr>
                <p14:cNvContentPartPr/>
                <p14:nvPr/>
              </p14:nvContentPartPr>
              <p14:xfrm>
                <a:off x="7298759" y="2432483"/>
                <a:ext cx="2844000" cy="12207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C89700B0-CDD6-037F-4D0F-771FA182244A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7280759" y="2414843"/>
                  <a:ext cx="2879640" cy="1256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79872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4BD18-2CE8-2C74-167D-9A3C34844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F28F7506-29CB-4570-E28C-F9F7EE948C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3750" y="868042"/>
            <a:ext cx="6890279" cy="1031877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E5B15086-41A8-E19E-DC10-5C7B6DC38231}"/>
              </a:ext>
            </a:extLst>
          </p:cNvPr>
          <p:cNvGrpSpPr/>
          <p:nvPr/>
        </p:nvGrpSpPr>
        <p:grpSpPr>
          <a:xfrm>
            <a:off x="1374574" y="2136037"/>
            <a:ext cx="2149920" cy="353520"/>
            <a:chOff x="1374574" y="2136037"/>
            <a:chExt cx="2149920" cy="35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418CFBA-7253-DBB5-84E2-78B112BD4C3D}"/>
                    </a:ext>
                  </a:extLst>
                </p14:cNvPr>
                <p14:cNvContentPartPr/>
                <p14:nvPr/>
              </p14:nvContentPartPr>
              <p14:xfrm>
                <a:off x="1374574" y="2197597"/>
                <a:ext cx="236880" cy="291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418CFBA-7253-DBB5-84E2-78B112BD4C3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356934" y="2179957"/>
                  <a:ext cx="27252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C8DA55A-001C-A923-8C59-DC4A61177006}"/>
                    </a:ext>
                  </a:extLst>
                </p14:cNvPr>
                <p14:cNvContentPartPr/>
                <p14:nvPr/>
              </p14:nvContentPartPr>
              <p14:xfrm>
                <a:off x="1386094" y="2334757"/>
                <a:ext cx="120600" cy="1051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C8DA55A-001C-A923-8C59-DC4A6117700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368094" y="2316757"/>
                  <a:ext cx="1562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CBACF78-E77F-A8B4-5782-93CB16CB84A6}"/>
                    </a:ext>
                  </a:extLst>
                </p14:cNvPr>
                <p14:cNvContentPartPr/>
                <p14:nvPr/>
              </p14:nvContentPartPr>
              <p14:xfrm>
                <a:off x="1717294" y="2298757"/>
                <a:ext cx="70560" cy="684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CBACF78-E77F-A8B4-5782-93CB16CB84A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699654" y="2281117"/>
                  <a:ext cx="1062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6A5B123-2BBD-29D4-B790-73865C6702CF}"/>
                    </a:ext>
                  </a:extLst>
                </p14:cNvPr>
                <p14:cNvContentPartPr/>
                <p14:nvPr/>
              </p14:nvContentPartPr>
              <p14:xfrm>
                <a:off x="1815574" y="2311357"/>
                <a:ext cx="112320" cy="1040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6A5B123-2BBD-29D4-B790-73865C6702C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797574" y="2293717"/>
                  <a:ext cx="1479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BBA85FF-8B93-A343-A86B-06D93F7F90F9}"/>
                    </a:ext>
                  </a:extLst>
                </p14:cNvPr>
                <p14:cNvContentPartPr/>
                <p14:nvPr/>
              </p14:nvContentPartPr>
              <p14:xfrm>
                <a:off x="2114014" y="2224957"/>
                <a:ext cx="204840" cy="241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BBA85FF-8B93-A343-A86B-06D93F7F90F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096374" y="2206957"/>
                  <a:ext cx="24048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77B7417-4869-E14D-BA5C-5E6E7A6A0415}"/>
                    </a:ext>
                  </a:extLst>
                </p14:cNvPr>
                <p14:cNvContentPartPr/>
                <p14:nvPr/>
              </p14:nvContentPartPr>
              <p14:xfrm>
                <a:off x="2395174" y="2163757"/>
                <a:ext cx="155520" cy="475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77B7417-4869-E14D-BA5C-5E6E7A6A041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377534" y="2145757"/>
                  <a:ext cx="19116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1EE2375-5D23-EC53-2ABF-F0B28A85E5C7}"/>
                    </a:ext>
                  </a:extLst>
                </p14:cNvPr>
                <p14:cNvContentPartPr/>
                <p14:nvPr/>
              </p14:nvContentPartPr>
              <p14:xfrm>
                <a:off x="2452774" y="2184277"/>
                <a:ext cx="133560" cy="2235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1EE2375-5D23-EC53-2ABF-F0B28A85E5C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434774" y="2166277"/>
                  <a:ext cx="16920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6E1AD0B-8A50-47A3-966D-8EC3F1AEA4FA}"/>
                    </a:ext>
                  </a:extLst>
                </p14:cNvPr>
                <p14:cNvContentPartPr/>
                <p14:nvPr/>
              </p14:nvContentPartPr>
              <p14:xfrm>
                <a:off x="2693254" y="2136037"/>
                <a:ext cx="177120" cy="1810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6E1AD0B-8A50-47A3-966D-8EC3F1AEA4F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675614" y="2118037"/>
                  <a:ext cx="2127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B1322EE-644F-5784-4058-0ADA41F245FB}"/>
                    </a:ext>
                  </a:extLst>
                </p14:cNvPr>
                <p14:cNvContentPartPr/>
                <p14:nvPr/>
              </p14:nvContentPartPr>
              <p14:xfrm>
                <a:off x="2864254" y="2215957"/>
                <a:ext cx="12960" cy="2001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B1322EE-644F-5784-4058-0ADA41F245F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846614" y="2197957"/>
                  <a:ext cx="486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1103C04-B203-9D8D-7002-7C6EB5644355}"/>
                    </a:ext>
                  </a:extLst>
                </p14:cNvPr>
                <p14:cNvContentPartPr/>
                <p14:nvPr/>
              </p14:nvContentPartPr>
              <p14:xfrm>
                <a:off x="3022654" y="2274637"/>
                <a:ext cx="133560" cy="1346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1103C04-B203-9D8D-7002-7C6EB564435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005014" y="2256997"/>
                  <a:ext cx="1692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058B813-919C-2AA2-88F9-BFAF8D2597BD}"/>
                    </a:ext>
                  </a:extLst>
                </p14:cNvPr>
                <p14:cNvContentPartPr/>
                <p14:nvPr/>
              </p14:nvContentPartPr>
              <p14:xfrm>
                <a:off x="3283294" y="2253757"/>
                <a:ext cx="241200" cy="1065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058B813-919C-2AA2-88F9-BFAF8D2597B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265294" y="2236117"/>
                  <a:ext cx="276840" cy="14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7ED75CF4-FC27-DA06-0A11-EECC114D7BCF}"/>
              </a:ext>
            </a:extLst>
          </p:cNvPr>
          <p:cNvGrpSpPr/>
          <p:nvPr/>
        </p:nvGrpSpPr>
        <p:grpSpPr>
          <a:xfrm>
            <a:off x="1802614" y="3011917"/>
            <a:ext cx="382680" cy="427320"/>
            <a:chOff x="1802614" y="3011917"/>
            <a:chExt cx="382680" cy="42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084BA69-D504-5A6F-CD98-D5FA245FF5AB}"/>
                    </a:ext>
                  </a:extLst>
                </p14:cNvPr>
                <p14:cNvContentPartPr/>
                <p14:nvPr/>
              </p14:nvContentPartPr>
              <p14:xfrm>
                <a:off x="1802614" y="3011917"/>
                <a:ext cx="134640" cy="4273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084BA69-D504-5A6F-CD98-D5FA245FF5A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784974" y="2993917"/>
                  <a:ext cx="170280" cy="46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5EB2987-8BC5-3569-1FD1-EAF3B2C71AC6}"/>
                    </a:ext>
                  </a:extLst>
                </p14:cNvPr>
                <p14:cNvContentPartPr/>
                <p14:nvPr/>
              </p14:nvContentPartPr>
              <p14:xfrm>
                <a:off x="2093134" y="3117757"/>
                <a:ext cx="53640" cy="583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5EB2987-8BC5-3569-1FD1-EAF3B2C71AC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075134" y="3099757"/>
                  <a:ext cx="892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2295B59-0369-8D28-1840-9751D8EE812B}"/>
                    </a:ext>
                  </a:extLst>
                </p14:cNvPr>
                <p14:cNvContentPartPr/>
                <p14:nvPr/>
              </p14:nvContentPartPr>
              <p14:xfrm>
                <a:off x="2161174" y="3209557"/>
                <a:ext cx="24120" cy="212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2295B59-0369-8D28-1840-9751D8EE812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143534" y="3191557"/>
                  <a:ext cx="59760" cy="5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BAC39A4E-0EC1-9176-C339-2AF835DCE582}"/>
              </a:ext>
            </a:extLst>
          </p:cNvPr>
          <p:cNvGrpSpPr/>
          <p:nvPr/>
        </p:nvGrpSpPr>
        <p:grpSpPr>
          <a:xfrm>
            <a:off x="2475094" y="3042157"/>
            <a:ext cx="719280" cy="279000"/>
            <a:chOff x="2475094" y="3042157"/>
            <a:chExt cx="719280" cy="27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760EF76-EE6D-9649-10A3-52052FE64923}"/>
                    </a:ext>
                  </a:extLst>
                </p14:cNvPr>
                <p14:cNvContentPartPr/>
                <p14:nvPr/>
              </p14:nvContentPartPr>
              <p14:xfrm>
                <a:off x="2475094" y="3042157"/>
                <a:ext cx="28080" cy="2790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760EF76-EE6D-9649-10A3-52052FE6492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457094" y="3024157"/>
                  <a:ext cx="6372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E590D59-A37A-AF0E-BCC8-328D8FEDBD6C}"/>
                    </a:ext>
                  </a:extLst>
                </p14:cNvPr>
                <p14:cNvContentPartPr/>
                <p14:nvPr/>
              </p14:nvContentPartPr>
              <p14:xfrm>
                <a:off x="2646094" y="3144037"/>
                <a:ext cx="212400" cy="1267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E590D59-A37A-AF0E-BCC8-328D8FEDBD6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628454" y="3126037"/>
                  <a:ext cx="2480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567D9A4-67AD-8166-13C4-5B54DC8576DC}"/>
                    </a:ext>
                  </a:extLst>
                </p14:cNvPr>
                <p14:cNvContentPartPr/>
                <p14:nvPr/>
              </p14:nvContentPartPr>
              <p14:xfrm>
                <a:off x="2994574" y="3088597"/>
                <a:ext cx="199800" cy="885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567D9A4-67AD-8166-13C4-5B54DC8576D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976574" y="3070597"/>
                  <a:ext cx="235440" cy="12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2DDA4D5A-5B4D-11DF-47E2-33E129E5C37F}"/>
              </a:ext>
            </a:extLst>
          </p:cNvPr>
          <p:cNvGrpSpPr/>
          <p:nvPr/>
        </p:nvGrpSpPr>
        <p:grpSpPr>
          <a:xfrm>
            <a:off x="4128214" y="1853797"/>
            <a:ext cx="7790040" cy="4704120"/>
            <a:chOff x="4128214" y="1853797"/>
            <a:chExt cx="7790040" cy="470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A314C7F-61A8-FF58-AEF7-8B77F8970D76}"/>
                    </a:ext>
                  </a:extLst>
                </p14:cNvPr>
                <p14:cNvContentPartPr/>
                <p14:nvPr/>
              </p14:nvContentPartPr>
              <p14:xfrm>
                <a:off x="5330614" y="2283277"/>
                <a:ext cx="121320" cy="1530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A314C7F-61A8-FF58-AEF7-8B77F8970D7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312614" y="2265277"/>
                  <a:ext cx="1569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386F3F8-D55C-DC43-0DC3-40762E0D9139}"/>
                    </a:ext>
                  </a:extLst>
                </p14:cNvPr>
                <p14:cNvContentPartPr/>
                <p14:nvPr/>
              </p14:nvContentPartPr>
              <p14:xfrm>
                <a:off x="5706454" y="2153317"/>
                <a:ext cx="16200" cy="129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386F3F8-D55C-DC43-0DC3-40762E0D913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688814" y="2135677"/>
                  <a:ext cx="518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4A6DC83-E8F3-E029-F146-B38E5C300003}"/>
                    </a:ext>
                  </a:extLst>
                </p14:cNvPr>
                <p14:cNvContentPartPr/>
                <p14:nvPr/>
              </p14:nvContentPartPr>
              <p14:xfrm>
                <a:off x="5902654" y="2061517"/>
                <a:ext cx="51840" cy="2077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4A6DC83-E8F3-E029-F146-B38E5C30000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885014" y="2043517"/>
                  <a:ext cx="8748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5C4FFC1-8D9A-837A-C2A7-66EB9842ACF5}"/>
                    </a:ext>
                  </a:extLst>
                </p14:cNvPr>
                <p14:cNvContentPartPr/>
                <p14:nvPr/>
              </p14:nvContentPartPr>
              <p14:xfrm>
                <a:off x="4671814" y="2056837"/>
                <a:ext cx="42480" cy="4060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5C4FFC1-8D9A-837A-C2A7-66EB9842ACF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653814" y="2038837"/>
                  <a:ext cx="7812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41DFBDB-6FA2-FF96-E3E7-F5AF4986BB8A}"/>
                    </a:ext>
                  </a:extLst>
                </p14:cNvPr>
                <p14:cNvContentPartPr/>
                <p14:nvPr/>
              </p14:nvContentPartPr>
              <p14:xfrm>
                <a:off x="4591174" y="2434117"/>
                <a:ext cx="153720" cy="432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41DFBDB-6FA2-FF96-E3E7-F5AF4986BB8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573174" y="2416117"/>
                  <a:ext cx="1893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C3EB0EB-2E17-0C5A-4BE0-0ED5C3D862EF}"/>
                    </a:ext>
                  </a:extLst>
                </p14:cNvPr>
                <p14:cNvContentPartPr/>
                <p14:nvPr/>
              </p14:nvContentPartPr>
              <p14:xfrm>
                <a:off x="4885294" y="2415037"/>
                <a:ext cx="5400" cy="295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C3EB0EB-2E17-0C5A-4BE0-0ED5C3D862E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867654" y="2397037"/>
                  <a:ext cx="410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24B57F7-4E9B-4703-E64E-79E9887519FB}"/>
                    </a:ext>
                  </a:extLst>
                </p14:cNvPr>
                <p14:cNvContentPartPr/>
                <p14:nvPr/>
              </p14:nvContentPartPr>
              <p14:xfrm>
                <a:off x="4886374" y="2407117"/>
                <a:ext cx="118080" cy="2595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24B57F7-4E9B-4703-E64E-79E9887519F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868734" y="2389477"/>
                  <a:ext cx="15372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975AA47-1657-003A-03C0-8868F96D75AE}"/>
                    </a:ext>
                  </a:extLst>
                </p14:cNvPr>
                <p14:cNvContentPartPr/>
                <p14:nvPr/>
              </p14:nvContentPartPr>
              <p14:xfrm>
                <a:off x="4794214" y="2514037"/>
                <a:ext cx="114840" cy="1141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975AA47-1657-003A-03C0-8868F96D75A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776214" y="2496037"/>
                  <a:ext cx="1504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957BD4A-10FC-E64F-CFD9-1CF8C2E25E4E}"/>
                    </a:ext>
                  </a:extLst>
                </p14:cNvPr>
                <p14:cNvContentPartPr/>
                <p14:nvPr/>
              </p14:nvContentPartPr>
              <p14:xfrm>
                <a:off x="5025694" y="2492077"/>
                <a:ext cx="58680" cy="1234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957BD4A-10FC-E64F-CFD9-1CF8C2E25E4E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007694" y="2474077"/>
                  <a:ext cx="943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EFAEB8F-AE60-5377-7B71-DD1FA0107E5D}"/>
                    </a:ext>
                  </a:extLst>
                </p14:cNvPr>
                <p14:cNvContentPartPr/>
                <p14:nvPr/>
              </p14:nvContentPartPr>
              <p14:xfrm>
                <a:off x="6088414" y="2029117"/>
                <a:ext cx="120240" cy="2602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EFAEB8F-AE60-5377-7B71-DD1FA0107E5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070414" y="2011117"/>
                  <a:ext cx="1558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7E53997-1423-525D-8EDA-C77AD8C0CCD7}"/>
                    </a:ext>
                  </a:extLst>
                </p14:cNvPr>
                <p14:cNvContentPartPr/>
                <p14:nvPr/>
              </p14:nvContentPartPr>
              <p14:xfrm>
                <a:off x="6484414" y="1983757"/>
                <a:ext cx="74520" cy="2674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7E53997-1423-525D-8EDA-C77AD8C0CCD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466414" y="1966117"/>
                  <a:ext cx="11016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282683D-A205-8B62-5B04-77F8A8562598}"/>
                    </a:ext>
                  </a:extLst>
                </p14:cNvPr>
                <p14:cNvContentPartPr/>
                <p14:nvPr/>
              </p14:nvContentPartPr>
              <p14:xfrm>
                <a:off x="6437974" y="2262397"/>
                <a:ext cx="97200" cy="568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282683D-A205-8B62-5B04-77F8A856259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419974" y="2244757"/>
                  <a:ext cx="1328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836663B-4563-D11B-4755-FF5A1E7D7925}"/>
                    </a:ext>
                  </a:extLst>
                </p14:cNvPr>
                <p14:cNvContentPartPr/>
                <p14:nvPr/>
              </p14:nvContentPartPr>
              <p14:xfrm>
                <a:off x="6661174" y="2228917"/>
                <a:ext cx="59040" cy="2260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836663B-4563-D11B-4755-FF5A1E7D792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643174" y="2211277"/>
                  <a:ext cx="946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3A71376-074D-6D81-DBBB-4C2B80F78722}"/>
                    </a:ext>
                  </a:extLst>
                </p14:cNvPr>
                <p14:cNvContentPartPr/>
                <p14:nvPr/>
              </p14:nvContentPartPr>
              <p14:xfrm>
                <a:off x="6826414" y="2290117"/>
                <a:ext cx="160200" cy="1130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3A71376-074D-6D81-DBBB-4C2B80F78722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808774" y="2272117"/>
                  <a:ext cx="1958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B448106-3D5E-2534-F314-DED9B3E22682}"/>
                    </a:ext>
                  </a:extLst>
                </p14:cNvPr>
                <p14:cNvContentPartPr/>
                <p14:nvPr/>
              </p14:nvContentPartPr>
              <p14:xfrm>
                <a:off x="7118374" y="2278237"/>
                <a:ext cx="108360" cy="1976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B448106-3D5E-2534-F314-DED9B3E2268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100374" y="2260237"/>
                  <a:ext cx="14400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8C04377-A726-2E60-E3AD-B6E3DCD6A36B}"/>
                    </a:ext>
                  </a:extLst>
                </p14:cNvPr>
                <p14:cNvContentPartPr/>
                <p14:nvPr/>
              </p14:nvContentPartPr>
              <p14:xfrm>
                <a:off x="8243734" y="2044957"/>
                <a:ext cx="163080" cy="820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8C04377-A726-2E60-E3AD-B6E3DCD6A36B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226094" y="2026957"/>
                  <a:ext cx="1987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6A7C665-FD0E-B58C-B798-07807B10664B}"/>
                    </a:ext>
                  </a:extLst>
                </p14:cNvPr>
                <p14:cNvContentPartPr/>
                <p14:nvPr/>
              </p14:nvContentPartPr>
              <p14:xfrm>
                <a:off x="8312494" y="2105797"/>
                <a:ext cx="246960" cy="5022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6A7C665-FD0E-B58C-B798-07807B10664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294494" y="2087797"/>
                  <a:ext cx="282600" cy="53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64ECF93-CA9E-3AD1-1CAF-B6D3670CABD5}"/>
                    </a:ext>
                  </a:extLst>
                </p14:cNvPr>
                <p14:cNvContentPartPr/>
                <p14:nvPr/>
              </p14:nvContentPartPr>
              <p14:xfrm>
                <a:off x="8604814" y="2153317"/>
                <a:ext cx="107280" cy="1465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64ECF93-CA9E-3AD1-1CAF-B6D3670CABD5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586814" y="2135317"/>
                  <a:ext cx="14292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111DEF0-98C3-E9DE-6825-252FDC7AD0CD}"/>
                    </a:ext>
                  </a:extLst>
                </p14:cNvPr>
                <p14:cNvContentPartPr/>
                <p14:nvPr/>
              </p14:nvContentPartPr>
              <p14:xfrm>
                <a:off x="8720734" y="2030917"/>
                <a:ext cx="237600" cy="4831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111DEF0-98C3-E9DE-6825-252FDC7AD0CD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703094" y="2013277"/>
                  <a:ext cx="273240" cy="51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843B47B-7D2B-3FF2-736D-DC878FEC37DB}"/>
                    </a:ext>
                  </a:extLst>
                </p14:cNvPr>
                <p14:cNvContentPartPr/>
                <p14:nvPr/>
              </p14:nvContentPartPr>
              <p14:xfrm>
                <a:off x="9217174" y="2177437"/>
                <a:ext cx="78480" cy="507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843B47B-7D2B-3FF2-736D-DC878FEC37D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199534" y="2159797"/>
                  <a:ext cx="1141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0043976-2F94-0AC8-49D4-F55BAB574076}"/>
                    </a:ext>
                  </a:extLst>
                </p14:cNvPr>
                <p14:cNvContentPartPr/>
                <p14:nvPr/>
              </p14:nvContentPartPr>
              <p14:xfrm>
                <a:off x="9297094" y="2220997"/>
                <a:ext cx="32400" cy="216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0043976-2F94-0AC8-49D4-F55BAB57407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279094" y="2202997"/>
                  <a:ext cx="680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8230FE7-9E97-C164-A088-5AFF553F8EE0}"/>
                    </a:ext>
                  </a:extLst>
                </p14:cNvPr>
                <p14:cNvContentPartPr/>
                <p14:nvPr/>
              </p14:nvContentPartPr>
              <p14:xfrm>
                <a:off x="9612094" y="2011477"/>
                <a:ext cx="169560" cy="424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8230FE7-9E97-C164-A088-5AFF553F8EE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594094" y="1993837"/>
                  <a:ext cx="2052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642D49D-56BB-1DFE-0AA8-9E02D4D94C8D}"/>
                    </a:ext>
                  </a:extLst>
                </p14:cNvPr>
                <p14:cNvContentPartPr/>
                <p14:nvPr/>
              </p14:nvContentPartPr>
              <p14:xfrm>
                <a:off x="9645214" y="2097517"/>
                <a:ext cx="142560" cy="2127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642D49D-56BB-1DFE-0AA8-9E02D4D94C8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627574" y="2079877"/>
                  <a:ext cx="17820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A22E78C-47FB-F3E9-2F82-560299C605DC}"/>
                    </a:ext>
                  </a:extLst>
                </p14:cNvPr>
                <p14:cNvContentPartPr/>
                <p14:nvPr/>
              </p14:nvContentPartPr>
              <p14:xfrm>
                <a:off x="9916654" y="2005357"/>
                <a:ext cx="110880" cy="1857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A22E78C-47FB-F3E9-2F82-560299C605DC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898654" y="1987357"/>
                  <a:ext cx="1465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6B84B0A-7106-4780-70D5-CD370A51CCDB}"/>
                    </a:ext>
                  </a:extLst>
                </p14:cNvPr>
                <p14:cNvContentPartPr/>
                <p14:nvPr/>
              </p14:nvContentPartPr>
              <p14:xfrm>
                <a:off x="10167214" y="2042437"/>
                <a:ext cx="374760" cy="1522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6B84B0A-7106-4780-70D5-CD370A51CCDB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149574" y="2024437"/>
                  <a:ext cx="41040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670DC36-4CB4-D5BC-453F-B275A578A4DE}"/>
                    </a:ext>
                  </a:extLst>
                </p14:cNvPr>
                <p14:cNvContentPartPr/>
                <p14:nvPr/>
              </p14:nvContentPartPr>
              <p14:xfrm>
                <a:off x="10681294" y="1853797"/>
                <a:ext cx="30960" cy="2988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670DC36-4CB4-D5BC-453F-B275A578A4DE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663654" y="1836157"/>
                  <a:ext cx="6660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9B25583-38BD-6EE5-FC66-902F595D0BD6}"/>
                    </a:ext>
                  </a:extLst>
                </p14:cNvPr>
                <p14:cNvContentPartPr/>
                <p14:nvPr/>
              </p14:nvContentPartPr>
              <p14:xfrm>
                <a:off x="10689214" y="1870357"/>
                <a:ext cx="253080" cy="2044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9B25583-38BD-6EE5-FC66-902F595D0BD6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671574" y="1852717"/>
                  <a:ext cx="2887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B5A27A1-7B7C-D74F-7F35-6670A660C254}"/>
                    </a:ext>
                  </a:extLst>
                </p14:cNvPr>
                <p14:cNvContentPartPr/>
                <p14:nvPr/>
              </p14:nvContentPartPr>
              <p14:xfrm>
                <a:off x="4128214" y="3295597"/>
                <a:ext cx="125640" cy="3628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B5A27A1-7B7C-D74F-7F35-6670A660C254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110574" y="3277597"/>
                  <a:ext cx="16128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5EDF58D-233C-2103-42DE-79712DEFE3B6}"/>
                    </a:ext>
                  </a:extLst>
                </p14:cNvPr>
                <p14:cNvContentPartPr/>
                <p14:nvPr/>
              </p14:nvContentPartPr>
              <p14:xfrm>
                <a:off x="4257094" y="3318277"/>
                <a:ext cx="129960" cy="3063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5EDF58D-233C-2103-42DE-79712DEFE3B6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239454" y="3300277"/>
                  <a:ext cx="16560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4947E0C-73C2-5ECC-C009-67EB2FA30A80}"/>
                    </a:ext>
                  </a:extLst>
                </p14:cNvPr>
                <p14:cNvContentPartPr/>
                <p14:nvPr/>
              </p14:nvContentPartPr>
              <p14:xfrm>
                <a:off x="4199854" y="3471997"/>
                <a:ext cx="124200" cy="468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4947E0C-73C2-5ECC-C009-67EB2FA30A8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182214" y="3453997"/>
                  <a:ext cx="1598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DAA2659-1BB5-9020-3498-A9FCFF8DCCA7}"/>
                    </a:ext>
                  </a:extLst>
                </p14:cNvPr>
                <p14:cNvContentPartPr/>
                <p14:nvPr/>
              </p14:nvContentPartPr>
              <p14:xfrm>
                <a:off x="4516294" y="3482797"/>
                <a:ext cx="62280" cy="158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DAA2659-1BB5-9020-3498-A9FCFF8DCCA7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498654" y="3465157"/>
                  <a:ext cx="979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DFA2430-0F05-2A5D-A7D9-28B7586120E3}"/>
                    </a:ext>
                  </a:extLst>
                </p14:cNvPr>
                <p14:cNvContentPartPr/>
                <p14:nvPr/>
              </p14:nvContentPartPr>
              <p14:xfrm>
                <a:off x="4555894" y="3532117"/>
                <a:ext cx="81000" cy="392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DFA2430-0F05-2A5D-A7D9-28B7586120E3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537894" y="3514117"/>
                  <a:ext cx="1166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C5586AB-15D6-685F-29DA-1729C0D7E247}"/>
                    </a:ext>
                  </a:extLst>
                </p14:cNvPr>
                <p14:cNvContentPartPr/>
                <p14:nvPr/>
              </p14:nvContentPartPr>
              <p14:xfrm>
                <a:off x="4842454" y="3147277"/>
                <a:ext cx="86400" cy="2052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C5586AB-15D6-685F-29DA-1729C0D7E24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824814" y="3129637"/>
                  <a:ext cx="1220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B3CA37B-C7A3-BDF6-2F03-71701005F562}"/>
                    </a:ext>
                  </a:extLst>
                </p14:cNvPr>
                <p14:cNvContentPartPr/>
                <p14:nvPr/>
              </p14:nvContentPartPr>
              <p14:xfrm>
                <a:off x="4946494" y="3509437"/>
                <a:ext cx="23040" cy="558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B3CA37B-C7A3-BDF6-2F03-71701005F562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928494" y="3491437"/>
                  <a:ext cx="586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B8C0F13-D16C-C063-5646-D5078D026929}"/>
                    </a:ext>
                  </a:extLst>
                </p14:cNvPr>
                <p14:cNvContentPartPr/>
                <p14:nvPr/>
              </p14:nvContentPartPr>
              <p14:xfrm>
                <a:off x="4357174" y="3957277"/>
                <a:ext cx="177120" cy="2354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B8C0F13-D16C-C063-5646-D5078D026929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339534" y="3939277"/>
                  <a:ext cx="21276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9A2F3E7-2E80-DA5C-0B45-56B64E122FF8}"/>
                    </a:ext>
                  </a:extLst>
                </p14:cNvPr>
                <p14:cNvContentPartPr/>
                <p14:nvPr/>
              </p14:nvContentPartPr>
              <p14:xfrm>
                <a:off x="4648774" y="3946477"/>
                <a:ext cx="40320" cy="360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9A2F3E7-2E80-DA5C-0B45-56B64E122FF8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631134" y="3928837"/>
                  <a:ext cx="759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BA50889-0344-2CB8-577B-1412ADA747E9}"/>
                    </a:ext>
                  </a:extLst>
                </p14:cNvPr>
                <p14:cNvContentPartPr/>
                <p14:nvPr/>
              </p14:nvContentPartPr>
              <p14:xfrm>
                <a:off x="4664614" y="3986437"/>
                <a:ext cx="77040" cy="35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BA50889-0344-2CB8-577B-1412ADA747E9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646614" y="3968797"/>
                  <a:ext cx="1126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04F0218-CC76-CC23-A888-E49A37A9A51E}"/>
                    </a:ext>
                  </a:extLst>
                </p14:cNvPr>
                <p14:cNvContentPartPr/>
                <p14:nvPr/>
              </p14:nvContentPartPr>
              <p14:xfrm>
                <a:off x="4864054" y="3882757"/>
                <a:ext cx="149400" cy="2098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04F0218-CC76-CC23-A888-E49A37A9A51E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846054" y="3865117"/>
                  <a:ext cx="1850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DFB871D-93BE-77E5-78AE-F3292C9EBE45}"/>
                    </a:ext>
                  </a:extLst>
                </p14:cNvPr>
                <p14:cNvContentPartPr/>
                <p14:nvPr/>
              </p14:nvContentPartPr>
              <p14:xfrm>
                <a:off x="5045134" y="4273357"/>
                <a:ext cx="6120" cy="424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DFB871D-93BE-77E5-78AE-F3292C9EBE45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027134" y="4255357"/>
                  <a:ext cx="417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D33A61E-A15F-DCA8-B41C-FD5C00F1FB31}"/>
                    </a:ext>
                  </a:extLst>
                </p14:cNvPr>
                <p14:cNvContentPartPr/>
                <p14:nvPr/>
              </p14:nvContentPartPr>
              <p14:xfrm>
                <a:off x="5350774" y="3198397"/>
                <a:ext cx="60120" cy="367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D33A61E-A15F-DCA8-B41C-FD5C00F1FB31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332774" y="3180397"/>
                  <a:ext cx="9576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5E0E265-E4AC-6B04-58AB-F4477D4565C3}"/>
                    </a:ext>
                  </a:extLst>
                </p14:cNvPr>
                <p14:cNvContentPartPr/>
                <p14:nvPr/>
              </p14:nvContentPartPr>
              <p14:xfrm>
                <a:off x="5401534" y="3277237"/>
                <a:ext cx="80280" cy="295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5E0E265-E4AC-6B04-58AB-F4477D4565C3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383894" y="3259237"/>
                  <a:ext cx="1159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F2DA3BA-C0F2-E756-27A4-1E8DF137BD45}"/>
                    </a:ext>
                  </a:extLst>
                </p14:cNvPr>
                <p14:cNvContentPartPr/>
                <p14:nvPr/>
              </p14:nvContentPartPr>
              <p14:xfrm>
                <a:off x="5625454" y="3181117"/>
                <a:ext cx="191520" cy="604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F2DA3BA-C0F2-E756-27A4-1E8DF137BD45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607814" y="3163477"/>
                  <a:ext cx="2271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6A612B4-AD0F-BD9C-811C-304321662E35}"/>
                    </a:ext>
                  </a:extLst>
                </p14:cNvPr>
                <p14:cNvContentPartPr/>
                <p14:nvPr/>
              </p14:nvContentPartPr>
              <p14:xfrm>
                <a:off x="5947294" y="2952517"/>
                <a:ext cx="54360" cy="3661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6A612B4-AD0F-BD9C-811C-304321662E35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5929654" y="2934877"/>
                  <a:ext cx="9000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E36B3D4-284A-96C1-8D0B-FED6570CFE94}"/>
                    </a:ext>
                  </a:extLst>
                </p14:cNvPr>
                <p14:cNvContentPartPr/>
                <p14:nvPr/>
              </p14:nvContentPartPr>
              <p14:xfrm>
                <a:off x="6116134" y="3109477"/>
                <a:ext cx="94320" cy="1756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E36B3D4-284A-96C1-8D0B-FED6570CFE94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098134" y="3091477"/>
                  <a:ext cx="12996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AA979E0-6C5D-8E97-1267-E38870B6A537}"/>
                    </a:ext>
                  </a:extLst>
                </p14:cNvPr>
                <p14:cNvContentPartPr/>
                <p14:nvPr/>
              </p14:nvContentPartPr>
              <p14:xfrm>
                <a:off x="6331774" y="3060877"/>
                <a:ext cx="93600" cy="2977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AA979E0-6C5D-8E97-1267-E38870B6A537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314134" y="3042877"/>
                  <a:ext cx="12924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4C598D3B-15F5-5005-A8D1-9FEE2A0B5643}"/>
                    </a:ext>
                  </a:extLst>
                </p14:cNvPr>
                <p14:cNvContentPartPr/>
                <p14:nvPr/>
              </p14:nvContentPartPr>
              <p14:xfrm>
                <a:off x="6617254" y="3193717"/>
                <a:ext cx="16920" cy="1544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4C598D3B-15F5-5005-A8D1-9FEE2A0B5643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599614" y="3175717"/>
                  <a:ext cx="5256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EBC45C7F-DDE3-9DD0-4006-B6744C2F1BC2}"/>
                    </a:ext>
                  </a:extLst>
                </p14:cNvPr>
                <p14:cNvContentPartPr/>
                <p14:nvPr/>
              </p14:nvContentPartPr>
              <p14:xfrm>
                <a:off x="6747214" y="3196957"/>
                <a:ext cx="90360" cy="1242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EBC45C7F-DDE3-9DD0-4006-B6744C2F1BC2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729574" y="3178957"/>
                  <a:ext cx="12600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51FCE04-8E49-B14E-5C6C-8CF063386AAE}"/>
                    </a:ext>
                  </a:extLst>
                </p14:cNvPr>
                <p14:cNvContentPartPr/>
                <p14:nvPr/>
              </p14:nvContentPartPr>
              <p14:xfrm>
                <a:off x="6961054" y="2860717"/>
                <a:ext cx="128880" cy="3603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51FCE04-8E49-B14E-5C6C-8CF063386AAE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943054" y="2842717"/>
                  <a:ext cx="16452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455D8A1-0033-F5DA-99EF-6C8FFD03AB1E}"/>
                    </a:ext>
                  </a:extLst>
                </p14:cNvPr>
                <p14:cNvContentPartPr/>
                <p14:nvPr/>
              </p14:nvContentPartPr>
              <p14:xfrm>
                <a:off x="7237174" y="2915077"/>
                <a:ext cx="6480" cy="216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455D8A1-0033-F5DA-99EF-6C8FFD03AB1E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219534" y="2897437"/>
                  <a:ext cx="421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687A5E7-168A-8CD7-45F2-2C5F411DC6B3}"/>
                    </a:ext>
                  </a:extLst>
                </p14:cNvPr>
                <p14:cNvContentPartPr/>
                <p14:nvPr/>
              </p14:nvContentPartPr>
              <p14:xfrm>
                <a:off x="7378654" y="2817877"/>
                <a:ext cx="52560" cy="3214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687A5E7-168A-8CD7-45F2-2C5F411DC6B3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360654" y="2800237"/>
                  <a:ext cx="8820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962B12F-8F83-9633-D3E2-1D91AB0B7B73}"/>
                    </a:ext>
                  </a:extLst>
                </p14:cNvPr>
                <p14:cNvContentPartPr/>
                <p14:nvPr/>
              </p14:nvContentPartPr>
              <p14:xfrm>
                <a:off x="7525534" y="2858197"/>
                <a:ext cx="135720" cy="2718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962B12F-8F83-9633-D3E2-1D91AB0B7B73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7507894" y="2840557"/>
                  <a:ext cx="17136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15E03308-E467-0075-7817-B6C70D676FAD}"/>
                    </a:ext>
                  </a:extLst>
                </p14:cNvPr>
                <p14:cNvContentPartPr/>
                <p14:nvPr/>
              </p14:nvContentPartPr>
              <p14:xfrm>
                <a:off x="7722814" y="2757757"/>
                <a:ext cx="85320" cy="5122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15E03308-E467-0075-7817-B6C70D676FAD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7705174" y="2739757"/>
                  <a:ext cx="120960" cy="54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36C9BDA-9A52-0BF2-B3E7-D7BF2ABDEB7F}"/>
                    </a:ext>
                  </a:extLst>
                </p14:cNvPr>
                <p14:cNvContentPartPr/>
                <p14:nvPr/>
              </p14:nvContentPartPr>
              <p14:xfrm>
                <a:off x="8072734" y="2925157"/>
                <a:ext cx="48240" cy="198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36C9BDA-9A52-0BF2-B3E7-D7BF2ABDEB7F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055094" y="2907517"/>
                  <a:ext cx="838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551FF1F-1AFC-5721-9FF3-3B34C334FDA9}"/>
                    </a:ext>
                  </a:extLst>
                </p14:cNvPr>
                <p14:cNvContentPartPr/>
                <p14:nvPr/>
              </p14:nvContentPartPr>
              <p14:xfrm>
                <a:off x="8091454" y="2978797"/>
                <a:ext cx="77040" cy="363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551FF1F-1AFC-5721-9FF3-3B34C334FDA9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073814" y="2960797"/>
                  <a:ext cx="11268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FE2AD94-4221-986B-54F2-A75792F4ABCF}"/>
                    </a:ext>
                  </a:extLst>
                </p14:cNvPr>
                <p14:cNvContentPartPr/>
                <p14:nvPr/>
              </p14:nvContentPartPr>
              <p14:xfrm>
                <a:off x="8556934" y="2916517"/>
                <a:ext cx="3600" cy="172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FE2AD94-4221-986B-54F2-A75792F4ABCF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538934" y="2898517"/>
                  <a:ext cx="392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E60BBAFB-8F28-B5EC-8832-35A9F696C98C}"/>
                    </a:ext>
                  </a:extLst>
                </p14:cNvPr>
                <p14:cNvContentPartPr/>
                <p14:nvPr/>
              </p14:nvContentPartPr>
              <p14:xfrm>
                <a:off x="8694094" y="2777197"/>
                <a:ext cx="164160" cy="2836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E60BBAFB-8F28-B5EC-8832-35A9F696C98C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676094" y="2759557"/>
                  <a:ext cx="19980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BB2252A-1516-4EC4-0BD0-F7666CA53DDE}"/>
                    </a:ext>
                  </a:extLst>
                </p14:cNvPr>
                <p14:cNvContentPartPr/>
                <p14:nvPr/>
              </p14:nvContentPartPr>
              <p14:xfrm>
                <a:off x="5539774" y="4685557"/>
                <a:ext cx="160920" cy="2746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BB2252A-1516-4EC4-0BD0-F7666CA53DDE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5522134" y="4667557"/>
                  <a:ext cx="19656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BE1EB34-D809-9D37-25B2-6AC2FE3DCCCD}"/>
                    </a:ext>
                  </a:extLst>
                </p14:cNvPr>
                <p14:cNvContentPartPr/>
                <p14:nvPr/>
              </p14:nvContentPartPr>
              <p14:xfrm>
                <a:off x="4776574" y="4788517"/>
                <a:ext cx="25560" cy="4050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BE1EB34-D809-9D37-25B2-6AC2FE3DCCCD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4758574" y="4770517"/>
                  <a:ext cx="6120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7872D92-793A-97E7-008A-6A58A1D244C1}"/>
                    </a:ext>
                  </a:extLst>
                </p14:cNvPr>
                <p14:cNvContentPartPr/>
                <p14:nvPr/>
              </p14:nvContentPartPr>
              <p14:xfrm>
                <a:off x="4791694" y="4854037"/>
                <a:ext cx="232920" cy="2768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7872D92-793A-97E7-008A-6A58A1D244C1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4773694" y="4836397"/>
                  <a:ext cx="26856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CBE8163A-6642-25BB-2970-B3F36EEFEBEB}"/>
                    </a:ext>
                  </a:extLst>
                </p14:cNvPr>
                <p14:cNvContentPartPr/>
                <p14:nvPr/>
              </p14:nvContentPartPr>
              <p14:xfrm>
                <a:off x="4888534" y="4946917"/>
                <a:ext cx="65520" cy="457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CBE8163A-6642-25BB-2970-B3F36EEFEBEB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870894" y="4928917"/>
                  <a:ext cx="1011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53B93CA-FCDC-2F48-B984-CE4DA783478A}"/>
                    </a:ext>
                  </a:extLst>
                </p14:cNvPr>
                <p14:cNvContentPartPr/>
                <p14:nvPr/>
              </p14:nvContentPartPr>
              <p14:xfrm>
                <a:off x="5111014" y="4910197"/>
                <a:ext cx="128160" cy="910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53B93CA-FCDC-2F48-B984-CE4DA783478A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5093014" y="4892557"/>
                  <a:ext cx="1638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1E226D9-E148-155D-FD5A-5B248D2F7BBE}"/>
                    </a:ext>
                  </a:extLst>
                </p14:cNvPr>
                <p14:cNvContentPartPr/>
                <p14:nvPr/>
              </p14:nvContentPartPr>
              <p14:xfrm>
                <a:off x="5065294" y="4885357"/>
                <a:ext cx="52920" cy="277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1E226D9-E148-155D-FD5A-5B248D2F7BBE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5047294" y="4867717"/>
                  <a:ext cx="885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9185CBC-264B-EDBD-6A9D-B71542E7DE13}"/>
                    </a:ext>
                  </a:extLst>
                </p14:cNvPr>
                <p14:cNvContentPartPr/>
                <p14:nvPr/>
              </p14:nvContentPartPr>
              <p14:xfrm>
                <a:off x="4795294" y="4999117"/>
                <a:ext cx="201240" cy="928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9185CBC-264B-EDBD-6A9D-B71542E7DE13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777294" y="4981117"/>
                  <a:ext cx="23688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F36BF378-C7DE-A6AE-9984-D42ACA165552}"/>
                    </a:ext>
                  </a:extLst>
                </p14:cNvPr>
                <p14:cNvContentPartPr/>
                <p14:nvPr/>
              </p14:nvContentPartPr>
              <p14:xfrm>
                <a:off x="5880694" y="4822357"/>
                <a:ext cx="7200" cy="180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F36BF378-C7DE-A6AE-9984-D42ACA165552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5863054" y="4804357"/>
                  <a:ext cx="428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C9E69E08-18D6-E388-7CDA-F7BB14E39846}"/>
                    </a:ext>
                  </a:extLst>
                </p14:cNvPr>
                <p14:cNvContentPartPr/>
                <p14:nvPr/>
              </p14:nvContentPartPr>
              <p14:xfrm>
                <a:off x="5981854" y="4497637"/>
                <a:ext cx="145800" cy="756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C9E69E08-18D6-E388-7CDA-F7BB14E39846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963854" y="4479997"/>
                  <a:ext cx="1814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9D3063CA-0402-EF47-0340-8F6B79BD0D13}"/>
                    </a:ext>
                  </a:extLst>
                </p14:cNvPr>
                <p14:cNvContentPartPr/>
                <p14:nvPr/>
              </p14:nvContentPartPr>
              <p14:xfrm>
                <a:off x="5980774" y="4579717"/>
                <a:ext cx="207720" cy="3690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9D3063CA-0402-EF47-0340-8F6B79BD0D13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963134" y="4561717"/>
                  <a:ext cx="24336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92808F3C-4D60-C7D2-37A0-86FB05E10420}"/>
                    </a:ext>
                  </a:extLst>
                </p14:cNvPr>
                <p14:cNvContentPartPr/>
                <p14:nvPr/>
              </p14:nvContentPartPr>
              <p14:xfrm>
                <a:off x="6234934" y="4569277"/>
                <a:ext cx="107280" cy="1368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92808F3C-4D60-C7D2-37A0-86FB05E10420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6216934" y="4551637"/>
                  <a:ext cx="1429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A662AD7-14E5-36B1-11E9-A7C6AB4E03EA}"/>
                    </a:ext>
                  </a:extLst>
                </p14:cNvPr>
                <p14:cNvContentPartPr/>
                <p14:nvPr/>
              </p14:nvContentPartPr>
              <p14:xfrm>
                <a:off x="6344014" y="4433557"/>
                <a:ext cx="207720" cy="3582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A662AD7-14E5-36B1-11E9-A7C6AB4E03EA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6326014" y="4415917"/>
                  <a:ext cx="24336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D38FC4D-D866-46E1-65CB-7CE0B51693B7}"/>
                    </a:ext>
                  </a:extLst>
                </p14:cNvPr>
                <p14:cNvContentPartPr/>
                <p14:nvPr/>
              </p14:nvContentPartPr>
              <p14:xfrm>
                <a:off x="6678814" y="4617877"/>
                <a:ext cx="1440" cy="21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FD38FC4D-D866-46E1-65CB-7CE0B51693B7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660814" y="4600237"/>
                  <a:ext cx="370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749FCFF-1F05-F3ED-571B-46BC350C0C1B}"/>
                    </a:ext>
                  </a:extLst>
                </p14:cNvPr>
                <p14:cNvContentPartPr/>
                <p14:nvPr/>
              </p14:nvContentPartPr>
              <p14:xfrm>
                <a:off x="6830734" y="4369477"/>
                <a:ext cx="1080" cy="14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749FCFF-1F05-F3ED-571B-46BC350C0C1B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813094" y="4351837"/>
                  <a:ext cx="367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5E782C2D-2706-24D1-C1E2-31D5BC77F6B5}"/>
                    </a:ext>
                  </a:extLst>
                </p14:cNvPr>
                <p14:cNvContentPartPr/>
                <p14:nvPr/>
              </p14:nvContentPartPr>
              <p14:xfrm>
                <a:off x="6777454" y="4343197"/>
                <a:ext cx="200880" cy="2667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E782C2D-2706-24D1-C1E2-31D5BC77F6B5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759454" y="4325557"/>
                  <a:ext cx="23652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541F04F5-ED1E-6CAB-6496-1B5BBA418FA2}"/>
                    </a:ext>
                  </a:extLst>
                </p14:cNvPr>
                <p14:cNvContentPartPr/>
                <p14:nvPr/>
              </p14:nvContentPartPr>
              <p14:xfrm>
                <a:off x="5500894" y="5565397"/>
                <a:ext cx="39960" cy="381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541F04F5-ED1E-6CAB-6496-1B5BBA418FA2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5483254" y="5547757"/>
                  <a:ext cx="756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AF3832C6-9E27-A16B-4CF9-07036BA88B86}"/>
                    </a:ext>
                  </a:extLst>
                </p14:cNvPr>
                <p14:cNvContentPartPr/>
                <p14:nvPr/>
              </p14:nvContentPartPr>
              <p14:xfrm>
                <a:off x="5530774" y="5646037"/>
                <a:ext cx="69840" cy="644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AF3832C6-9E27-A16B-4CF9-07036BA88B86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5512774" y="5628037"/>
                  <a:ext cx="10548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7DA95CB6-31A2-BA3E-FEFF-F0F56ABA79FC}"/>
                    </a:ext>
                  </a:extLst>
                </p14:cNvPr>
                <p14:cNvContentPartPr/>
                <p14:nvPr/>
              </p14:nvContentPartPr>
              <p14:xfrm>
                <a:off x="5032174" y="5613637"/>
                <a:ext cx="145440" cy="3654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7DA95CB6-31A2-BA3E-FEFF-F0F56ABA79FC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5014174" y="5595637"/>
                  <a:ext cx="18108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9F3180AD-485C-6E3C-1313-2297B68F578A}"/>
                    </a:ext>
                  </a:extLst>
                </p14:cNvPr>
                <p14:cNvContentPartPr/>
                <p14:nvPr/>
              </p14:nvContentPartPr>
              <p14:xfrm>
                <a:off x="5870614" y="5300077"/>
                <a:ext cx="77760" cy="2412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9F3180AD-485C-6E3C-1313-2297B68F578A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5852974" y="5282077"/>
                  <a:ext cx="11340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DA40A598-4D43-62E8-A596-BC4930E49ED2}"/>
                    </a:ext>
                  </a:extLst>
                </p14:cNvPr>
                <p14:cNvContentPartPr/>
                <p14:nvPr/>
              </p14:nvContentPartPr>
              <p14:xfrm>
                <a:off x="5896894" y="5205037"/>
                <a:ext cx="206640" cy="2095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DA40A598-4D43-62E8-A596-BC4930E49ED2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879254" y="5187037"/>
                  <a:ext cx="2422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85C9B2F-6FCA-1514-992A-9A088611802B}"/>
                    </a:ext>
                  </a:extLst>
                </p14:cNvPr>
                <p14:cNvContentPartPr/>
                <p14:nvPr/>
              </p14:nvContentPartPr>
              <p14:xfrm>
                <a:off x="5950534" y="5363077"/>
                <a:ext cx="92880" cy="536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85C9B2F-6FCA-1514-992A-9A088611802B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5932534" y="5345077"/>
                  <a:ext cx="12852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FD0B6F9E-8C9F-C0C5-BD46-C915D5C9B6DD}"/>
                    </a:ext>
                  </a:extLst>
                </p14:cNvPr>
                <p14:cNvContentPartPr/>
                <p14:nvPr/>
              </p14:nvContentPartPr>
              <p14:xfrm>
                <a:off x="5884294" y="5353717"/>
                <a:ext cx="657000" cy="3330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FD0B6F9E-8C9F-C0C5-BD46-C915D5C9B6DD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5866294" y="5336077"/>
                  <a:ext cx="69264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40EF3CD0-1E72-270C-FA2F-214EF2581382}"/>
                    </a:ext>
                  </a:extLst>
                </p14:cNvPr>
                <p14:cNvContentPartPr/>
                <p14:nvPr/>
              </p14:nvContentPartPr>
              <p14:xfrm>
                <a:off x="6054934" y="5716597"/>
                <a:ext cx="148680" cy="1130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40EF3CD0-1E72-270C-FA2F-214EF2581382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6036934" y="5698597"/>
                  <a:ext cx="1843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8EF81B9-7247-C5AD-980E-BD5D6DE73286}"/>
                    </a:ext>
                  </a:extLst>
                </p14:cNvPr>
                <p14:cNvContentPartPr/>
                <p14:nvPr/>
              </p14:nvContentPartPr>
              <p14:xfrm>
                <a:off x="6081214" y="5809477"/>
                <a:ext cx="157320" cy="2458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8EF81B9-7247-C5AD-980E-BD5D6DE73286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6063214" y="5791837"/>
                  <a:ext cx="19296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FA4265B5-F59F-DC29-934A-0DF8736AF633}"/>
                    </a:ext>
                  </a:extLst>
                </p14:cNvPr>
                <p14:cNvContentPartPr/>
                <p14:nvPr/>
              </p14:nvContentPartPr>
              <p14:xfrm>
                <a:off x="6390094" y="5536957"/>
                <a:ext cx="304560" cy="3603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FA4265B5-F59F-DC29-934A-0DF8736AF633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6372094" y="5519317"/>
                  <a:ext cx="34020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77C25BD-54DA-5CF9-8CDB-A0E15C889A26}"/>
                    </a:ext>
                  </a:extLst>
                </p14:cNvPr>
                <p14:cNvContentPartPr/>
                <p14:nvPr/>
              </p14:nvContentPartPr>
              <p14:xfrm>
                <a:off x="6368134" y="5784277"/>
                <a:ext cx="88560" cy="1051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877C25BD-54DA-5CF9-8CDB-A0E15C889A26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6350134" y="5766637"/>
                  <a:ext cx="1242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23FF6044-2940-7B79-EFAA-F8C97F1B1610}"/>
                    </a:ext>
                  </a:extLst>
                </p14:cNvPr>
                <p14:cNvContentPartPr/>
                <p14:nvPr/>
              </p14:nvContentPartPr>
              <p14:xfrm>
                <a:off x="6782494" y="5503117"/>
                <a:ext cx="120960" cy="2008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23FF6044-2940-7B79-EFAA-F8C97F1B1610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6764494" y="5485477"/>
                  <a:ext cx="15660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3DDA206B-00C0-F038-B690-118A703A85FB}"/>
                    </a:ext>
                  </a:extLst>
                </p14:cNvPr>
                <p14:cNvContentPartPr/>
                <p14:nvPr/>
              </p14:nvContentPartPr>
              <p14:xfrm>
                <a:off x="6672334" y="5240317"/>
                <a:ext cx="56880" cy="525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3DDA206B-00C0-F038-B690-118A703A85FB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6654694" y="5222677"/>
                  <a:ext cx="925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5227A6FD-68C0-F331-9399-1D2F40529921}"/>
                    </a:ext>
                  </a:extLst>
                </p14:cNvPr>
                <p14:cNvContentPartPr/>
                <p14:nvPr/>
              </p14:nvContentPartPr>
              <p14:xfrm>
                <a:off x="6941614" y="5170117"/>
                <a:ext cx="21240" cy="154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5227A6FD-68C0-F331-9399-1D2F40529921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6923614" y="5152117"/>
                  <a:ext cx="568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C22E88E-4CBE-F83C-F309-A34F0EC4E32A}"/>
                    </a:ext>
                  </a:extLst>
                </p14:cNvPr>
                <p14:cNvContentPartPr/>
                <p14:nvPr/>
              </p14:nvContentPartPr>
              <p14:xfrm>
                <a:off x="6993814" y="5168317"/>
                <a:ext cx="28080" cy="212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C22E88E-4CBE-F83C-F309-A34F0EC4E32A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6975814" y="5150317"/>
                  <a:ext cx="637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18C8CBEF-0FD9-B2D2-5DAC-9249FD40E28C}"/>
                    </a:ext>
                  </a:extLst>
                </p14:cNvPr>
                <p14:cNvContentPartPr/>
                <p14:nvPr/>
              </p14:nvContentPartPr>
              <p14:xfrm>
                <a:off x="7345174" y="4764757"/>
                <a:ext cx="36720" cy="316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18C8CBEF-0FD9-B2D2-5DAC-9249FD40E28C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7327534" y="4746757"/>
                  <a:ext cx="7236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5D48E282-8CE8-DF1E-0F90-0598EF1C58C0}"/>
                    </a:ext>
                  </a:extLst>
                </p14:cNvPr>
                <p14:cNvContentPartPr/>
                <p14:nvPr/>
              </p14:nvContentPartPr>
              <p14:xfrm>
                <a:off x="7507534" y="4597357"/>
                <a:ext cx="194040" cy="2595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5D48E282-8CE8-DF1E-0F90-0598EF1C58C0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7489534" y="4579357"/>
                  <a:ext cx="22968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09C73C3E-EFC6-B60E-587A-F1F728725F7B}"/>
                    </a:ext>
                  </a:extLst>
                </p14:cNvPr>
                <p14:cNvContentPartPr/>
                <p14:nvPr/>
              </p14:nvContentPartPr>
              <p14:xfrm>
                <a:off x="7354174" y="4719037"/>
                <a:ext cx="701640" cy="4111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09C73C3E-EFC6-B60E-587A-F1F728725F7B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7336174" y="4701397"/>
                  <a:ext cx="737280" cy="44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22CCE74D-E3F9-4051-D742-F530F4825991}"/>
                    </a:ext>
                  </a:extLst>
                </p14:cNvPr>
                <p14:cNvContentPartPr/>
                <p14:nvPr/>
              </p14:nvContentPartPr>
              <p14:xfrm>
                <a:off x="7565134" y="5252557"/>
                <a:ext cx="141120" cy="1108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22CCE74D-E3F9-4051-D742-F530F4825991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7547494" y="5234557"/>
                  <a:ext cx="1767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2ED48876-2CAC-B61A-D0E9-7913D66D8C8A}"/>
                    </a:ext>
                  </a:extLst>
                </p14:cNvPr>
                <p14:cNvContentPartPr/>
                <p14:nvPr/>
              </p14:nvContentPartPr>
              <p14:xfrm>
                <a:off x="7638574" y="5323477"/>
                <a:ext cx="108360" cy="2034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2ED48876-2CAC-B61A-D0E9-7913D66D8C8A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7620934" y="5305477"/>
                  <a:ext cx="1440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56D21251-D6D6-FF0A-18EB-30CB8DECA3B7}"/>
                    </a:ext>
                  </a:extLst>
                </p14:cNvPr>
                <p14:cNvContentPartPr/>
                <p14:nvPr/>
              </p14:nvContentPartPr>
              <p14:xfrm>
                <a:off x="7787254" y="5180197"/>
                <a:ext cx="106200" cy="1515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56D21251-D6D6-FF0A-18EB-30CB8DECA3B7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7769614" y="5162197"/>
                  <a:ext cx="1418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B94BCC90-114C-5BDB-D6F3-8D75448DD252}"/>
                    </a:ext>
                  </a:extLst>
                </p14:cNvPr>
                <p14:cNvContentPartPr/>
                <p14:nvPr/>
              </p14:nvContentPartPr>
              <p14:xfrm>
                <a:off x="7970134" y="5055277"/>
                <a:ext cx="218520" cy="1537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B94BCC90-114C-5BDB-D6F3-8D75448DD252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7952494" y="5037277"/>
                  <a:ext cx="2541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A9A83CDE-C59D-C28D-2CF4-E8D9EF4C6353}"/>
                    </a:ext>
                  </a:extLst>
                </p14:cNvPr>
                <p14:cNvContentPartPr/>
                <p14:nvPr/>
              </p14:nvContentPartPr>
              <p14:xfrm>
                <a:off x="8277934" y="4842517"/>
                <a:ext cx="108360" cy="34344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A9A83CDE-C59D-C28D-2CF4-E8D9EF4C6353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8259934" y="4824877"/>
                  <a:ext cx="14400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A083E45B-A4CE-D7A3-FD50-34F672E93652}"/>
                    </a:ext>
                  </a:extLst>
                </p14:cNvPr>
                <p14:cNvContentPartPr/>
                <p14:nvPr/>
              </p14:nvContentPartPr>
              <p14:xfrm>
                <a:off x="8304214" y="4838197"/>
                <a:ext cx="236160" cy="1440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A083E45B-A4CE-D7A3-FD50-34F672E93652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8286574" y="4820557"/>
                  <a:ext cx="2718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C39B14AB-FAB8-1D40-4EE2-04B434FE77A6}"/>
                    </a:ext>
                  </a:extLst>
                </p14:cNvPr>
                <p14:cNvContentPartPr/>
                <p14:nvPr/>
              </p14:nvContentPartPr>
              <p14:xfrm>
                <a:off x="8071654" y="4327717"/>
                <a:ext cx="1042920" cy="3805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C39B14AB-FAB8-1D40-4EE2-04B434FE77A6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8053654" y="4310077"/>
                  <a:ext cx="107856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BB0C30AF-6047-98F3-0B30-9248401F4FF9}"/>
                    </a:ext>
                  </a:extLst>
                </p14:cNvPr>
                <p14:cNvContentPartPr/>
                <p14:nvPr/>
              </p14:nvContentPartPr>
              <p14:xfrm>
                <a:off x="8745574" y="4603477"/>
                <a:ext cx="178920" cy="3279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BB0C30AF-6047-98F3-0B30-9248401F4FF9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8727574" y="4585477"/>
                  <a:ext cx="21456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4E3B3B14-474A-B086-EC30-E7E486CD2B44}"/>
                    </a:ext>
                  </a:extLst>
                </p14:cNvPr>
                <p14:cNvContentPartPr/>
                <p14:nvPr/>
              </p14:nvContentPartPr>
              <p14:xfrm>
                <a:off x="8986414" y="4517077"/>
                <a:ext cx="300960" cy="1911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4E3B3B14-474A-B086-EC30-E7E486CD2B44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8968774" y="4499437"/>
                  <a:ext cx="3366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55DBD5D8-9B7F-139D-6C72-C30045093527}"/>
                    </a:ext>
                  </a:extLst>
                </p14:cNvPr>
                <p14:cNvContentPartPr/>
                <p14:nvPr/>
              </p14:nvContentPartPr>
              <p14:xfrm>
                <a:off x="9380614" y="4375597"/>
                <a:ext cx="298440" cy="1476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55DBD5D8-9B7F-139D-6C72-C30045093527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9362974" y="4357597"/>
                  <a:ext cx="3340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24B6E158-0453-2B7C-B107-0AEA6EE13243}"/>
                    </a:ext>
                  </a:extLst>
                </p14:cNvPr>
                <p14:cNvContentPartPr/>
                <p14:nvPr/>
              </p14:nvContentPartPr>
              <p14:xfrm>
                <a:off x="9672574" y="4094077"/>
                <a:ext cx="60840" cy="540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24B6E158-0453-2B7C-B107-0AEA6EE13243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9654574" y="4076437"/>
                  <a:ext cx="964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9082EFD7-160A-EDC0-D8C5-2E63716EA724}"/>
                    </a:ext>
                  </a:extLst>
                </p14:cNvPr>
                <p14:cNvContentPartPr/>
                <p14:nvPr/>
              </p14:nvContentPartPr>
              <p14:xfrm>
                <a:off x="9734134" y="4152757"/>
                <a:ext cx="63360" cy="511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9082EFD7-160A-EDC0-D8C5-2E63716EA724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9716134" y="4134757"/>
                  <a:ext cx="990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19CD0E6C-1396-720A-8768-D48173EB351B}"/>
                    </a:ext>
                  </a:extLst>
                </p14:cNvPr>
                <p14:cNvContentPartPr/>
                <p14:nvPr/>
              </p14:nvContentPartPr>
              <p14:xfrm>
                <a:off x="10022134" y="3705637"/>
                <a:ext cx="216000" cy="4165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19CD0E6C-1396-720A-8768-D48173EB351B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0004134" y="3687997"/>
                  <a:ext cx="25164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6A02E193-5983-A396-0461-8C074F5937A9}"/>
                    </a:ext>
                  </a:extLst>
                </p14:cNvPr>
                <p14:cNvContentPartPr/>
                <p14:nvPr/>
              </p14:nvContentPartPr>
              <p14:xfrm>
                <a:off x="10206814" y="3641197"/>
                <a:ext cx="242640" cy="3384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6A02E193-5983-A396-0461-8C074F5937A9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0189174" y="3623557"/>
                  <a:ext cx="27828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E7C73662-63A9-6CEB-F311-23E17CE0CBE3}"/>
                    </a:ext>
                  </a:extLst>
                </p14:cNvPr>
                <p14:cNvContentPartPr/>
                <p14:nvPr/>
              </p14:nvContentPartPr>
              <p14:xfrm>
                <a:off x="10483654" y="3558757"/>
                <a:ext cx="157680" cy="19764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E7C73662-63A9-6CEB-F311-23E17CE0CBE3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0465654" y="3540757"/>
                  <a:ext cx="19332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33C9162B-E19F-39AA-6161-8E73784A8066}"/>
                    </a:ext>
                  </a:extLst>
                </p14:cNvPr>
                <p14:cNvContentPartPr/>
                <p14:nvPr/>
              </p14:nvContentPartPr>
              <p14:xfrm>
                <a:off x="10797574" y="3490357"/>
                <a:ext cx="57960" cy="15588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33C9162B-E19F-39AA-6161-8E73784A8066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0779934" y="3472717"/>
                  <a:ext cx="9360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09015228-09B2-D33E-83E9-7B2D5EBCF496}"/>
                    </a:ext>
                  </a:extLst>
                </p14:cNvPr>
                <p14:cNvContentPartPr/>
                <p14:nvPr/>
              </p14:nvContentPartPr>
              <p14:xfrm>
                <a:off x="10972894" y="3329437"/>
                <a:ext cx="253080" cy="2235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09015228-09B2-D33E-83E9-7B2D5EBCF496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0954894" y="3311437"/>
                  <a:ext cx="28872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97CE994D-BE41-70E8-BACB-E3F24C7CB186}"/>
                    </a:ext>
                  </a:extLst>
                </p14:cNvPr>
                <p14:cNvContentPartPr/>
                <p14:nvPr/>
              </p14:nvContentPartPr>
              <p14:xfrm>
                <a:off x="11199694" y="3125677"/>
                <a:ext cx="70200" cy="500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97CE994D-BE41-70E8-BACB-E3F24C7CB186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1182054" y="3108037"/>
                  <a:ext cx="1058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1E90B876-BD2B-0ED0-5FEC-8F0889D1E954}"/>
                    </a:ext>
                  </a:extLst>
                </p14:cNvPr>
                <p14:cNvContentPartPr/>
                <p14:nvPr/>
              </p14:nvContentPartPr>
              <p14:xfrm>
                <a:off x="11306614" y="2955037"/>
                <a:ext cx="81000" cy="1573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1E90B876-BD2B-0ED0-5FEC-8F0889D1E954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1288974" y="2937397"/>
                  <a:ext cx="1166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49CFAECE-1FB4-90A2-2F8B-2E44C4189BAE}"/>
                    </a:ext>
                  </a:extLst>
                </p14:cNvPr>
                <p14:cNvContentPartPr/>
                <p14:nvPr/>
              </p14:nvContentPartPr>
              <p14:xfrm>
                <a:off x="11497414" y="2970877"/>
                <a:ext cx="82080" cy="2588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49CFAECE-1FB4-90A2-2F8B-2E44C4189BAE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1479414" y="2953237"/>
                  <a:ext cx="11772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FA2D3266-01DE-33E8-B7B9-112C64935F80}"/>
                    </a:ext>
                  </a:extLst>
                </p14:cNvPr>
                <p14:cNvContentPartPr/>
                <p14:nvPr/>
              </p14:nvContentPartPr>
              <p14:xfrm>
                <a:off x="11507854" y="2900317"/>
                <a:ext cx="297720" cy="1828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FA2D3266-01DE-33E8-B7B9-112C64935F80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1490214" y="2882677"/>
                  <a:ext cx="33336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ACEF564B-6F28-6071-69C4-4CE3D7E66287}"/>
                    </a:ext>
                  </a:extLst>
                </p14:cNvPr>
                <p14:cNvContentPartPr/>
                <p14:nvPr/>
              </p14:nvContentPartPr>
              <p14:xfrm>
                <a:off x="11751214" y="2728237"/>
                <a:ext cx="135720" cy="802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ACEF564B-6F28-6071-69C4-4CE3D7E66287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1733574" y="2710597"/>
                  <a:ext cx="1713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D90D854D-4BA3-F9A5-5A88-4391183C8913}"/>
                    </a:ext>
                  </a:extLst>
                </p14:cNvPr>
                <p14:cNvContentPartPr/>
                <p14:nvPr/>
              </p14:nvContentPartPr>
              <p14:xfrm>
                <a:off x="11886214" y="2604397"/>
                <a:ext cx="32040" cy="13572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D90D854D-4BA3-F9A5-5A88-4391183C8913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1868214" y="2586757"/>
                  <a:ext cx="676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D770E59E-5C14-C161-2B8B-34BE67F882DC}"/>
                    </a:ext>
                  </a:extLst>
                </p14:cNvPr>
                <p14:cNvContentPartPr/>
                <p14:nvPr/>
              </p14:nvContentPartPr>
              <p14:xfrm>
                <a:off x="8104774" y="6034477"/>
                <a:ext cx="451800" cy="2635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D770E59E-5C14-C161-2B8B-34BE67F882DC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8087134" y="6016837"/>
                  <a:ext cx="48744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E5C2832C-B8F2-FB71-83A9-C4BC2E9D9DA1}"/>
                    </a:ext>
                  </a:extLst>
                </p14:cNvPr>
                <p14:cNvContentPartPr/>
                <p14:nvPr/>
              </p14:nvContentPartPr>
              <p14:xfrm>
                <a:off x="8317894" y="6191077"/>
                <a:ext cx="174600" cy="3668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E5C2832C-B8F2-FB71-83A9-C4BC2E9D9DA1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8300254" y="6173437"/>
                  <a:ext cx="21024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01CCE692-3AFC-55C0-668D-AADC6D7F4919}"/>
                    </a:ext>
                  </a:extLst>
                </p14:cNvPr>
                <p14:cNvContentPartPr/>
                <p14:nvPr/>
              </p14:nvContentPartPr>
              <p14:xfrm>
                <a:off x="8625694" y="6326437"/>
                <a:ext cx="182520" cy="12240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01CCE692-3AFC-55C0-668D-AADC6D7F4919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8607694" y="6308797"/>
                  <a:ext cx="2181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59A8288F-B697-54C2-B1F6-CE37105F5E86}"/>
                    </a:ext>
                  </a:extLst>
                </p14:cNvPr>
                <p14:cNvContentPartPr/>
                <p14:nvPr/>
              </p14:nvContentPartPr>
              <p14:xfrm>
                <a:off x="8852494" y="6226717"/>
                <a:ext cx="201600" cy="12564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59A8288F-B697-54C2-B1F6-CE37105F5E86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8834494" y="6209077"/>
                  <a:ext cx="2372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5862F0F4-13FF-BDD2-3EE6-F5CD0F0616BD}"/>
                    </a:ext>
                  </a:extLst>
                </p14:cNvPr>
                <p14:cNvContentPartPr/>
                <p14:nvPr/>
              </p14:nvContentPartPr>
              <p14:xfrm>
                <a:off x="9014134" y="6093157"/>
                <a:ext cx="242640" cy="1695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5862F0F4-13FF-BDD2-3EE6-F5CD0F0616BD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8996134" y="6075517"/>
                  <a:ext cx="2782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53A71004-29F7-6506-4E2B-4C58F5E8D33D}"/>
                    </a:ext>
                  </a:extLst>
                </p14:cNvPr>
                <p14:cNvContentPartPr/>
                <p14:nvPr/>
              </p14:nvContentPartPr>
              <p14:xfrm>
                <a:off x="9301774" y="5833597"/>
                <a:ext cx="127800" cy="7524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53A71004-29F7-6506-4E2B-4C58F5E8D33D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9283774" y="5815597"/>
                  <a:ext cx="1634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A5F8A511-66B6-C7D8-DA23-A300D84FBC76}"/>
                    </a:ext>
                  </a:extLst>
                </p14:cNvPr>
                <p14:cNvContentPartPr/>
                <p14:nvPr/>
              </p14:nvContentPartPr>
              <p14:xfrm>
                <a:off x="9436774" y="5876797"/>
                <a:ext cx="72000" cy="612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A5F8A511-66B6-C7D8-DA23-A300D84FBC76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9419134" y="5859157"/>
                  <a:ext cx="1076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7211BAE5-E573-2150-0CBA-32177A5A290C}"/>
                    </a:ext>
                  </a:extLst>
                </p14:cNvPr>
                <p14:cNvContentPartPr/>
                <p14:nvPr/>
              </p14:nvContentPartPr>
              <p14:xfrm>
                <a:off x="9386374" y="5670517"/>
                <a:ext cx="316440" cy="4356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7211BAE5-E573-2150-0CBA-32177A5A290C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9368734" y="5652877"/>
                  <a:ext cx="352080" cy="47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2B76D15C-44FF-933D-D773-9D98FE756D9E}"/>
                    </a:ext>
                  </a:extLst>
                </p14:cNvPr>
                <p14:cNvContentPartPr/>
                <p14:nvPr/>
              </p14:nvContentPartPr>
              <p14:xfrm>
                <a:off x="7056094" y="3678997"/>
                <a:ext cx="4601880" cy="26658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2B76D15C-44FF-933D-D773-9D98FE756D9E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7038094" y="3661357"/>
                  <a:ext cx="4637520" cy="270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FA244492-3B22-8545-6D9D-0F5D8F6DF7C1}"/>
              </a:ext>
            </a:extLst>
          </p:cNvPr>
          <p:cNvGrpSpPr/>
          <p:nvPr/>
        </p:nvGrpSpPr>
        <p:grpSpPr>
          <a:xfrm>
            <a:off x="9853654" y="3919477"/>
            <a:ext cx="2225160" cy="2449440"/>
            <a:chOff x="9853654" y="3919477"/>
            <a:chExt cx="2225160" cy="244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B96D01C4-57B3-2027-5798-2B7C0A060C12}"/>
                    </a:ext>
                  </a:extLst>
                </p14:cNvPr>
                <p14:cNvContentPartPr/>
                <p14:nvPr/>
              </p14:nvContentPartPr>
              <p14:xfrm>
                <a:off x="9901174" y="4998037"/>
                <a:ext cx="74160" cy="4219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B96D01C4-57B3-2027-5798-2B7C0A060C12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9883534" y="4980037"/>
                  <a:ext cx="109800" cy="4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1F00D3D9-80FB-15E3-3F6A-0A957A8AECEA}"/>
                    </a:ext>
                  </a:extLst>
                </p14:cNvPr>
                <p14:cNvContentPartPr/>
                <p14:nvPr/>
              </p14:nvContentPartPr>
              <p14:xfrm>
                <a:off x="9931774" y="4994437"/>
                <a:ext cx="176400" cy="2030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1F00D3D9-80FB-15E3-3F6A-0A957A8AECEA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9913774" y="4976797"/>
                  <a:ext cx="21204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F157B17B-298A-07AD-3E75-114E71137F30}"/>
                    </a:ext>
                  </a:extLst>
                </p14:cNvPr>
                <p14:cNvContentPartPr/>
                <p14:nvPr/>
              </p14:nvContentPartPr>
              <p14:xfrm>
                <a:off x="9917374" y="5108917"/>
                <a:ext cx="172800" cy="12420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F157B17B-298A-07AD-3E75-114E71137F30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9899734" y="5091277"/>
                  <a:ext cx="2084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17A11179-033B-9A4D-E482-83D1A8AE8390}"/>
                    </a:ext>
                  </a:extLst>
                </p14:cNvPr>
                <p14:cNvContentPartPr/>
                <p14:nvPr/>
              </p14:nvContentPartPr>
              <p14:xfrm>
                <a:off x="10205014" y="4946917"/>
                <a:ext cx="97200" cy="885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17A11179-033B-9A4D-E482-83D1A8AE8390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0187374" y="4928917"/>
                  <a:ext cx="1328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5F5F7674-50B9-FF61-E251-9627CD128C62}"/>
                    </a:ext>
                  </a:extLst>
                </p14:cNvPr>
                <p14:cNvContentPartPr/>
                <p14:nvPr/>
              </p14:nvContentPartPr>
              <p14:xfrm>
                <a:off x="10270534" y="4952317"/>
                <a:ext cx="103320" cy="846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5F5F7674-50B9-FF61-E251-9627CD128C62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0252534" y="4934677"/>
                  <a:ext cx="1389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1BC595CB-FB08-1ED1-7DFC-8CDE0EB38FBD}"/>
                    </a:ext>
                  </a:extLst>
                </p14:cNvPr>
                <p14:cNvContentPartPr/>
                <p14:nvPr/>
              </p14:nvContentPartPr>
              <p14:xfrm>
                <a:off x="10537654" y="4782757"/>
                <a:ext cx="24120" cy="122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1BC595CB-FB08-1ED1-7DFC-8CDE0EB38FBD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0520014" y="4764757"/>
                  <a:ext cx="597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EF656956-24B7-AAEA-3A71-86B608B55ED6}"/>
                    </a:ext>
                  </a:extLst>
                </p14:cNvPr>
                <p14:cNvContentPartPr/>
                <p14:nvPr/>
              </p14:nvContentPartPr>
              <p14:xfrm>
                <a:off x="10699294" y="4550917"/>
                <a:ext cx="185400" cy="17892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EF656956-24B7-AAEA-3A71-86B608B55ED6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0681654" y="4532917"/>
                  <a:ext cx="2210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A857AE44-C272-4782-60AA-CE208005CB0E}"/>
                    </a:ext>
                  </a:extLst>
                </p14:cNvPr>
                <p14:cNvContentPartPr/>
                <p14:nvPr/>
              </p14:nvContentPartPr>
              <p14:xfrm>
                <a:off x="10934374" y="4469557"/>
                <a:ext cx="170640" cy="259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A857AE44-C272-4782-60AA-CE208005CB0E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0916734" y="4451917"/>
                  <a:ext cx="2062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3CDE8D82-5E43-3CD4-2577-D393A21350A1}"/>
                    </a:ext>
                  </a:extLst>
                </p14:cNvPr>
                <p14:cNvContentPartPr/>
                <p14:nvPr/>
              </p14:nvContentPartPr>
              <p14:xfrm>
                <a:off x="10987294" y="4374877"/>
                <a:ext cx="119520" cy="3099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3CDE8D82-5E43-3CD4-2577-D393A21350A1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0969294" y="4356877"/>
                  <a:ext cx="15516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392C8EA7-FBAB-DB2D-286B-A20D468342CA}"/>
                    </a:ext>
                  </a:extLst>
                </p14:cNvPr>
                <p14:cNvContentPartPr/>
                <p14:nvPr/>
              </p14:nvContentPartPr>
              <p14:xfrm>
                <a:off x="11182054" y="4284877"/>
                <a:ext cx="164520" cy="17460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392C8EA7-FBAB-DB2D-286B-A20D468342CA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1164414" y="4267237"/>
                  <a:ext cx="20016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030C8F83-E40A-D7E1-5430-351DA376808A}"/>
                    </a:ext>
                  </a:extLst>
                </p14:cNvPr>
                <p14:cNvContentPartPr/>
                <p14:nvPr/>
              </p14:nvContentPartPr>
              <p14:xfrm>
                <a:off x="11513614" y="4182277"/>
                <a:ext cx="105480" cy="4176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030C8F83-E40A-D7E1-5430-351DA376808A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1495614" y="4164277"/>
                  <a:ext cx="1411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1FE9FA6D-FE87-7D03-8B2C-C97CC9DA409F}"/>
                    </a:ext>
                  </a:extLst>
                </p14:cNvPr>
                <p14:cNvContentPartPr/>
                <p14:nvPr/>
              </p14:nvContentPartPr>
              <p14:xfrm>
                <a:off x="11561854" y="4229437"/>
                <a:ext cx="58680" cy="4932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1FE9FA6D-FE87-7D03-8B2C-C97CC9DA409F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1544214" y="4211437"/>
                  <a:ext cx="943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0350C95D-FF33-2CFC-433C-32AA7B5400C5}"/>
                    </a:ext>
                  </a:extLst>
                </p14:cNvPr>
                <p14:cNvContentPartPr/>
                <p14:nvPr/>
              </p14:nvContentPartPr>
              <p14:xfrm>
                <a:off x="11664094" y="4068877"/>
                <a:ext cx="122760" cy="19728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0350C95D-FF33-2CFC-433C-32AA7B5400C5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1646454" y="4051237"/>
                  <a:ext cx="15840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A3C2BAA3-AEE5-EEBA-2844-51D76A541488}"/>
                    </a:ext>
                  </a:extLst>
                </p14:cNvPr>
                <p14:cNvContentPartPr/>
                <p14:nvPr/>
              </p14:nvContentPartPr>
              <p14:xfrm>
                <a:off x="11832574" y="4079677"/>
                <a:ext cx="11160" cy="1152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A3C2BAA3-AEE5-EEBA-2844-51D76A541488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1814574" y="4061677"/>
                  <a:ext cx="468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63AE5238-3A51-CA5F-5D8F-8B62E8D72134}"/>
                    </a:ext>
                  </a:extLst>
                </p14:cNvPr>
                <p14:cNvContentPartPr/>
                <p14:nvPr/>
              </p14:nvContentPartPr>
              <p14:xfrm>
                <a:off x="11894854" y="3919477"/>
                <a:ext cx="137160" cy="21492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63AE5238-3A51-CA5F-5D8F-8B62E8D72134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1876854" y="3901477"/>
                  <a:ext cx="17280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0959747F-7523-BFB1-FEAF-97DB84C844D8}"/>
                    </a:ext>
                  </a:extLst>
                </p14:cNvPr>
                <p14:cNvContentPartPr/>
                <p14:nvPr/>
              </p14:nvContentPartPr>
              <p14:xfrm>
                <a:off x="10350094" y="5716957"/>
                <a:ext cx="81720" cy="5760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0959747F-7523-BFB1-FEAF-97DB84C844D8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0332454" y="5699317"/>
                  <a:ext cx="1173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2C0EE7DE-A52C-831C-18C7-922B8FBE1DC5}"/>
                    </a:ext>
                  </a:extLst>
                </p14:cNvPr>
                <p14:cNvContentPartPr/>
                <p14:nvPr/>
              </p14:nvContentPartPr>
              <p14:xfrm>
                <a:off x="10391854" y="5747917"/>
                <a:ext cx="124560" cy="9360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2C0EE7DE-A52C-831C-18C7-922B8FBE1DC5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0374214" y="5729917"/>
                  <a:ext cx="1602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462471BD-D3B5-C025-6F47-2C53C0DDF57D}"/>
                    </a:ext>
                  </a:extLst>
                </p14:cNvPr>
                <p14:cNvContentPartPr/>
                <p14:nvPr/>
              </p14:nvContentPartPr>
              <p14:xfrm>
                <a:off x="11619094" y="4727677"/>
                <a:ext cx="220680" cy="34740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462471BD-D3B5-C025-6F47-2C53C0DDF57D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11601094" y="4709677"/>
                  <a:ext cx="25632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A7E89ADC-260D-1A55-20C8-40B45C83349E}"/>
                    </a:ext>
                  </a:extLst>
                </p14:cNvPr>
                <p14:cNvContentPartPr/>
                <p14:nvPr/>
              </p14:nvContentPartPr>
              <p14:xfrm>
                <a:off x="11748334" y="4768357"/>
                <a:ext cx="131400" cy="8028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A7E89ADC-260D-1A55-20C8-40B45C83349E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11730334" y="4750357"/>
                  <a:ext cx="1670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D5680983-3F62-F951-3AFC-C463DD95E3E3}"/>
                    </a:ext>
                  </a:extLst>
                </p14:cNvPr>
                <p14:cNvContentPartPr/>
                <p14:nvPr/>
              </p14:nvContentPartPr>
              <p14:xfrm>
                <a:off x="11797654" y="4802557"/>
                <a:ext cx="45720" cy="8280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D5680983-3F62-F951-3AFC-C463DD95E3E3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11779654" y="4784917"/>
                  <a:ext cx="813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85DEBCC7-C0A7-318D-0D16-D7519CED3325}"/>
                    </a:ext>
                  </a:extLst>
                </p14:cNvPr>
                <p14:cNvContentPartPr/>
                <p14:nvPr/>
              </p14:nvContentPartPr>
              <p14:xfrm>
                <a:off x="11907814" y="4671157"/>
                <a:ext cx="171000" cy="17388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85DEBCC7-C0A7-318D-0D16-D7519CED3325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11890174" y="4653517"/>
                  <a:ext cx="2066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141EF4BA-73E3-6AA9-230E-9D44B6090814}"/>
                    </a:ext>
                  </a:extLst>
                </p14:cNvPr>
                <p14:cNvContentPartPr/>
                <p14:nvPr/>
              </p14:nvContentPartPr>
              <p14:xfrm>
                <a:off x="9853654" y="6126277"/>
                <a:ext cx="104040" cy="2426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141EF4BA-73E3-6AA9-230E-9D44B6090814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9835654" y="6108277"/>
                  <a:ext cx="13968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DD2B3660-0F91-0AC4-B628-FB33D87965BC}"/>
                    </a:ext>
                  </a:extLst>
                </p14:cNvPr>
                <p14:cNvContentPartPr/>
                <p14:nvPr/>
              </p14:nvContentPartPr>
              <p14:xfrm>
                <a:off x="10022134" y="6132397"/>
                <a:ext cx="36720" cy="1332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DD2B3660-0F91-0AC4-B628-FB33D87965BC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10004134" y="6114397"/>
                  <a:ext cx="723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B3CA6DAD-038C-6109-AA85-760A60CBDA26}"/>
                    </a:ext>
                  </a:extLst>
                </p14:cNvPr>
                <p14:cNvContentPartPr/>
                <p14:nvPr/>
              </p14:nvContentPartPr>
              <p14:xfrm>
                <a:off x="10097374" y="5950597"/>
                <a:ext cx="141840" cy="16668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B3CA6DAD-038C-6109-AA85-760A60CBDA26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0079734" y="5932957"/>
                  <a:ext cx="177480" cy="20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6283BCE-AD1A-F42A-E8DC-7F918D63B125}"/>
              </a:ext>
            </a:extLst>
          </p:cNvPr>
          <p:cNvGrpSpPr/>
          <p:nvPr/>
        </p:nvGrpSpPr>
        <p:grpSpPr>
          <a:xfrm>
            <a:off x="10690663" y="5188011"/>
            <a:ext cx="622800" cy="429120"/>
            <a:chOff x="10690663" y="5188011"/>
            <a:chExt cx="622800" cy="42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4614A4F-79BA-2E8C-F555-F1D09F33AC42}"/>
                    </a:ext>
                  </a:extLst>
                </p14:cNvPr>
                <p14:cNvContentPartPr/>
                <p14:nvPr/>
              </p14:nvContentPartPr>
              <p14:xfrm>
                <a:off x="10690663" y="5528211"/>
                <a:ext cx="106560" cy="889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4614A4F-79BA-2E8C-F555-F1D09F33AC42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10672663" y="5510211"/>
                  <a:ext cx="1422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785AA3A-183A-3A94-183C-30D446EB15AE}"/>
                    </a:ext>
                  </a:extLst>
                </p14:cNvPr>
                <p14:cNvContentPartPr/>
                <p14:nvPr/>
              </p14:nvContentPartPr>
              <p14:xfrm>
                <a:off x="10786423" y="5283051"/>
                <a:ext cx="146880" cy="2304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785AA3A-183A-3A94-183C-30D446EB15AE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0768423" y="5265051"/>
                  <a:ext cx="18252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75A6C1C-2D28-C4B6-ED87-D0C814167AB3}"/>
                    </a:ext>
                  </a:extLst>
                </p14:cNvPr>
                <p14:cNvContentPartPr/>
                <p14:nvPr/>
              </p14:nvContentPartPr>
              <p14:xfrm>
                <a:off x="10988023" y="5188011"/>
                <a:ext cx="153000" cy="1825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75A6C1C-2D28-C4B6-ED87-D0C814167AB3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0970023" y="5170011"/>
                  <a:ext cx="18864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1A16D97-92B5-6736-B712-67748B3F8B08}"/>
                    </a:ext>
                  </a:extLst>
                </p14:cNvPr>
                <p14:cNvContentPartPr/>
                <p14:nvPr/>
              </p14:nvContentPartPr>
              <p14:xfrm>
                <a:off x="11208343" y="5188731"/>
                <a:ext cx="105120" cy="1468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1A16D97-92B5-6736-B712-67748B3F8B08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1190343" y="5171091"/>
                  <a:ext cx="140760" cy="18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376E06A-9658-4B5C-95C5-682182C00433}"/>
              </a:ext>
            </a:extLst>
          </p:cNvPr>
          <p:cNvGrpSpPr/>
          <p:nvPr/>
        </p:nvGrpSpPr>
        <p:grpSpPr>
          <a:xfrm>
            <a:off x="11510023" y="5246691"/>
            <a:ext cx="180000" cy="128880"/>
            <a:chOff x="11510023" y="5246691"/>
            <a:chExt cx="180000" cy="12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474A62A-2321-4FB2-318F-C9600695776A}"/>
                    </a:ext>
                  </a:extLst>
                </p14:cNvPr>
                <p14:cNvContentPartPr/>
                <p14:nvPr/>
              </p14:nvContentPartPr>
              <p14:xfrm>
                <a:off x="11510023" y="5252451"/>
                <a:ext cx="42120" cy="1231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474A62A-2321-4FB2-318F-C9600695776A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11492383" y="5234451"/>
                  <a:ext cx="777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6B7B57C-F43A-7D6E-152F-AC06F8CFAAAE}"/>
                    </a:ext>
                  </a:extLst>
                </p14:cNvPr>
                <p14:cNvContentPartPr/>
                <p14:nvPr/>
              </p14:nvContentPartPr>
              <p14:xfrm>
                <a:off x="11615503" y="5246691"/>
                <a:ext cx="74520" cy="925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6B7B57C-F43A-7D6E-152F-AC06F8CFAAAE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1597503" y="5228691"/>
                  <a:ext cx="110160" cy="128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01009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4B11C-22C4-E15A-04C5-73B45299D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D02BC-D6F1-8F1E-6DAF-FA68F5C04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DD40A76E-B1FA-506E-FB35-879CBD4AB3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50" y="584201"/>
            <a:ext cx="9511915" cy="1424489"/>
          </a:xfrm>
          <a:prstGeom prst="rect">
            <a:avLst/>
          </a:prstGeom>
        </p:spPr>
      </p:pic>
      <p:grpSp>
        <p:nvGrpSpPr>
          <p:cNvPr id="58" name="Group 57">
            <a:extLst>
              <a:ext uri="{FF2B5EF4-FFF2-40B4-BE49-F238E27FC236}">
                <a16:creationId xmlns:a16="http://schemas.microsoft.com/office/drawing/2014/main" id="{1B82E38F-F974-5C36-BDDC-F6A80528E61B}"/>
              </a:ext>
            </a:extLst>
          </p:cNvPr>
          <p:cNvGrpSpPr/>
          <p:nvPr/>
        </p:nvGrpSpPr>
        <p:grpSpPr>
          <a:xfrm>
            <a:off x="672583" y="2004531"/>
            <a:ext cx="2844720" cy="786960"/>
            <a:chOff x="672583" y="2004531"/>
            <a:chExt cx="2844720" cy="78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BF25344-B5D3-D161-AAB4-29D83DD7D182}"/>
                    </a:ext>
                  </a:extLst>
                </p14:cNvPr>
                <p14:cNvContentPartPr/>
                <p14:nvPr/>
              </p14:nvContentPartPr>
              <p14:xfrm>
                <a:off x="1032943" y="2206851"/>
                <a:ext cx="344520" cy="3052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BF25344-B5D3-D161-AAB4-29D83DD7D18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15303" y="2189211"/>
                  <a:ext cx="38016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DE30AC9-E7E4-D39D-B23B-156194565D5D}"/>
                    </a:ext>
                  </a:extLst>
                </p14:cNvPr>
                <p14:cNvContentPartPr/>
                <p14:nvPr/>
              </p14:nvContentPartPr>
              <p14:xfrm>
                <a:off x="1118263" y="2327811"/>
                <a:ext cx="113040" cy="2005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DE30AC9-E7E4-D39D-B23B-156194565D5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00263" y="2310171"/>
                  <a:ext cx="1486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ABB383B-D068-9A42-7C39-C0883ACEC336}"/>
                    </a:ext>
                  </a:extLst>
                </p14:cNvPr>
                <p14:cNvContentPartPr/>
                <p14:nvPr/>
              </p14:nvContentPartPr>
              <p14:xfrm>
                <a:off x="1430383" y="2256891"/>
                <a:ext cx="97560" cy="248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ABB383B-D068-9A42-7C39-C0883ACEC33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412383" y="2239251"/>
                  <a:ext cx="1332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6911673-F55C-448A-92A3-C39D90307382}"/>
                    </a:ext>
                  </a:extLst>
                </p14:cNvPr>
                <p14:cNvContentPartPr/>
                <p14:nvPr/>
              </p14:nvContentPartPr>
              <p14:xfrm>
                <a:off x="1479703" y="2331771"/>
                <a:ext cx="122760" cy="583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6911673-F55C-448A-92A3-C39D9030738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462063" y="2314131"/>
                  <a:ext cx="1584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BDC4923-CAA0-5DD6-5255-D5B748E6D843}"/>
                    </a:ext>
                  </a:extLst>
                </p14:cNvPr>
                <p14:cNvContentPartPr/>
                <p14:nvPr/>
              </p14:nvContentPartPr>
              <p14:xfrm>
                <a:off x="1781743" y="2169411"/>
                <a:ext cx="172800" cy="2271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BDC4923-CAA0-5DD6-5255-D5B748E6D84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764103" y="2151771"/>
                  <a:ext cx="20844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A098411-ABC2-B9C2-D408-54BC7696F6A0}"/>
                    </a:ext>
                  </a:extLst>
                </p14:cNvPr>
                <p14:cNvContentPartPr/>
                <p14:nvPr/>
              </p14:nvContentPartPr>
              <p14:xfrm>
                <a:off x="2141383" y="2125491"/>
                <a:ext cx="165240" cy="345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A098411-ABC2-B9C2-D408-54BC7696F6A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123743" y="2107491"/>
                  <a:ext cx="2008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42FD13A-4889-8762-3097-BBC52346392B}"/>
                    </a:ext>
                  </a:extLst>
                </p14:cNvPr>
                <p14:cNvContentPartPr/>
                <p14:nvPr/>
              </p14:nvContentPartPr>
              <p14:xfrm>
                <a:off x="2120503" y="2166171"/>
                <a:ext cx="85680" cy="1886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42FD13A-4889-8762-3097-BBC52346392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102863" y="2148171"/>
                  <a:ext cx="12132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A495655-4C90-0362-BAAC-EAD30F71A19F}"/>
                    </a:ext>
                  </a:extLst>
                </p14:cNvPr>
                <p14:cNvContentPartPr/>
                <p14:nvPr/>
              </p14:nvContentPartPr>
              <p14:xfrm>
                <a:off x="2380063" y="2150331"/>
                <a:ext cx="180000" cy="1371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A495655-4C90-0362-BAAC-EAD30F71A19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362423" y="2132331"/>
                  <a:ext cx="2156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112739A-8D0F-3D1B-200F-45EC9F77A681}"/>
                    </a:ext>
                  </a:extLst>
                </p14:cNvPr>
                <p14:cNvContentPartPr/>
                <p14:nvPr/>
              </p14:nvContentPartPr>
              <p14:xfrm>
                <a:off x="2503183" y="2156091"/>
                <a:ext cx="27720" cy="2696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112739A-8D0F-3D1B-200F-45EC9F77A68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485183" y="2138451"/>
                  <a:ext cx="6336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095A575-81A5-2D6C-910C-823857CE46AA}"/>
                    </a:ext>
                  </a:extLst>
                </p14:cNvPr>
                <p14:cNvContentPartPr/>
                <p14:nvPr/>
              </p14:nvContentPartPr>
              <p14:xfrm>
                <a:off x="2710543" y="2309451"/>
                <a:ext cx="273240" cy="1112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095A575-81A5-2D6C-910C-823857CE46A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692543" y="2291451"/>
                  <a:ext cx="3088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F2A8EF1-ED93-D026-52E9-C3D644116958}"/>
                    </a:ext>
                  </a:extLst>
                </p14:cNvPr>
                <p14:cNvContentPartPr/>
                <p14:nvPr/>
              </p14:nvContentPartPr>
              <p14:xfrm>
                <a:off x="2960383" y="2256531"/>
                <a:ext cx="268560" cy="1760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F2A8EF1-ED93-D026-52E9-C3D64411695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942743" y="2238891"/>
                  <a:ext cx="3042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B66D669-6539-D0C1-FED8-D6B2BB4F22F0}"/>
                    </a:ext>
                  </a:extLst>
                </p14:cNvPr>
                <p14:cNvContentPartPr/>
                <p14:nvPr/>
              </p14:nvContentPartPr>
              <p14:xfrm>
                <a:off x="672583" y="2056731"/>
                <a:ext cx="2844720" cy="6757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B66D669-6539-D0C1-FED8-D6B2BB4F22F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54583" y="2038731"/>
                  <a:ext cx="2880360" cy="71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DE7D17A-5F58-5250-88AF-BAED4E231E45}"/>
                    </a:ext>
                  </a:extLst>
                </p14:cNvPr>
                <p14:cNvContentPartPr/>
                <p14:nvPr/>
              </p14:nvContentPartPr>
              <p14:xfrm>
                <a:off x="730543" y="2043411"/>
                <a:ext cx="91440" cy="7480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DE7D17A-5F58-5250-88AF-BAED4E231E4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12543" y="2025771"/>
                  <a:ext cx="127080" cy="78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EA31CEC-7380-0B67-4654-B2A6CF281E6B}"/>
                    </a:ext>
                  </a:extLst>
                </p14:cNvPr>
                <p14:cNvContentPartPr/>
                <p14:nvPr/>
              </p14:nvContentPartPr>
              <p14:xfrm>
                <a:off x="679423" y="2004531"/>
                <a:ext cx="2736720" cy="788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EA31CEC-7380-0B67-4654-B2A6CF281E6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61423" y="1986531"/>
                  <a:ext cx="2772360" cy="11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E7717698-7FDB-472E-788E-9A9FA9711E11}"/>
              </a:ext>
            </a:extLst>
          </p:cNvPr>
          <p:cNvGrpSpPr/>
          <p:nvPr/>
        </p:nvGrpSpPr>
        <p:grpSpPr>
          <a:xfrm>
            <a:off x="3923383" y="1780251"/>
            <a:ext cx="3102840" cy="1016640"/>
            <a:chOff x="3923383" y="1780251"/>
            <a:chExt cx="3102840" cy="101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EF06A11-690D-7EF0-518B-07C5F82A3487}"/>
                    </a:ext>
                  </a:extLst>
                </p14:cNvPr>
                <p14:cNvContentPartPr/>
                <p14:nvPr/>
              </p14:nvContentPartPr>
              <p14:xfrm>
                <a:off x="4210303" y="2140971"/>
                <a:ext cx="74160" cy="4287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EF06A11-690D-7EF0-518B-07C5F82A348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192303" y="2122971"/>
                  <a:ext cx="109800" cy="4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F7E1873-EBE1-F6D9-FC4C-C3160CBE00D2}"/>
                    </a:ext>
                  </a:extLst>
                </p14:cNvPr>
                <p14:cNvContentPartPr/>
                <p14:nvPr/>
              </p14:nvContentPartPr>
              <p14:xfrm>
                <a:off x="4159903" y="2140251"/>
                <a:ext cx="196560" cy="525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F7E1873-EBE1-F6D9-FC4C-C3160CBE00D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142263" y="2122251"/>
                  <a:ext cx="2322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356CE3C-4245-D7FF-C928-6B5B58C67E8B}"/>
                    </a:ext>
                  </a:extLst>
                </p14:cNvPr>
                <p14:cNvContentPartPr/>
                <p14:nvPr/>
              </p14:nvContentPartPr>
              <p14:xfrm>
                <a:off x="4247383" y="2459931"/>
                <a:ext cx="127440" cy="921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356CE3C-4245-D7FF-C928-6B5B58C67E8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229383" y="2442291"/>
                  <a:ext cx="1630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7B0B7E5-C5AC-C79C-EFEA-F3DBF59E8C1D}"/>
                    </a:ext>
                  </a:extLst>
                </p14:cNvPr>
                <p14:cNvContentPartPr/>
                <p14:nvPr/>
              </p14:nvContentPartPr>
              <p14:xfrm>
                <a:off x="4493263" y="2396931"/>
                <a:ext cx="89640" cy="2008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7B0B7E5-C5AC-C79C-EFEA-F3DBF59E8C1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475623" y="2379291"/>
                  <a:ext cx="1252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044129A-9CB6-48F5-E996-8A5D8958FE97}"/>
                    </a:ext>
                  </a:extLst>
                </p14:cNvPr>
                <p14:cNvContentPartPr/>
                <p14:nvPr/>
              </p14:nvContentPartPr>
              <p14:xfrm>
                <a:off x="4492183" y="2461011"/>
                <a:ext cx="55080" cy="349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044129A-9CB6-48F5-E996-8A5D8958FE9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474183" y="2443011"/>
                  <a:ext cx="907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34AF6E9-BF8E-A6ED-4A14-E6DFBC66FFC2}"/>
                    </a:ext>
                  </a:extLst>
                </p14:cNvPr>
                <p14:cNvContentPartPr/>
                <p14:nvPr/>
              </p14:nvContentPartPr>
              <p14:xfrm>
                <a:off x="4680103" y="2414571"/>
                <a:ext cx="92520" cy="1180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34AF6E9-BF8E-A6ED-4A14-E6DFBC66FFC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662463" y="2396571"/>
                  <a:ext cx="1281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E35F02A-1155-5135-7ACC-C74B0BDB6242}"/>
                    </a:ext>
                  </a:extLst>
                </p14:cNvPr>
                <p14:cNvContentPartPr/>
                <p14:nvPr/>
              </p14:nvContentPartPr>
              <p14:xfrm>
                <a:off x="4967383" y="2302971"/>
                <a:ext cx="52920" cy="432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E35F02A-1155-5135-7ACC-C74B0BDB624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949383" y="2285331"/>
                  <a:ext cx="885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65FF18F-ACA8-400B-4B9B-063003411954}"/>
                    </a:ext>
                  </a:extLst>
                </p14:cNvPr>
                <p14:cNvContentPartPr/>
                <p14:nvPr/>
              </p14:nvContentPartPr>
              <p14:xfrm>
                <a:off x="4980703" y="2385051"/>
                <a:ext cx="51120" cy="291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65FF18F-ACA8-400B-4B9B-06300341195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963063" y="2367411"/>
                  <a:ext cx="867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7A2CF3D-E88D-12E1-F3AC-F9DC070B2A0A}"/>
                    </a:ext>
                  </a:extLst>
                </p14:cNvPr>
                <p14:cNvContentPartPr/>
                <p14:nvPr/>
              </p14:nvContentPartPr>
              <p14:xfrm>
                <a:off x="5285983" y="2174811"/>
                <a:ext cx="4320" cy="154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27A2CF3D-E88D-12E1-F3AC-F9DC070B2A0A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268343" y="2156811"/>
                  <a:ext cx="399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209F7AE-DAC9-2DCD-BF2F-2ADFF6153843}"/>
                    </a:ext>
                  </a:extLst>
                </p14:cNvPr>
                <p14:cNvContentPartPr/>
                <p14:nvPr/>
              </p14:nvContentPartPr>
              <p14:xfrm>
                <a:off x="5419183" y="2112531"/>
                <a:ext cx="64800" cy="3751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209F7AE-DAC9-2DCD-BF2F-2ADFF615384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401543" y="2094531"/>
                  <a:ext cx="10044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E7D9B0E-F498-B776-4ACF-1589737F36C3}"/>
                    </a:ext>
                  </a:extLst>
                </p14:cNvPr>
                <p14:cNvContentPartPr/>
                <p14:nvPr/>
              </p14:nvContentPartPr>
              <p14:xfrm>
                <a:off x="5622943" y="2116851"/>
                <a:ext cx="149040" cy="2685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E7D9B0E-F498-B776-4ACF-1589737F36C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605303" y="2098851"/>
                  <a:ext cx="18468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52ADEFF8-2AFC-98D8-D3A4-F55F3AA8AED9}"/>
                    </a:ext>
                  </a:extLst>
                </p14:cNvPr>
                <p14:cNvContentPartPr/>
                <p14:nvPr/>
              </p14:nvContentPartPr>
              <p14:xfrm>
                <a:off x="5978263" y="2070411"/>
                <a:ext cx="45360" cy="3387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52ADEFF8-2AFC-98D8-D3A4-F55F3AA8AED9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960623" y="2052771"/>
                  <a:ext cx="8100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92C601D4-2472-E321-FBAF-4A8F2EA21573}"/>
                    </a:ext>
                  </a:extLst>
                </p14:cNvPr>
                <p14:cNvContentPartPr/>
                <p14:nvPr/>
              </p14:nvContentPartPr>
              <p14:xfrm>
                <a:off x="5939383" y="2103891"/>
                <a:ext cx="100080" cy="558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92C601D4-2472-E321-FBAF-4A8F2EA2157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921383" y="2085891"/>
                  <a:ext cx="1357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C6A341C8-B539-F809-2B78-C36D90192932}"/>
                    </a:ext>
                  </a:extLst>
                </p14:cNvPr>
                <p14:cNvContentPartPr/>
                <p14:nvPr/>
              </p14:nvContentPartPr>
              <p14:xfrm>
                <a:off x="5967463" y="2385771"/>
                <a:ext cx="143280" cy="543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C6A341C8-B539-F809-2B78-C36D9019293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949463" y="2367771"/>
                  <a:ext cx="1789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49EB2D07-A4CA-97D9-A093-4DFC130EF85A}"/>
                    </a:ext>
                  </a:extLst>
                </p14:cNvPr>
                <p14:cNvContentPartPr/>
                <p14:nvPr/>
              </p14:nvContentPartPr>
              <p14:xfrm>
                <a:off x="6161863" y="2338611"/>
                <a:ext cx="41040" cy="946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49EB2D07-A4CA-97D9-A093-4DFC130EF85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143863" y="2320611"/>
                  <a:ext cx="766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6E1D4401-7E85-6838-D379-C87302FE971E}"/>
                    </a:ext>
                  </a:extLst>
                </p14:cNvPr>
                <p14:cNvContentPartPr/>
                <p14:nvPr/>
              </p14:nvContentPartPr>
              <p14:xfrm>
                <a:off x="6152143" y="2196411"/>
                <a:ext cx="42840" cy="464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6E1D4401-7E85-6838-D379-C87302FE971E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134503" y="2178771"/>
                  <a:ext cx="784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8E2B8472-AA39-A1CD-C20E-489BC9B6DAB6}"/>
                    </a:ext>
                  </a:extLst>
                </p14:cNvPr>
                <p14:cNvContentPartPr/>
                <p14:nvPr/>
              </p14:nvContentPartPr>
              <p14:xfrm>
                <a:off x="6297223" y="2311611"/>
                <a:ext cx="102600" cy="655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8E2B8472-AA39-A1CD-C20E-489BC9B6DAB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279583" y="2293971"/>
                  <a:ext cx="1382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63477E6F-FADB-D4B5-EC16-F21993BAA004}"/>
                    </a:ext>
                  </a:extLst>
                </p14:cNvPr>
                <p14:cNvContentPartPr/>
                <p14:nvPr/>
              </p14:nvContentPartPr>
              <p14:xfrm>
                <a:off x="6537343" y="2250771"/>
                <a:ext cx="102960" cy="1461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63477E6F-FADB-D4B5-EC16-F21993BAA00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519343" y="2233131"/>
                  <a:ext cx="1386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B1FEC7A0-57E6-08D7-4C95-7DD693792D92}"/>
                    </a:ext>
                  </a:extLst>
                </p14:cNvPr>
                <p14:cNvContentPartPr/>
                <p14:nvPr/>
              </p14:nvContentPartPr>
              <p14:xfrm>
                <a:off x="3923383" y="1780251"/>
                <a:ext cx="2880000" cy="24048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B1FEC7A0-57E6-08D7-4C95-7DD693792D92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905743" y="1762251"/>
                  <a:ext cx="291564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76C49559-12A9-FC73-7EC1-F93193E496B0}"/>
                    </a:ext>
                  </a:extLst>
                </p14:cNvPr>
                <p14:cNvContentPartPr/>
                <p14:nvPr/>
              </p14:nvContentPartPr>
              <p14:xfrm>
                <a:off x="4134703" y="1868091"/>
                <a:ext cx="2891520" cy="9288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76C49559-12A9-FC73-7EC1-F93193E496B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117063" y="1850091"/>
                  <a:ext cx="2927160" cy="9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0EC7527D-ACC5-22B2-E18A-774554668252}"/>
                    </a:ext>
                  </a:extLst>
                </p14:cNvPr>
                <p14:cNvContentPartPr/>
                <p14:nvPr/>
              </p14:nvContentPartPr>
              <p14:xfrm>
                <a:off x="4023103" y="2022171"/>
                <a:ext cx="79560" cy="7232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0EC7527D-ACC5-22B2-E18A-774554668252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005103" y="2004171"/>
                  <a:ext cx="115200" cy="75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26F516A6-3345-1634-595A-0B80DD9B1DF6}"/>
              </a:ext>
            </a:extLst>
          </p:cNvPr>
          <p:cNvGrpSpPr/>
          <p:nvPr/>
        </p:nvGrpSpPr>
        <p:grpSpPr>
          <a:xfrm>
            <a:off x="7352023" y="1694931"/>
            <a:ext cx="3161160" cy="1116000"/>
            <a:chOff x="7352023" y="1694931"/>
            <a:chExt cx="3161160" cy="111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FB07A41A-5A0D-A1E6-AF5D-141EF2E222EA}"/>
                    </a:ext>
                  </a:extLst>
                </p14:cNvPr>
                <p14:cNvContentPartPr/>
                <p14:nvPr/>
              </p14:nvContentPartPr>
              <p14:xfrm>
                <a:off x="7760623" y="2062131"/>
                <a:ext cx="178200" cy="2196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FB07A41A-5A0D-A1E6-AF5D-141EF2E222E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742983" y="2044491"/>
                  <a:ext cx="2138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947DF8E1-D393-DDF9-1DAA-5060FB3EF2C8}"/>
                    </a:ext>
                  </a:extLst>
                </p14:cNvPr>
                <p14:cNvContentPartPr/>
                <p14:nvPr/>
              </p14:nvContentPartPr>
              <p14:xfrm>
                <a:off x="7772143" y="2089851"/>
                <a:ext cx="176400" cy="36468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947DF8E1-D393-DDF9-1DAA-5060FB3EF2C8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754143" y="2071851"/>
                  <a:ext cx="21204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31CA6016-181A-0E82-C217-191EFC18BFF1}"/>
                    </a:ext>
                  </a:extLst>
                </p14:cNvPr>
                <p14:cNvContentPartPr/>
                <p14:nvPr/>
              </p14:nvContentPartPr>
              <p14:xfrm>
                <a:off x="8022703" y="2193531"/>
                <a:ext cx="114480" cy="14724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31CA6016-181A-0E82-C217-191EFC18BFF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004703" y="2175531"/>
                  <a:ext cx="1501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7CB30F1A-AB77-4E37-4F52-32BEFAA895EE}"/>
                    </a:ext>
                  </a:extLst>
                </p14:cNvPr>
                <p14:cNvContentPartPr/>
                <p14:nvPr/>
              </p14:nvContentPartPr>
              <p14:xfrm>
                <a:off x="8189023" y="2026491"/>
                <a:ext cx="207000" cy="37368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7CB30F1A-AB77-4E37-4F52-32BEFAA895EE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171023" y="2008491"/>
                  <a:ext cx="24264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1E630192-1C1C-3A26-2B3F-AC05D61FD9AD}"/>
                    </a:ext>
                  </a:extLst>
                </p14:cNvPr>
                <p14:cNvContentPartPr/>
                <p14:nvPr/>
              </p14:nvContentPartPr>
              <p14:xfrm>
                <a:off x="8629663" y="2191731"/>
                <a:ext cx="49320" cy="2052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1E630192-1C1C-3A26-2B3F-AC05D61FD9A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611663" y="2174091"/>
                  <a:ext cx="849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CEF71B1E-BD58-7548-A279-367980816846}"/>
                    </a:ext>
                  </a:extLst>
                </p14:cNvPr>
                <p14:cNvContentPartPr/>
                <p14:nvPr/>
              </p14:nvContentPartPr>
              <p14:xfrm>
                <a:off x="8644063" y="2254011"/>
                <a:ext cx="64800" cy="3132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CEF71B1E-BD58-7548-A279-36798081684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626063" y="2236011"/>
                  <a:ext cx="1004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B0565147-7A8F-0F5B-AEC0-3286E9DE0005}"/>
                    </a:ext>
                  </a:extLst>
                </p14:cNvPr>
                <p14:cNvContentPartPr/>
                <p14:nvPr/>
              </p14:nvContentPartPr>
              <p14:xfrm>
                <a:off x="8891383" y="2079771"/>
                <a:ext cx="133560" cy="3204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B0565147-7A8F-0F5B-AEC0-3286E9DE000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873383" y="2062131"/>
                  <a:ext cx="16920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25906506-9D40-6595-4AD3-37380D358BD8}"/>
                    </a:ext>
                  </a:extLst>
                </p14:cNvPr>
                <p14:cNvContentPartPr/>
                <p14:nvPr/>
              </p14:nvContentPartPr>
              <p14:xfrm>
                <a:off x="8865463" y="2077611"/>
                <a:ext cx="101160" cy="25812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25906506-9D40-6595-4AD3-37380D358BD8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847463" y="2059971"/>
                  <a:ext cx="13680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99F8D002-BD6A-2147-6C7B-A86798628258}"/>
                    </a:ext>
                  </a:extLst>
                </p14:cNvPr>
                <p14:cNvContentPartPr/>
                <p14:nvPr/>
              </p14:nvContentPartPr>
              <p14:xfrm>
                <a:off x="9092623" y="2095251"/>
                <a:ext cx="144720" cy="19404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99F8D002-BD6A-2147-6C7B-A86798628258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074983" y="2077611"/>
                  <a:ext cx="18036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01D3DD77-B396-389D-DBFD-875922D5E3D5}"/>
                    </a:ext>
                  </a:extLst>
                </p14:cNvPr>
                <p14:cNvContentPartPr/>
                <p14:nvPr/>
              </p14:nvContentPartPr>
              <p14:xfrm>
                <a:off x="9362263" y="2163651"/>
                <a:ext cx="248400" cy="8280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01D3DD77-B396-389D-DBFD-875922D5E3D5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344623" y="2145651"/>
                  <a:ext cx="2840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81AA5B30-E045-2B96-0060-05A8015167BD}"/>
                    </a:ext>
                  </a:extLst>
                </p14:cNvPr>
                <p14:cNvContentPartPr/>
                <p14:nvPr/>
              </p14:nvContentPartPr>
              <p14:xfrm>
                <a:off x="9736303" y="1920291"/>
                <a:ext cx="69120" cy="42156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81AA5B30-E045-2B96-0060-05A8015167BD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718663" y="1902291"/>
                  <a:ext cx="10476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FAB9E282-4918-C20E-47FD-D4DA96133B04}"/>
                    </a:ext>
                  </a:extLst>
                </p14:cNvPr>
                <p14:cNvContentPartPr/>
                <p14:nvPr/>
              </p14:nvContentPartPr>
              <p14:xfrm>
                <a:off x="9782383" y="1935411"/>
                <a:ext cx="306720" cy="23688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FAB9E282-4918-C20E-47FD-D4DA96133B04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764383" y="1917411"/>
                  <a:ext cx="34236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C6E43253-199D-4F40-BC74-D6CBDC8703DE}"/>
                    </a:ext>
                  </a:extLst>
                </p14:cNvPr>
                <p14:cNvContentPartPr/>
                <p14:nvPr/>
              </p14:nvContentPartPr>
              <p14:xfrm>
                <a:off x="7452823" y="1694931"/>
                <a:ext cx="3060360" cy="111600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C6E43253-199D-4F40-BC74-D6CBDC8703DE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434823" y="1677291"/>
                  <a:ext cx="3096000" cy="11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C64CA824-C65F-600D-1D44-354EB1B64376}"/>
                    </a:ext>
                  </a:extLst>
                </p14:cNvPr>
                <p14:cNvContentPartPr/>
                <p14:nvPr/>
              </p14:nvContentPartPr>
              <p14:xfrm>
                <a:off x="7385503" y="1864491"/>
                <a:ext cx="65520" cy="94248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C64CA824-C65F-600D-1D44-354EB1B64376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367503" y="1846851"/>
                  <a:ext cx="101160" cy="9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72EDDDA7-A7CA-A378-238F-5B4ED7D42B67}"/>
                    </a:ext>
                  </a:extLst>
                </p14:cNvPr>
                <p14:cNvContentPartPr/>
                <p14:nvPr/>
              </p14:nvContentPartPr>
              <p14:xfrm>
                <a:off x="7352023" y="1768731"/>
                <a:ext cx="2907720" cy="24372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72EDDDA7-A7CA-A378-238F-5B4ED7D42B6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334383" y="1751091"/>
                  <a:ext cx="2943360" cy="27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27048F84-FD17-A042-EF9C-25490B62EF9D}"/>
              </a:ext>
            </a:extLst>
          </p:cNvPr>
          <p:cNvGrpSpPr/>
          <p:nvPr/>
        </p:nvGrpSpPr>
        <p:grpSpPr>
          <a:xfrm>
            <a:off x="905503" y="2904891"/>
            <a:ext cx="2221200" cy="858960"/>
            <a:chOff x="905503" y="2904891"/>
            <a:chExt cx="2221200" cy="85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636B2BCF-097E-8B9E-C9AB-50359C181F36}"/>
                    </a:ext>
                  </a:extLst>
                </p14:cNvPr>
                <p14:cNvContentPartPr/>
                <p14:nvPr/>
              </p14:nvContentPartPr>
              <p14:xfrm>
                <a:off x="1214023" y="3138171"/>
                <a:ext cx="157320" cy="33876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636B2BCF-097E-8B9E-C9AB-50359C181F36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196023" y="3120171"/>
                  <a:ext cx="19296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D917CE00-8D7C-C0B6-2736-6D917604315C}"/>
                    </a:ext>
                  </a:extLst>
                </p14:cNvPr>
                <p14:cNvContentPartPr/>
                <p14:nvPr/>
              </p14:nvContentPartPr>
              <p14:xfrm>
                <a:off x="1497703" y="3226371"/>
                <a:ext cx="63360" cy="3456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D917CE00-8D7C-C0B6-2736-6D917604315C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480063" y="3208731"/>
                  <a:ext cx="990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77DC48B8-14AE-63D2-611A-7749D48F9999}"/>
                    </a:ext>
                  </a:extLst>
                </p14:cNvPr>
                <p14:cNvContentPartPr/>
                <p14:nvPr/>
              </p14:nvContentPartPr>
              <p14:xfrm>
                <a:off x="1567183" y="3286851"/>
                <a:ext cx="51120" cy="2880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77DC48B8-14AE-63D2-611A-7749D48F9999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549183" y="3269211"/>
                  <a:ext cx="8676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23490010-6CEA-CA72-4937-AE0664642332}"/>
                    </a:ext>
                  </a:extLst>
                </p14:cNvPr>
                <p14:cNvContentPartPr/>
                <p14:nvPr/>
              </p14:nvContentPartPr>
              <p14:xfrm>
                <a:off x="1912063" y="3114051"/>
                <a:ext cx="81000" cy="31068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23490010-6CEA-CA72-4937-AE0664642332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894063" y="3096411"/>
                  <a:ext cx="11664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372FD2E7-A01D-EA40-EEB1-BAD88BBCA656}"/>
                    </a:ext>
                  </a:extLst>
                </p14:cNvPr>
                <p14:cNvContentPartPr/>
                <p14:nvPr/>
              </p14:nvContentPartPr>
              <p14:xfrm>
                <a:off x="2102503" y="3232851"/>
                <a:ext cx="303480" cy="11628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372FD2E7-A01D-EA40-EEB1-BAD88BBCA656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2084863" y="3215211"/>
                  <a:ext cx="3391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E54BD608-856A-03C3-B1C7-C0EA293AC877}"/>
                    </a:ext>
                  </a:extLst>
                </p14:cNvPr>
                <p14:cNvContentPartPr/>
                <p14:nvPr/>
              </p14:nvContentPartPr>
              <p14:xfrm>
                <a:off x="2492743" y="3219171"/>
                <a:ext cx="253800" cy="13716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E54BD608-856A-03C3-B1C7-C0EA293AC877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474743" y="3201171"/>
                  <a:ext cx="2894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BC7DD959-9B35-CF1F-4403-1D27ECFBF8E1}"/>
                    </a:ext>
                  </a:extLst>
                </p14:cNvPr>
                <p14:cNvContentPartPr/>
                <p14:nvPr/>
              </p14:nvContentPartPr>
              <p14:xfrm>
                <a:off x="1053823" y="2955291"/>
                <a:ext cx="2072880" cy="80856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BC7DD959-9B35-CF1F-4403-1D27ECFBF8E1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35823" y="2937651"/>
                  <a:ext cx="2108520" cy="84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549DFE75-EE75-61A0-202E-80DA21F6F239}"/>
                    </a:ext>
                  </a:extLst>
                </p14:cNvPr>
                <p14:cNvContentPartPr/>
                <p14:nvPr/>
              </p14:nvContentPartPr>
              <p14:xfrm>
                <a:off x="923143" y="2939811"/>
                <a:ext cx="73800" cy="70884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549DFE75-EE75-61A0-202E-80DA21F6F239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05503" y="2922171"/>
                  <a:ext cx="109440" cy="74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FD265725-4AE0-A01B-85DF-E4D55F3A0F3D}"/>
                    </a:ext>
                  </a:extLst>
                </p14:cNvPr>
                <p14:cNvContentPartPr/>
                <p14:nvPr/>
              </p14:nvContentPartPr>
              <p14:xfrm>
                <a:off x="905503" y="2904891"/>
                <a:ext cx="1902600" cy="11844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FD265725-4AE0-A01B-85DF-E4D55F3A0F3D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87503" y="2886891"/>
                  <a:ext cx="1938240" cy="15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5F614532-AE30-2254-040A-2260F6890DC9}"/>
              </a:ext>
            </a:extLst>
          </p:cNvPr>
          <p:cNvGrpSpPr/>
          <p:nvPr/>
        </p:nvGrpSpPr>
        <p:grpSpPr>
          <a:xfrm>
            <a:off x="3603703" y="2912811"/>
            <a:ext cx="1372680" cy="992160"/>
            <a:chOff x="3603703" y="2912811"/>
            <a:chExt cx="1372680" cy="99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A4A0F90A-2A89-2FF2-C0A6-005350AED277}"/>
                    </a:ext>
                  </a:extLst>
                </p14:cNvPr>
                <p14:cNvContentPartPr/>
                <p14:nvPr/>
              </p14:nvContentPartPr>
              <p14:xfrm>
                <a:off x="3797023" y="3134571"/>
                <a:ext cx="90720" cy="41472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A4A0F90A-2A89-2FF2-C0A6-005350AED277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779023" y="3116931"/>
                  <a:ext cx="126360" cy="45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25EE034D-4C3A-5639-3376-377E743DB795}"/>
                    </a:ext>
                  </a:extLst>
                </p14:cNvPr>
                <p14:cNvContentPartPr/>
                <p14:nvPr/>
              </p14:nvContentPartPr>
              <p14:xfrm>
                <a:off x="3902143" y="3164811"/>
                <a:ext cx="161280" cy="24948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25EE034D-4C3A-5639-3376-377E743DB795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884503" y="3146811"/>
                  <a:ext cx="19692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9CA958A0-F0F3-BF24-36E8-73A4C532B8FE}"/>
                    </a:ext>
                  </a:extLst>
                </p14:cNvPr>
                <p14:cNvContentPartPr/>
                <p14:nvPr/>
              </p14:nvContentPartPr>
              <p14:xfrm>
                <a:off x="3879103" y="3299091"/>
                <a:ext cx="123120" cy="5148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9CA958A0-F0F3-BF24-36E8-73A4C532B8FE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3861463" y="3281091"/>
                  <a:ext cx="1587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5E67A526-1EC4-7A7B-78B5-BA9380D27535}"/>
                    </a:ext>
                  </a:extLst>
                </p14:cNvPr>
                <p14:cNvContentPartPr/>
                <p14:nvPr/>
              </p14:nvContentPartPr>
              <p14:xfrm>
                <a:off x="4223623" y="3283971"/>
                <a:ext cx="93240" cy="1944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5E67A526-1EC4-7A7B-78B5-BA9380D27535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205623" y="3266331"/>
                  <a:ext cx="1288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1A64001F-95DD-5371-AD92-32FF96507F49}"/>
                    </a:ext>
                  </a:extLst>
                </p14:cNvPr>
                <p14:cNvContentPartPr/>
                <p14:nvPr/>
              </p14:nvContentPartPr>
              <p14:xfrm>
                <a:off x="4260703" y="3336171"/>
                <a:ext cx="120600" cy="4284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1A64001F-95DD-5371-AD92-32FF96507F49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242703" y="3318171"/>
                  <a:ext cx="1562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20683D2B-4FCE-096E-AD37-ACF45EE34226}"/>
                    </a:ext>
                  </a:extLst>
                </p14:cNvPr>
                <p14:cNvContentPartPr/>
                <p14:nvPr/>
              </p14:nvContentPartPr>
              <p14:xfrm>
                <a:off x="4542583" y="3128811"/>
                <a:ext cx="91800" cy="27792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20683D2B-4FCE-096E-AD37-ACF45EE34226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524943" y="3110811"/>
                  <a:ext cx="12744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DA89F626-113F-684D-B417-E5873BED997E}"/>
                    </a:ext>
                  </a:extLst>
                </p14:cNvPr>
                <p14:cNvContentPartPr/>
                <p14:nvPr/>
              </p14:nvContentPartPr>
              <p14:xfrm>
                <a:off x="4632583" y="3542451"/>
                <a:ext cx="25200" cy="8856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DA89F626-113F-684D-B417-E5873BED997E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614943" y="3524811"/>
                  <a:ext cx="608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3F6E0AD4-1E79-6306-CBD9-3F810A2CE8DA}"/>
                    </a:ext>
                  </a:extLst>
                </p14:cNvPr>
                <p14:cNvContentPartPr/>
                <p14:nvPr/>
              </p14:nvContentPartPr>
              <p14:xfrm>
                <a:off x="3814303" y="2912811"/>
                <a:ext cx="1162080" cy="99216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3F6E0AD4-1E79-6306-CBD9-3F810A2CE8DA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3796663" y="2895171"/>
                  <a:ext cx="1197720" cy="10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C10A9F8A-929B-CF9E-A7C7-24849E14DF1E}"/>
                    </a:ext>
                  </a:extLst>
                </p14:cNvPr>
                <p14:cNvContentPartPr/>
                <p14:nvPr/>
              </p14:nvContentPartPr>
              <p14:xfrm>
                <a:off x="3603703" y="3051771"/>
                <a:ext cx="71640" cy="74700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C10A9F8A-929B-CF9E-A7C7-24849E14DF1E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585703" y="3034131"/>
                  <a:ext cx="107280" cy="78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3635D631-649F-F999-32B2-31A28EE4520F}"/>
              </a:ext>
            </a:extLst>
          </p:cNvPr>
          <p:cNvGrpSpPr/>
          <p:nvPr/>
        </p:nvGrpSpPr>
        <p:grpSpPr>
          <a:xfrm>
            <a:off x="5306503" y="2932611"/>
            <a:ext cx="1374120" cy="1004400"/>
            <a:chOff x="5306503" y="2932611"/>
            <a:chExt cx="1374120" cy="100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3FFCC9CA-4EFE-1AEF-17B4-E39A2FD7E9EE}"/>
                    </a:ext>
                  </a:extLst>
                </p14:cNvPr>
                <p14:cNvContentPartPr/>
                <p14:nvPr/>
              </p14:nvContentPartPr>
              <p14:xfrm>
                <a:off x="5500903" y="3176331"/>
                <a:ext cx="162720" cy="31068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3FFCC9CA-4EFE-1AEF-17B4-E39A2FD7E9EE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482903" y="3158331"/>
                  <a:ext cx="19836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8D809926-049D-8B7D-18AA-FB3265DDEFA6}"/>
                    </a:ext>
                  </a:extLst>
                </p14:cNvPr>
                <p14:cNvContentPartPr/>
                <p14:nvPr/>
              </p14:nvContentPartPr>
              <p14:xfrm>
                <a:off x="5880343" y="3271371"/>
                <a:ext cx="48600" cy="2520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8D809926-049D-8B7D-18AA-FB3265DDEFA6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862703" y="3253371"/>
                  <a:ext cx="842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D1A43F68-C499-402C-4626-063A32F761B4}"/>
                    </a:ext>
                  </a:extLst>
                </p14:cNvPr>
                <p14:cNvContentPartPr/>
                <p14:nvPr/>
              </p14:nvContentPartPr>
              <p14:xfrm>
                <a:off x="5906623" y="3359211"/>
                <a:ext cx="58680" cy="2088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D1A43F68-C499-402C-4626-063A32F761B4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888983" y="3341571"/>
                  <a:ext cx="943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574A5035-D3D2-1E5E-4C38-609D0AA6C7A3}"/>
                    </a:ext>
                  </a:extLst>
                </p14:cNvPr>
                <p14:cNvContentPartPr/>
                <p14:nvPr/>
              </p14:nvContentPartPr>
              <p14:xfrm>
                <a:off x="6129103" y="3167331"/>
                <a:ext cx="66960" cy="29448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574A5035-D3D2-1E5E-4C38-609D0AA6C7A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6111103" y="3149331"/>
                  <a:ext cx="10260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E883ED31-ECD7-E366-A832-9DA206CE8D6E}"/>
                    </a:ext>
                  </a:extLst>
                </p14:cNvPr>
                <p14:cNvContentPartPr/>
                <p14:nvPr/>
              </p14:nvContentPartPr>
              <p14:xfrm>
                <a:off x="6256183" y="3604731"/>
                <a:ext cx="3600" cy="3852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E883ED31-ECD7-E366-A832-9DA206CE8D6E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6238183" y="3586731"/>
                  <a:ext cx="392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86D537A0-2BD6-5CC1-7ECF-F6F3B8047313}"/>
                    </a:ext>
                  </a:extLst>
                </p14:cNvPr>
                <p14:cNvContentPartPr/>
                <p14:nvPr/>
              </p14:nvContentPartPr>
              <p14:xfrm>
                <a:off x="5410903" y="2932611"/>
                <a:ext cx="1269720" cy="100440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86D537A0-2BD6-5CC1-7ECF-F6F3B8047313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5393263" y="2914971"/>
                  <a:ext cx="1305360" cy="10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A596F2A0-309A-9D41-4A56-6DBF01DDB0A6}"/>
                    </a:ext>
                  </a:extLst>
                </p14:cNvPr>
                <p14:cNvContentPartPr/>
                <p14:nvPr/>
              </p14:nvContentPartPr>
              <p14:xfrm>
                <a:off x="5306503" y="3019011"/>
                <a:ext cx="55440" cy="72936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A596F2A0-309A-9D41-4A56-6DBF01DDB0A6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288503" y="3001371"/>
                  <a:ext cx="91080" cy="76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E5C91035-76EC-8A0F-6C39-9EB761E46A8D}"/>
              </a:ext>
            </a:extLst>
          </p:cNvPr>
          <p:cNvGrpSpPr/>
          <p:nvPr/>
        </p:nvGrpSpPr>
        <p:grpSpPr>
          <a:xfrm>
            <a:off x="7040623" y="3001731"/>
            <a:ext cx="1675440" cy="1088640"/>
            <a:chOff x="7040623" y="3001731"/>
            <a:chExt cx="1675440" cy="108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1D285131-ECE7-6C57-E4BA-A2948C979D03}"/>
                    </a:ext>
                  </a:extLst>
                </p14:cNvPr>
                <p14:cNvContentPartPr/>
                <p14:nvPr/>
              </p14:nvContentPartPr>
              <p14:xfrm>
                <a:off x="7145743" y="3162291"/>
                <a:ext cx="472680" cy="8280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1D285131-ECE7-6C57-E4BA-A2948C979D03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127743" y="3144651"/>
                  <a:ext cx="5083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6161977D-8815-46B0-BAE8-9704F28B74A6}"/>
                    </a:ext>
                  </a:extLst>
                </p14:cNvPr>
                <p14:cNvContentPartPr/>
                <p14:nvPr/>
              </p14:nvContentPartPr>
              <p14:xfrm>
                <a:off x="7362103" y="3218451"/>
                <a:ext cx="35640" cy="41508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6161977D-8815-46B0-BAE8-9704F28B74A6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344103" y="3200451"/>
                  <a:ext cx="71280" cy="45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9501B468-C650-77FF-81CC-2BB44640923E}"/>
                    </a:ext>
                  </a:extLst>
                </p14:cNvPr>
                <p14:cNvContentPartPr/>
                <p14:nvPr/>
              </p14:nvContentPartPr>
              <p14:xfrm>
                <a:off x="7544263" y="3532371"/>
                <a:ext cx="123480" cy="15804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9501B468-C650-77FF-81CC-2BB44640923E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526263" y="3514731"/>
                  <a:ext cx="1591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AACF762F-9CE3-31CC-1A9D-E1C8577D659A}"/>
                    </a:ext>
                  </a:extLst>
                </p14:cNvPr>
                <p14:cNvContentPartPr/>
                <p14:nvPr/>
              </p14:nvContentPartPr>
              <p14:xfrm>
                <a:off x="7749823" y="3557931"/>
                <a:ext cx="192960" cy="9792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AACF762F-9CE3-31CC-1A9D-E1C8577D659A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7732183" y="3539931"/>
                  <a:ext cx="2286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8C0D5087-F072-AEBE-DC30-957EFDEE8996}"/>
                    </a:ext>
                  </a:extLst>
                </p14:cNvPr>
                <p14:cNvContentPartPr/>
                <p14:nvPr/>
              </p14:nvContentPartPr>
              <p14:xfrm>
                <a:off x="8020903" y="3520851"/>
                <a:ext cx="263160" cy="10980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8C0D5087-F072-AEBE-DC30-957EFDEE8996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8003263" y="3502851"/>
                  <a:ext cx="2988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31CBE36E-32DC-7B10-2ABE-27045E49AC77}"/>
                    </a:ext>
                  </a:extLst>
                </p14:cNvPr>
                <p14:cNvContentPartPr/>
                <p14:nvPr/>
              </p14:nvContentPartPr>
              <p14:xfrm>
                <a:off x="7150783" y="3001731"/>
                <a:ext cx="1565280" cy="108864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31CBE36E-32DC-7B10-2ABE-27045E49AC77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7133143" y="2984091"/>
                  <a:ext cx="1600920" cy="11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D3BAE07B-FFD3-6D1C-C1BE-FC304EBCA30D}"/>
                    </a:ext>
                  </a:extLst>
                </p14:cNvPr>
                <p14:cNvContentPartPr/>
                <p14:nvPr/>
              </p14:nvContentPartPr>
              <p14:xfrm>
                <a:off x="7040623" y="3094971"/>
                <a:ext cx="121680" cy="85932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D3BAE07B-FFD3-6D1C-C1BE-FC304EBCA30D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7022983" y="3076971"/>
                  <a:ext cx="157320" cy="89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C2810E93-9D0A-F98B-6B50-5D4CDA936CD6}"/>
                    </a:ext>
                  </a:extLst>
                </p14:cNvPr>
                <p14:cNvContentPartPr/>
                <p14:nvPr/>
              </p14:nvContentPartPr>
              <p14:xfrm>
                <a:off x="8208103" y="3352011"/>
                <a:ext cx="66600" cy="2016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C2810E93-9D0A-F98B-6B50-5D4CDA936CD6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190103" y="3334011"/>
                  <a:ext cx="1022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FAF83C41-DBB0-27B2-566B-979BD40BEB1A}"/>
                    </a:ext>
                  </a:extLst>
                </p14:cNvPr>
                <p14:cNvContentPartPr/>
                <p14:nvPr/>
              </p14:nvContentPartPr>
              <p14:xfrm>
                <a:off x="8268943" y="3411771"/>
                <a:ext cx="37440" cy="2196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FAF83C41-DBB0-27B2-566B-979BD40BEB1A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251303" y="3394131"/>
                  <a:ext cx="730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C80C6C96-2D02-54CA-0E17-FA8C9FFF4D82}"/>
                    </a:ext>
                  </a:extLst>
                </p14:cNvPr>
                <p14:cNvContentPartPr/>
                <p14:nvPr/>
              </p14:nvContentPartPr>
              <p14:xfrm>
                <a:off x="8397463" y="3299451"/>
                <a:ext cx="70560" cy="18252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C80C6C96-2D02-54CA-0E17-FA8C9FFF4D82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379823" y="3281451"/>
                  <a:ext cx="10620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074C3372-65BD-F4D4-41B8-8115DA701C67}"/>
                    </a:ext>
                  </a:extLst>
                </p14:cNvPr>
                <p14:cNvContentPartPr/>
                <p14:nvPr/>
              </p14:nvContentPartPr>
              <p14:xfrm>
                <a:off x="8504383" y="3566211"/>
                <a:ext cx="30960" cy="4896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074C3372-65BD-F4D4-41B8-8115DA701C67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8486743" y="3548571"/>
                  <a:ext cx="66600" cy="84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5">
            <p14:nvContentPartPr>
              <p14:cNvPr id="296" name="Ink 295">
                <a:extLst>
                  <a:ext uri="{FF2B5EF4-FFF2-40B4-BE49-F238E27FC236}">
                    <a16:creationId xmlns:a16="http://schemas.microsoft.com/office/drawing/2014/main" id="{89130C1B-2A5E-2D8F-F09B-73073FD36F8C}"/>
                  </a:ext>
                </a:extLst>
              </p14:cNvPr>
              <p14:cNvContentPartPr/>
              <p14:nvPr/>
            </p14:nvContentPartPr>
            <p14:xfrm>
              <a:off x="860503" y="4218891"/>
              <a:ext cx="20520" cy="68400"/>
            </p14:xfrm>
          </p:contentPart>
        </mc:Choice>
        <mc:Fallback>
          <p:pic>
            <p:nvPicPr>
              <p:cNvPr id="296" name="Ink 295">
                <a:extLst>
                  <a:ext uri="{FF2B5EF4-FFF2-40B4-BE49-F238E27FC236}">
                    <a16:creationId xmlns:a16="http://schemas.microsoft.com/office/drawing/2014/main" id="{89130C1B-2A5E-2D8F-F09B-73073FD36F8C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842503" y="4200891"/>
                <a:ext cx="56160" cy="104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25" name="Group 324">
            <a:extLst>
              <a:ext uri="{FF2B5EF4-FFF2-40B4-BE49-F238E27FC236}">
                <a16:creationId xmlns:a16="http://schemas.microsoft.com/office/drawing/2014/main" id="{1F92A676-BADC-C886-3F1A-E3125F89A844}"/>
              </a:ext>
            </a:extLst>
          </p:cNvPr>
          <p:cNvGrpSpPr/>
          <p:nvPr/>
        </p:nvGrpSpPr>
        <p:grpSpPr>
          <a:xfrm>
            <a:off x="1239943" y="4220331"/>
            <a:ext cx="7482600" cy="622800"/>
            <a:chOff x="1239943" y="4220331"/>
            <a:chExt cx="7482600" cy="62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674555FF-4C40-E58C-9526-B27AD35313EC}"/>
                    </a:ext>
                  </a:extLst>
                </p14:cNvPr>
                <p14:cNvContentPartPr/>
                <p14:nvPr/>
              </p14:nvContentPartPr>
              <p14:xfrm>
                <a:off x="1239943" y="4298091"/>
                <a:ext cx="80640" cy="42552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674555FF-4C40-E58C-9526-B27AD35313EC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222303" y="4280091"/>
                  <a:ext cx="116280" cy="46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2C3AFE71-98B9-30F1-893D-21193FF18DC9}"/>
                    </a:ext>
                  </a:extLst>
                </p14:cNvPr>
                <p14:cNvContentPartPr/>
                <p14:nvPr/>
              </p14:nvContentPartPr>
              <p14:xfrm>
                <a:off x="1341823" y="4299171"/>
                <a:ext cx="131400" cy="31788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2C3AFE71-98B9-30F1-893D-21193FF18DC9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324183" y="4281531"/>
                  <a:ext cx="16704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2754C2FC-23B5-9A2E-E4C3-0EEC09012F63}"/>
                    </a:ext>
                  </a:extLst>
                </p14:cNvPr>
                <p14:cNvContentPartPr/>
                <p14:nvPr/>
              </p14:nvContentPartPr>
              <p14:xfrm>
                <a:off x="1319863" y="4467651"/>
                <a:ext cx="93960" cy="7740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2754C2FC-23B5-9A2E-E4C3-0EEC09012F63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301863" y="4450011"/>
                  <a:ext cx="1296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8B352466-E4AD-94DA-744D-29B9B96BDFE2}"/>
                    </a:ext>
                  </a:extLst>
                </p14:cNvPr>
                <p14:cNvContentPartPr/>
                <p14:nvPr/>
              </p14:nvContentPartPr>
              <p14:xfrm>
                <a:off x="1646743" y="4522731"/>
                <a:ext cx="64800" cy="2592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8B352466-E4AD-94DA-744D-29B9B96BDFE2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628743" y="4504731"/>
                  <a:ext cx="1004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B330F17F-D7DA-B535-DD56-70BDBEEEB4B5}"/>
                    </a:ext>
                  </a:extLst>
                </p14:cNvPr>
                <p14:cNvContentPartPr/>
                <p14:nvPr/>
              </p14:nvContentPartPr>
              <p14:xfrm>
                <a:off x="1717303" y="4560531"/>
                <a:ext cx="57600" cy="3456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B330F17F-D7DA-B535-DD56-70BDBEEEB4B5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699663" y="4542891"/>
                  <a:ext cx="932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3D36AD54-E295-8F72-88EE-8CADE97A4519}"/>
                    </a:ext>
                  </a:extLst>
                </p14:cNvPr>
                <p14:cNvContentPartPr/>
                <p14:nvPr/>
              </p14:nvContentPartPr>
              <p14:xfrm>
                <a:off x="2074783" y="4500411"/>
                <a:ext cx="220320" cy="2196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3D36AD54-E295-8F72-88EE-8CADE97A4519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2057143" y="4482411"/>
                  <a:ext cx="2559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5A3BE6F8-6B56-9DD5-D1AA-77344998FCA2}"/>
                    </a:ext>
                  </a:extLst>
                </p14:cNvPr>
                <p14:cNvContentPartPr/>
                <p14:nvPr/>
              </p14:nvContentPartPr>
              <p14:xfrm>
                <a:off x="2499943" y="4316451"/>
                <a:ext cx="45360" cy="37152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5A3BE6F8-6B56-9DD5-D1AA-77344998FCA2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2481943" y="4298451"/>
                  <a:ext cx="8100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16FB7E8A-8C02-D92E-9CF9-96BCF9FC863E}"/>
                    </a:ext>
                  </a:extLst>
                </p14:cNvPr>
                <p14:cNvContentPartPr/>
                <p14:nvPr/>
              </p14:nvContentPartPr>
              <p14:xfrm>
                <a:off x="2659063" y="4452891"/>
                <a:ext cx="112680" cy="17568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16FB7E8A-8C02-D92E-9CF9-96BCF9FC863E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2641063" y="4434891"/>
                  <a:ext cx="1483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8301334A-E324-BF50-4CBD-C151BD485027}"/>
                    </a:ext>
                  </a:extLst>
                </p14:cNvPr>
                <p14:cNvContentPartPr/>
                <p14:nvPr/>
              </p14:nvContentPartPr>
              <p14:xfrm>
                <a:off x="2894863" y="4474491"/>
                <a:ext cx="112680" cy="29592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8301334A-E324-BF50-4CBD-C151BD485027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2876863" y="4456491"/>
                  <a:ext cx="14832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B9AB4021-86AE-FEBF-1EF3-C706B98C071E}"/>
                    </a:ext>
                  </a:extLst>
                </p14:cNvPr>
                <p14:cNvContentPartPr/>
                <p14:nvPr/>
              </p14:nvContentPartPr>
              <p14:xfrm>
                <a:off x="3114463" y="4670691"/>
                <a:ext cx="45360" cy="17244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B9AB4021-86AE-FEBF-1EF3-C706B98C071E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3096823" y="4653051"/>
                  <a:ext cx="810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40B865D1-3BAE-F37A-9A23-B7AE61A3B2B0}"/>
                    </a:ext>
                  </a:extLst>
                </p14:cNvPr>
                <p14:cNvContentPartPr/>
                <p14:nvPr/>
              </p14:nvContentPartPr>
              <p14:xfrm>
                <a:off x="3250903" y="4624251"/>
                <a:ext cx="93600" cy="15408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40B865D1-3BAE-F37A-9A23-B7AE61A3B2B0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3232903" y="4606611"/>
                  <a:ext cx="1292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72BCC5E1-C938-F13B-7673-AFF7D670B876}"/>
                    </a:ext>
                  </a:extLst>
                </p14:cNvPr>
                <p14:cNvContentPartPr/>
                <p14:nvPr/>
              </p14:nvContentPartPr>
              <p14:xfrm>
                <a:off x="3439543" y="4289091"/>
                <a:ext cx="171360" cy="30060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72BCC5E1-C938-F13B-7673-AFF7D670B876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3421543" y="4271451"/>
                  <a:ext cx="20700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A20C9FC9-A08E-2976-F89B-F05187C83DF3}"/>
                    </a:ext>
                  </a:extLst>
                </p14:cNvPr>
                <p14:cNvContentPartPr/>
                <p14:nvPr/>
              </p14:nvContentPartPr>
              <p14:xfrm>
                <a:off x="3669943" y="4321851"/>
                <a:ext cx="136080" cy="3096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A20C9FC9-A08E-2976-F89B-F05187C83DF3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3651943" y="4303851"/>
                  <a:ext cx="1717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2EB45F50-037E-0721-3429-78ED713201C5}"/>
                    </a:ext>
                  </a:extLst>
                </p14:cNvPr>
                <p14:cNvContentPartPr/>
                <p14:nvPr/>
              </p14:nvContentPartPr>
              <p14:xfrm>
                <a:off x="3740143" y="4331211"/>
                <a:ext cx="19080" cy="21024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2EB45F50-037E-0721-3429-78ED713201C5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3722143" y="4313571"/>
                  <a:ext cx="5472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74DA9671-3687-003F-CA18-351886E47229}"/>
                    </a:ext>
                  </a:extLst>
                </p14:cNvPr>
                <p14:cNvContentPartPr/>
                <p14:nvPr/>
              </p14:nvContentPartPr>
              <p14:xfrm>
                <a:off x="3899263" y="4223211"/>
                <a:ext cx="87120" cy="33048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74DA9671-3687-003F-CA18-351886E47229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3881263" y="4205571"/>
                  <a:ext cx="12276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A0FDA879-2DDF-C80A-1862-FFC5842CFC34}"/>
                    </a:ext>
                  </a:extLst>
                </p14:cNvPr>
                <p14:cNvContentPartPr/>
                <p14:nvPr/>
              </p14:nvContentPartPr>
              <p14:xfrm>
                <a:off x="4240543" y="4396011"/>
                <a:ext cx="176040" cy="3960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A0FDA879-2DDF-C80A-1862-FFC5842CFC34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4222903" y="4378011"/>
                  <a:ext cx="21168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911EFBB5-8311-BCCE-5E6E-04D5C0D3C1F5}"/>
                    </a:ext>
                  </a:extLst>
                </p14:cNvPr>
                <p14:cNvContentPartPr/>
                <p14:nvPr/>
              </p14:nvContentPartPr>
              <p14:xfrm>
                <a:off x="4325863" y="4513731"/>
                <a:ext cx="133560" cy="1008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911EFBB5-8311-BCCE-5E6E-04D5C0D3C1F5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4308223" y="4495731"/>
                  <a:ext cx="1692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5A88FA56-8545-80D8-7130-058F31ECC9EA}"/>
                    </a:ext>
                  </a:extLst>
                </p14:cNvPr>
                <p14:cNvContentPartPr/>
                <p14:nvPr/>
              </p14:nvContentPartPr>
              <p14:xfrm>
                <a:off x="4468423" y="4281891"/>
                <a:ext cx="266040" cy="38412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5A88FA56-8545-80D8-7130-058F31ECC9EA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4450423" y="4263891"/>
                  <a:ext cx="301680" cy="4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76ABB1BE-334F-F0E0-7E93-2EAFF88364B5}"/>
                    </a:ext>
                  </a:extLst>
                </p14:cNvPr>
                <p14:cNvContentPartPr/>
                <p14:nvPr/>
              </p14:nvContentPartPr>
              <p14:xfrm>
                <a:off x="5064943" y="4448211"/>
                <a:ext cx="190440" cy="1008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76ABB1BE-334F-F0E0-7E93-2EAFF88364B5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5046943" y="4430211"/>
                  <a:ext cx="2260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D450EE6D-66F8-D229-CE59-C18F637E51CB}"/>
                    </a:ext>
                  </a:extLst>
                </p14:cNvPr>
                <p14:cNvContentPartPr/>
                <p14:nvPr/>
              </p14:nvContentPartPr>
              <p14:xfrm>
                <a:off x="5018503" y="4281531"/>
                <a:ext cx="103680" cy="43632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D450EE6D-66F8-D229-CE59-C18F637E51CB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5000503" y="4263891"/>
                  <a:ext cx="139320" cy="47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6108FE69-DB1F-D44F-E711-42CD924DF27E}"/>
                    </a:ext>
                  </a:extLst>
                </p14:cNvPr>
                <p14:cNvContentPartPr/>
                <p14:nvPr/>
              </p14:nvContentPartPr>
              <p14:xfrm>
                <a:off x="5148823" y="4338051"/>
                <a:ext cx="144000" cy="26100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6108FE69-DB1F-D44F-E711-42CD924DF27E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5131183" y="4320411"/>
                  <a:ext cx="17964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E2D0ABAC-7CE0-7A5E-1FFC-519AE0EF1A5D}"/>
                    </a:ext>
                  </a:extLst>
                </p14:cNvPr>
                <p14:cNvContentPartPr/>
                <p14:nvPr/>
              </p14:nvContentPartPr>
              <p14:xfrm>
                <a:off x="5333503" y="4415091"/>
                <a:ext cx="77760" cy="2340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E2D0ABAC-7CE0-7A5E-1FFC-519AE0EF1A5D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5315863" y="4397451"/>
                  <a:ext cx="1134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383353D2-DF8C-F3A1-7455-0FB186D11C00}"/>
                    </a:ext>
                  </a:extLst>
                </p14:cNvPr>
                <p14:cNvContentPartPr/>
                <p14:nvPr/>
              </p14:nvContentPartPr>
              <p14:xfrm>
                <a:off x="5401543" y="4493571"/>
                <a:ext cx="60480" cy="2124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383353D2-DF8C-F3A1-7455-0FB186D11C00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5383543" y="4475571"/>
                  <a:ext cx="961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6651928A-221A-F094-CC31-3355BE5668F5}"/>
                    </a:ext>
                  </a:extLst>
                </p14:cNvPr>
                <p14:cNvContentPartPr/>
                <p14:nvPr/>
              </p14:nvContentPartPr>
              <p14:xfrm>
                <a:off x="5751823" y="4452171"/>
                <a:ext cx="93960" cy="828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6651928A-221A-F094-CC31-3355BE5668F5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5733823" y="4434531"/>
                  <a:ext cx="1296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7C913AC5-63F6-67BB-CBFF-5A8E641FB094}"/>
                    </a:ext>
                  </a:extLst>
                </p14:cNvPr>
                <p14:cNvContentPartPr/>
                <p14:nvPr/>
              </p14:nvContentPartPr>
              <p14:xfrm>
                <a:off x="5954503" y="4281171"/>
                <a:ext cx="65520" cy="34884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7C913AC5-63F6-67BB-CBFF-5A8E641FB094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5936863" y="4263531"/>
                  <a:ext cx="10116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5158DD23-3AD7-CDE8-6156-58B1F36B556F}"/>
                    </a:ext>
                  </a:extLst>
                </p14:cNvPr>
                <p14:cNvContentPartPr/>
                <p14:nvPr/>
              </p14:nvContentPartPr>
              <p14:xfrm>
                <a:off x="6128743" y="4435971"/>
                <a:ext cx="92160" cy="13896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5158DD23-3AD7-CDE8-6156-58B1F36B556F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6111103" y="4417971"/>
                  <a:ext cx="1278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70D45964-2B34-7C79-19F6-CDC71575B2FE}"/>
                    </a:ext>
                  </a:extLst>
                </p14:cNvPr>
                <p14:cNvContentPartPr/>
                <p14:nvPr/>
              </p14:nvContentPartPr>
              <p14:xfrm>
                <a:off x="6335023" y="4443891"/>
                <a:ext cx="129960" cy="27648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70D45964-2B34-7C79-19F6-CDC71575B2FE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6317383" y="4425891"/>
                  <a:ext cx="16560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DB32FA28-D64F-3F9B-035B-6CE6E377C4E5}"/>
                    </a:ext>
                  </a:extLst>
                </p14:cNvPr>
                <p14:cNvContentPartPr/>
                <p14:nvPr/>
              </p14:nvContentPartPr>
              <p14:xfrm>
                <a:off x="6652183" y="4610931"/>
                <a:ext cx="39240" cy="18900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DB32FA28-D64F-3F9B-035B-6CE6E377C4E5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6634183" y="4592931"/>
                  <a:ext cx="748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08D78FA9-201B-92F8-4B1C-A1FA3617CC29}"/>
                    </a:ext>
                  </a:extLst>
                </p14:cNvPr>
                <p14:cNvContentPartPr/>
                <p14:nvPr/>
              </p14:nvContentPartPr>
              <p14:xfrm>
                <a:off x="6792223" y="4624251"/>
                <a:ext cx="87120" cy="15552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08D78FA9-201B-92F8-4B1C-A1FA3617CC29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6774223" y="4606251"/>
                  <a:ext cx="1227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E96FB4D3-D606-AE01-D14E-9D275439518C}"/>
                    </a:ext>
                  </a:extLst>
                </p14:cNvPr>
                <p14:cNvContentPartPr/>
                <p14:nvPr/>
              </p14:nvContentPartPr>
              <p14:xfrm>
                <a:off x="7026223" y="4312131"/>
                <a:ext cx="221040" cy="40716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E96FB4D3-D606-AE01-D14E-9D275439518C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7008223" y="4294491"/>
                  <a:ext cx="25668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E7862840-BC13-D38A-1A9F-88350126F02F}"/>
                    </a:ext>
                  </a:extLst>
                </p14:cNvPr>
                <p14:cNvContentPartPr/>
                <p14:nvPr/>
              </p14:nvContentPartPr>
              <p14:xfrm>
                <a:off x="7291543" y="4440651"/>
                <a:ext cx="18000" cy="1908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E7862840-BC13-D38A-1A9F-88350126F02F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7273903" y="4423011"/>
                  <a:ext cx="536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9140CE7C-DADD-0906-8C72-D2EEF3D62519}"/>
                    </a:ext>
                  </a:extLst>
                </p14:cNvPr>
                <p14:cNvContentPartPr/>
                <p14:nvPr/>
              </p14:nvContentPartPr>
              <p14:xfrm>
                <a:off x="7493863" y="4363971"/>
                <a:ext cx="22680" cy="22392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9140CE7C-DADD-0906-8C72-D2EEF3D62519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7476223" y="4345971"/>
                  <a:ext cx="5832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D69098C0-6BFB-2970-D187-AB8D2534991C}"/>
                    </a:ext>
                  </a:extLst>
                </p14:cNvPr>
                <p14:cNvContentPartPr/>
                <p14:nvPr/>
              </p14:nvContentPartPr>
              <p14:xfrm>
                <a:off x="7610863" y="4345971"/>
                <a:ext cx="139320" cy="21888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D69098C0-6BFB-2970-D187-AB8D2534991C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7592863" y="4327971"/>
                  <a:ext cx="1749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62601E1A-75B0-CFFE-3D48-22495CA59191}"/>
                    </a:ext>
                  </a:extLst>
                </p14:cNvPr>
                <p14:cNvContentPartPr/>
                <p14:nvPr/>
              </p14:nvContentPartPr>
              <p14:xfrm>
                <a:off x="7787983" y="4273971"/>
                <a:ext cx="117720" cy="34380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62601E1A-75B0-CFFE-3D48-22495CA59191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7770343" y="4256331"/>
                  <a:ext cx="15336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A42E7514-0BED-B9D4-A87F-F8B668A64F26}"/>
                    </a:ext>
                  </a:extLst>
                </p14:cNvPr>
                <p14:cNvContentPartPr/>
                <p14:nvPr/>
              </p14:nvContentPartPr>
              <p14:xfrm>
                <a:off x="8025583" y="4391691"/>
                <a:ext cx="101160" cy="3852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A42E7514-0BED-B9D4-A87F-F8B668A64F26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8007943" y="4374051"/>
                  <a:ext cx="1368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3113E534-31B0-361E-ADE9-03EC913F239E}"/>
                    </a:ext>
                  </a:extLst>
                </p14:cNvPr>
                <p14:cNvContentPartPr/>
                <p14:nvPr/>
              </p14:nvContentPartPr>
              <p14:xfrm>
                <a:off x="8055103" y="4470171"/>
                <a:ext cx="88560" cy="3348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3113E534-31B0-361E-ADE9-03EC913F239E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8037103" y="4452531"/>
                  <a:ext cx="1242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750E2CA6-24BF-085F-9027-F8B65EA90204}"/>
                    </a:ext>
                  </a:extLst>
                </p14:cNvPr>
                <p14:cNvContentPartPr/>
                <p14:nvPr/>
              </p14:nvContentPartPr>
              <p14:xfrm>
                <a:off x="8430583" y="4316811"/>
                <a:ext cx="5040" cy="1224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750E2CA6-24BF-085F-9027-F8B65EA90204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8412943" y="4299171"/>
                  <a:ext cx="406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4F72CEEA-D6FC-4C7F-E0D1-C441EECFDA7E}"/>
                    </a:ext>
                  </a:extLst>
                </p14:cNvPr>
                <p14:cNvContentPartPr/>
                <p14:nvPr/>
              </p14:nvContentPartPr>
              <p14:xfrm>
                <a:off x="8559103" y="4220331"/>
                <a:ext cx="163440" cy="26604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4F72CEEA-D6FC-4C7F-E0D1-C441EECFDA7E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8541463" y="4202331"/>
                  <a:ext cx="199080" cy="30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3" name="Group 332">
            <a:extLst>
              <a:ext uri="{FF2B5EF4-FFF2-40B4-BE49-F238E27FC236}">
                <a16:creationId xmlns:a16="http://schemas.microsoft.com/office/drawing/2014/main" id="{759EA4A1-36F4-2969-9F44-A0B8F103230A}"/>
              </a:ext>
            </a:extLst>
          </p:cNvPr>
          <p:cNvGrpSpPr/>
          <p:nvPr/>
        </p:nvGrpSpPr>
        <p:grpSpPr>
          <a:xfrm>
            <a:off x="722983" y="3012171"/>
            <a:ext cx="8653320" cy="2066400"/>
            <a:chOff x="722983" y="3012171"/>
            <a:chExt cx="8653320" cy="206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CDEACAEB-0E89-B74F-E3D1-7EBA300E53D4}"/>
                    </a:ext>
                  </a:extLst>
                </p14:cNvPr>
                <p14:cNvContentPartPr/>
                <p14:nvPr/>
              </p14:nvContentPartPr>
              <p14:xfrm>
                <a:off x="722983" y="4144011"/>
                <a:ext cx="226080" cy="84312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CDEACAEB-0E89-B74F-E3D1-7EBA300E53D4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705343" y="4126371"/>
                  <a:ext cx="261720" cy="87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6B15845E-24EA-05AD-6902-90D83905B1C3}"/>
                    </a:ext>
                  </a:extLst>
                </p14:cNvPr>
                <p14:cNvContentPartPr/>
                <p14:nvPr/>
              </p14:nvContentPartPr>
              <p14:xfrm>
                <a:off x="966343" y="5078211"/>
                <a:ext cx="360" cy="36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6B15845E-24EA-05AD-6902-90D83905B1C3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948343" y="506057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846A9C8C-16A4-1BC5-1BE0-5A731D516271}"/>
                    </a:ext>
                  </a:extLst>
                </p14:cNvPr>
                <p14:cNvContentPartPr/>
                <p14:nvPr/>
              </p14:nvContentPartPr>
              <p14:xfrm>
                <a:off x="818743" y="3958251"/>
                <a:ext cx="8452800" cy="27216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846A9C8C-16A4-1BC5-1BE0-5A731D516271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801103" y="3940611"/>
                  <a:ext cx="848844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5ACFA66E-DF0E-34CF-4D0A-24457BBA4D72}"/>
                    </a:ext>
                  </a:extLst>
                </p14:cNvPr>
                <p14:cNvContentPartPr/>
                <p14:nvPr/>
              </p14:nvContentPartPr>
              <p14:xfrm>
                <a:off x="777703" y="3989931"/>
                <a:ext cx="8598600" cy="95148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5ACFA66E-DF0E-34CF-4D0A-24457BBA4D72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760063" y="3971931"/>
                  <a:ext cx="8634240" cy="9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60B82BE0-000D-C8A1-2BEC-F34180A22C7D}"/>
                    </a:ext>
                  </a:extLst>
                </p14:cNvPr>
                <p14:cNvContentPartPr/>
                <p14:nvPr/>
              </p14:nvContentPartPr>
              <p14:xfrm>
                <a:off x="1112863" y="3012171"/>
                <a:ext cx="2783520" cy="125892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60B82BE0-000D-C8A1-2BEC-F34180A22C7D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095223" y="2994531"/>
                  <a:ext cx="2819160" cy="12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5AB0F71F-0081-824E-8008-516FA9DD6F22}"/>
                    </a:ext>
                  </a:extLst>
                </p14:cNvPr>
                <p14:cNvContentPartPr/>
                <p14:nvPr/>
              </p14:nvContentPartPr>
              <p14:xfrm>
                <a:off x="1142743" y="4048251"/>
                <a:ext cx="191520" cy="16884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5AB0F71F-0081-824E-8008-516FA9DD6F22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125103" y="4030611"/>
                  <a:ext cx="227160" cy="20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9" name="Group 398">
            <a:extLst>
              <a:ext uri="{FF2B5EF4-FFF2-40B4-BE49-F238E27FC236}">
                <a16:creationId xmlns:a16="http://schemas.microsoft.com/office/drawing/2014/main" id="{520CF519-C83C-A44A-572F-DAAE21267386}"/>
              </a:ext>
            </a:extLst>
          </p:cNvPr>
          <p:cNvGrpSpPr/>
          <p:nvPr/>
        </p:nvGrpSpPr>
        <p:grpSpPr>
          <a:xfrm>
            <a:off x="934303" y="2943771"/>
            <a:ext cx="10774800" cy="3014640"/>
            <a:chOff x="934303" y="2943771"/>
            <a:chExt cx="10774800" cy="301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BB187D5F-F432-94C7-3CE9-C14487108345}"/>
                    </a:ext>
                  </a:extLst>
                </p14:cNvPr>
                <p14:cNvContentPartPr/>
                <p14:nvPr/>
              </p14:nvContentPartPr>
              <p14:xfrm>
                <a:off x="1049143" y="2943771"/>
                <a:ext cx="4410000" cy="254016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BB187D5F-F432-94C7-3CE9-C14487108345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031143" y="2925771"/>
                  <a:ext cx="4445640" cy="257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962A6A78-C41D-4263-D97F-7A980C8482C3}"/>
                    </a:ext>
                  </a:extLst>
                </p14:cNvPr>
                <p14:cNvContentPartPr/>
                <p14:nvPr/>
              </p14:nvContentPartPr>
              <p14:xfrm>
                <a:off x="1039783" y="5245971"/>
                <a:ext cx="168120" cy="29340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962A6A78-C41D-4263-D97F-7A980C8482C3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021783" y="5227971"/>
                  <a:ext cx="20376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E1B5EEF7-4557-3415-7C35-7BED3ED233BA}"/>
                    </a:ext>
                  </a:extLst>
                </p14:cNvPr>
                <p14:cNvContentPartPr/>
                <p14:nvPr/>
              </p14:nvContentPartPr>
              <p14:xfrm>
                <a:off x="1773463" y="5337771"/>
                <a:ext cx="107280" cy="36756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E1B5EEF7-4557-3415-7C35-7BED3ED233BA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755823" y="5320131"/>
                  <a:ext cx="14292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0F42903D-B111-56A6-069F-16024747A417}"/>
                    </a:ext>
                  </a:extLst>
                </p14:cNvPr>
                <p14:cNvContentPartPr/>
                <p14:nvPr/>
              </p14:nvContentPartPr>
              <p14:xfrm>
                <a:off x="1869223" y="5332011"/>
                <a:ext cx="151560" cy="34164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0F42903D-B111-56A6-069F-16024747A417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851223" y="5314011"/>
                  <a:ext cx="18720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2AA810A3-588D-998D-0833-AA24CF45BE57}"/>
                    </a:ext>
                  </a:extLst>
                </p14:cNvPr>
                <p14:cNvContentPartPr/>
                <p14:nvPr/>
              </p14:nvContentPartPr>
              <p14:xfrm>
                <a:off x="1832143" y="5506251"/>
                <a:ext cx="122760" cy="7200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2AA810A3-588D-998D-0833-AA24CF45BE57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814143" y="5488611"/>
                  <a:ext cx="1584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7B7D3077-CB2F-2BAF-0BDD-014FD0A87A47}"/>
                    </a:ext>
                  </a:extLst>
                </p14:cNvPr>
                <p14:cNvContentPartPr/>
                <p14:nvPr/>
              </p14:nvContentPartPr>
              <p14:xfrm>
                <a:off x="2119063" y="5527851"/>
                <a:ext cx="22680" cy="2232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7B7D3077-CB2F-2BAF-0BDD-014FD0A87A47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2101423" y="5509851"/>
                  <a:ext cx="583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4CE3E24C-089A-B48E-7AE9-96F180422C20}"/>
                    </a:ext>
                  </a:extLst>
                </p14:cNvPr>
                <p14:cNvContentPartPr/>
                <p14:nvPr/>
              </p14:nvContentPartPr>
              <p14:xfrm>
                <a:off x="2162983" y="5572851"/>
                <a:ext cx="74520" cy="2052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4CE3E24C-089A-B48E-7AE9-96F180422C20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2145343" y="5555211"/>
                  <a:ext cx="1101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5241798B-C939-291C-2657-47898B245C58}"/>
                    </a:ext>
                  </a:extLst>
                </p14:cNvPr>
                <p14:cNvContentPartPr/>
                <p14:nvPr/>
              </p14:nvContentPartPr>
              <p14:xfrm>
                <a:off x="2462503" y="5395371"/>
                <a:ext cx="97920" cy="27864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5241798B-C939-291C-2657-47898B245C58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2444863" y="5377731"/>
                  <a:ext cx="13356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5D9A1342-396B-2D73-B672-A708AB68A285}"/>
                    </a:ext>
                  </a:extLst>
                </p14:cNvPr>
                <p14:cNvContentPartPr/>
                <p14:nvPr/>
              </p14:nvContentPartPr>
              <p14:xfrm>
                <a:off x="2832223" y="5288091"/>
                <a:ext cx="128880" cy="4608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5D9A1342-396B-2D73-B672-A708AB68A285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2814223" y="5270451"/>
                  <a:ext cx="1645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EB6374F1-F656-B8A0-F539-FBD74FF5C8EB}"/>
                    </a:ext>
                  </a:extLst>
                </p14:cNvPr>
                <p14:cNvContentPartPr/>
                <p14:nvPr/>
              </p14:nvContentPartPr>
              <p14:xfrm>
                <a:off x="2799103" y="5338851"/>
                <a:ext cx="178200" cy="33696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EB6374F1-F656-B8A0-F539-FBD74FF5C8EB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2781463" y="5321211"/>
                  <a:ext cx="21384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BE28AD5E-E6C0-0141-7447-131682232197}"/>
                    </a:ext>
                  </a:extLst>
                </p14:cNvPr>
                <p14:cNvContentPartPr/>
                <p14:nvPr/>
              </p14:nvContentPartPr>
              <p14:xfrm>
                <a:off x="3085663" y="5375211"/>
                <a:ext cx="99720" cy="18828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BE28AD5E-E6C0-0141-7447-131682232197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3068023" y="5357211"/>
                  <a:ext cx="1353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90DB2F72-7EBF-BCFE-C63E-2C388B5C2082}"/>
                    </a:ext>
                  </a:extLst>
                </p14:cNvPr>
                <p14:cNvContentPartPr/>
                <p14:nvPr/>
              </p14:nvContentPartPr>
              <p14:xfrm>
                <a:off x="3200863" y="5321211"/>
                <a:ext cx="152640" cy="29736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90DB2F72-7EBF-BCFE-C63E-2C388B5C2082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3183223" y="5303211"/>
                  <a:ext cx="18828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E8CD001B-473F-98D2-7DAE-6B83EE5679CB}"/>
                    </a:ext>
                  </a:extLst>
                </p14:cNvPr>
                <p14:cNvContentPartPr/>
                <p14:nvPr/>
              </p14:nvContentPartPr>
              <p14:xfrm>
                <a:off x="3603703" y="5340651"/>
                <a:ext cx="150120" cy="23472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E8CD001B-473F-98D2-7DAE-6B83EE5679CB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3586063" y="5322651"/>
                  <a:ext cx="18576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8863A7CF-699A-B24E-ED5F-4032619CC915}"/>
                    </a:ext>
                  </a:extLst>
                </p14:cNvPr>
                <p14:cNvContentPartPr/>
                <p14:nvPr/>
              </p14:nvContentPartPr>
              <p14:xfrm>
                <a:off x="4000423" y="5374851"/>
                <a:ext cx="97560" cy="1440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8863A7CF-699A-B24E-ED5F-4032619CC915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3982423" y="5356851"/>
                  <a:ext cx="1332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B6003E20-7D27-5FAF-4AB7-EB28FFDABE32}"/>
                    </a:ext>
                  </a:extLst>
                </p14:cNvPr>
                <p14:cNvContentPartPr/>
                <p14:nvPr/>
              </p14:nvContentPartPr>
              <p14:xfrm>
                <a:off x="4018063" y="5451891"/>
                <a:ext cx="170640" cy="3024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B6003E20-7D27-5FAF-4AB7-EB28FFDABE32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4000063" y="5433891"/>
                  <a:ext cx="2062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30BE5808-F6AA-CDE6-55EB-3EAAE1048C65}"/>
                    </a:ext>
                  </a:extLst>
                </p14:cNvPr>
                <p14:cNvContentPartPr/>
                <p14:nvPr/>
              </p14:nvContentPartPr>
              <p14:xfrm>
                <a:off x="4152703" y="5244891"/>
                <a:ext cx="233280" cy="39852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30BE5808-F6AA-CDE6-55EB-3EAAE1048C65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4135063" y="5227251"/>
                  <a:ext cx="268920" cy="43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C2F4E92A-6981-B5A3-D9E1-96EFAA134B52}"/>
                    </a:ext>
                  </a:extLst>
                </p14:cNvPr>
                <p14:cNvContentPartPr/>
                <p14:nvPr/>
              </p14:nvContentPartPr>
              <p14:xfrm>
                <a:off x="4681543" y="5310771"/>
                <a:ext cx="14760" cy="2340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C2F4E92A-6981-B5A3-D9E1-96EFAA134B52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4663903" y="5292771"/>
                  <a:ext cx="504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44164D00-BBF9-1DF9-829A-88CC02677EA6}"/>
                    </a:ext>
                  </a:extLst>
                </p14:cNvPr>
                <p14:cNvContentPartPr/>
                <p14:nvPr/>
              </p14:nvContentPartPr>
              <p14:xfrm>
                <a:off x="4829503" y="5206011"/>
                <a:ext cx="147600" cy="22716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44164D00-BBF9-1DF9-829A-88CC02677EA6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4811503" y="5188011"/>
                  <a:ext cx="18324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8283B0E2-E949-EA8A-A828-25C359D3F2B6}"/>
                    </a:ext>
                  </a:extLst>
                </p14:cNvPr>
                <p14:cNvContentPartPr/>
                <p14:nvPr/>
              </p14:nvContentPartPr>
              <p14:xfrm>
                <a:off x="5155663" y="5285571"/>
                <a:ext cx="27360" cy="1656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8283B0E2-E949-EA8A-A828-25C359D3F2B6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5137663" y="5267571"/>
                  <a:ext cx="630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9678EDFB-4FBD-1164-9E17-C15C92B9D09C}"/>
                    </a:ext>
                  </a:extLst>
                </p14:cNvPr>
                <p14:cNvContentPartPr/>
                <p14:nvPr/>
              </p14:nvContentPartPr>
              <p14:xfrm>
                <a:off x="5185183" y="5368011"/>
                <a:ext cx="77400" cy="2664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9678EDFB-4FBD-1164-9E17-C15C92B9D09C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5167543" y="5350011"/>
                  <a:ext cx="1130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95C6E752-4788-B560-22B8-DA67D7F90D64}"/>
                    </a:ext>
                  </a:extLst>
                </p14:cNvPr>
                <p14:cNvContentPartPr/>
                <p14:nvPr/>
              </p14:nvContentPartPr>
              <p14:xfrm>
                <a:off x="5503783" y="5178651"/>
                <a:ext cx="98280" cy="17460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95C6E752-4788-B560-22B8-DA67D7F90D64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5485783" y="5160651"/>
                  <a:ext cx="1339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01AFF3F5-D220-26C1-9D45-37C0FA725300}"/>
                    </a:ext>
                  </a:extLst>
                </p14:cNvPr>
                <p14:cNvContentPartPr/>
                <p14:nvPr/>
              </p14:nvContentPartPr>
              <p14:xfrm>
                <a:off x="5958463" y="5176491"/>
                <a:ext cx="103680" cy="4752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01AFF3F5-D220-26C1-9D45-37C0FA725300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5940823" y="5158491"/>
                  <a:ext cx="1393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670DF250-B6FD-876E-1E12-74D3E364DD9A}"/>
                    </a:ext>
                  </a:extLst>
                </p14:cNvPr>
                <p14:cNvContentPartPr/>
                <p14:nvPr/>
              </p14:nvContentPartPr>
              <p14:xfrm>
                <a:off x="5960623" y="5212131"/>
                <a:ext cx="107280" cy="22896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670DF250-B6FD-876E-1E12-74D3E364DD9A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5942623" y="5194131"/>
                  <a:ext cx="14292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FCED9178-B4FD-89B3-EC89-14A2BBEC9B1D}"/>
                    </a:ext>
                  </a:extLst>
                </p14:cNvPr>
                <p14:cNvContentPartPr/>
                <p14:nvPr/>
              </p14:nvContentPartPr>
              <p14:xfrm>
                <a:off x="6170863" y="5190891"/>
                <a:ext cx="119880" cy="23220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FCED9178-B4FD-89B3-EC89-14A2BBEC9B1D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6152863" y="5173251"/>
                  <a:ext cx="1555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47B63FD9-51DF-F2F2-343E-8533AFD51B7B}"/>
                    </a:ext>
                  </a:extLst>
                </p14:cNvPr>
                <p14:cNvContentPartPr/>
                <p14:nvPr/>
              </p14:nvContentPartPr>
              <p14:xfrm>
                <a:off x="6414223" y="5267931"/>
                <a:ext cx="190080" cy="8712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47B63FD9-51DF-F2F2-343E-8533AFD51B7B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6396223" y="5249931"/>
                  <a:ext cx="2257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D8C061B6-3502-4C07-627B-0DB41BBABE80}"/>
                    </a:ext>
                  </a:extLst>
                </p14:cNvPr>
                <p14:cNvContentPartPr/>
                <p14:nvPr/>
              </p14:nvContentPartPr>
              <p14:xfrm>
                <a:off x="6776383" y="5089011"/>
                <a:ext cx="32760" cy="33084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D8C061B6-3502-4C07-627B-0DB41BBABE80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6758743" y="5071371"/>
                  <a:ext cx="6840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AD35025E-3826-7691-9E3E-46AFD7A44EC9}"/>
                    </a:ext>
                  </a:extLst>
                </p14:cNvPr>
                <p14:cNvContentPartPr/>
                <p14:nvPr/>
              </p14:nvContentPartPr>
              <p14:xfrm>
                <a:off x="6773503" y="5110611"/>
                <a:ext cx="264240" cy="24372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AD35025E-3826-7691-9E3E-46AFD7A44EC9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6755863" y="5092971"/>
                  <a:ext cx="29988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FDFC393B-2C83-374E-A93D-CFA25FBAD989}"/>
                    </a:ext>
                  </a:extLst>
                </p14:cNvPr>
                <p14:cNvContentPartPr/>
                <p14:nvPr/>
              </p14:nvContentPartPr>
              <p14:xfrm>
                <a:off x="7171663" y="5321931"/>
                <a:ext cx="11880" cy="30960"/>
              </p14:xfrm>
            </p:contentPart>
          </mc:Choice>
          <mc:Fallback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FDFC393B-2C83-374E-A93D-CFA25FBAD989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7154023" y="5304291"/>
                  <a:ext cx="475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0BE37820-70A1-6C0A-BB45-D5220C9AB4AD}"/>
                    </a:ext>
                  </a:extLst>
                </p14:cNvPr>
                <p14:cNvContentPartPr/>
                <p14:nvPr/>
              </p14:nvContentPartPr>
              <p14:xfrm>
                <a:off x="7418623" y="5107011"/>
                <a:ext cx="35280" cy="293400"/>
              </p14:xfrm>
            </p:contentPart>
          </mc:Choice>
          <mc:Fallback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0BE37820-70A1-6C0A-BB45-D5220C9AB4AD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7400983" y="5089371"/>
                  <a:ext cx="7092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04C9C9A9-7D17-7733-7626-BA7279E96806}"/>
                    </a:ext>
                  </a:extLst>
                </p14:cNvPr>
                <p14:cNvContentPartPr/>
                <p14:nvPr/>
              </p14:nvContentPartPr>
              <p14:xfrm>
                <a:off x="7590343" y="5284491"/>
                <a:ext cx="278280" cy="11556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04C9C9A9-7D17-7733-7626-BA7279E96806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7572343" y="5266851"/>
                  <a:ext cx="3139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339532D8-8B6E-2D99-A16A-B34636262F63}"/>
                    </a:ext>
                  </a:extLst>
                </p14:cNvPr>
                <p14:cNvContentPartPr/>
                <p14:nvPr/>
              </p14:nvContentPartPr>
              <p14:xfrm>
                <a:off x="7954663" y="5189811"/>
                <a:ext cx="310680" cy="13968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339532D8-8B6E-2D99-A16A-B34636262F63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7936663" y="5172171"/>
                  <a:ext cx="3463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167B3295-3C35-3FF6-315B-2B1445D58366}"/>
                    </a:ext>
                  </a:extLst>
                </p14:cNvPr>
                <p14:cNvContentPartPr/>
                <p14:nvPr/>
              </p14:nvContentPartPr>
              <p14:xfrm>
                <a:off x="8507623" y="5121771"/>
                <a:ext cx="133200" cy="27720"/>
              </p14:xfrm>
            </p:contentPart>
          </mc:Choice>
          <mc:Fallback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167B3295-3C35-3FF6-315B-2B1445D58366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8489623" y="5103771"/>
                  <a:ext cx="16884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3AAA1F24-4FA3-9C20-A82A-5085E7491161}"/>
                    </a:ext>
                  </a:extLst>
                </p14:cNvPr>
                <p14:cNvContentPartPr/>
                <p14:nvPr/>
              </p14:nvContentPartPr>
              <p14:xfrm>
                <a:off x="8547943" y="5203131"/>
                <a:ext cx="142560" cy="5184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3AAA1F24-4FA3-9C20-A82A-5085E7491161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8529943" y="5185491"/>
                  <a:ext cx="1782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382A6096-42B3-4378-6B0D-EAD14B5F64EF}"/>
                    </a:ext>
                  </a:extLst>
                </p14:cNvPr>
                <p14:cNvContentPartPr/>
                <p14:nvPr/>
              </p14:nvContentPartPr>
              <p14:xfrm>
                <a:off x="8668183" y="5004771"/>
                <a:ext cx="214200" cy="34164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382A6096-42B3-4378-6B0D-EAD14B5F64EF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8650543" y="4987131"/>
                  <a:ext cx="24984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D81F9648-5D5A-C2FD-B505-464FFC819DE1}"/>
                    </a:ext>
                  </a:extLst>
                </p14:cNvPr>
                <p14:cNvContentPartPr/>
                <p14:nvPr/>
              </p14:nvContentPartPr>
              <p14:xfrm>
                <a:off x="9189103" y="4933491"/>
                <a:ext cx="25920" cy="329040"/>
              </p14:xfrm>
            </p:contentPart>
          </mc:Choice>
          <mc:Fallback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D81F9648-5D5A-C2FD-B505-464FFC819DE1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9171103" y="4915491"/>
                  <a:ext cx="6156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917061A9-EC36-9A30-C0AF-44826FC1CCED}"/>
                    </a:ext>
                  </a:extLst>
                </p14:cNvPr>
                <p14:cNvContentPartPr/>
                <p14:nvPr/>
              </p14:nvContentPartPr>
              <p14:xfrm>
                <a:off x="9423463" y="4889211"/>
                <a:ext cx="118080" cy="255240"/>
              </p14:xfrm>
            </p:contentPart>
          </mc:Choice>
          <mc:Fallback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917061A9-EC36-9A30-C0AF-44826FC1CCED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9405823" y="4871211"/>
                  <a:ext cx="15372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56E2200F-954B-3BE6-4F09-263DAD03C968}"/>
                    </a:ext>
                  </a:extLst>
                </p14:cNvPr>
                <p14:cNvContentPartPr/>
                <p14:nvPr/>
              </p14:nvContentPartPr>
              <p14:xfrm>
                <a:off x="9654583" y="4891371"/>
                <a:ext cx="136080" cy="231120"/>
              </p14:xfrm>
            </p:contentPart>
          </mc:Choice>
          <mc:Fallback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56E2200F-954B-3BE6-4F09-263DAD03C968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9636583" y="4873371"/>
                  <a:ext cx="17172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7686C9BF-93AB-E2AA-B5D9-DA535C6B1538}"/>
                    </a:ext>
                  </a:extLst>
                </p14:cNvPr>
                <p14:cNvContentPartPr/>
                <p14:nvPr/>
              </p14:nvContentPartPr>
              <p14:xfrm>
                <a:off x="9955183" y="4978491"/>
                <a:ext cx="64800" cy="15840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7686C9BF-93AB-E2AA-B5D9-DA535C6B1538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9937183" y="4960851"/>
                  <a:ext cx="1004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530698B8-46E2-D8FB-1ADD-0DBE023A3164}"/>
                    </a:ext>
                  </a:extLst>
                </p14:cNvPr>
                <p14:cNvContentPartPr/>
                <p14:nvPr/>
              </p14:nvContentPartPr>
              <p14:xfrm>
                <a:off x="10165423" y="4974891"/>
                <a:ext cx="214560" cy="110880"/>
              </p14:xfrm>
            </p:contentPart>
          </mc:Choice>
          <mc:Fallback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530698B8-46E2-D8FB-1ADD-0DBE023A3164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0147783" y="4956891"/>
                  <a:ext cx="2502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84018615-2B59-91ED-A9AF-072605C59D30}"/>
                    </a:ext>
                  </a:extLst>
                </p14:cNvPr>
                <p14:cNvContentPartPr/>
                <p14:nvPr/>
              </p14:nvContentPartPr>
              <p14:xfrm>
                <a:off x="10462423" y="4819011"/>
                <a:ext cx="102600" cy="24840"/>
              </p14:xfrm>
            </p:contentPart>
          </mc:Choice>
          <mc:Fallback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84018615-2B59-91ED-A9AF-072605C59D30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0444783" y="4801371"/>
                  <a:ext cx="1382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325AFEFE-A2AC-0395-64C6-E280DD05CD4D}"/>
                    </a:ext>
                  </a:extLst>
                </p14:cNvPr>
                <p14:cNvContentPartPr/>
                <p14:nvPr/>
              </p14:nvContentPartPr>
              <p14:xfrm>
                <a:off x="10699663" y="4761771"/>
                <a:ext cx="8280" cy="104760"/>
              </p14:xfrm>
            </p:contentPart>
          </mc:Choice>
          <mc:Fallback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325AFEFE-A2AC-0395-64C6-E280DD05CD4D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0681663" y="4744131"/>
                  <a:ext cx="439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3C60EB4C-F70F-279C-F1D3-A4982B9A808B}"/>
                    </a:ext>
                  </a:extLst>
                </p14:cNvPr>
                <p14:cNvContentPartPr/>
                <p14:nvPr/>
              </p14:nvContentPartPr>
              <p14:xfrm>
                <a:off x="10823863" y="4800291"/>
                <a:ext cx="29880" cy="26748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3C60EB4C-F70F-279C-F1D3-A4982B9A808B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10805863" y="4782651"/>
                  <a:ext cx="6552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B7E73AF3-784B-9086-DA50-9AEAE261C9E8}"/>
                    </a:ext>
                  </a:extLst>
                </p14:cNvPr>
                <p14:cNvContentPartPr/>
                <p14:nvPr/>
              </p14:nvContentPartPr>
              <p14:xfrm>
                <a:off x="10842223" y="4781571"/>
                <a:ext cx="199800" cy="160920"/>
              </p14:xfrm>
            </p:contentPart>
          </mc:Choice>
          <mc:Fallback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B7E73AF3-784B-9086-DA50-9AEAE261C9E8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0824223" y="4763931"/>
                  <a:ext cx="2354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3C25152A-2EB9-04C8-5B09-7D1AF3B3F1DC}"/>
                    </a:ext>
                  </a:extLst>
                </p14:cNvPr>
                <p14:cNvContentPartPr/>
                <p14:nvPr/>
              </p14:nvContentPartPr>
              <p14:xfrm>
                <a:off x="11140663" y="4780131"/>
                <a:ext cx="60120" cy="16920"/>
              </p14:xfrm>
            </p:contentPart>
          </mc:Choice>
          <mc:Fallback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3C25152A-2EB9-04C8-5B09-7D1AF3B3F1DC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1123023" y="4762491"/>
                  <a:ext cx="957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4C7CEB9C-DA1E-8E56-E9BF-DC10DE255356}"/>
                    </a:ext>
                  </a:extLst>
                </p14:cNvPr>
                <p14:cNvContentPartPr/>
                <p14:nvPr/>
              </p14:nvContentPartPr>
              <p14:xfrm>
                <a:off x="11300863" y="4699131"/>
                <a:ext cx="14760" cy="113760"/>
              </p14:xfrm>
            </p:contentPart>
          </mc:Choice>
          <mc:Fallback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4C7CEB9C-DA1E-8E56-E9BF-DC10DE255356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1283223" y="4681131"/>
                  <a:ext cx="504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C3D354EF-8D02-8B6B-EB1D-F907B305255F}"/>
                    </a:ext>
                  </a:extLst>
                </p14:cNvPr>
                <p14:cNvContentPartPr/>
                <p14:nvPr/>
              </p14:nvContentPartPr>
              <p14:xfrm>
                <a:off x="9449023" y="4483131"/>
                <a:ext cx="1760760" cy="203400"/>
              </p14:xfrm>
            </p:contentPart>
          </mc:Choice>
          <mc:Fallback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C3D354EF-8D02-8B6B-EB1D-F907B305255F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9431383" y="4465491"/>
                  <a:ext cx="17964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EC19497B-D68A-985E-B1E8-56609016D801}"/>
                    </a:ext>
                  </a:extLst>
                </p14:cNvPr>
                <p14:cNvContentPartPr/>
                <p14:nvPr/>
              </p14:nvContentPartPr>
              <p14:xfrm>
                <a:off x="8480263" y="4492491"/>
                <a:ext cx="3228840" cy="1184400"/>
              </p14:xfrm>
            </p:contentPart>
          </mc:Choice>
          <mc:Fallback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EC19497B-D68A-985E-B1E8-56609016D801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8462263" y="4474851"/>
                  <a:ext cx="3264480" cy="12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57407C27-366C-450C-7819-3444C59AB1F1}"/>
                    </a:ext>
                  </a:extLst>
                </p14:cNvPr>
                <p14:cNvContentPartPr/>
                <p14:nvPr/>
              </p14:nvContentPartPr>
              <p14:xfrm>
                <a:off x="938983" y="4834131"/>
                <a:ext cx="57960" cy="1119960"/>
              </p14:xfrm>
            </p:contentPart>
          </mc:Choice>
          <mc:Fallback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57407C27-366C-450C-7819-3444C59AB1F1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920983" y="4816131"/>
                  <a:ext cx="93600" cy="11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DAF862C4-0D80-6F91-27BD-50E2C8CABF8F}"/>
                    </a:ext>
                  </a:extLst>
                </p14:cNvPr>
                <p14:cNvContentPartPr/>
                <p14:nvPr/>
              </p14:nvContentPartPr>
              <p14:xfrm>
                <a:off x="934303" y="5645931"/>
                <a:ext cx="7670880" cy="312480"/>
              </p14:xfrm>
            </p:contentPart>
          </mc:Choice>
          <mc:Fallback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DAF862C4-0D80-6F91-27BD-50E2C8CABF8F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916303" y="5627931"/>
                  <a:ext cx="7706520" cy="34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2" name="Group 401">
            <a:extLst>
              <a:ext uri="{FF2B5EF4-FFF2-40B4-BE49-F238E27FC236}">
                <a16:creationId xmlns:a16="http://schemas.microsoft.com/office/drawing/2014/main" id="{663D5916-907D-120B-B08E-A848E26E13E1}"/>
              </a:ext>
            </a:extLst>
          </p:cNvPr>
          <p:cNvGrpSpPr/>
          <p:nvPr/>
        </p:nvGrpSpPr>
        <p:grpSpPr>
          <a:xfrm>
            <a:off x="4993303" y="2631291"/>
            <a:ext cx="472680" cy="434160"/>
            <a:chOff x="4993303" y="2631291"/>
            <a:chExt cx="472680" cy="43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1CBFDDD6-3641-C7B5-022E-112807D9B7B0}"/>
                    </a:ext>
                  </a:extLst>
                </p14:cNvPr>
                <p14:cNvContentPartPr/>
                <p14:nvPr/>
              </p14:nvContentPartPr>
              <p14:xfrm>
                <a:off x="5159983" y="2797971"/>
                <a:ext cx="169200" cy="167760"/>
              </p14:xfrm>
            </p:contentPart>
          </mc:Choice>
          <mc:Fallback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1CBFDDD6-3641-C7B5-022E-112807D9B7B0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5141983" y="2779971"/>
                  <a:ext cx="20484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D0CB4E85-72F8-4E9A-01A0-DAD8AE005BF6}"/>
                    </a:ext>
                  </a:extLst>
                </p14:cNvPr>
                <p14:cNvContentPartPr/>
                <p14:nvPr/>
              </p14:nvContentPartPr>
              <p14:xfrm>
                <a:off x="4993303" y="2631291"/>
                <a:ext cx="472680" cy="434160"/>
              </p14:xfrm>
            </p:contentPart>
          </mc:Choice>
          <mc:Fallback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D0CB4E85-72F8-4E9A-01A0-DAD8AE005BF6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4975663" y="2613291"/>
                  <a:ext cx="508320" cy="46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5" name="Group 404">
            <a:extLst>
              <a:ext uri="{FF2B5EF4-FFF2-40B4-BE49-F238E27FC236}">
                <a16:creationId xmlns:a16="http://schemas.microsoft.com/office/drawing/2014/main" id="{239E81E5-A695-A7B1-F0BC-B7D15AED4669}"/>
              </a:ext>
            </a:extLst>
          </p:cNvPr>
          <p:cNvGrpSpPr/>
          <p:nvPr/>
        </p:nvGrpSpPr>
        <p:grpSpPr>
          <a:xfrm>
            <a:off x="3388063" y="2621211"/>
            <a:ext cx="374040" cy="531000"/>
            <a:chOff x="3388063" y="2621211"/>
            <a:chExt cx="374040" cy="53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370B26C0-77F6-493D-6F37-34B75F5A0046}"/>
                    </a:ext>
                  </a:extLst>
                </p14:cNvPr>
                <p14:cNvContentPartPr/>
                <p14:nvPr/>
              </p14:nvContentPartPr>
              <p14:xfrm>
                <a:off x="3508303" y="2818491"/>
                <a:ext cx="80640" cy="120600"/>
              </p14:xfrm>
            </p:contentPart>
          </mc:Choice>
          <mc:Fallback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370B26C0-77F6-493D-6F37-34B75F5A0046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3490663" y="2800851"/>
                  <a:ext cx="1162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A72F2B7C-29DB-487E-1DD3-0CD526286136}"/>
                    </a:ext>
                  </a:extLst>
                </p14:cNvPr>
                <p14:cNvContentPartPr/>
                <p14:nvPr/>
              </p14:nvContentPartPr>
              <p14:xfrm>
                <a:off x="3388063" y="2621211"/>
                <a:ext cx="374040" cy="531000"/>
              </p14:xfrm>
            </p:contentPart>
          </mc:Choice>
          <mc:Fallback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A72F2B7C-29DB-487E-1DD3-0CD526286136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3370423" y="2603211"/>
                  <a:ext cx="409680" cy="56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3" name="Group 412">
            <a:extLst>
              <a:ext uri="{FF2B5EF4-FFF2-40B4-BE49-F238E27FC236}">
                <a16:creationId xmlns:a16="http://schemas.microsoft.com/office/drawing/2014/main" id="{50C1461E-653C-175C-EF94-9788DD078121}"/>
              </a:ext>
            </a:extLst>
          </p:cNvPr>
          <p:cNvGrpSpPr/>
          <p:nvPr/>
        </p:nvGrpSpPr>
        <p:grpSpPr>
          <a:xfrm>
            <a:off x="3831943" y="2645331"/>
            <a:ext cx="3434400" cy="2098080"/>
            <a:chOff x="3831943" y="2645331"/>
            <a:chExt cx="3434400" cy="209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74A4B722-6073-A231-B1F5-451EEE879E40}"/>
                    </a:ext>
                  </a:extLst>
                </p14:cNvPr>
                <p14:cNvContentPartPr/>
                <p14:nvPr/>
              </p14:nvContentPartPr>
              <p14:xfrm>
                <a:off x="6919663" y="2844051"/>
                <a:ext cx="166680" cy="254160"/>
              </p14:xfrm>
            </p:contentPart>
          </mc:Choice>
          <mc:Fallback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74A4B722-6073-A231-B1F5-451EEE879E40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6902023" y="2826411"/>
                  <a:ext cx="20232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2D6BDCDF-5792-A138-115C-484D6A55CB47}"/>
                    </a:ext>
                  </a:extLst>
                </p14:cNvPr>
                <p14:cNvContentPartPr/>
                <p14:nvPr/>
              </p14:nvContentPartPr>
              <p14:xfrm>
                <a:off x="6767743" y="2645331"/>
                <a:ext cx="498600" cy="502200"/>
              </p14:xfrm>
            </p:contentPart>
          </mc:Choice>
          <mc:Fallback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2D6BDCDF-5792-A138-115C-484D6A55CB47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6749743" y="2627691"/>
                  <a:ext cx="534240" cy="53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7355ECA2-A522-3AAC-59B4-E42AE2CAF6BC}"/>
                    </a:ext>
                  </a:extLst>
                </p14:cNvPr>
                <p14:cNvContentPartPr/>
                <p14:nvPr/>
              </p14:nvContentPartPr>
              <p14:xfrm>
                <a:off x="3831943" y="3123771"/>
                <a:ext cx="3171960" cy="1619640"/>
              </p14:xfrm>
            </p:contentPart>
          </mc:Choice>
          <mc:Fallback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7355ECA2-A522-3AAC-59B4-E42AE2CAF6BC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3814303" y="3106131"/>
                  <a:ext cx="3207600" cy="165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2" name="Group 411">
            <a:extLst>
              <a:ext uri="{FF2B5EF4-FFF2-40B4-BE49-F238E27FC236}">
                <a16:creationId xmlns:a16="http://schemas.microsoft.com/office/drawing/2014/main" id="{796FE117-63A5-E93C-1F1B-9901AB48105B}"/>
              </a:ext>
            </a:extLst>
          </p:cNvPr>
          <p:cNvGrpSpPr/>
          <p:nvPr/>
        </p:nvGrpSpPr>
        <p:grpSpPr>
          <a:xfrm>
            <a:off x="1403743" y="5299251"/>
            <a:ext cx="1455480" cy="875520"/>
            <a:chOff x="1403743" y="5299251"/>
            <a:chExt cx="1455480" cy="87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6C9A5C73-4905-214C-9EB7-F2083858DF13}"/>
                    </a:ext>
                  </a:extLst>
                </p14:cNvPr>
                <p14:cNvContentPartPr/>
                <p14:nvPr/>
              </p14:nvContentPartPr>
              <p14:xfrm>
                <a:off x="1434703" y="5299251"/>
                <a:ext cx="1424520" cy="875520"/>
              </p14:xfrm>
            </p:contentPart>
          </mc:Choice>
          <mc:Fallback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6C9A5C73-4905-214C-9EB7-F2083858DF13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417063" y="5281611"/>
                  <a:ext cx="1460160" cy="91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4A4D3245-E589-257C-56FE-3D6A43EBDDA7}"/>
                    </a:ext>
                  </a:extLst>
                </p14:cNvPr>
                <p14:cNvContentPartPr/>
                <p14:nvPr/>
              </p14:nvContentPartPr>
              <p14:xfrm>
                <a:off x="1403743" y="5954091"/>
                <a:ext cx="178560" cy="215280"/>
              </p14:xfrm>
            </p:contentPart>
          </mc:Choice>
          <mc:Fallback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4A4D3245-E589-257C-56FE-3D6A43EBDDA7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386103" y="5936091"/>
                  <a:ext cx="214200" cy="25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3" name="Group 422">
            <a:extLst>
              <a:ext uri="{FF2B5EF4-FFF2-40B4-BE49-F238E27FC236}">
                <a16:creationId xmlns:a16="http://schemas.microsoft.com/office/drawing/2014/main" id="{441A7C01-5990-F092-A0E3-AF3E7DAA4EC5}"/>
              </a:ext>
            </a:extLst>
          </p:cNvPr>
          <p:cNvGrpSpPr/>
          <p:nvPr/>
        </p:nvGrpSpPr>
        <p:grpSpPr>
          <a:xfrm>
            <a:off x="2022943" y="6207891"/>
            <a:ext cx="1530360" cy="387720"/>
            <a:chOff x="2022943" y="6207891"/>
            <a:chExt cx="1530360" cy="38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01FDE402-28B2-7F31-9271-5D67BEC65A9A}"/>
                    </a:ext>
                  </a:extLst>
                </p14:cNvPr>
                <p14:cNvContentPartPr/>
                <p14:nvPr/>
              </p14:nvContentPartPr>
              <p14:xfrm>
                <a:off x="2022943" y="6256851"/>
                <a:ext cx="289440" cy="32400"/>
              </p14:xfrm>
            </p:contentPart>
          </mc:Choice>
          <mc:Fallback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01FDE402-28B2-7F31-9271-5D67BEC65A9A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2004943" y="6238851"/>
                  <a:ext cx="3250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72B54816-164B-24D4-85A6-FAB4B400E1DD}"/>
                    </a:ext>
                  </a:extLst>
                </p14:cNvPr>
                <p14:cNvContentPartPr/>
                <p14:nvPr/>
              </p14:nvContentPartPr>
              <p14:xfrm>
                <a:off x="2202943" y="6232371"/>
                <a:ext cx="20880" cy="333360"/>
              </p14:xfrm>
            </p:contentPart>
          </mc:Choice>
          <mc:Fallback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72B54816-164B-24D4-85A6-FAB4B400E1DD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2185303" y="6214371"/>
                  <a:ext cx="5652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C4AA74D8-B3E3-1257-A5AF-6EB2539C9487}"/>
                    </a:ext>
                  </a:extLst>
                </p14:cNvPr>
                <p14:cNvContentPartPr/>
                <p14:nvPr/>
              </p14:nvContentPartPr>
              <p14:xfrm>
                <a:off x="2359543" y="6455931"/>
                <a:ext cx="134640" cy="139680"/>
              </p14:xfrm>
            </p:contentPart>
          </mc:Choice>
          <mc:Fallback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C4AA74D8-B3E3-1257-A5AF-6EB2539C9487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2341543" y="6437931"/>
                  <a:ext cx="1702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AEB747F8-F5E7-75F6-F384-59ABE6D28270}"/>
                    </a:ext>
                  </a:extLst>
                </p14:cNvPr>
                <p14:cNvContentPartPr/>
                <p14:nvPr/>
              </p14:nvContentPartPr>
              <p14:xfrm>
                <a:off x="2553223" y="6474651"/>
                <a:ext cx="207360" cy="82800"/>
              </p14:xfrm>
            </p:contentPart>
          </mc:Choice>
          <mc:Fallback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AEB747F8-F5E7-75F6-F384-59ABE6D28270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2535223" y="6457011"/>
                  <a:ext cx="24300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61F4A894-866B-DE71-9F92-C191B783D020}"/>
                    </a:ext>
                  </a:extLst>
                </p14:cNvPr>
                <p14:cNvContentPartPr/>
                <p14:nvPr/>
              </p14:nvContentPartPr>
              <p14:xfrm>
                <a:off x="2817463" y="6449811"/>
                <a:ext cx="183960" cy="94680"/>
              </p14:xfrm>
            </p:contentPart>
          </mc:Choice>
          <mc:Fallback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61F4A894-866B-DE71-9F92-C191B783D020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2799823" y="6431811"/>
                  <a:ext cx="21960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2A514E9E-EFA1-6B01-E892-6F375FAE7A40}"/>
                    </a:ext>
                  </a:extLst>
                </p14:cNvPr>
                <p14:cNvContentPartPr/>
                <p14:nvPr/>
              </p14:nvContentPartPr>
              <p14:xfrm>
                <a:off x="3213463" y="6340011"/>
                <a:ext cx="66240" cy="16200"/>
              </p14:xfrm>
            </p:contentPart>
          </mc:Choice>
          <mc:Fallback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2A514E9E-EFA1-6B01-E892-6F375FAE7A40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3195463" y="6322371"/>
                  <a:ext cx="1018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041E3241-6D60-B75B-6713-D748CD8883EB}"/>
                    </a:ext>
                  </a:extLst>
                </p14:cNvPr>
                <p14:cNvContentPartPr/>
                <p14:nvPr/>
              </p14:nvContentPartPr>
              <p14:xfrm>
                <a:off x="3267823" y="6357651"/>
                <a:ext cx="58320" cy="50760"/>
              </p14:xfrm>
            </p:contentPart>
          </mc:Choice>
          <mc:Fallback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041E3241-6D60-B75B-6713-D748CD8883EB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3250183" y="6340011"/>
                  <a:ext cx="939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0BBBE23D-BBF9-0CCC-8E94-0CC5D6DF9346}"/>
                    </a:ext>
                  </a:extLst>
                </p14:cNvPr>
                <p14:cNvContentPartPr/>
                <p14:nvPr/>
              </p14:nvContentPartPr>
              <p14:xfrm>
                <a:off x="3296623" y="6207891"/>
                <a:ext cx="256680" cy="356040"/>
              </p14:xfrm>
            </p:contentPart>
          </mc:Choice>
          <mc:Fallback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0BBBE23D-BBF9-0CCC-8E94-0CC5D6DF9346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3278623" y="6189891"/>
                  <a:ext cx="292320" cy="39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8" name="Group 437">
            <a:extLst>
              <a:ext uri="{FF2B5EF4-FFF2-40B4-BE49-F238E27FC236}">
                <a16:creationId xmlns:a16="http://schemas.microsoft.com/office/drawing/2014/main" id="{DAD222DB-0309-1109-E25E-9E395F7A1CE1}"/>
              </a:ext>
            </a:extLst>
          </p:cNvPr>
          <p:cNvGrpSpPr/>
          <p:nvPr/>
        </p:nvGrpSpPr>
        <p:grpSpPr>
          <a:xfrm>
            <a:off x="4263943" y="6124011"/>
            <a:ext cx="2541960" cy="447840"/>
            <a:chOff x="4263943" y="6124011"/>
            <a:chExt cx="2541960" cy="44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82FAC3F7-55A8-7FAE-E9FF-331A8A09B340}"/>
                    </a:ext>
                  </a:extLst>
                </p14:cNvPr>
                <p14:cNvContentPartPr/>
                <p14:nvPr/>
              </p14:nvContentPartPr>
              <p14:xfrm>
                <a:off x="4263943" y="6156771"/>
                <a:ext cx="113760" cy="415080"/>
              </p14:xfrm>
            </p:contentPart>
          </mc:Choice>
          <mc:Fallback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82FAC3F7-55A8-7FAE-E9FF-331A8A09B340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4245943" y="6139131"/>
                  <a:ext cx="149400" cy="45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08E428C6-6DDB-6D76-CAA1-76E83D60E4F2}"/>
                    </a:ext>
                  </a:extLst>
                </p14:cNvPr>
                <p14:cNvContentPartPr/>
                <p14:nvPr/>
              </p14:nvContentPartPr>
              <p14:xfrm>
                <a:off x="4391743" y="6170811"/>
                <a:ext cx="177120" cy="299520"/>
              </p14:xfrm>
            </p:contentPart>
          </mc:Choice>
          <mc:Fallback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08E428C6-6DDB-6D76-CAA1-76E83D60E4F2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4374103" y="6152811"/>
                  <a:ext cx="21276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B334D188-87FB-6AA4-A242-72608D6DE14C}"/>
                    </a:ext>
                  </a:extLst>
                </p14:cNvPr>
                <p14:cNvContentPartPr/>
                <p14:nvPr/>
              </p14:nvContentPartPr>
              <p14:xfrm>
                <a:off x="4350343" y="6358011"/>
                <a:ext cx="165960" cy="77760"/>
              </p14:xfrm>
            </p:contentPart>
          </mc:Choice>
          <mc:Fallback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B334D188-87FB-6AA4-A242-72608D6DE14C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4332343" y="6340371"/>
                  <a:ext cx="2016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E8DCA8ED-5043-C3BE-229C-82A322901546}"/>
                    </a:ext>
                  </a:extLst>
                </p14:cNvPr>
                <p14:cNvContentPartPr/>
                <p14:nvPr/>
              </p14:nvContentPartPr>
              <p14:xfrm>
                <a:off x="4639423" y="6418491"/>
                <a:ext cx="140040" cy="132840"/>
              </p14:xfrm>
            </p:contentPart>
          </mc:Choice>
          <mc:Fallback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E8DCA8ED-5043-C3BE-229C-82A322901546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4621783" y="6400851"/>
                  <a:ext cx="1756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23EFD62F-50D0-6F0F-07CE-C49A7AD6A67A}"/>
                    </a:ext>
                  </a:extLst>
                </p14:cNvPr>
                <p14:cNvContentPartPr/>
                <p14:nvPr/>
              </p14:nvContentPartPr>
              <p14:xfrm>
                <a:off x="4806823" y="6437571"/>
                <a:ext cx="252720" cy="111600"/>
              </p14:xfrm>
            </p:contentPart>
          </mc:Choice>
          <mc:Fallback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23EFD62F-50D0-6F0F-07CE-C49A7AD6A67A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4789183" y="6419931"/>
                  <a:ext cx="2883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D27D597C-C512-D729-214B-0249FAA67A4F}"/>
                    </a:ext>
                  </a:extLst>
                </p14:cNvPr>
                <p14:cNvContentPartPr/>
                <p14:nvPr/>
              </p14:nvContentPartPr>
              <p14:xfrm>
                <a:off x="5147383" y="6395451"/>
                <a:ext cx="254160" cy="104760"/>
              </p14:xfrm>
            </p:contentPart>
          </mc:Choice>
          <mc:Fallback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D27D597C-C512-D729-214B-0249FAA67A4F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5129743" y="6377451"/>
                  <a:ext cx="2898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58A6C131-09A0-7606-3B2F-7D987BE96B48}"/>
                    </a:ext>
                  </a:extLst>
                </p14:cNvPr>
                <p14:cNvContentPartPr/>
                <p14:nvPr/>
              </p14:nvContentPartPr>
              <p14:xfrm>
                <a:off x="5531503" y="6247851"/>
                <a:ext cx="45720" cy="30960"/>
              </p14:xfrm>
            </p:contentPart>
          </mc:Choice>
          <mc:Fallback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58A6C131-09A0-7606-3B2F-7D987BE96B48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5513503" y="6229851"/>
                  <a:ext cx="813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D5166A45-2340-A53F-0BFA-CB27858EAE1B}"/>
                    </a:ext>
                  </a:extLst>
                </p14:cNvPr>
                <p14:cNvContentPartPr/>
                <p14:nvPr/>
              </p14:nvContentPartPr>
              <p14:xfrm>
                <a:off x="5585143" y="6289971"/>
                <a:ext cx="75240" cy="45720"/>
              </p14:xfrm>
            </p:contentPart>
          </mc:Choice>
          <mc:Fallback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D5166A45-2340-A53F-0BFA-CB27858EAE1B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5567143" y="6272331"/>
                  <a:ext cx="1108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478C12F2-7FDD-5503-3127-AECAC8F7F8E7}"/>
                    </a:ext>
                  </a:extLst>
                </p14:cNvPr>
                <p14:cNvContentPartPr/>
                <p14:nvPr/>
              </p14:nvContentPartPr>
              <p14:xfrm>
                <a:off x="5915263" y="6192051"/>
                <a:ext cx="11160" cy="26280"/>
              </p14:xfrm>
            </p:contentPart>
          </mc:Choice>
          <mc:Fallback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478C12F2-7FDD-5503-3127-AECAC8F7F8E7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5897263" y="6174411"/>
                  <a:ext cx="468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A651D4DE-4B45-D1D4-17DC-EC1847EF5A8B}"/>
                    </a:ext>
                  </a:extLst>
                </p14:cNvPr>
                <p14:cNvContentPartPr/>
                <p14:nvPr/>
              </p14:nvContentPartPr>
              <p14:xfrm>
                <a:off x="6070423" y="6124011"/>
                <a:ext cx="176400" cy="285120"/>
              </p14:xfrm>
            </p:contentPart>
          </mc:Choice>
          <mc:Fallback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A651D4DE-4B45-D1D4-17DC-EC1847EF5A8B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6052783" y="6106371"/>
                  <a:ext cx="21204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A921CF03-E764-8BB5-E74F-C914D5FE8002}"/>
                    </a:ext>
                  </a:extLst>
                </p14:cNvPr>
                <p14:cNvContentPartPr/>
                <p14:nvPr/>
              </p14:nvContentPartPr>
              <p14:xfrm>
                <a:off x="6373183" y="6144171"/>
                <a:ext cx="145440" cy="162720"/>
              </p14:xfrm>
            </p:contentPart>
          </mc:Choice>
          <mc:Fallback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A921CF03-E764-8BB5-E74F-C914D5FE8002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6355543" y="6126531"/>
                  <a:ext cx="1810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9DE7321F-429B-9664-59ED-689726FC378F}"/>
                    </a:ext>
                  </a:extLst>
                </p14:cNvPr>
                <p14:cNvContentPartPr/>
                <p14:nvPr/>
              </p14:nvContentPartPr>
              <p14:xfrm>
                <a:off x="6407383" y="6130851"/>
                <a:ext cx="134640" cy="232560"/>
              </p14:xfrm>
            </p:contentPart>
          </mc:Choice>
          <mc:Fallback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9DE7321F-429B-9664-59ED-689726FC378F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6389743" y="6113211"/>
                  <a:ext cx="17028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549D9722-1865-C68A-667D-0568C4269375}"/>
                    </a:ext>
                  </a:extLst>
                </p14:cNvPr>
                <p14:cNvContentPartPr/>
                <p14:nvPr/>
              </p14:nvContentPartPr>
              <p14:xfrm>
                <a:off x="6669463" y="6133011"/>
                <a:ext cx="136440" cy="194400"/>
              </p14:xfrm>
            </p:contentPart>
          </mc:Choice>
          <mc:Fallback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549D9722-1865-C68A-667D-0568C4269375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6651823" y="6115011"/>
                  <a:ext cx="172080" cy="23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4" name="Group 443">
            <a:extLst>
              <a:ext uri="{FF2B5EF4-FFF2-40B4-BE49-F238E27FC236}">
                <a16:creationId xmlns:a16="http://schemas.microsoft.com/office/drawing/2014/main" id="{78819325-E4E3-EA0F-C1D9-AE8A63DFBD40}"/>
              </a:ext>
            </a:extLst>
          </p:cNvPr>
          <p:cNvGrpSpPr/>
          <p:nvPr/>
        </p:nvGrpSpPr>
        <p:grpSpPr>
          <a:xfrm>
            <a:off x="7072663" y="6067851"/>
            <a:ext cx="871200" cy="314280"/>
            <a:chOff x="7072663" y="6067851"/>
            <a:chExt cx="871200" cy="31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2D9E3B47-6500-D3B2-07D8-213EB9C71485}"/>
                    </a:ext>
                  </a:extLst>
                </p14:cNvPr>
                <p14:cNvContentPartPr/>
                <p14:nvPr/>
              </p14:nvContentPartPr>
              <p14:xfrm>
                <a:off x="7072663" y="6200331"/>
                <a:ext cx="100440" cy="34200"/>
              </p14:xfrm>
            </p:contentPart>
          </mc:Choice>
          <mc:Fallback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2D9E3B47-6500-D3B2-07D8-213EB9C71485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7054663" y="6182331"/>
                  <a:ext cx="1360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9D5BFB1A-086A-3FAA-12C7-3E979D7B3144}"/>
                    </a:ext>
                  </a:extLst>
                </p14:cNvPr>
                <p14:cNvContentPartPr/>
                <p14:nvPr/>
              </p14:nvContentPartPr>
              <p14:xfrm>
                <a:off x="7156903" y="6275931"/>
                <a:ext cx="91800" cy="31320"/>
              </p14:xfrm>
            </p:contentPart>
          </mc:Choice>
          <mc:Fallback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9D5BFB1A-086A-3FAA-12C7-3E979D7B3144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7138903" y="6258291"/>
                  <a:ext cx="1274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9421B502-D09F-E914-A8CE-69CA0E006C1A}"/>
                    </a:ext>
                  </a:extLst>
                </p14:cNvPr>
                <p14:cNvContentPartPr/>
                <p14:nvPr/>
              </p14:nvContentPartPr>
              <p14:xfrm>
                <a:off x="7424023" y="6086931"/>
                <a:ext cx="78480" cy="295200"/>
              </p14:xfrm>
            </p:contentPart>
          </mc:Choice>
          <mc:Fallback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9421B502-D09F-E914-A8CE-69CA0E006C1A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7406023" y="6068931"/>
                  <a:ext cx="11412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75CF74CF-802A-DBB4-F667-DB4318052D24}"/>
                    </a:ext>
                  </a:extLst>
                </p14:cNvPr>
                <p14:cNvContentPartPr/>
                <p14:nvPr/>
              </p14:nvContentPartPr>
              <p14:xfrm>
                <a:off x="7609783" y="6171171"/>
                <a:ext cx="9720" cy="25560"/>
              </p14:xfrm>
            </p:contentPart>
          </mc:Choice>
          <mc:Fallback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75CF74CF-802A-DBB4-F667-DB4318052D24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7592143" y="6153531"/>
                  <a:ext cx="453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86A4FACD-E838-A682-C687-18828A761AB8}"/>
                    </a:ext>
                  </a:extLst>
                </p14:cNvPr>
                <p14:cNvContentPartPr/>
                <p14:nvPr/>
              </p14:nvContentPartPr>
              <p14:xfrm>
                <a:off x="7768903" y="6067851"/>
                <a:ext cx="174960" cy="268920"/>
              </p14:xfrm>
            </p:contentPart>
          </mc:Choice>
          <mc:Fallback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86A4FACD-E838-A682-C687-18828A761AB8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7750903" y="6050211"/>
                  <a:ext cx="210600" cy="30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1" name="Group 470">
            <a:extLst>
              <a:ext uri="{FF2B5EF4-FFF2-40B4-BE49-F238E27FC236}">
                <a16:creationId xmlns:a16="http://schemas.microsoft.com/office/drawing/2014/main" id="{23D356DD-F9D2-4818-72FD-AFDED1AD3594}"/>
              </a:ext>
            </a:extLst>
          </p:cNvPr>
          <p:cNvGrpSpPr/>
          <p:nvPr/>
        </p:nvGrpSpPr>
        <p:grpSpPr>
          <a:xfrm>
            <a:off x="8381623" y="5380046"/>
            <a:ext cx="3839760" cy="1299445"/>
            <a:chOff x="8381623" y="5380046"/>
            <a:chExt cx="3839760" cy="1299445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097B18EB-57E5-E41A-115D-D8DBB737C4B1}"/>
                    </a:ext>
                  </a:extLst>
                </p14:cNvPr>
                <p14:cNvContentPartPr/>
                <p14:nvPr/>
              </p14:nvContentPartPr>
              <p14:xfrm>
                <a:off x="8696623" y="5886771"/>
                <a:ext cx="60120" cy="400680"/>
              </p14:xfrm>
            </p:contentPart>
          </mc:Choice>
          <mc:Fallback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097B18EB-57E5-E41A-115D-D8DBB737C4B1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8678983" y="5868771"/>
                  <a:ext cx="95760" cy="43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49E6A7FD-03DB-D5E1-37A5-E34B294A04DC}"/>
                    </a:ext>
                  </a:extLst>
                </p14:cNvPr>
                <p14:cNvContentPartPr/>
                <p14:nvPr/>
              </p14:nvContentPartPr>
              <p14:xfrm>
                <a:off x="8694463" y="5940051"/>
                <a:ext cx="201960" cy="267480"/>
              </p14:xfrm>
            </p:contentPart>
          </mc:Choice>
          <mc:Fallback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49E6A7FD-03DB-D5E1-37A5-E34B294A04DC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8676823" y="5922411"/>
                  <a:ext cx="23760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E91E19F7-49FA-89A1-E24C-CEC0EE528E92}"/>
                    </a:ext>
                  </a:extLst>
                </p14:cNvPr>
                <p14:cNvContentPartPr/>
                <p14:nvPr/>
              </p14:nvContentPartPr>
              <p14:xfrm>
                <a:off x="8763223" y="6150651"/>
                <a:ext cx="63360" cy="37440"/>
              </p14:xfrm>
            </p:contentPart>
          </mc:Choice>
          <mc:Fallback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E91E19F7-49FA-89A1-E24C-CEC0EE528E92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8745583" y="6132651"/>
                  <a:ext cx="990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5D2B19C2-8969-FABA-5AE0-8F729FE04DE5}"/>
                    </a:ext>
                  </a:extLst>
                </p14:cNvPr>
                <p14:cNvContentPartPr/>
                <p14:nvPr/>
              </p14:nvContentPartPr>
              <p14:xfrm>
                <a:off x="8986063" y="6149211"/>
                <a:ext cx="113760" cy="165240"/>
              </p14:xfrm>
            </p:contentPart>
          </mc:Choice>
          <mc:Fallback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5D2B19C2-8969-FABA-5AE0-8F729FE04DE5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8968063" y="6131211"/>
                  <a:ext cx="1494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2E38A915-B8A7-9D29-36AB-B5F82359B133}"/>
                    </a:ext>
                  </a:extLst>
                </p14:cNvPr>
                <p14:cNvContentPartPr/>
                <p14:nvPr/>
              </p14:nvContentPartPr>
              <p14:xfrm>
                <a:off x="9175783" y="6160731"/>
                <a:ext cx="218160" cy="93240"/>
              </p14:xfrm>
            </p:contentPart>
          </mc:Choice>
          <mc:Fallback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2E38A915-B8A7-9D29-36AB-B5F82359B133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9158143" y="6142731"/>
                  <a:ext cx="2538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156155D3-966A-28C7-3480-A531ECB85156}"/>
                    </a:ext>
                  </a:extLst>
                </p14:cNvPr>
                <p14:cNvContentPartPr/>
                <p14:nvPr/>
              </p14:nvContentPartPr>
              <p14:xfrm>
                <a:off x="9478543" y="6129771"/>
                <a:ext cx="134640" cy="83520"/>
              </p14:xfrm>
            </p:contentPart>
          </mc:Choice>
          <mc:Fallback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156155D3-966A-28C7-3480-A531ECB85156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9460903" y="6112131"/>
                  <a:ext cx="1702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9D5C6BEE-FE01-C617-0CA4-418F562F5F1A}"/>
                    </a:ext>
                  </a:extLst>
                </p14:cNvPr>
                <p14:cNvContentPartPr/>
                <p14:nvPr/>
              </p14:nvContentPartPr>
              <p14:xfrm>
                <a:off x="9624343" y="6133011"/>
                <a:ext cx="85320" cy="94320"/>
              </p14:xfrm>
            </p:contentPart>
          </mc:Choice>
          <mc:Fallback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9D5C6BEE-FE01-C617-0CA4-418F562F5F1A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9606703" y="6115011"/>
                  <a:ext cx="1209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EEE03473-E344-C0EC-5865-C9E7DF1A1F2F}"/>
                    </a:ext>
                  </a:extLst>
                </p14:cNvPr>
                <p14:cNvContentPartPr/>
                <p14:nvPr/>
              </p14:nvContentPartPr>
              <p14:xfrm>
                <a:off x="9810823" y="5963451"/>
                <a:ext cx="95400" cy="47880"/>
              </p14:xfrm>
            </p:contentPart>
          </mc:Choice>
          <mc:Fallback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EEE03473-E344-C0EC-5865-C9E7DF1A1F2F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9792823" y="5945811"/>
                  <a:ext cx="1310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C10EE3E1-1CC0-FE93-B9B6-15B3CE66F974}"/>
                    </a:ext>
                  </a:extLst>
                </p14:cNvPr>
                <p14:cNvContentPartPr/>
                <p14:nvPr/>
              </p14:nvContentPartPr>
              <p14:xfrm>
                <a:off x="9851503" y="6044811"/>
                <a:ext cx="82080" cy="13680"/>
              </p14:xfrm>
            </p:contentPart>
          </mc:Choice>
          <mc:Fallback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C10EE3E1-1CC0-FE93-B9B6-15B3CE66F974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9833503" y="6026811"/>
                  <a:ext cx="1177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5CAB2C5B-FBC8-4575-A8C5-76A2721364DC}"/>
                    </a:ext>
                  </a:extLst>
                </p14:cNvPr>
                <p14:cNvContentPartPr/>
                <p14:nvPr/>
              </p14:nvContentPartPr>
              <p14:xfrm>
                <a:off x="10054903" y="5855091"/>
                <a:ext cx="139320" cy="48240"/>
              </p14:xfrm>
            </p:contentPart>
          </mc:Choice>
          <mc:Fallback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5CAB2C5B-FBC8-4575-A8C5-76A2721364DC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10037263" y="5837091"/>
                  <a:ext cx="1749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1E9CBBE8-2A27-8B19-4EDF-CBBF59849188}"/>
                    </a:ext>
                  </a:extLst>
                </p14:cNvPr>
                <p14:cNvContentPartPr/>
                <p14:nvPr/>
              </p14:nvContentPartPr>
              <p14:xfrm>
                <a:off x="10307983" y="5630811"/>
                <a:ext cx="56160" cy="373320"/>
              </p14:xfrm>
            </p:contentPart>
          </mc:Choice>
          <mc:Fallback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1E9CBBE8-2A27-8B19-4EDF-CBBF59849188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10290343" y="5613171"/>
                  <a:ext cx="9180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FC3D0315-6517-AB68-BC31-801E07520582}"/>
                    </a:ext>
                  </a:extLst>
                </p14:cNvPr>
                <p14:cNvContentPartPr/>
                <p14:nvPr/>
              </p14:nvContentPartPr>
              <p14:xfrm>
                <a:off x="10478623" y="5794611"/>
                <a:ext cx="118800" cy="166320"/>
              </p14:xfrm>
            </p:contentPart>
          </mc:Choice>
          <mc:Fallback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FC3D0315-6517-AB68-BC31-801E07520582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10460623" y="5776971"/>
                  <a:ext cx="1544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72CBA54A-0091-F217-C3E4-5B91649F9B19}"/>
                    </a:ext>
                  </a:extLst>
                </p14:cNvPr>
                <p14:cNvContentPartPr/>
                <p14:nvPr/>
              </p14:nvContentPartPr>
              <p14:xfrm>
                <a:off x="10643503" y="5847891"/>
                <a:ext cx="110520" cy="304200"/>
              </p14:xfrm>
            </p:contentPart>
          </mc:Choice>
          <mc:Fallback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72CBA54A-0091-F217-C3E4-5B91649F9B19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10625863" y="5829891"/>
                  <a:ext cx="14616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77BC7F4A-1BFD-D04A-FB63-170C5AA67357}"/>
                    </a:ext>
                  </a:extLst>
                </p14:cNvPr>
                <p14:cNvContentPartPr/>
                <p14:nvPr/>
              </p14:nvContentPartPr>
              <p14:xfrm>
                <a:off x="10889743" y="6009891"/>
                <a:ext cx="11520" cy="135000"/>
              </p14:xfrm>
            </p:contentPart>
          </mc:Choice>
          <mc:Fallback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77BC7F4A-1BFD-D04A-FB63-170C5AA67357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10871743" y="5992251"/>
                  <a:ext cx="471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D0DBCC09-CDD6-A097-F526-B394C1859CCB}"/>
                    </a:ext>
                  </a:extLst>
                </p14:cNvPr>
                <p14:cNvContentPartPr/>
                <p14:nvPr/>
              </p14:nvContentPartPr>
              <p14:xfrm>
                <a:off x="11002783" y="6019611"/>
                <a:ext cx="101880" cy="139680"/>
              </p14:xfrm>
            </p:contentPart>
          </mc:Choice>
          <mc:Fallback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D0DBCC09-CDD6-A097-F526-B394C1859CCB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10984783" y="6001971"/>
                  <a:ext cx="1375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28860337-8866-7652-C342-BB13785C3F17}"/>
                    </a:ext>
                  </a:extLst>
                </p14:cNvPr>
                <p14:cNvContentPartPr/>
                <p14:nvPr/>
              </p14:nvContentPartPr>
              <p14:xfrm>
                <a:off x="11164063" y="5583651"/>
                <a:ext cx="205560" cy="451440"/>
              </p14:xfrm>
            </p:contentPart>
          </mc:Choice>
          <mc:Fallback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28860337-8866-7652-C342-BB13785C3F17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11146063" y="5565651"/>
                  <a:ext cx="24120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DCFB04C5-EC10-4ADC-4BD7-5F520D93ACF5}"/>
                    </a:ext>
                  </a:extLst>
                </p14:cNvPr>
                <p14:cNvContentPartPr/>
                <p14:nvPr/>
              </p14:nvContentPartPr>
              <p14:xfrm>
                <a:off x="11381503" y="5649531"/>
                <a:ext cx="250200" cy="46800"/>
              </p14:xfrm>
            </p:contentPart>
          </mc:Choice>
          <mc:Fallback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DCFB04C5-EC10-4ADC-4BD7-5F520D93ACF5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11363503" y="5631531"/>
                  <a:ext cx="2858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D096E1F4-1C65-3B34-346E-ACF2E489293E}"/>
                    </a:ext>
                  </a:extLst>
                </p14:cNvPr>
                <p14:cNvContentPartPr/>
                <p14:nvPr/>
              </p14:nvContentPartPr>
              <p14:xfrm>
                <a:off x="11507863" y="5687331"/>
                <a:ext cx="18720" cy="210600"/>
              </p14:xfrm>
            </p:contentPart>
          </mc:Choice>
          <mc:Fallback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D096E1F4-1C65-3B34-346E-ACF2E489293E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11490223" y="5669331"/>
                  <a:ext cx="5436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EDBB43C0-7DC5-8642-3912-1EF3EF08C4DF}"/>
                    </a:ext>
                  </a:extLst>
                </p14:cNvPr>
                <p14:cNvContentPartPr/>
                <p14:nvPr/>
              </p14:nvContentPartPr>
              <p14:xfrm>
                <a:off x="11648983" y="5845731"/>
                <a:ext cx="88200" cy="119880"/>
              </p14:xfrm>
            </p:contentPart>
          </mc:Choice>
          <mc:Fallback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EDBB43C0-7DC5-8642-3912-1EF3EF08C4DF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11631343" y="5828091"/>
                  <a:ext cx="12384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DD44505B-ACE8-ECA1-AAA1-B8F52F2B04D4}"/>
                    </a:ext>
                  </a:extLst>
                </p14:cNvPr>
                <p14:cNvContentPartPr/>
                <p14:nvPr/>
              </p14:nvContentPartPr>
              <p14:xfrm>
                <a:off x="11766343" y="5842131"/>
                <a:ext cx="232920" cy="93240"/>
              </p14:xfrm>
            </p:contentPart>
          </mc:Choice>
          <mc:Fallback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DD44505B-ACE8-ECA1-AAA1-B8F52F2B04D4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11748343" y="5824491"/>
                  <a:ext cx="2685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0A690474-400D-BFEB-BF67-C478310A20C7}"/>
                    </a:ext>
                  </a:extLst>
                </p14:cNvPr>
                <p14:cNvContentPartPr/>
                <p14:nvPr/>
              </p14:nvContentPartPr>
              <p14:xfrm>
                <a:off x="12033463" y="5831331"/>
                <a:ext cx="104040" cy="68040"/>
              </p14:xfrm>
            </p:contentPart>
          </mc:Choice>
          <mc:Fallback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0A690474-400D-BFEB-BF67-C478310A20C7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12015463" y="5813331"/>
                  <a:ext cx="1396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A77E498F-7B33-8C8C-D33E-290F0C97673F}"/>
                    </a:ext>
                  </a:extLst>
                </p14:cNvPr>
                <p14:cNvContentPartPr/>
                <p14:nvPr/>
              </p14:nvContentPartPr>
              <p14:xfrm>
                <a:off x="8549383" y="5515611"/>
                <a:ext cx="3672000" cy="1163880"/>
              </p14:xfrm>
            </p:contentPart>
          </mc:Choice>
          <mc:Fallback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A77E498F-7B33-8C8C-D33E-290F0C97673F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8531383" y="5497971"/>
                  <a:ext cx="3707640" cy="11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845E445A-CB45-7E87-3522-43B7A5FF2E73}"/>
                    </a:ext>
                  </a:extLst>
                </p14:cNvPr>
                <p14:cNvContentPartPr/>
                <p14:nvPr/>
              </p14:nvContentPartPr>
              <p14:xfrm>
                <a:off x="8381623" y="5891246"/>
                <a:ext cx="101880" cy="627480"/>
              </p14:xfrm>
            </p:contentPart>
          </mc:Choice>
          <mc:Fallback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845E445A-CB45-7E87-3522-43B7A5FF2E73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8363623" y="5873606"/>
                  <a:ext cx="137520" cy="66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A6511F5E-0DC1-A5E0-14A5-EEA93A0C3526}"/>
                    </a:ext>
                  </a:extLst>
                </p14:cNvPr>
                <p14:cNvContentPartPr/>
                <p14:nvPr/>
              </p14:nvContentPartPr>
              <p14:xfrm>
                <a:off x="8435623" y="5380046"/>
                <a:ext cx="3655800" cy="543240"/>
              </p14:xfrm>
            </p:contentPart>
          </mc:Choice>
          <mc:Fallback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A6511F5E-0DC1-A5E0-14A5-EEA93A0C3526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8417623" y="5362406"/>
                  <a:ext cx="3691440" cy="578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696398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6BA79-5143-B917-E4EA-67FF6B81B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DFE3D-0592-DE2C-72C3-770E96A71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F38311-C718-6694-7184-045D15121A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15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197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66319-311E-159D-596A-68BBF6A69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C5717-3B46-E222-65BB-F50ADE9B4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F7D3C709-3D5F-A3FB-33C0-778E50BDB1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3750" y="868042"/>
            <a:ext cx="6890279" cy="1031877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B9921BE0-6CD2-4E57-B9A4-C54A078DC0CA}"/>
              </a:ext>
            </a:extLst>
          </p:cNvPr>
          <p:cNvGrpSpPr/>
          <p:nvPr/>
        </p:nvGrpSpPr>
        <p:grpSpPr>
          <a:xfrm>
            <a:off x="736663" y="2215131"/>
            <a:ext cx="1873440" cy="288000"/>
            <a:chOff x="736663" y="2215131"/>
            <a:chExt cx="1873440" cy="28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61DD522-E77A-6229-AA7A-7860135DBB84}"/>
                    </a:ext>
                  </a:extLst>
                </p14:cNvPr>
                <p14:cNvContentPartPr/>
                <p14:nvPr/>
              </p14:nvContentPartPr>
              <p14:xfrm>
                <a:off x="736663" y="2215131"/>
                <a:ext cx="216720" cy="2487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61DD522-E77A-6229-AA7A-7860135DBB8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18663" y="2197491"/>
                  <a:ext cx="25236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F77828D-1BBF-C3D2-AB13-42BC7D8B5420}"/>
                    </a:ext>
                  </a:extLst>
                </p14:cNvPr>
                <p14:cNvContentPartPr/>
                <p14:nvPr/>
              </p14:nvContentPartPr>
              <p14:xfrm>
                <a:off x="738463" y="2308011"/>
                <a:ext cx="124200" cy="1951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F77828D-1BBF-C3D2-AB13-42BC7D8B542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20823" y="2290011"/>
                  <a:ext cx="15984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64BB41A-127F-E392-3E5A-8DBA7C01D7D5}"/>
                    </a:ext>
                  </a:extLst>
                </p14:cNvPr>
                <p14:cNvContentPartPr/>
                <p14:nvPr/>
              </p14:nvContentPartPr>
              <p14:xfrm>
                <a:off x="1056343" y="2293611"/>
                <a:ext cx="60120" cy="169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64BB41A-127F-E392-3E5A-8DBA7C01D7D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38343" y="2275611"/>
                  <a:ext cx="957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0394D75-9C76-C981-FFA6-EC9C3AEA490C}"/>
                    </a:ext>
                  </a:extLst>
                </p14:cNvPr>
                <p14:cNvContentPartPr/>
                <p14:nvPr/>
              </p14:nvContentPartPr>
              <p14:xfrm>
                <a:off x="1111063" y="2368131"/>
                <a:ext cx="59760" cy="108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0394D75-9C76-C981-FFA6-EC9C3AEA490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93063" y="2350491"/>
                  <a:ext cx="954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F895285-6C02-31DF-7D02-99DAA3C566C4}"/>
                    </a:ext>
                  </a:extLst>
                </p14:cNvPr>
                <p14:cNvContentPartPr/>
                <p14:nvPr/>
              </p14:nvContentPartPr>
              <p14:xfrm>
                <a:off x="1298983" y="2219091"/>
                <a:ext cx="160920" cy="1998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F895285-6C02-31DF-7D02-99DAA3C566C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281343" y="2201451"/>
                  <a:ext cx="1965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033C535-2D75-F9B2-2221-AF6447216FD6}"/>
                    </a:ext>
                  </a:extLst>
                </p14:cNvPr>
                <p14:cNvContentPartPr/>
                <p14:nvPr/>
              </p14:nvContentPartPr>
              <p14:xfrm>
                <a:off x="1587343" y="2237091"/>
                <a:ext cx="140760" cy="18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033C535-2D75-F9B2-2221-AF6447216FD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569343" y="2219091"/>
                  <a:ext cx="1764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BFB74AA-3A14-B129-0166-4F8281BD4660}"/>
                    </a:ext>
                  </a:extLst>
                </p14:cNvPr>
                <p14:cNvContentPartPr/>
                <p14:nvPr/>
              </p14:nvContentPartPr>
              <p14:xfrm>
                <a:off x="1547383" y="2247531"/>
                <a:ext cx="128520" cy="201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BFB74AA-3A14-B129-0166-4F8281BD466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529743" y="2229531"/>
                  <a:ext cx="1641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08DD9A2-F895-C0AB-1880-4C0E9455192F}"/>
                    </a:ext>
                  </a:extLst>
                </p14:cNvPr>
                <p14:cNvContentPartPr/>
                <p14:nvPr/>
              </p14:nvContentPartPr>
              <p14:xfrm>
                <a:off x="1823143" y="2226291"/>
                <a:ext cx="123840" cy="1238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08DD9A2-F895-C0AB-1880-4C0E9455192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805143" y="2208651"/>
                  <a:ext cx="1594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BADEA8C-2227-1967-FF04-215A741EFB14}"/>
                    </a:ext>
                  </a:extLst>
                </p14:cNvPr>
                <p14:cNvContentPartPr/>
                <p14:nvPr/>
              </p14:nvContentPartPr>
              <p14:xfrm>
                <a:off x="1944463" y="2269131"/>
                <a:ext cx="44280" cy="2120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BADEA8C-2227-1967-FF04-215A741EFB1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926823" y="2251131"/>
                  <a:ext cx="7992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DB159A4-E9D4-67E8-9421-676A0EB46843}"/>
                    </a:ext>
                  </a:extLst>
                </p14:cNvPr>
                <p14:cNvContentPartPr/>
                <p14:nvPr/>
              </p14:nvContentPartPr>
              <p14:xfrm>
                <a:off x="2110423" y="2347251"/>
                <a:ext cx="176040" cy="820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DB159A4-E9D4-67E8-9421-676A0EB4684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092423" y="2329611"/>
                  <a:ext cx="2116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2758EF6-6E3D-DD55-DC7D-7BA47F6004C7}"/>
                    </a:ext>
                  </a:extLst>
                </p14:cNvPr>
                <p14:cNvContentPartPr/>
                <p14:nvPr/>
              </p14:nvContentPartPr>
              <p14:xfrm>
                <a:off x="2338663" y="2296851"/>
                <a:ext cx="271440" cy="1008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2758EF6-6E3D-DD55-DC7D-7BA47F6004C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321023" y="2278851"/>
                  <a:ext cx="307080" cy="13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3DB87C5F-2073-E6B5-6554-642BD729B6C9}"/>
              </a:ext>
            </a:extLst>
          </p:cNvPr>
          <p:cNvGrpSpPr/>
          <p:nvPr/>
        </p:nvGrpSpPr>
        <p:grpSpPr>
          <a:xfrm>
            <a:off x="3343063" y="2105691"/>
            <a:ext cx="812520" cy="517320"/>
            <a:chOff x="3343063" y="2105691"/>
            <a:chExt cx="812520" cy="51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2E89A92-988A-4D48-8E2A-3BB117596FB0}"/>
                    </a:ext>
                  </a:extLst>
                </p14:cNvPr>
                <p14:cNvContentPartPr/>
                <p14:nvPr/>
              </p14:nvContentPartPr>
              <p14:xfrm>
                <a:off x="3440623" y="2107491"/>
                <a:ext cx="77040" cy="245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2E89A92-988A-4D48-8E2A-3BB117596FB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422623" y="2089851"/>
                  <a:ext cx="11268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176A2B0-5CD0-D47B-BDD2-AD6C2DE07719}"/>
                    </a:ext>
                  </a:extLst>
                </p14:cNvPr>
                <p14:cNvContentPartPr/>
                <p14:nvPr/>
              </p14:nvContentPartPr>
              <p14:xfrm>
                <a:off x="3343063" y="2105691"/>
                <a:ext cx="148680" cy="42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176A2B0-5CD0-D47B-BDD2-AD6C2DE0771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325063" y="2088051"/>
                  <a:ext cx="1843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B6A1B7A-C9FC-1068-D56C-5301A2496589}"/>
                    </a:ext>
                  </a:extLst>
                </p14:cNvPr>
                <p14:cNvContentPartPr/>
                <p14:nvPr/>
              </p14:nvContentPartPr>
              <p14:xfrm>
                <a:off x="3493183" y="2337171"/>
                <a:ext cx="65880" cy="32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B6A1B7A-C9FC-1068-D56C-5301A249658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475183" y="2319531"/>
                  <a:ext cx="1015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D2E9D4A-FDE0-6B19-F65F-C23606D2A433}"/>
                    </a:ext>
                  </a:extLst>
                </p14:cNvPr>
                <p14:cNvContentPartPr/>
                <p14:nvPr/>
              </p14:nvContentPartPr>
              <p14:xfrm>
                <a:off x="3704503" y="2248611"/>
                <a:ext cx="63000" cy="1965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D2E9D4A-FDE0-6B19-F65F-C23606D2A43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686503" y="2230611"/>
                  <a:ext cx="986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45DE792-E5F3-4B8F-CB75-C3C44EE13601}"/>
                    </a:ext>
                  </a:extLst>
                </p14:cNvPr>
                <p14:cNvContentPartPr/>
                <p14:nvPr/>
              </p14:nvContentPartPr>
              <p14:xfrm>
                <a:off x="3701983" y="2335011"/>
                <a:ext cx="100440" cy="439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45DE792-E5F3-4B8F-CB75-C3C44EE1360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683983" y="2317371"/>
                  <a:ext cx="1360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49B0E1B-71A1-3488-C5F9-55E632A3AD04}"/>
                    </a:ext>
                  </a:extLst>
                </p14:cNvPr>
                <p14:cNvContentPartPr/>
                <p14:nvPr/>
              </p14:nvContentPartPr>
              <p14:xfrm>
                <a:off x="3866503" y="2266971"/>
                <a:ext cx="88200" cy="1296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49B0E1B-71A1-3488-C5F9-55E632A3AD0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848863" y="2249331"/>
                  <a:ext cx="1238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A1FFA0D-0815-CB3B-A2E5-5782E4338D59}"/>
                    </a:ext>
                  </a:extLst>
                </p14:cNvPr>
                <p14:cNvContentPartPr/>
                <p14:nvPr/>
              </p14:nvContentPartPr>
              <p14:xfrm>
                <a:off x="3430903" y="2493411"/>
                <a:ext cx="724680" cy="1296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A1FFA0D-0815-CB3B-A2E5-5782E4338D5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413263" y="2475411"/>
                  <a:ext cx="760320" cy="16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772BF2F2-A110-3DDC-6EC5-3DDA2D6DCD34}"/>
              </a:ext>
            </a:extLst>
          </p:cNvPr>
          <p:cNvGrpSpPr/>
          <p:nvPr/>
        </p:nvGrpSpPr>
        <p:grpSpPr>
          <a:xfrm>
            <a:off x="3680023" y="2719131"/>
            <a:ext cx="478440" cy="327240"/>
            <a:chOff x="3680023" y="2719131"/>
            <a:chExt cx="478440" cy="32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ECE8C9D-0FA3-D44D-DEA7-1BEAB18CD5B1}"/>
                    </a:ext>
                  </a:extLst>
                </p14:cNvPr>
                <p14:cNvContentPartPr/>
                <p14:nvPr/>
              </p14:nvContentPartPr>
              <p14:xfrm>
                <a:off x="3719983" y="2745771"/>
                <a:ext cx="56520" cy="2786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ECE8C9D-0FA3-D44D-DEA7-1BEAB18CD5B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701983" y="2728131"/>
                  <a:ext cx="9216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84EC5BA-B102-3067-8C36-06D9022815B1}"/>
                    </a:ext>
                  </a:extLst>
                </p14:cNvPr>
                <p14:cNvContentPartPr/>
                <p14:nvPr/>
              </p14:nvContentPartPr>
              <p14:xfrm>
                <a:off x="3728263" y="2719131"/>
                <a:ext cx="47160" cy="885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84EC5BA-B102-3067-8C36-06D9022815B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710263" y="2701131"/>
                  <a:ext cx="828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33C565B-3A1A-D75B-F87C-5508E4094FCC}"/>
                    </a:ext>
                  </a:extLst>
                </p14:cNvPr>
                <p14:cNvContentPartPr/>
                <p14:nvPr/>
              </p14:nvContentPartPr>
              <p14:xfrm>
                <a:off x="3680023" y="2990211"/>
                <a:ext cx="87480" cy="561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33C565B-3A1A-D75B-F87C-5508E4094FC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662383" y="2972211"/>
                  <a:ext cx="1231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1F559FB-984D-E81A-8AEF-6F3B176D6A33}"/>
                    </a:ext>
                  </a:extLst>
                </p14:cNvPr>
                <p14:cNvContentPartPr/>
                <p14:nvPr/>
              </p14:nvContentPartPr>
              <p14:xfrm>
                <a:off x="3903943" y="2911011"/>
                <a:ext cx="24480" cy="1274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1F559FB-984D-E81A-8AEF-6F3B176D6A3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885943" y="2893371"/>
                  <a:ext cx="601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88DFB34D-62A0-4C9C-7F9F-03BAF61C798D}"/>
                    </a:ext>
                  </a:extLst>
                </p14:cNvPr>
                <p14:cNvContentPartPr/>
                <p14:nvPr/>
              </p14:nvContentPartPr>
              <p14:xfrm>
                <a:off x="3910063" y="2780331"/>
                <a:ext cx="4320" cy="183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88DFB34D-62A0-4C9C-7F9F-03BAF61C798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892063" y="2762691"/>
                  <a:ext cx="399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37A938A-4055-C0A1-0381-5281B6195E5D}"/>
                    </a:ext>
                  </a:extLst>
                </p14:cNvPr>
                <p14:cNvContentPartPr/>
                <p14:nvPr/>
              </p14:nvContentPartPr>
              <p14:xfrm>
                <a:off x="4008703" y="2893731"/>
                <a:ext cx="149760" cy="1000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37A938A-4055-C0A1-0381-5281B6195E5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990703" y="2875731"/>
                  <a:ext cx="185400" cy="13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C6C9C8C9-6983-57CC-8749-389416ABC614}"/>
              </a:ext>
            </a:extLst>
          </p:cNvPr>
          <p:cNvGrpSpPr/>
          <p:nvPr/>
        </p:nvGrpSpPr>
        <p:grpSpPr>
          <a:xfrm>
            <a:off x="4404343" y="2448411"/>
            <a:ext cx="83160" cy="102960"/>
            <a:chOff x="4404343" y="2448411"/>
            <a:chExt cx="83160" cy="10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1C38189-D662-AB41-9CF0-52FD27007F0E}"/>
                    </a:ext>
                  </a:extLst>
                </p14:cNvPr>
                <p14:cNvContentPartPr/>
                <p14:nvPr/>
              </p14:nvContentPartPr>
              <p14:xfrm>
                <a:off x="4404343" y="2448411"/>
                <a:ext cx="74160" cy="356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1C38189-D662-AB41-9CF0-52FD27007F0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386343" y="2430411"/>
                  <a:ext cx="1098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C618D91-9311-FA77-C32F-AB627246F303}"/>
                    </a:ext>
                  </a:extLst>
                </p14:cNvPr>
                <p14:cNvContentPartPr/>
                <p14:nvPr/>
              </p14:nvContentPartPr>
              <p14:xfrm>
                <a:off x="4430983" y="2540571"/>
                <a:ext cx="56520" cy="108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C618D91-9311-FA77-C32F-AB627246F303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413343" y="2522931"/>
                  <a:ext cx="92160" cy="4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BC621CFA-32E3-5642-2E44-699C04E1D3DB}"/>
              </a:ext>
            </a:extLst>
          </p:cNvPr>
          <p:cNvGrpSpPr/>
          <p:nvPr/>
        </p:nvGrpSpPr>
        <p:grpSpPr>
          <a:xfrm>
            <a:off x="4676143" y="2231331"/>
            <a:ext cx="1002240" cy="299520"/>
            <a:chOff x="4676143" y="2231331"/>
            <a:chExt cx="1002240" cy="29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C3F4BAC-D1B4-3B52-7C0B-DE66FEAACDB6}"/>
                    </a:ext>
                  </a:extLst>
                </p14:cNvPr>
                <p14:cNvContentPartPr/>
                <p14:nvPr/>
              </p14:nvContentPartPr>
              <p14:xfrm>
                <a:off x="4676143" y="2362371"/>
                <a:ext cx="3600" cy="180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C3F4BAC-D1B4-3B52-7C0B-DE66FEAACDB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658143" y="2344731"/>
                  <a:ext cx="392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0AC3FBC-4EA9-E37B-8143-1FFA65605BCE}"/>
                    </a:ext>
                  </a:extLst>
                </p14:cNvPr>
                <p14:cNvContentPartPr/>
                <p14:nvPr/>
              </p14:nvContentPartPr>
              <p14:xfrm>
                <a:off x="4821943" y="2276331"/>
                <a:ext cx="71640" cy="2545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0AC3FBC-4EA9-E37B-8143-1FFA65605BC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804303" y="2258331"/>
                  <a:ext cx="10728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5AEAF4B0-71C9-71B3-B741-7638BF8865CA}"/>
                    </a:ext>
                  </a:extLst>
                </p14:cNvPr>
                <p14:cNvContentPartPr/>
                <p14:nvPr/>
              </p14:nvContentPartPr>
              <p14:xfrm>
                <a:off x="5005543" y="2231331"/>
                <a:ext cx="118440" cy="2494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5AEAF4B0-71C9-71B3-B741-7638BF8865C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987543" y="2213691"/>
                  <a:ext cx="15408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542AE6AD-E459-A3A0-F2D7-3DC6EB33C603}"/>
                    </a:ext>
                  </a:extLst>
                </p14:cNvPr>
                <p14:cNvContentPartPr/>
                <p14:nvPr/>
              </p14:nvContentPartPr>
              <p14:xfrm>
                <a:off x="5224423" y="2336091"/>
                <a:ext cx="75600" cy="244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542AE6AD-E459-A3A0-F2D7-3DC6EB33C60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206783" y="2318451"/>
                  <a:ext cx="1112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1E884817-F595-CE62-A979-C7B4029A0228}"/>
                    </a:ext>
                  </a:extLst>
                </p14:cNvPr>
                <p14:cNvContentPartPr/>
                <p14:nvPr/>
              </p14:nvContentPartPr>
              <p14:xfrm>
                <a:off x="5277703" y="2398731"/>
                <a:ext cx="83160" cy="262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1E884817-F595-CE62-A979-C7B4029A022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260063" y="2380731"/>
                  <a:ext cx="1188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A57306E9-3E72-B40C-31F7-898F5745B97E}"/>
                    </a:ext>
                  </a:extLst>
                </p14:cNvPr>
                <p14:cNvContentPartPr/>
                <p14:nvPr/>
              </p14:nvContentPartPr>
              <p14:xfrm>
                <a:off x="5505223" y="2289291"/>
                <a:ext cx="173160" cy="111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A57306E9-3E72-B40C-31F7-898F5745B97E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487223" y="2271291"/>
                  <a:ext cx="2088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36B5B029-D008-0EC2-0B9B-043D845E8E1A}"/>
                    </a:ext>
                  </a:extLst>
                </p14:cNvPr>
                <p14:cNvContentPartPr/>
                <p14:nvPr/>
              </p14:nvContentPartPr>
              <p14:xfrm>
                <a:off x="5594503" y="2283171"/>
                <a:ext cx="58680" cy="2332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36B5B029-D008-0EC2-0B9B-043D845E8E1A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576503" y="2265171"/>
                  <a:ext cx="94320" cy="268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019E780D-3F0F-A812-4FB1-BFC2AD66C1FD}"/>
                  </a:ext>
                </a:extLst>
              </p14:cNvPr>
              <p14:cNvContentPartPr/>
              <p14:nvPr/>
            </p14:nvContentPartPr>
            <p14:xfrm>
              <a:off x="2909623" y="2430051"/>
              <a:ext cx="51840" cy="12312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019E780D-3F0F-A812-4FB1-BFC2AD66C1FD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2891623" y="2412051"/>
                <a:ext cx="8748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4441DDE8-B4F0-A0E6-84DC-7BBA0C8BCB88}"/>
                  </a:ext>
                </a:extLst>
              </p14:cNvPr>
              <p14:cNvContentPartPr/>
              <p14:nvPr/>
            </p14:nvContentPartPr>
            <p14:xfrm>
              <a:off x="2933743" y="2272371"/>
              <a:ext cx="12240" cy="2124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4441DDE8-B4F0-A0E6-84DC-7BBA0C8BCB88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2916103" y="2254371"/>
                <a:ext cx="4788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4E60ADBD-5FAC-467A-416A-350BC8400B86}"/>
                  </a:ext>
                </a:extLst>
              </p14:cNvPr>
              <p14:cNvContentPartPr/>
              <p14:nvPr/>
            </p14:nvContentPartPr>
            <p14:xfrm>
              <a:off x="5960263" y="2390091"/>
              <a:ext cx="95400" cy="21060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4E60ADBD-5FAC-467A-416A-350BC8400B86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5942263" y="2372451"/>
                <a:ext cx="13104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D02F71D8-E2FB-F4CE-FF2D-2E8FD3FD0973}"/>
                  </a:ext>
                </a:extLst>
              </p14:cNvPr>
              <p14:cNvContentPartPr/>
              <p14:nvPr/>
            </p14:nvContentPartPr>
            <p14:xfrm>
              <a:off x="6018583" y="2201811"/>
              <a:ext cx="21240" cy="1440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D02F71D8-E2FB-F4CE-FF2D-2E8FD3FD0973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6000943" y="2184171"/>
                <a:ext cx="56880" cy="50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2" name="Group 231">
            <a:extLst>
              <a:ext uri="{FF2B5EF4-FFF2-40B4-BE49-F238E27FC236}">
                <a16:creationId xmlns:a16="http://schemas.microsoft.com/office/drawing/2014/main" id="{02972538-86DF-75BA-3CA3-CE30B61CE8A4}"/>
              </a:ext>
            </a:extLst>
          </p:cNvPr>
          <p:cNvGrpSpPr/>
          <p:nvPr/>
        </p:nvGrpSpPr>
        <p:grpSpPr>
          <a:xfrm>
            <a:off x="6645703" y="2112531"/>
            <a:ext cx="596160" cy="407520"/>
            <a:chOff x="6645703" y="2112531"/>
            <a:chExt cx="596160" cy="40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C141C48E-10A4-1034-90D0-086364082E3B}"/>
                    </a:ext>
                  </a:extLst>
                </p14:cNvPr>
                <p14:cNvContentPartPr/>
                <p14:nvPr/>
              </p14:nvContentPartPr>
              <p14:xfrm>
                <a:off x="6645703" y="2112531"/>
                <a:ext cx="171360" cy="432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C141C48E-10A4-1034-90D0-086364082E3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627703" y="2094891"/>
                  <a:ext cx="2070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02B3BD62-3E3E-22C3-1D02-025494B5375B}"/>
                    </a:ext>
                  </a:extLst>
                </p14:cNvPr>
                <p14:cNvContentPartPr/>
                <p14:nvPr/>
              </p14:nvContentPartPr>
              <p14:xfrm>
                <a:off x="6666223" y="2177331"/>
                <a:ext cx="175320" cy="3427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02B3BD62-3E3E-22C3-1D02-025494B5375B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648223" y="2159331"/>
                  <a:ext cx="21096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D9A0F2DF-B9DA-588A-9A15-72A999AD7EF6}"/>
                    </a:ext>
                  </a:extLst>
                </p14:cNvPr>
                <p14:cNvContentPartPr/>
                <p14:nvPr/>
              </p14:nvContentPartPr>
              <p14:xfrm>
                <a:off x="6873943" y="2234931"/>
                <a:ext cx="132480" cy="1335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D9A0F2DF-B9DA-588A-9A15-72A999AD7EF6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855943" y="2217291"/>
                  <a:ext cx="1681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B4FF8EF6-2D87-6F97-93E6-2D0184B11228}"/>
                    </a:ext>
                  </a:extLst>
                </p14:cNvPr>
                <p14:cNvContentPartPr/>
                <p14:nvPr/>
              </p14:nvContentPartPr>
              <p14:xfrm>
                <a:off x="7049263" y="2130171"/>
                <a:ext cx="192600" cy="3553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B4FF8EF6-2D87-6F97-93E6-2D0184B11228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031263" y="2112171"/>
                  <a:ext cx="228240" cy="39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B66AEF5B-2DA4-00BB-1F9B-9613F5FC7387}"/>
              </a:ext>
            </a:extLst>
          </p:cNvPr>
          <p:cNvGrpSpPr/>
          <p:nvPr/>
        </p:nvGrpSpPr>
        <p:grpSpPr>
          <a:xfrm>
            <a:off x="7495663" y="2254011"/>
            <a:ext cx="102240" cy="93960"/>
            <a:chOff x="7495663" y="2254011"/>
            <a:chExt cx="102240" cy="9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73E22939-0389-2610-3708-930AA9FCAE0E}"/>
                    </a:ext>
                  </a:extLst>
                </p14:cNvPr>
                <p14:cNvContentPartPr/>
                <p14:nvPr/>
              </p14:nvContentPartPr>
              <p14:xfrm>
                <a:off x="7495663" y="2254011"/>
                <a:ext cx="64440" cy="1548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73E22939-0389-2610-3708-930AA9FCAE0E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478023" y="2236371"/>
                  <a:ext cx="1000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1A00417A-7CD9-DCBA-0000-C74A9978EFC3}"/>
                    </a:ext>
                  </a:extLst>
                </p14:cNvPr>
                <p14:cNvContentPartPr/>
                <p14:nvPr/>
              </p14:nvContentPartPr>
              <p14:xfrm>
                <a:off x="7544263" y="2341491"/>
                <a:ext cx="53640" cy="648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1A00417A-7CD9-DCBA-0000-C74A9978EFC3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526263" y="2323491"/>
                  <a:ext cx="8928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EAA8FB2D-58BE-9BF5-5300-5A270F658B13}"/>
              </a:ext>
            </a:extLst>
          </p:cNvPr>
          <p:cNvGrpSpPr/>
          <p:nvPr/>
        </p:nvGrpSpPr>
        <p:grpSpPr>
          <a:xfrm>
            <a:off x="7831903" y="2022531"/>
            <a:ext cx="1071360" cy="323280"/>
            <a:chOff x="7831903" y="2022531"/>
            <a:chExt cx="1071360" cy="32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83B90444-F5A2-49AE-5465-CF2FBDC47440}"/>
                    </a:ext>
                  </a:extLst>
                </p14:cNvPr>
                <p14:cNvContentPartPr/>
                <p14:nvPr/>
              </p14:nvContentPartPr>
              <p14:xfrm>
                <a:off x="7845223" y="2117931"/>
                <a:ext cx="119880" cy="1512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83B90444-F5A2-49AE-5465-CF2FBDC47440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827583" y="2099931"/>
                  <a:ext cx="1555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39DF94A8-4249-6DBB-F7DB-C109BCD03C52}"/>
                    </a:ext>
                  </a:extLst>
                </p14:cNvPr>
                <p14:cNvContentPartPr/>
                <p14:nvPr/>
              </p14:nvContentPartPr>
              <p14:xfrm>
                <a:off x="7831903" y="2130531"/>
                <a:ext cx="108720" cy="21528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39DF94A8-4249-6DBB-F7DB-C109BCD03C5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813903" y="2112891"/>
                  <a:ext cx="14436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0FDB0353-25FC-ED45-6721-2B5D53CA8FCE}"/>
                    </a:ext>
                  </a:extLst>
                </p14:cNvPr>
                <p14:cNvContentPartPr/>
                <p14:nvPr/>
              </p14:nvContentPartPr>
              <p14:xfrm>
                <a:off x="8059063" y="2138091"/>
                <a:ext cx="105120" cy="1587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0FDB0353-25FC-ED45-6721-2B5D53CA8FCE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041423" y="2120091"/>
                  <a:ext cx="1407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D5EB27AD-F294-9565-C270-E7D43CA1A15E}"/>
                    </a:ext>
                  </a:extLst>
                </p14:cNvPr>
                <p14:cNvContentPartPr/>
                <p14:nvPr/>
              </p14:nvContentPartPr>
              <p14:xfrm>
                <a:off x="8252023" y="2170131"/>
                <a:ext cx="229320" cy="9396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D5EB27AD-F294-9565-C270-E7D43CA1A15E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234023" y="2152131"/>
                  <a:ext cx="2649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09B602B4-B022-A6D5-8015-BEA189CB65AE}"/>
                    </a:ext>
                  </a:extLst>
                </p14:cNvPr>
                <p14:cNvContentPartPr/>
                <p14:nvPr/>
              </p14:nvContentPartPr>
              <p14:xfrm>
                <a:off x="8623183" y="2023971"/>
                <a:ext cx="41400" cy="19620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09B602B4-B022-A6D5-8015-BEA189CB65AE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605543" y="2005971"/>
                  <a:ext cx="7704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6947DD2F-B866-DBE3-E8BA-C9A3C6BBA323}"/>
                    </a:ext>
                  </a:extLst>
                </p14:cNvPr>
                <p14:cNvContentPartPr/>
                <p14:nvPr/>
              </p14:nvContentPartPr>
              <p14:xfrm>
                <a:off x="8633263" y="2022531"/>
                <a:ext cx="270000" cy="13500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6947DD2F-B866-DBE3-E8BA-C9A3C6BBA323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615263" y="2004531"/>
                  <a:ext cx="305640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9D4B6A37-325F-984F-D78B-C330333FAE04}"/>
              </a:ext>
            </a:extLst>
          </p:cNvPr>
          <p:cNvGrpSpPr/>
          <p:nvPr/>
        </p:nvGrpSpPr>
        <p:grpSpPr>
          <a:xfrm>
            <a:off x="9177583" y="2067531"/>
            <a:ext cx="78120" cy="264240"/>
            <a:chOff x="9177583" y="2067531"/>
            <a:chExt cx="78120" cy="26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E8987BFC-1FCB-952E-561A-6CB2042D59F3}"/>
                    </a:ext>
                  </a:extLst>
                </p14:cNvPr>
                <p14:cNvContentPartPr/>
                <p14:nvPr/>
              </p14:nvContentPartPr>
              <p14:xfrm>
                <a:off x="9177583" y="2148531"/>
                <a:ext cx="45720" cy="18324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E8987BFC-1FCB-952E-561A-6CB2042D59F3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159583" y="2130891"/>
                  <a:ext cx="813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B0784ACE-5527-5B78-3E6C-980C19B41A88}"/>
                    </a:ext>
                  </a:extLst>
                </p14:cNvPr>
                <p14:cNvContentPartPr/>
                <p14:nvPr/>
              </p14:nvContentPartPr>
              <p14:xfrm>
                <a:off x="9253183" y="2067531"/>
                <a:ext cx="2520" cy="504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B0784ACE-5527-5B78-3E6C-980C19B41A88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235183" y="2049531"/>
                  <a:ext cx="38160" cy="4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BCBA7B04-CE8A-74DC-6BE8-AD5635C7A90B}"/>
              </a:ext>
            </a:extLst>
          </p:cNvPr>
          <p:cNvGrpSpPr/>
          <p:nvPr/>
        </p:nvGrpSpPr>
        <p:grpSpPr>
          <a:xfrm>
            <a:off x="9674743" y="2034051"/>
            <a:ext cx="367200" cy="384480"/>
            <a:chOff x="9674743" y="2034051"/>
            <a:chExt cx="367200" cy="38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082E56B3-3166-F89E-CA50-8F7749983E8D}"/>
                    </a:ext>
                  </a:extLst>
                </p14:cNvPr>
                <p14:cNvContentPartPr/>
                <p14:nvPr/>
              </p14:nvContentPartPr>
              <p14:xfrm>
                <a:off x="9674743" y="2034051"/>
                <a:ext cx="240480" cy="38448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082E56B3-3166-F89E-CA50-8F7749983E8D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657103" y="2016411"/>
                  <a:ext cx="27612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480C948B-FB2E-7E79-7A06-6A968FF4A8B0}"/>
                    </a:ext>
                  </a:extLst>
                </p14:cNvPr>
                <p14:cNvContentPartPr/>
                <p14:nvPr/>
              </p14:nvContentPartPr>
              <p14:xfrm>
                <a:off x="9915943" y="2225571"/>
                <a:ext cx="26280" cy="1116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480C948B-FB2E-7E79-7A06-6A968FF4A8B0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898303" y="2207931"/>
                  <a:ext cx="6192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C4863C7E-A790-6FB7-8F39-8D05DE8ACCA0}"/>
                    </a:ext>
                  </a:extLst>
                </p14:cNvPr>
                <p14:cNvContentPartPr/>
                <p14:nvPr/>
              </p14:nvContentPartPr>
              <p14:xfrm>
                <a:off x="9940423" y="2290371"/>
                <a:ext cx="101520" cy="468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C4863C7E-A790-6FB7-8F39-8D05DE8ACCA0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922423" y="2272371"/>
                  <a:ext cx="137160" cy="4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4996E7DB-42F9-FE8A-9BBD-07C211C9D0D1}"/>
              </a:ext>
            </a:extLst>
          </p:cNvPr>
          <p:cNvGrpSpPr/>
          <p:nvPr/>
        </p:nvGrpSpPr>
        <p:grpSpPr>
          <a:xfrm>
            <a:off x="10271623" y="2066091"/>
            <a:ext cx="632160" cy="296640"/>
            <a:chOff x="10271623" y="2066091"/>
            <a:chExt cx="632160" cy="29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796F3A37-ECF1-45A0-BF62-D28A24D33417}"/>
                    </a:ext>
                  </a:extLst>
                </p14:cNvPr>
                <p14:cNvContentPartPr/>
                <p14:nvPr/>
              </p14:nvContentPartPr>
              <p14:xfrm>
                <a:off x="10271623" y="2066091"/>
                <a:ext cx="68040" cy="2966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796F3A37-ECF1-45A0-BF62-D28A24D33417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253623" y="2048091"/>
                  <a:ext cx="10368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AB4FE517-5C47-7C42-1D14-B96181B054D1}"/>
                    </a:ext>
                  </a:extLst>
                </p14:cNvPr>
                <p14:cNvContentPartPr/>
                <p14:nvPr/>
              </p14:nvContentPartPr>
              <p14:xfrm>
                <a:off x="10426063" y="2187051"/>
                <a:ext cx="8280" cy="1260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AB4FE517-5C47-7C42-1D14-B96181B054D1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408063" y="2169051"/>
                  <a:ext cx="439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8C1D4CFB-1BF7-367C-E61C-B68DC5590EEF}"/>
                    </a:ext>
                  </a:extLst>
                </p14:cNvPr>
                <p14:cNvContentPartPr/>
                <p14:nvPr/>
              </p14:nvContentPartPr>
              <p14:xfrm>
                <a:off x="10404103" y="2198211"/>
                <a:ext cx="214200" cy="10584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8C1D4CFB-1BF7-367C-E61C-B68DC5590EEF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386463" y="2180571"/>
                  <a:ext cx="2498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8812E90C-001D-ECD0-A160-29A36A17FE12}"/>
                    </a:ext>
                  </a:extLst>
                </p14:cNvPr>
                <p14:cNvContentPartPr/>
                <p14:nvPr/>
              </p14:nvContentPartPr>
              <p14:xfrm>
                <a:off x="10701103" y="2196771"/>
                <a:ext cx="202680" cy="9180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8812E90C-001D-ECD0-A160-29A36A17FE12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683463" y="2179131"/>
                  <a:ext cx="238320" cy="12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FF972C1E-2149-1BC1-8567-2006906FED62}"/>
              </a:ext>
            </a:extLst>
          </p:cNvPr>
          <p:cNvGrpSpPr/>
          <p:nvPr/>
        </p:nvGrpSpPr>
        <p:grpSpPr>
          <a:xfrm>
            <a:off x="1133023" y="3232851"/>
            <a:ext cx="4413240" cy="922680"/>
            <a:chOff x="1133023" y="3232851"/>
            <a:chExt cx="4413240" cy="92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144030AB-1CAA-D2D4-18D1-9225A5F9628D}"/>
                    </a:ext>
                  </a:extLst>
                </p14:cNvPr>
                <p14:cNvContentPartPr/>
                <p14:nvPr/>
              </p14:nvContentPartPr>
              <p14:xfrm>
                <a:off x="1334983" y="3574491"/>
                <a:ext cx="55800" cy="30492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144030AB-1CAA-D2D4-18D1-9225A5F9628D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317343" y="3556851"/>
                  <a:ext cx="9144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3A4A5FD2-D712-A4B6-3776-E21D801763EC}"/>
                    </a:ext>
                  </a:extLst>
                </p14:cNvPr>
                <p14:cNvContentPartPr/>
                <p14:nvPr/>
              </p14:nvContentPartPr>
              <p14:xfrm>
                <a:off x="1396903" y="3568371"/>
                <a:ext cx="147240" cy="18864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3A4A5FD2-D712-A4B6-3776-E21D801763EC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379263" y="3550371"/>
                  <a:ext cx="1828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FF875C03-885C-2BAD-C523-A0AE7C27217A}"/>
                    </a:ext>
                  </a:extLst>
                </p14:cNvPr>
                <p14:cNvContentPartPr/>
                <p14:nvPr/>
              </p14:nvContentPartPr>
              <p14:xfrm>
                <a:off x="1376383" y="3643611"/>
                <a:ext cx="96480" cy="4680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FF875C03-885C-2BAD-C523-A0AE7C27217A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358743" y="3625611"/>
                  <a:ext cx="1321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6AC2E381-F6A3-EA1D-83A7-676F3A0E8F84}"/>
                    </a:ext>
                  </a:extLst>
                </p14:cNvPr>
                <p14:cNvContentPartPr/>
                <p14:nvPr/>
              </p14:nvContentPartPr>
              <p14:xfrm>
                <a:off x="1670503" y="3696171"/>
                <a:ext cx="37800" cy="900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6AC2E381-F6A3-EA1D-83A7-676F3A0E8F84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652503" y="3678531"/>
                  <a:ext cx="734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36747617-101A-7C47-93F0-CC5DFF517752}"/>
                    </a:ext>
                  </a:extLst>
                </p14:cNvPr>
                <p14:cNvContentPartPr/>
                <p14:nvPr/>
              </p14:nvContentPartPr>
              <p14:xfrm>
                <a:off x="1714063" y="3741171"/>
                <a:ext cx="74880" cy="3348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36747617-101A-7C47-93F0-CC5DFF517752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696423" y="3723171"/>
                  <a:ext cx="1105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2CF78171-FFBF-1ED0-7483-57FCD62271FC}"/>
                    </a:ext>
                  </a:extLst>
                </p14:cNvPr>
                <p14:cNvContentPartPr/>
                <p14:nvPr/>
              </p14:nvContentPartPr>
              <p14:xfrm>
                <a:off x="1984783" y="3599331"/>
                <a:ext cx="87120" cy="18288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2CF78171-FFBF-1ED0-7483-57FCD62271FC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967143" y="3581331"/>
                  <a:ext cx="12276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35482078-8D22-5432-41F1-95F574FEEF95}"/>
                    </a:ext>
                  </a:extLst>
                </p14:cNvPr>
                <p14:cNvContentPartPr/>
                <p14:nvPr/>
              </p14:nvContentPartPr>
              <p14:xfrm>
                <a:off x="2053903" y="3894171"/>
                <a:ext cx="3240" cy="1080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35482078-8D22-5432-41F1-95F574FEEF95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2035903" y="3876171"/>
                  <a:ext cx="388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02EE0BAB-66C1-4107-1092-1BC4E363313E}"/>
                    </a:ext>
                  </a:extLst>
                </p14:cNvPr>
                <p14:cNvContentPartPr/>
                <p14:nvPr/>
              </p14:nvContentPartPr>
              <p14:xfrm>
                <a:off x="2490943" y="3634251"/>
                <a:ext cx="86400" cy="25776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02EE0BAB-66C1-4107-1092-1BC4E363313E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2473303" y="3616251"/>
                  <a:ext cx="12204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D895B70E-5074-FF7A-D337-5BA6D3ABB446}"/>
                    </a:ext>
                  </a:extLst>
                </p14:cNvPr>
                <p14:cNvContentPartPr/>
                <p14:nvPr/>
              </p14:nvContentPartPr>
              <p14:xfrm>
                <a:off x="2719543" y="3744771"/>
                <a:ext cx="45000" cy="2628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D895B70E-5074-FF7A-D337-5BA6D3ABB44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2701903" y="3726771"/>
                  <a:ext cx="806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8608D55D-8419-0906-8425-0B1A2FFE74AF}"/>
                    </a:ext>
                  </a:extLst>
                </p14:cNvPr>
                <p14:cNvContentPartPr/>
                <p14:nvPr/>
              </p14:nvContentPartPr>
              <p14:xfrm>
                <a:off x="2771023" y="3785451"/>
                <a:ext cx="61920" cy="2916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8608D55D-8419-0906-8425-0B1A2FFE74AF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2753023" y="3767811"/>
                  <a:ext cx="975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127EB78F-FCE1-AA87-284B-2DAC1BED6D80}"/>
                    </a:ext>
                  </a:extLst>
                </p14:cNvPr>
                <p14:cNvContentPartPr/>
                <p14:nvPr/>
              </p14:nvContentPartPr>
              <p14:xfrm>
                <a:off x="2900263" y="3645051"/>
                <a:ext cx="57600" cy="16452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127EB78F-FCE1-AA87-284B-2DAC1BED6D80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882623" y="3627411"/>
                  <a:ext cx="932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58F01799-FCD0-29C8-23D4-99B468BB26F5}"/>
                    </a:ext>
                  </a:extLst>
                </p14:cNvPr>
                <p14:cNvContentPartPr/>
                <p14:nvPr/>
              </p14:nvContentPartPr>
              <p14:xfrm>
                <a:off x="2964343" y="3901371"/>
                <a:ext cx="8280" cy="756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58F01799-FCD0-29C8-23D4-99B468BB26F5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2946703" y="3883371"/>
                  <a:ext cx="439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FD7E9B16-6829-8A14-1450-49EE26B08220}"/>
                    </a:ext>
                  </a:extLst>
                </p14:cNvPr>
                <p14:cNvContentPartPr/>
                <p14:nvPr/>
              </p14:nvContentPartPr>
              <p14:xfrm>
                <a:off x="3558343" y="3575211"/>
                <a:ext cx="246240" cy="5364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FD7E9B16-6829-8A14-1450-49EE26B08220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3540343" y="3557571"/>
                  <a:ext cx="2818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893BE166-D50F-1589-AFEA-9575EB99E143}"/>
                    </a:ext>
                  </a:extLst>
                </p14:cNvPr>
                <p14:cNvContentPartPr/>
                <p14:nvPr/>
              </p14:nvContentPartPr>
              <p14:xfrm>
                <a:off x="3693343" y="3595731"/>
                <a:ext cx="24120" cy="22248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893BE166-D50F-1589-AFEA-9575EB99E14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3675703" y="3578091"/>
                  <a:ext cx="5976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CFF9598C-5E64-4238-19E4-2664D1C681AC}"/>
                    </a:ext>
                  </a:extLst>
                </p14:cNvPr>
                <p14:cNvContentPartPr/>
                <p14:nvPr/>
              </p14:nvContentPartPr>
              <p14:xfrm>
                <a:off x="3885583" y="3681411"/>
                <a:ext cx="108720" cy="14292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CFF9598C-5E64-4238-19E4-2664D1C681AC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3867583" y="3663771"/>
                  <a:ext cx="1443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8E173E09-92B4-2FE0-BAED-DB5922062282}"/>
                    </a:ext>
                  </a:extLst>
                </p14:cNvPr>
                <p14:cNvContentPartPr/>
                <p14:nvPr/>
              </p14:nvContentPartPr>
              <p14:xfrm>
                <a:off x="4086103" y="3675651"/>
                <a:ext cx="220680" cy="10728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8E173E09-92B4-2FE0-BAED-DB5922062282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068103" y="3657651"/>
                  <a:ext cx="2563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CC2119B5-3F62-889B-EDDA-0CF11350C31F}"/>
                    </a:ext>
                  </a:extLst>
                </p14:cNvPr>
                <p14:cNvContentPartPr/>
                <p14:nvPr/>
              </p14:nvContentPartPr>
              <p14:xfrm>
                <a:off x="4367983" y="3658371"/>
                <a:ext cx="240840" cy="8856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CC2119B5-3F62-889B-EDDA-0CF11350C31F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4349983" y="3640731"/>
                  <a:ext cx="2764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A655F7AC-46BE-F26F-AF61-06F859A29510}"/>
                    </a:ext>
                  </a:extLst>
                </p14:cNvPr>
                <p14:cNvContentPartPr/>
                <p14:nvPr/>
              </p14:nvContentPartPr>
              <p14:xfrm>
                <a:off x="4771903" y="3577371"/>
                <a:ext cx="81360" cy="2412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A655F7AC-46BE-F26F-AF61-06F859A29510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4753903" y="3559731"/>
                  <a:ext cx="1170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CA9D8B6A-B7B7-AC2B-147D-021E83D45C2E}"/>
                    </a:ext>
                  </a:extLst>
                </p14:cNvPr>
                <p14:cNvContentPartPr/>
                <p14:nvPr/>
              </p14:nvContentPartPr>
              <p14:xfrm>
                <a:off x="4861903" y="3635691"/>
                <a:ext cx="98640" cy="3096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CA9D8B6A-B7B7-AC2B-147D-021E83D45C2E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844263" y="3618051"/>
                  <a:ext cx="1342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FC3C2066-5A1A-BDB6-EDF9-E519BCA67D34}"/>
                    </a:ext>
                  </a:extLst>
                </p14:cNvPr>
                <p14:cNvContentPartPr/>
                <p14:nvPr/>
              </p14:nvContentPartPr>
              <p14:xfrm>
                <a:off x="5075383" y="3495291"/>
                <a:ext cx="55440" cy="20808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FC3C2066-5A1A-BDB6-EDF9-E519BCA67D34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5057383" y="3477651"/>
                  <a:ext cx="9108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78F2D6BD-D29F-926B-A9E4-6A8C86FDCEB1}"/>
                    </a:ext>
                  </a:extLst>
                </p14:cNvPr>
                <p14:cNvContentPartPr/>
                <p14:nvPr/>
              </p14:nvContentPartPr>
              <p14:xfrm>
                <a:off x="5145583" y="3782931"/>
                <a:ext cx="25560" cy="2412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78F2D6BD-D29F-926B-A9E4-6A8C86FDCEB1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5127583" y="3765291"/>
                  <a:ext cx="612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67B16067-DB34-E9DB-06EC-0CFFED025998}"/>
                    </a:ext>
                  </a:extLst>
                </p14:cNvPr>
                <p14:cNvContentPartPr/>
                <p14:nvPr/>
              </p14:nvContentPartPr>
              <p14:xfrm>
                <a:off x="1133023" y="3312051"/>
                <a:ext cx="32040" cy="73584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67B16067-DB34-E9DB-06EC-0CFFED025998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115383" y="3294411"/>
                  <a:ext cx="67680" cy="77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26C473F1-E50A-CA65-2EB5-2597EEC400D4}"/>
                    </a:ext>
                  </a:extLst>
                </p14:cNvPr>
                <p14:cNvContentPartPr/>
                <p14:nvPr/>
              </p14:nvContentPartPr>
              <p14:xfrm>
                <a:off x="1152463" y="3232851"/>
                <a:ext cx="4071960" cy="22644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26C473F1-E50A-CA65-2EB5-2597EEC400D4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134823" y="3215211"/>
                  <a:ext cx="410760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EA8099BA-B6BE-A88A-0A04-36BBE48CB84F}"/>
                    </a:ext>
                  </a:extLst>
                </p14:cNvPr>
                <p14:cNvContentPartPr/>
                <p14:nvPr/>
              </p14:nvContentPartPr>
              <p14:xfrm>
                <a:off x="1304743" y="3235011"/>
                <a:ext cx="4241520" cy="92052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EA8099BA-B6BE-A88A-0A04-36BBE48CB84F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286743" y="3217011"/>
                  <a:ext cx="4277160" cy="95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3E4412B2-84A8-6E0B-3322-5E61C98B00C6}"/>
              </a:ext>
            </a:extLst>
          </p:cNvPr>
          <p:cNvGrpSpPr/>
          <p:nvPr/>
        </p:nvGrpSpPr>
        <p:grpSpPr>
          <a:xfrm>
            <a:off x="6400543" y="3254091"/>
            <a:ext cx="402480" cy="412920"/>
            <a:chOff x="6400543" y="3254091"/>
            <a:chExt cx="402480" cy="41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24394E04-1CC0-AA3A-C91D-F32F92389624}"/>
                    </a:ext>
                  </a:extLst>
                </p14:cNvPr>
                <p14:cNvContentPartPr/>
                <p14:nvPr/>
              </p14:nvContentPartPr>
              <p14:xfrm>
                <a:off x="6400543" y="3254091"/>
                <a:ext cx="72000" cy="41292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24394E04-1CC0-AA3A-C91D-F32F92389624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6382903" y="3236091"/>
                  <a:ext cx="107640" cy="4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6C43A190-B91D-352D-9280-49C9394F6786}"/>
                    </a:ext>
                  </a:extLst>
                </p14:cNvPr>
                <p14:cNvContentPartPr/>
                <p14:nvPr/>
              </p14:nvContentPartPr>
              <p14:xfrm>
                <a:off x="6470383" y="3281811"/>
                <a:ext cx="120600" cy="21744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6C43A190-B91D-352D-9280-49C9394F6786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6452383" y="3264171"/>
                  <a:ext cx="15624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D8F61725-81DF-580A-9694-4A089A01AC7F}"/>
                    </a:ext>
                  </a:extLst>
                </p14:cNvPr>
                <p14:cNvContentPartPr/>
                <p14:nvPr/>
              </p14:nvContentPartPr>
              <p14:xfrm>
                <a:off x="6439423" y="3418251"/>
                <a:ext cx="90000" cy="2808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D8F61725-81DF-580A-9694-4A089A01AC7F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6421783" y="3400611"/>
                  <a:ext cx="1256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AE4D9C3A-D98E-E670-2501-34474C946311}"/>
                    </a:ext>
                  </a:extLst>
                </p14:cNvPr>
                <p14:cNvContentPartPr/>
                <p14:nvPr/>
              </p14:nvContentPartPr>
              <p14:xfrm>
                <a:off x="6718423" y="3397371"/>
                <a:ext cx="51120" cy="1584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AE4D9C3A-D98E-E670-2501-34474C946311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700423" y="3379371"/>
                  <a:ext cx="867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6D239F3D-C658-CBD1-EAB3-4CCFE0ED4270}"/>
                    </a:ext>
                  </a:extLst>
                </p14:cNvPr>
                <p14:cNvContentPartPr/>
                <p14:nvPr/>
              </p14:nvContentPartPr>
              <p14:xfrm>
                <a:off x="6740023" y="3456411"/>
                <a:ext cx="63000" cy="2016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6D239F3D-C658-CBD1-EAB3-4CCFE0ED4270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722023" y="3438771"/>
                  <a:ext cx="98640" cy="5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570855B3-8F97-A5D0-3129-E17C52EFA88A}"/>
              </a:ext>
            </a:extLst>
          </p:cNvPr>
          <p:cNvGrpSpPr/>
          <p:nvPr/>
        </p:nvGrpSpPr>
        <p:grpSpPr>
          <a:xfrm>
            <a:off x="7022623" y="3180291"/>
            <a:ext cx="522000" cy="367560"/>
            <a:chOff x="7022623" y="3180291"/>
            <a:chExt cx="522000" cy="36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92CCDB83-E1E4-45B3-C74A-33011B06CD31}"/>
                    </a:ext>
                  </a:extLst>
                </p14:cNvPr>
                <p14:cNvContentPartPr/>
                <p14:nvPr/>
              </p14:nvContentPartPr>
              <p14:xfrm>
                <a:off x="7022623" y="3382611"/>
                <a:ext cx="118080" cy="504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92CCDB83-E1E4-45B3-C74A-33011B06CD31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7004623" y="3364611"/>
                  <a:ext cx="1537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70833E13-F438-4C37-4193-ED3461396AAE}"/>
                    </a:ext>
                  </a:extLst>
                </p14:cNvPr>
                <p14:cNvContentPartPr/>
                <p14:nvPr/>
              </p14:nvContentPartPr>
              <p14:xfrm>
                <a:off x="7287583" y="3180291"/>
                <a:ext cx="61200" cy="36756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70833E13-F438-4C37-4193-ED3461396AAE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7269943" y="3162651"/>
                  <a:ext cx="9684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B20487E9-81D6-3E68-2E18-AE2CF476727B}"/>
                    </a:ext>
                  </a:extLst>
                </p14:cNvPr>
                <p14:cNvContentPartPr/>
                <p14:nvPr/>
              </p14:nvContentPartPr>
              <p14:xfrm>
                <a:off x="7439863" y="3336891"/>
                <a:ext cx="104760" cy="14004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B20487E9-81D6-3E68-2E18-AE2CF476727B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421863" y="3318891"/>
                  <a:ext cx="140400" cy="17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1" name="Group 300">
            <a:extLst>
              <a:ext uri="{FF2B5EF4-FFF2-40B4-BE49-F238E27FC236}">
                <a16:creationId xmlns:a16="http://schemas.microsoft.com/office/drawing/2014/main" id="{B041B060-D5FA-288A-0879-16950AC42B0F}"/>
              </a:ext>
            </a:extLst>
          </p:cNvPr>
          <p:cNvGrpSpPr/>
          <p:nvPr/>
        </p:nvGrpSpPr>
        <p:grpSpPr>
          <a:xfrm>
            <a:off x="7602223" y="3199371"/>
            <a:ext cx="1292760" cy="600840"/>
            <a:chOff x="7602223" y="3199371"/>
            <a:chExt cx="1292760" cy="60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61EB739C-286B-C143-5AD7-92DE1526850E}"/>
                    </a:ext>
                  </a:extLst>
                </p14:cNvPr>
                <p14:cNvContentPartPr/>
                <p14:nvPr/>
              </p14:nvContentPartPr>
              <p14:xfrm>
                <a:off x="7602223" y="3366411"/>
                <a:ext cx="153000" cy="37764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61EB739C-286B-C143-5AD7-92DE1526850E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584223" y="3348771"/>
                  <a:ext cx="18864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549C252D-4ACF-27C2-89B4-97F4E2117095}"/>
                    </a:ext>
                  </a:extLst>
                </p14:cNvPr>
                <p14:cNvContentPartPr/>
                <p14:nvPr/>
              </p14:nvContentPartPr>
              <p14:xfrm>
                <a:off x="7872223" y="3629571"/>
                <a:ext cx="24480" cy="17064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549C252D-4ACF-27C2-89B4-97F4E2117095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854223" y="3611931"/>
                  <a:ext cx="601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4779FDAE-32EA-7414-93C7-D577FFEC67EC}"/>
                    </a:ext>
                  </a:extLst>
                </p14:cNvPr>
                <p14:cNvContentPartPr/>
                <p14:nvPr/>
              </p14:nvContentPartPr>
              <p14:xfrm>
                <a:off x="7990303" y="3625971"/>
                <a:ext cx="69120" cy="12960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4779FDAE-32EA-7414-93C7-D577FFEC67EC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7972663" y="3607971"/>
                  <a:ext cx="1047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87BB7594-69F3-6868-0928-65A519173435}"/>
                    </a:ext>
                  </a:extLst>
                </p14:cNvPr>
                <p14:cNvContentPartPr/>
                <p14:nvPr/>
              </p14:nvContentPartPr>
              <p14:xfrm>
                <a:off x="8126023" y="3204051"/>
                <a:ext cx="193320" cy="35532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87BB7594-69F3-6868-0928-65A519173435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108383" y="3186051"/>
                  <a:ext cx="22896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7930FB87-1748-8927-C2B8-4AA56E3A192F}"/>
                    </a:ext>
                  </a:extLst>
                </p14:cNvPr>
                <p14:cNvContentPartPr/>
                <p14:nvPr/>
              </p14:nvContentPartPr>
              <p14:xfrm>
                <a:off x="8334823" y="3274611"/>
                <a:ext cx="147960" cy="1872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7930FB87-1748-8927-C2B8-4AA56E3A192F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317183" y="3256971"/>
                  <a:ext cx="18360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990F85A0-121B-A53C-69B3-9AB1F68A576F}"/>
                    </a:ext>
                  </a:extLst>
                </p14:cNvPr>
                <p14:cNvContentPartPr/>
                <p14:nvPr/>
              </p14:nvContentPartPr>
              <p14:xfrm>
                <a:off x="8408983" y="3293691"/>
                <a:ext cx="20880" cy="14292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990F85A0-121B-A53C-69B3-9AB1F68A576F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390983" y="3276051"/>
                  <a:ext cx="565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C1F33B7B-B853-11A4-1807-D30AEEDBDAD8}"/>
                    </a:ext>
                  </a:extLst>
                </p14:cNvPr>
                <p14:cNvContentPartPr/>
                <p14:nvPr/>
              </p14:nvContentPartPr>
              <p14:xfrm>
                <a:off x="8533903" y="3199371"/>
                <a:ext cx="133200" cy="34488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C1F33B7B-B853-11A4-1807-D30AEEDBDAD8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515903" y="3181731"/>
                  <a:ext cx="16884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9D31B39A-6BEC-C788-EA09-0559A70CBB14}"/>
                    </a:ext>
                  </a:extLst>
                </p14:cNvPr>
                <p14:cNvContentPartPr/>
                <p14:nvPr/>
              </p14:nvContentPartPr>
              <p14:xfrm>
                <a:off x="8814343" y="3315291"/>
                <a:ext cx="51840" cy="1944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9D31B39A-6BEC-C788-EA09-0559A70CBB14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796703" y="3297291"/>
                  <a:ext cx="874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846D1B57-08A8-2765-CCE4-F6FA59EFF3FD}"/>
                    </a:ext>
                  </a:extLst>
                </p14:cNvPr>
                <p14:cNvContentPartPr/>
                <p14:nvPr/>
              </p14:nvContentPartPr>
              <p14:xfrm>
                <a:off x="8806783" y="3398811"/>
                <a:ext cx="88200" cy="3348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846D1B57-08A8-2765-CCE4-F6FA59EFF3FD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788783" y="3380811"/>
                  <a:ext cx="123840" cy="6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7" name="Group 316">
            <a:extLst>
              <a:ext uri="{FF2B5EF4-FFF2-40B4-BE49-F238E27FC236}">
                <a16:creationId xmlns:a16="http://schemas.microsoft.com/office/drawing/2014/main" id="{36B66F5D-FCFB-3775-0BB9-907E3D7F8F8D}"/>
              </a:ext>
            </a:extLst>
          </p:cNvPr>
          <p:cNvGrpSpPr/>
          <p:nvPr/>
        </p:nvGrpSpPr>
        <p:grpSpPr>
          <a:xfrm>
            <a:off x="9215743" y="3029811"/>
            <a:ext cx="1825200" cy="569520"/>
            <a:chOff x="9215743" y="3029811"/>
            <a:chExt cx="1825200" cy="56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A79DDC11-5923-037D-A31C-F7CAB3841EB7}"/>
                    </a:ext>
                  </a:extLst>
                </p14:cNvPr>
                <p14:cNvContentPartPr/>
                <p14:nvPr/>
              </p14:nvContentPartPr>
              <p14:xfrm>
                <a:off x="9215743" y="3272811"/>
                <a:ext cx="93240" cy="1476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A79DDC11-5923-037D-A31C-F7CAB3841EB7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9197743" y="3254811"/>
                  <a:ext cx="1288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EAE2D44C-DBDA-890D-5682-B65CD4607166}"/>
                    </a:ext>
                  </a:extLst>
                </p14:cNvPr>
                <p14:cNvContentPartPr/>
                <p14:nvPr/>
              </p14:nvContentPartPr>
              <p14:xfrm>
                <a:off x="9408703" y="3062211"/>
                <a:ext cx="79560" cy="34992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EAE2D44C-DBDA-890D-5682-B65CD4607166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9391063" y="3044211"/>
                  <a:ext cx="11520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092993CB-E207-1DCC-A713-4BCD21C0F0F9}"/>
                    </a:ext>
                  </a:extLst>
                </p14:cNvPr>
                <p14:cNvContentPartPr/>
                <p14:nvPr/>
              </p14:nvContentPartPr>
              <p14:xfrm>
                <a:off x="9623983" y="3259851"/>
                <a:ext cx="81360" cy="10440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092993CB-E207-1DCC-A713-4BCD21C0F0F9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9605983" y="3241851"/>
                  <a:ext cx="1170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5ED22F34-2652-729F-7D7D-32D64C1E2FDB}"/>
                    </a:ext>
                  </a:extLst>
                </p14:cNvPr>
                <p14:cNvContentPartPr/>
                <p14:nvPr/>
              </p14:nvContentPartPr>
              <p14:xfrm>
                <a:off x="9808303" y="3233211"/>
                <a:ext cx="108000" cy="32544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5ED22F34-2652-729F-7D7D-32D64C1E2FDB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9790663" y="3215211"/>
                  <a:ext cx="14364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5DAE1910-D497-01F1-1592-B5153F3A3F7C}"/>
                    </a:ext>
                  </a:extLst>
                </p14:cNvPr>
                <p14:cNvContentPartPr/>
                <p14:nvPr/>
              </p14:nvContentPartPr>
              <p14:xfrm>
                <a:off x="10065343" y="3459651"/>
                <a:ext cx="12240" cy="8316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5DAE1910-D497-01F1-1592-B5153F3A3F7C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0047703" y="3441651"/>
                  <a:ext cx="478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19F5CC2C-F4D0-9D4D-E7B3-0839A584D7AF}"/>
                    </a:ext>
                  </a:extLst>
                </p14:cNvPr>
                <p14:cNvContentPartPr/>
                <p14:nvPr/>
              </p14:nvContentPartPr>
              <p14:xfrm>
                <a:off x="10162543" y="3447411"/>
                <a:ext cx="95760" cy="15192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19F5CC2C-F4D0-9D4D-E7B3-0839A584D7AF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0144543" y="3429411"/>
                  <a:ext cx="1314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A1852505-DBD1-DFDA-376D-DBB54ACAE4F8}"/>
                    </a:ext>
                  </a:extLst>
                </p14:cNvPr>
                <p14:cNvContentPartPr/>
                <p14:nvPr/>
              </p14:nvContentPartPr>
              <p14:xfrm>
                <a:off x="10417423" y="3060411"/>
                <a:ext cx="149760" cy="33948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A1852505-DBD1-DFDA-376D-DBB54ACAE4F8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0399423" y="3042411"/>
                  <a:ext cx="18540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39E29619-3541-E295-36A2-4093CD314E59}"/>
                    </a:ext>
                  </a:extLst>
                </p14:cNvPr>
                <p14:cNvContentPartPr/>
                <p14:nvPr/>
              </p14:nvContentPartPr>
              <p14:xfrm>
                <a:off x="10619023" y="3157251"/>
                <a:ext cx="4320" cy="1620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39E29619-3541-E295-36A2-4093CD314E59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0601383" y="3139251"/>
                  <a:ext cx="399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15BC6C0D-2224-F85C-5EDF-E2ABC8668AC3}"/>
                    </a:ext>
                  </a:extLst>
                </p14:cNvPr>
                <p14:cNvContentPartPr/>
                <p14:nvPr/>
              </p14:nvContentPartPr>
              <p14:xfrm>
                <a:off x="10697503" y="3110451"/>
                <a:ext cx="51840" cy="17856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15BC6C0D-2224-F85C-5EDF-E2ABC8668AC3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0679863" y="3092811"/>
                  <a:ext cx="874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45180421-81E3-F7EC-AB36-A9CE96A70EC5}"/>
                    </a:ext>
                  </a:extLst>
                </p14:cNvPr>
                <p14:cNvContentPartPr/>
                <p14:nvPr/>
              </p14:nvContentPartPr>
              <p14:xfrm>
                <a:off x="10849063" y="3083091"/>
                <a:ext cx="106200" cy="18144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45180421-81E3-F7EC-AB36-A9CE96A70EC5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0831423" y="3065091"/>
                  <a:ext cx="1418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329F8D28-A6AC-1645-FCEC-F2D6B05FFA59}"/>
                    </a:ext>
                  </a:extLst>
                </p14:cNvPr>
                <p14:cNvContentPartPr/>
                <p14:nvPr/>
              </p14:nvContentPartPr>
              <p14:xfrm>
                <a:off x="10927543" y="3029811"/>
                <a:ext cx="113400" cy="30564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329F8D28-A6AC-1645-FCEC-F2D6B05FFA59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0909543" y="3012171"/>
                  <a:ext cx="149040" cy="34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0FF63726-71DC-1ECA-A43A-C273F350377D}"/>
              </a:ext>
            </a:extLst>
          </p:cNvPr>
          <p:cNvGrpSpPr/>
          <p:nvPr/>
        </p:nvGrpSpPr>
        <p:grpSpPr>
          <a:xfrm>
            <a:off x="11221303" y="3144651"/>
            <a:ext cx="67680" cy="69480"/>
            <a:chOff x="11221303" y="3144651"/>
            <a:chExt cx="67680" cy="6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650EB968-CC78-3CB9-BA18-2A9AA5A01C1D}"/>
                    </a:ext>
                  </a:extLst>
                </p14:cNvPr>
                <p14:cNvContentPartPr/>
                <p14:nvPr/>
              </p14:nvContentPartPr>
              <p14:xfrm>
                <a:off x="11221303" y="3144651"/>
                <a:ext cx="63720" cy="2268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650EB968-CC78-3CB9-BA18-2A9AA5A01C1D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1203663" y="3126651"/>
                  <a:ext cx="993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28DB60CC-149B-E9A7-F2BE-C11B62C7DC3D}"/>
                    </a:ext>
                  </a:extLst>
                </p14:cNvPr>
                <p14:cNvContentPartPr/>
                <p14:nvPr/>
              </p14:nvContentPartPr>
              <p14:xfrm>
                <a:off x="11243263" y="3202971"/>
                <a:ext cx="45720" cy="1116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28DB60CC-149B-E9A7-F2BE-C11B62C7DC3D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1225263" y="3184971"/>
                  <a:ext cx="81360" cy="4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0" name="Group 319">
            <a:extLst>
              <a:ext uri="{FF2B5EF4-FFF2-40B4-BE49-F238E27FC236}">
                <a16:creationId xmlns:a16="http://schemas.microsoft.com/office/drawing/2014/main" id="{41066556-9E2B-E13A-C0EF-FF6473577FA6}"/>
              </a:ext>
            </a:extLst>
          </p:cNvPr>
          <p:cNvGrpSpPr/>
          <p:nvPr/>
        </p:nvGrpSpPr>
        <p:grpSpPr>
          <a:xfrm>
            <a:off x="11559703" y="2970771"/>
            <a:ext cx="293040" cy="223920"/>
            <a:chOff x="11559703" y="2970771"/>
            <a:chExt cx="293040" cy="22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32692C59-0D5A-2EA5-3727-9CB314CFD3C2}"/>
                    </a:ext>
                  </a:extLst>
                </p14:cNvPr>
                <p14:cNvContentPartPr/>
                <p14:nvPr/>
              </p14:nvContentPartPr>
              <p14:xfrm>
                <a:off x="11559703" y="3043491"/>
                <a:ext cx="21960" cy="2628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32692C59-0D5A-2EA5-3727-9CB314CFD3C2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1541703" y="3025851"/>
                  <a:ext cx="576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B96DD8E0-3AC8-CB19-3BB1-8A8A165D4402}"/>
                    </a:ext>
                  </a:extLst>
                </p14:cNvPr>
                <p14:cNvContentPartPr/>
                <p14:nvPr/>
              </p14:nvContentPartPr>
              <p14:xfrm>
                <a:off x="11665903" y="2970771"/>
                <a:ext cx="186840" cy="22392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B96DD8E0-3AC8-CB19-3BB1-8A8A165D4402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1648263" y="2953131"/>
                  <a:ext cx="222480" cy="25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6" name="Group 335">
            <a:extLst>
              <a:ext uri="{FF2B5EF4-FFF2-40B4-BE49-F238E27FC236}">
                <a16:creationId xmlns:a16="http://schemas.microsoft.com/office/drawing/2014/main" id="{06355A8A-CA28-D6F4-7012-64D95AE59DC7}"/>
              </a:ext>
            </a:extLst>
          </p:cNvPr>
          <p:cNvGrpSpPr/>
          <p:nvPr/>
        </p:nvGrpSpPr>
        <p:grpSpPr>
          <a:xfrm>
            <a:off x="6432223" y="4158051"/>
            <a:ext cx="483480" cy="326520"/>
            <a:chOff x="6432223" y="4158051"/>
            <a:chExt cx="483480" cy="32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1284C6AE-4238-186C-83F8-36E39F4DD568}"/>
                    </a:ext>
                  </a:extLst>
                </p14:cNvPr>
                <p14:cNvContentPartPr/>
                <p14:nvPr/>
              </p14:nvContentPartPr>
              <p14:xfrm>
                <a:off x="6432223" y="4158051"/>
                <a:ext cx="121320" cy="32652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1284C6AE-4238-186C-83F8-36E39F4DD568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6414223" y="4140411"/>
                  <a:ext cx="15696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3ADC1EE1-0BE8-A60F-8DB2-1B051FBDB695}"/>
                    </a:ext>
                  </a:extLst>
                </p14:cNvPr>
                <p14:cNvContentPartPr/>
                <p14:nvPr/>
              </p14:nvContentPartPr>
              <p14:xfrm>
                <a:off x="6546343" y="4185411"/>
                <a:ext cx="101160" cy="25344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3ADC1EE1-0BE8-A60F-8DB2-1B051FBDB695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6528703" y="4167411"/>
                  <a:ext cx="13680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1F9C676E-CDCC-8291-BADB-E0D226CE0E65}"/>
                    </a:ext>
                  </a:extLst>
                </p14:cNvPr>
                <p14:cNvContentPartPr/>
                <p14:nvPr/>
              </p14:nvContentPartPr>
              <p14:xfrm>
                <a:off x="6523303" y="4293771"/>
                <a:ext cx="88920" cy="3492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1F9C676E-CDCC-8291-BADB-E0D226CE0E65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6505663" y="4276131"/>
                  <a:ext cx="1245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AF2A8FCC-16D9-CE34-E494-C813B6CAF041}"/>
                    </a:ext>
                  </a:extLst>
                </p14:cNvPr>
                <p14:cNvContentPartPr/>
                <p14:nvPr/>
              </p14:nvContentPartPr>
              <p14:xfrm>
                <a:off x="6799783" y="4306731"/>
                <a:ext cx="36000" cy="1584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AF2A8FCC-16D9-CE34-E494-C813B6CAF041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782143" y="4288731"/>
                  <a:ext cx="716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694C60C3-D5A8-4BBC-7CF4-E354D76C47F9}"/>
                    </a:ext>
                  </a:extLst>
                </p14:cNvPr>
                <p14:cNvContentPartPr/>
                <p14:nvPr/>
              </p14:nvContentPartPr>
              <p14:xfrm>
                <a:off x="6848023" y="4370091"/>
                <a:ext cx="67680" cy="1080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694C60C3-D5A8-4BBC-7CF4-E354D76C47F9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830023" y="4352451"/>
                  <a:ext cx="103320" cy="46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1">
            <p14:nvContentPartPr>
              <p14:cNvPr id="326" name="Ink 325">
                <a:extLst>
                  <a:ext uri="{FF2B5EF4-FFF2-40B4-BE49-F238E27FC236}">
                    <a16:creationId xmlns:a16="http://schemas.microsoft.com/office/drawing/2014/main" id="{AD24AE00-305C-6998-71E0-1634469B6147}"/>
                  </a:ext>
                </a:extLst>
              </p14:cNvPr>
              <p14:cNvContentPartPr/>
              <p14:nvPr/>
            </p14:nvContentPartPr>
            <p14:xfrm>
              <a:off x="7142143" y="4195851"/>
              <a:ext cx="116280" cy="288000"/>
            </p14:xfrm>
          </p:contentPart>
        </mc:Choice>
        <mc:Fallback xmlns="">
          <p:pic>
            <p:nvPicPr>
              <p:cNvPr id="326" name="Ink 325">
                <a:extLst>
                  <a:ext uri="{FF2B5EF4-FFF2-40B4-BE49-F238E27FC236}">
                    <a16:creationId xmlns:a16="http://schemas.microsoft.com/office/drawing/2014/main" id="{AD24AE00-305C-6998-71E0-1634469B6147}"/>
                  </a:ext>
                </a:extLst>
              </p:cNvPr>
              <p:cNvPicPr/>
              <p:nvPr/>
            </p:nvPicPr>
            <p:blipFill>
              <a:blip r:embed="rId242"/>
              <a:stretch>
                <a:fillRect/>
              </a:stretch>
            </p:blipFill>
            <p:spPr>
              <a:xfrm>
                <a:off x="7124503" y="4177851"/>
                <a:ext cx="151920" cy="323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35" name="Group 334">
            <a:extLst>
              <a:ext uri="{FF2B5EF4-FFF2-40B4-BE49-F238E27FC236}">
                <a16:creationId xmlns:a16="http://schemas.microsoft.com/office/drawing/2014/main" id="{72125363-5EE6-7CD8-3084-7412BE3CA2A1}"/>
              </a:ext>
            </a:extLst>
          </p:cNvPr>
          <p:cNvGrpSpPr/>
          <p:nvPr/>
        </p:nvGrpSpPr>
        <p:grpSpPr>
          <a:xfrm>
            <a:off x="7470463" y="4124571"/>
            <a:ext cx="631080" cy="374040"/>
            <a:chOff x="7470463" y="4124571"/>
            <a:chExt cx="631080" cy="37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66A7AA1F-9A8F-76BC-8A9C-7B4599039621}"/>
                    </a:ext>
                  </a:extLst>
                </p14:cNvPr>
                <p14:cNvContentPartPr/>
                <p14:nvPr/>
              </p14:nvContentPartPr>
              <p14:xfrm>
                <a:off x="7470463" y="4131051"/>
                <a:ext cx="133560" cy="4788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66A7AA1F-9A8F-76BC-8A9C-7B4599039621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7452823" y="4113411"/>
                  <a:ext cx="1692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81DFE3E9-BBBE-E57C-F5BF-DCB70EDCC8CC}"/>
                    </a:ext>
                  </a:extLst>
                </p14:cNvPr>
                <p14:cNvContentPartPr/>
                <p14:nvPr/>
              </p14:nvContentPartPr>
              <p14:xfrm>
                <a:off x="7499983" y="4184331"/>
                <a:ext cx="146880" cy="31428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81DFE3E9-BBBE-E57C-F5BF-DCB70EDCC8CC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7481983" y="4166331"/>
                  <a:ext cx="18252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E51CC7EC-13D6-B80B-F6B8-11E9FBC38378}"/>
                    </a:ext>
                  </a:extLst>
                </p14:cNvPr>
                <p14:cNvContentPartPr/>
                <p14:nvPr/>
              </p14:nvContentPartPr>
              <p14:xfrm>
                <a:off x="7778263" y="4201251"/>
                <a:ext cx="125640" cy="14868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E51CC7EC-13D6-B80B-F6B8-11E9FBC38378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7760623" y="4183251"/>
                  <a:ext cx="1612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A01E57BF-0402-7E12-7882-D74E95A7EA34}"/>
                    </a:ext>
                  </a:extLst>
                </p14:cNvPr>
                <p14:cNvContentPartPr/>
                <p14:nvPr/>
              </p14:nvContentPartPr>
              <p14:xfrm>
                <a:off x="7967983" y="4124571"/>
                <a:ext cx="133560" cy="32364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A01E57BF-0402-7E12-7882-D74E95A7EA34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7950343" y="4106571"/>
                  <a:ext cx="169200" cy="35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1">
            <p14:nvContentPartPr>
              <p14:cNvPr id="331" name="Ink 330">
                <a:extLst>
                  <a:ext uri="{FF2B5EF4-FFF2-40B4-BE49-F238E27FC236}">
                    <a16:creationId xmlns:a16="http://schemas.microsoft.com/office/drawing/2014/main" id="{83A22920-2EE9-769A-9525-3576F8D0D7D9}"/>
                  </a:ext>
                </a:extLst>
              </p14:cNvPr>
              <p14:cNvContentPartPr/>
              <p14:nvPr/>
            </p14:nvContentPartPr>
            <p14:xfrm>
              <a:off x="8302423" y="4149411"/>
              <a:ext cx="103680" cy="210240"/>
            </p14:xfrm>
          </p:contentPart>
        </mc:Choice>
        <mc:Fallback xmlns="">
          <p:pic>
            <p:nvPicPr>
              <p:cNvPr id="331" name="Ink 330">
                <a:extLst>
                  <a:ext uri="{FF2B5EF4-FFF2-40B4-BE49-F238E27FC236}">
                    <a16:creationId xmlns:a16="http://schemas.microsoft.com/office/drawing/2014/main" id="{83A22920-2EE9-769A-9525-3576F8D0D7D9}"/>
                  </a:ext>
                </a:extLst>
              </p:cNvPr>
              <p:cNvPicPr/>
              <p:nvPr/>
            </p:nvPicPr>
            <p:blipFill>
              <a:blip r:embed="rId252"/>
              <a:stretch>
                <a:fillRect/>
              </a:stretch>
            </p:blipFill>
            <p:spPr>
              <a:xfrm>
                <a:off x="8284783" y="4131771"/>
                <a:ext cx="139320" cy="245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42" name="Group 341">
            <a:extLst>
              <a:ext uri="{FF2B5EF4-FFF2-40B4-BE49-F238E27FC236}">
                <a16:creationId xmlns:a16="http://schemas.microsoft.com/office/drawing/2014/main" id="{DC5AC140-7770-67C6-2467-6BE4E89842F1}"/>
              </a:ext>
            </a:extLst>
          </p:cNvPr>
          <p:cNvGrpSpPr/>
          <p:nvPr/>
        </p:nvGrpSpPr>
        <p:grpSpPr>
          <a:xfrm>
            <a:off x="8571703" y="4146531"/>
            <a:ext cx="322200" cy="327960"/>
            <a:chOff x="8571703" y="4146531"/>
            <a:chExt cx="322200" cy="32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184039FD-F7FD-A70E-A99E-65568ED8FFFC}"/>
                    </a:ext>
                  </a:extLst>
                </p14:cNvPr>
                <p14:cNvContentPartPr/>
                <p14:nvPr/>
              </p14:nvContentPartPr>
              <p14:xfrm>
                <a:off x="8571703" y="4231131"/>
                <a:ext cx="65520" cy="1800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184039FD-F7FD-A70E-A99E-65568ED8FFFC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8553703" y="4213491"/>
                  <a:ext cx="1011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574C1986-8E7D-3E0F-2504-A4D77EC00075}"/>
                    </a:ext>
                  </a:extLst>
                </p14:cNvPr>
                <p14:cNvContentPartPr/>
                <p14:nvPr/>
              </p14:nvContentPartPr>
              <p14:xfrm>
                <a:off x="8612743" y="4304211"/>
                <a:ext cx="60840" cy="1728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574C1986-8E7D-3E0F-2504-A4D77EC00075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8595103" y="4286211"/>
                  <a:ext cx="964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DF852D6E-E646-6B3E-4A23-4BC42289958D}"/>
                    </a:ext>
                  </a:extLst>
                </p14:cNvPr>
                <p14:cNvContentPartPr/>
                <p14:nvPr/>
              </p14:nvContentPartPr>
              <p14:xfrm>
                <a:off x="8650183" y="4146531"/>
                <a:ext cx="243720" cy="32796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DF852D6E-E646-6B3E-4A23-4BC42289958D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8632183" y="4128891"/>
                  <a:ext cx="279360" cy="363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9">
            <p14:nvContentPartPr>
              <p14:cNvPr id="338" name="Ink 337">
                <a:extLst>
                  <a:ext uri="{FF2B5EF4-FFF2-40B4-BE49-F238E27FC236}">
                    <a16:creationId xmlns:a16="http://schemas.microsoft.com/office/drawing/2014/main" id="{AF24CDBA-B1EE-2274-22EB-FACD57081F61}"/>
                  </a:ext>
                </a:extLst>
              </p14:cNvPr>
              <p14:cNvContentPartPr/>
              <p14:nvPr/>
            </p14:nvContentPartPr>
            <p14:xfrm>
              <a:off x="9091543" y="4062291"/>
              <a:ext cx="160560" cy="253080"/>
            </p14:xfrm>
          </p:contentPart>
        </mc:Choice>
        <mc:Fallback xmlns="">
          <p:pic>
            <p:nvPicPr>
              <p:cNvPr id="338" name="Ink 337">
                <a:extLst>
                  <a:ext uri="{FF2B5EF4-FFF2-40B4-BE49-F238E27FC236}">
                    <a16:creationId xmlns:a16="http://schemas.microsoft.com/office/drawing/2014/main" id="{AF24CDBA-B1EE-2274-22EB-FACD57081F61}"/>
                  </a:ext>
                </a:extLst>
              </p:cNvPr>
              <p:cNvPicPr/>
              <p:nvPr/>
            </p:nvPicPr>
            <p:blipFill>
              <a:blip r:embed="rId260"/>
              <a:stretch>
                <a:fillRect/>
              </a:stretch>
            </p:blipFill>
            <p:spPr>
              <a:xfrm>
                <a:off x="9073903" y="4044651"/>
                <a:ext cx="196200" cy="28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41" name="Group 340">
            <a:extLst>
              <a:ext uri="{FF2B5EF4-FFF2-40B4-BE49-F238E27FC236}">
                <a16:creationId xmlns:a16="http://schemas.microsoft.com/office/drawing/2014/main" id="{A5B53A4B-6776-71DA-23F0-E8A8F9C0F2F9}"/>
              </a:ext>
            </a:extLst>
          </p:cNvPr>
          <p:cNvGrpSpPr/>
          <p:nvPr/>
        </p:nvGrpSpPr>
        <p:grpSpPr>
          <a:xfrm>
            <a:off x="9423823" y="4137891"/>
            <a:ext cx="92880" cy="86400"/>
            <a:chOff x="9423823" y="4137891"/>
            <a:chExt cx="92880" cy="8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F0AB180B-08C6-E748-9FFE-A8077E005A27}"/>
                    </a:ext>
                  </a:extLst>
                </p14:cNvPr>
                <p14:cNvContentPartPr/>
                <p14:nvPr/>
              </p14:nvContentPartPr>
              <p14:xfrm>
                <a:off x="9423823" y="4137891"/>
                <a:ext cx="41040" cy="1080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F0AB180B-08C6-E748-9FFE-A8077E005A27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9406183" y="4119891"/>
                  <a:ext cx="766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0BA9210F-99BE-B1AC-F55B-CC064EE66D03}"/>
                    </a:ext>
                  </a:extLst>
                </p14:cNvPr>
                <p14:cNvContentPartPr/>
                <p14:nvPr/>
              </p14:nvContentPartPr>
              <p14:xfrm>
                <a:off x="9457303" y="4208451"/>
                <a:ext cx="59400" cy="1584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0BA9210F-99BE-B1AC-F55B-CC064EE66D03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9439663" y="4190811"/>
                  <a:ext cx="95040" cy="5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37B26C0B-FCA2-BC29-EEC1-F4D885A3B6BE}"/>
              </a:ext>
            </a:extLst>
          </p:cNvPr>
          <p:cNvGrpSpPr/>
          <p:nvPr/>
        </p:nvGrpSpPr>
        <p:grpSpPr>
          <a:xfrm>
            <a:off x="9743863" y="3877971"/>
            <a:ext cx="907560" cy="362160"/>
            <a:chOff x="9743863" y="3877971"/>
            <a:chExt cx="907560" cy="36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3A96E699-4C45-2D68-5EEE-24A7FA8E312C}"/>
                    </a:ext>
                  </a:extLst>
                </p14:cNvPr>
                <p14:cNvContentPartPr/>
                <p14:nvPr/>
              </p14:nvContentPartPr>
              <p14:xfrm>
                <a:off x="9974623" y="4007211"/>
                <a:ext cx="10080" cy="2124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3A96E699-4C45-2D68-5EEE-24A7FA8E312C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9956623" y="3989211"/>
                  <a:ext cx="457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FA60CA43-A1E5-0063-CAC2-8748F7A93A21}"/>
                    </a:ext>
                  </a:extLst>
                </p14:cNvPr>
                <p14:cNvContentPartPr/>
                <p14:nvPr/>
              </p14:nvContentPartPr>
              <p14:xfrm>
                <a:off x="10101343" y="3877971"/>
                <a:ext cx="129600" cy="21456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FA60CA43-A1E5-0063-CAC2-8748F7A93A21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0083343" y="3859971"/>
                  <a:ext cx="1652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5B5EB8AF-286E-0216-D2B5-09F769AEABD1}"/>
                    </a:ext>
                  </a:extLst>
                </p14:cNvPr>
                <p14:cNvContentPartPr/>
                <p14:nvPr/>
              </p14:nvContentPartPr>
              <p14:xfrm>
                <a:off x="9743863" y="4106571"/>
                <a:ext cx="907560" cy="13356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5B5EB8AF-286E-0216-D2B5-09F769AEABD1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9725863" y="4088571"/>
                  <a:ext cx="943200" cy="16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BCD83FA4-E12C-C7F1-78D5-FF883D4B5BA7}"/>
              </a:ext>
            </a:extLst>
          </p:cNvPr>
          <p:cNvGrpSpPr/>
          <p:nvPr/>
        </p:nvGrpSpPr>
        <p:grpSpPr>
          <a:xfrm>
            <a:off x="9830983" y="4307811"/>
            <a:ext cx="1042560" cy="297000"/>
            <a:chOff x="9830983" y="4307811"/>
            <a:chExt cx="1042560" cy="29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418361A3-3AAC-F836-02DE-D520747DB0BC}"/>
                    </a:ext>
                  </a:extLst>
                </p14:cNvPr>
                <p14:cNvContentPartPr/>
                <p14:nvPr/>
              </p14:nvContentPartPr>
              <p14:xfrm>
                <a:off x="9830983" y="4364331"/>
                <a:ext cx="157320" cy="5616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418361A3-3AAC-F836-02DE-D520747DB0BC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9812983" y="4346691"/>
                  <a:ext cx="1929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A586C140-8183-E1AB-D6C0-4AF12F871AAD}"/>
                    </a:ext>
                  </a:extLst>
                </p14:cNvPr>
                <p14:cNvContentPartPr/>
                <p14:nvPr/>
              </p14:nvContentPartPr>
              <p14:xfrm>
                <a:off x="9832783" y="4428771"/>
                <a:ext cx="94680" cy="17604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A586C140-8183-E1AB-D6C0-4AF12F871AAD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9815143" y="4410771"/>
                  <a:ext cx="1303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91167878-A605-733B-165B-92232E7AAE1A}"/>
                    </a:ext>
                  </a:extLst>
                </p14:cNvPr>
                <p14:cNvContentPartPr/>
                <p14:nvPr/>
              </p14:nvContentPartPr>
              <p14:xfrm>
                <a:off x="10064263" y="4390611"/>
                <a:ext cx="100800" cy="16560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91167878-A605-733B-165B-92232E7AAE1A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0046623" y="4372611"/>
                  <a:ext cx="1364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9EDCC2D2-3CA4-D508-CA45-97BE50225838}"/>
                    </a:ext>
                  </a:extLst>
                </p14:cNvPr>
                <p14:cNvContentPartPr/>
                <p14:nvPr/>
              </p14:nvContentPartPr>
              <p14:xfrm>
                <a:off x="10229503" y="4440651"/>
                <a:ext cx="263880" cy="9108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9EDCC2D2-3CA4-D508-CA45-97BE50225838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0211863" y="4422651"/>
                  <a:ext cx="2995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78D5C1B1-1384-8AD7-EF46-D0011EE02D7B}"/>
                    </a:ext>
                  </a:extLst>
                </p14:cNvPr>
                <p14:cNvContentPartPr/>
                <p14:nvPr/>
              </p14:nvContentPartPr>
              <p14:xfrm>
                <a:off x="10644943" y="4337331"/>
                <a:ext cx="28800" cy="15552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78D5C1B1-1384-8AD7-EF46-D0011EE02D7B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0626943" y="4319691"/>
                  <a:ext cx="644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4C54645E-81FD-C159-6945-4F895C914EEF}"/>
                    </a:ext>
                  </a:extLst>
                </p14:cNvPr>
                <p14:cNvContentPartPr/>
                <p14:nvPr/>
              </p14:nvContentPartPr>
              <p14:xfrm>
                <a:off x="10661863" y="4307811"/>
                <a:ext cx="211680" cy="12780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4C54645E-81FD-C159-6945-4F895C914EEF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0644223" y="4289811"/>
                  <a:ext cx="247320" cy="163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3">
            <p14:nvContentPartPr>
              <p14:cNvPr id="353" name="Ink 352">
                <a:extLst>
                  <a:ext uri="{FF2B5EF4-FFF2-40B4-BE49-F238E27FC236}">
                    <a16:creationId xmlns:a16="http://schemas.microsoft.com/office/drawing/2014/main" id="{C1703376-45FF-2B63-5DEF-7F078C9FA59E}"/>
                  </a:ext>
                </a:extLst>
              </p14:cNvPr>
              <p14:cNvContentPartPr/>
              <p14:nvPr/>
            </p14:nvContentPartPr>
            <p14:xfrm>
              <a:off x="10643503" y="4095771"/>
              <a:ext cx="254520" cy="9000"/>
            </p14:xfrm>
          </p:contentPart>
        </mc:Choice>
        <mc:Fallback xmlns="">
          <p:pic>
            <p:nvPicPr>
              <p:cNvPr id="353" name="Ink 352">
                <a:extLst>
                  <a:ext uri="{FF2B5EF4-FFF2-40B4-BE49-F238E27FC236}">
                    <a16:creationId xmlns:a16="http://schemas.microsoft.com/office/drawing/2014/main" id="{C1703376-45FF-2B63-5DEF-7F078C9FA59E}"/>
                  </a:ext>
                </a:extLst>
              </p:cNvPr>
              <p:cNvPicPr/>
              <p:nvPr/>
            </p:nvPicPr>
            <p:blipFill>
              <a:blip r:embed="rId284"/>
              <a:stretch>
                <a:fillRect/>
              </a:stretch>
            </p:blipFill>
            <p:spPr>
              <a:xfrm>
                <a:off x="10625503" y="4077771"/>
                <a:ext cx="290160" cy="4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60" name="Group 359">
            <a:extLst>
              <a:ext uri="{FF2B5EF4-FFF2-40B4-BE49-F238E27FC236}">
                <a16:creationId xmlns:a16="http://schemas.microsoft.com/office/drawing/2014/main" id="{9D63435D-AE66-1A58-E9FC-1699A0BBE43B}"/>
              </a:ext>
            </a:extLst>
          </p:cNvPr>
          <p:cNvGrpSpPr/>
          <p:nvPr/>
        </p:nvGrpSpPr>
        <p:grpSpPr>
          <a:xfrm>
            <a:off x="11053903" y="4257051"/>
            <a:ext cx="834840" cy="229320"/>
            <a:chOff x="11053903" y="4257051"/>
            <a:chExt cx="834840" cy="22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A7BBAA92-FCBB-EE33-7BF1-EB82492CEB8A}"/>
                    </a:ext>
                  </a:extLst>
                </p14:cNvPr>
                <p14:cNvContentPartPr/>
                <p14:nvPr/>
              </p14:nvContentPartPr>
              <p14:xfrm>
                <a:off x="11053903" y="4421571"/>
                <a:ext cx="9000" cy="360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A7BBAA92-FCBB-EE33-7BF1-EB82492CEB8A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1036263" y="4403571"/>
                  <a:ext cx="446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C70C8C0D-414F-B3DD-E699-96A8EC66FE1A}"/>
                    </a:ext>
                  </a:extLst>
                </p14:cNvPr>
                <p14:cNvContentPartPr/>
                <p14:nvPr/>
              </p14:nvContentPartPr>
              <p14:xfrm>
                <a:off x="11145343" y="4257051"/>
                <a:ext cx="75240" cy="22932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C70C8C0D-414F-B3DD-E699-96A8EC66FE1A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1127703" y="4239051"/>
                  <a:ext cx="11088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AAA6A912-48D8-B174-ACB3-BC90DDC1D684}"/>
                    </a:ext>
                  </a:extLst>
                </p14:cNvPr>
                <p14:cNvContentPartPr/>
                <p14:nvPr/>
              </p14:nvContentPartPr>
              <p14:xfrm>
                <a:off x="11389783" y="4340211"/>
                <a:ext cx="230760" cy="9900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AAA6A912-48D8-B174-ACB3-BC90DDC1D684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1371783" y="4322571"/>
                  <a:ext cx="2664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FDBBD282-FFC0-0C4D-023C-E3610FD833F5}"/>
                    </a:ext>
                  </a:extLst>
                </p14:cNvPr>
                <p14:cNvContentPartPr/>
                <p14:nvPr/>
              </p14:nvContentPartPr>
              <p14:xfrm>
                <a:off x="11688943" y="4324731"/>
                <a:ext cx="199800" cy="6156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FDBBD282-FFC0-0C4D-023C-E3610FD833F5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1670943" y="4306731"/>
                  <a:ext cx="235440" cy="9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02BB5129-4AD3-3249-5D07-00CA2D4CE070}"/>
              </a:ext>
            </a:extLst>
          </p:cNvPr>
          <p:cNvGrpSpPr/>
          <p:nvPr/>
        </p:nvGrpSpPr>
        <p:grpSpPr>
          <a:xfrm>
            <a:off x="9364063" y="4994331"/>
            <a:ext cx="170640" cy="84240"/>
            <a:chOff x="9364063" y="4994331"/>
            <a:chExt cx="170640" cy="8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071D4030-0AB3-0885-8241-B447B3C5E75B}"/>
                    </a:ext>
                  </a:extLst>
                </p14:cNvPr>
                <p14:cNvContentPartPr/>
                <p14:nvPr/>
              </p14:nvContentPartPr>
              <p14:xfrm>
                <a:off x="9364063" y="4994331"/>
                <a:ext cx="82800" cy="5976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071D4030-0AB3-0885-8241-B447B3C5E75B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9346423" y="4976331"/>
                  <a:ext cx="1184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03FCF7B6-75AE-55EA-A32D-65FD991BB848}"/>
                    </a:ext>
                  </a:extLst>
                </p14:cNvPr>
                <p14:cNvContentPartPr/>
                <p14:nvPr/>
              </p14:nvContentPartPr>
              <p14:xfrm>
                <a:off x="9447583" y="5058411"/>
                <a:ext cx="87120" cy="2016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03FCF7B6-75AE-55EA-A32D-65FD991BB848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9429943" y="5040411"/>
                  <a:ext cx="122760" cy="5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7" name="Group 366">
            <a:extLst>
              <a:ext uri="{FF2B5EF4-FFF2-40B4-BE49-F238E27FC236}">
                <a16:creationId xmlns:a16="http://schemas.microsoft.com/office/drawing/2014/main" id="{A04EF75D-4692-03F5-E0E5-3B948774170A}"/>
              </a:ext>
            </a:extLst>
          </p:cNvPr>
          <p:cNvGrpSpPr/>
          <p:nvPr/>
        </p:nvGrpSpPr>
        <p:grpSpPr>
          <a:xfrm>
            <a:off x="9884263" y="4809651"/>
            <a:ext cx="503280" cy="308520"/>
            <a:chOff x="9884263" y="4809651"/>
            <a:chExt cx="503280" cy="30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152DE98A-16C3-7532-52C0-B2E53327525D}"/>
                    </a:ext>
                  </a:extLst>
                </p14:cNvPr>
                <p14:cNvContentPartPr/>
                <p14:nvPr/>
              </p14:nvContentPartPr>
              <p14:xfrm>
                <a:off x="9884263" y="4813611"/>
                <a:ext cx="51120" cy="30456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152DE98A-16C3-7532-52C0-B2E53327525D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9866623" y="4795611"/>
                  <a:ext cx="8676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AE3BF787-F819-D4E8-3605-21417FC702BF}"/>
                    </a:ext>
                  </a:extLst>
                </p14:cNvPr>
                <p14:cNvContentPartPr/>
                <p14:nvPr/>
              </p14:nvContentPartPr>
              <p14:xfrm>
                <a:off x="10073623" y="4827291"/>
                <a:ext cx="98640" cy="23184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AE3BF787-F819-D4E8-3605-21417FC702BF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0055983" y="4809291"/>
                  <a:ext cx="13428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6CFF4A5D-6E8D-58C2-43B8-CB76292A936E}"/>
                    </a:ext>
                  </a:extLst>
                </p14:cNvPr>
                <p14:cNvContentPartPr/>
                <p14:nvPr/>
              </p14:nvContentPartPr>
              <p14:xfrm>
                <a:off x="10258663" y="4809651"/>
                <a:ext cx="128880" cy="19764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6CFF4A5D-6E8D-58C2-43B8-CB76292A936E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0241023" y="4791651"/>
                  <a:ext cx="164520" cy="23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2" name="Group 371">
            <a:extLst>
              <a:ext uri="{FF2B5EF4-FFF2-40B4-BE49-F238E27FC236}">
                <a16:creationId xmlns:a16="http://schemas.microsoft.com/office/drawing/2014/main" id="{C7C9667C-CBF5-AF62-85E1-D0FFC877EEFD}"/>
              </a:ext>
            </a:extLst>
          </p:cNvPr>
          <p:cNvGrpSpPr/>
          <p:nvPr/>
        </p:nvGrpSpPr>
        <p:grpSpPr>
          <a:xfrm>
            <a:off x="10629823" y="4697331"/>
            <a:ext cx="486000" cy="306000"/>
            <a:chOff x="10629823" y="4697331"/>
            <a:chExt cx="486000" cy="30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1259E4CD-EDD6-A166-EF42-D4CA68BDB1CD}"/>
                    </a:ext>
                  </a:extLst>
                </p14:cNvPr>
                <p14:cNvContentPartPr/>
                <p14:nvPr/>
              </p14:nvContentPartPr>
              <p14:xfrm>
                <a:off x="10629823" y="4891011"/>
                <a:ext cx="46800" cy="11232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1259E4CD-EDD6-A166-EF42-D4CA68BDB1CD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0612183" y="4873011"/>
                  <a:ext cx="8244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CBE6BF84-CA1C-A3A2-1F74-7694DBD996E7}"/>
                    </a:ext>
                  </a:extLst>
                </p14:cNvPr>
                <p14:cNvContentPartPr/>
                <p14:nvPr/>
              </p14:nvContentPartPr>
              <p14:xfrm>
                <a:off x="10770583" y="4870851"/>
                <a:ext cx="197280" cy="8064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CBE6BF84-CA1C-A3A2-1F74-7694DBD996E7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0752583" y="4853211"/>
                  <a:ext cx="2329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9AB907C4-6CC8-6A1A-DB7A-6030D621C170}"/>
                    </a:ext>
                  </a:extLst>
                </p14:cNvPr>
                <p14:cNvContentPartPr/>
                <p14:nvPr/>
              </p14:nvContentPartPr>
              <p14:xfrm>
                <a:off x="11016823" y="4786971"/>
                <a:ext cx="47520" cy="360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9AB907C4-6CC8-6A1A-DB7A-6030D621C170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0998823" y="4769331"/>
                  <a:ext cx="831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426BC645-653C-9690-8E51-9198DF922A46}"/>
                    </a:ext>
                  </a:extLst>
                </p14:cNvPr>
                <p14:cNvContentPartPr/>
                <p14:nvPr/>
              </p14:nvContentPartPr>
              <p14:xfrm>
                <a:off x="11102503" y="4697331"/>
                <a:ext cx="13320" cy="15084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426BC645-653C-9690-8E51-9198DF922A46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1084863" y="4679331"/>
                  <a:ext cx="48960" cy="18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7" name="Group 376">
            <a:extLst>
              <a:ext uri="{FF2B5EF4-FFF2-40B4-BE49-F238E27FC236}">
                <a16:creationId xmlns:a16="http://schemas.microsoft.com/office/drawing/2014/main" id="{FC79C483-459F-97C9-8CA7-609E20D71E30}"/>
              </a:ext>
            </a:extLst>
          </p:cNvPr>
          <p:cNvGrpSpPr/>
          <p:nvPr/>
        </p:nvGrpSpPr>
        <p:grpSpPr>
          <a:xfrm>
            <a:off x="11314183" y="4606251"/>
            <a:ext cx="518400" cy="386640"/>
            <a:chOff x="11314183" y="4606251"/>
            <a:chExt cx="518400" cy="38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917ACEC0-3DF1-A66A-2027-89BB45468E42}"/>
                    </a:ext>
                  </a:extLst>
                </p14:cNvPr>
                <p14:cNvContentPartPr/>
                <p14:nvPr/>
              </p14:nvContentPartPr>
              <p14:xfrm>
                <a:off x="11314183" y="4758171"/>
                <a:ext cx="23040" cy="23472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917ACEC0-3DF1-A66A-2027-89BB45468E42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1296543" y="4740171"/>
                  <a:ext cx="5868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B9AE3101-CC8C-E238-34E5-F93516E66BE2}"/>
                    </a:ext>
                  </a:extLst>
                </p14:cNvPr>
                <p14:cNvContentPartPr/>
                <p14:nvPr/>
              </p14:nvContentPartPr>
              <p14:xfrm>
                <a:off x="11320663" y="4748811"/>
                <a:ext cx="187200" cy="17496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B9AE3101-CC8C-E238-34E5-F93516E66BE2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1302663" y="4731171"/>
                  <a:ext cx="22284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28EAF897-9B23-656B-C284-CC5D13B5BCC9}"/>
                    </a:ext>
                  </a:extLst>
                </p14:cNvPr>
                <p14:cNvContentPartPr/>
                <p14:nvPr/>
              </p14:nvContentPartPr>
              <p14:xfrm>
                <a:off x="11605783" y="4722531"/>
                <a:ext cx="109800" cy="5004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28EAF897-9B23-656B-C284-CC5D13B5BCC9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1587783" y="4704531"/>
                  <a:ext cx="1454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2A6E3DED-ED2A-4A13-AF26-5B05750EB253}"/>
                    </a:ext>
                  </a:extLst>
                </p14:cNvPr>
                <p14:cNvContentPartPr/>
                <p14:nvPr/>
              </p14:nvContentPartPr>
              <p14:xfrm>
                <a:off x="11788663" y="4606251"/>
                <a:ext cx="43920" cy="17316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2A6E3DED-ED2A-4A13-AF26-5B05750EB253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1770663" y="4588251"/>
                  <a:ext cx="79560" cy="20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5" name="Group 394">
            <a:extLst>
              <a:ext uri="{FF2B5EF4-FFF2-40B4-BE49-F238E27FC236}">
                <a16:creationId xmlns:a16="http://schemas.microsoft.com/office/drawing/2014/main" id="{08A42AAE-503F-9E24-75B0-6000EE34B0E8}"/>
              </a:ext>
            </a:extLst>
          </p:cNvPr>
          <p:cNvGrpSpPr/>
          <p:nvPr/>
        </p:nvGrpSpPr>
        <p:grpSpPr>
          <a:xfrm>
            <a:off x="6653983" y="5671491"/>
            <a:ext cx="1607400" cy="291240"/>
            <a:chOff x="6653983" y="5671491"/>
            <a:chExt cx="1607400" cy="29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F3DEB86D-256A-E0F2-EE8B-062C8EC501C1}"/>
                    </a:ext>
                  </a:extLst>
                </p14:cNvPr>
                <p14:cNvContentPartPr/>
                <p14:nvPr/>
              </p14:nvContentPartPr>
              <p14:xfrm>
                <a:off x="6653983" y="5715771"/>
                <a:ext cx="208800" cy="3564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F3DEB86D-256A-E0F2-EE8B-062C8EC501C1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6635983" y="5698131"/>
                  <a:ext cx="2444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C76900C4-F692-605F-A3AA-645C812A92D6}"/>
                    </a:ext>
                  </a:extLst>
                </p14:cNvPr>
                <p14:cNvContentPartPr/>
                <p14:nvPr/>
              </p14:nvContentPartPr>
              <p14:xfrm>
                <a:off x="6822823" y="5726211"/>
                <a:ext cx="38160" cy="18000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C76900C4-F692-605F-A3AA-645C812A92D6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6804823" y="5708211"/>
                  <a:ext cx="738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2F3D304F-58FD-E07E-1F31-E31A2A0A4223}"/>
                    </a:ext>
                  </a:extLst>
                </p14:cNvPr>
                <p14:cNvContentPartPr/>
                <p14:nvPr/>
              </p14:nvContentPartPr>
              <p14:xfrm>
                <a:off x="6963583" y="5847171"/>
                <a:ext cx="129240" cy="11556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2F3D304F-58FD-E07E-1F31-E31A2A0A4223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6945583" y="5829531"/>
                  <a:ext cx="1648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6BE123FB-4110-361A-8B92-8B4310E21B0C}"/>
                    </a:ext>
                  </a:extLst>
                </p14:cNvPr>
                <p14:cNvContentPartPr/>
                <p14:nvPr/>
              </p14:nvContentPartPr>
              <p14:xfrm>
                <a:off x="7196143" y="5864451"/>
                <a:ext cx="266040" cy="8856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6BE123FB-4110-361A-8B92-8B4310E21B0C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7178143" y="5846451"/>
                  <a:ext cx="3016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4A8EBF1C-C5D1-D362-79D7-AF1793BB58D8}"/>
                    </a:ext>
                  </a:extLst>
                </p14:cNvPr>
                <p14:cNvContentPartPr/>
                <p14:nvPr/>
              </p14:nvContentPartPr>
              <p14:xfrm>
                <a:off x="6820663" y="5710371"/>
                <a:ext cx="175680" cy="2052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4A8EBF1C-C5D1-D362-79D7-AF1793BB58D8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6803023" y="5692371"/>
                  <a:ext cx="2113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8B5934C7-933F-EB7E-111E-084B4BF6A88E}"/>
                    </a:ext>
                  </a:extLst>
                </p14:cNvPr>
                <p14:cNvContentPartPr/>
                <p14:nvPr/>
              </p14:nvContentPartPr>
              <p14:xfrm>
                <a:off x="7538503" y="5809371"/>
                <a:ext cx="230760" cy="11268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8B5934C7-933F-EB7E-111E-084B4BF6A88E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7520863" y="5791731"/>
                  <a:ext cx="2664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ADC097DD-85CD-7A29-B11B-3765B80444B8}"/>
                    </a:ext>
                  </a:extLst>
                </p14:cNvPr>
                <p14:cNvContentPartPr/>
                <p14:nvPr/>
              </p14:nvContentPartPr>
              <p14:xfrm>
                <a:off x="7935223" y="5774091"/>
                <a:ext cx="57240" cy="1800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ADC097DD-85CD-7A29-B11B-3765B80444B8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7917583" y="5756451"/>
                  <a:ext cx="928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09DC91B6-419D-119E-56B0-1757B33F2E03}"/>
                    </a:ext>
                  </a:extLst>
                </p14:cNvPr>
                <p14:cNvContentPartPr/>
                <p14:nvPr/>
              </p14:nvContentPartPr>
              <p14:xfrm>
                <a:off x="7965103" y="5826651"/>
                <a:ext cx="105120" cy="1728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09DC91B6-419D-119E-56B0-1757B33F2E03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7947463" y="5808651"/>
                  <a:ext cx="1407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75F29B4A-F95A-613E-426E-E8DEC6B0604C}"/>
                    </a:ext>
                  </a:extLst>
                </p14:cNvPr>
                <p14:cNvContentPartPr/>
                <p14:nvPr/>
              </p14:nvContentPartPr>
              <p14:xfrm>
                <a:off x="8093623" y="5671491"/>
                <a:ext cx="167760" cy="28656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75F29B4A-F95A-613E-426E-E8DEC6B0604C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8075623" y="5653491"/>
                  <a:ext cx="203400" cy="32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4" name="Group 393">
            <a:extLst>
              <a:ext uri="{FF2B5EF4-FFF2-40B4-BE49-F238E27FC236}">
                <a16:creationId xmlns:a16="http://schemas.microsoft.com/office/drawing/2014/main" id="{2B6BF90D-47C2-4F8D-7C4C-67B3B554490E}"/>
              </a:ext>
            </a:extLst>
          </p:cNvPr>
          <p:cNvGrpSpPr/>
          <p:nvPr/>
        </p:nvGrpSpPr>
        <p:grpSpPr>
          <a:xfrm>
            <a:off x="8612383" y="5619651"/>
            <a:ext cx="401400" cy="259200"/>
            <a:chOff x="8612383" y="5619651"/>
            <a:chExt cx="401400" cy="25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98EF8D24-68A7-8BA7-FBC6-EDBBA79FF6DE}"/>
                    </a:ext>
                  </a:extLst>
                </p14:cNvPr>
                <p14:cNvContentPartPr/>
                <p14:nvPr/>
              </p14:nvContentPartPr>
              <p14:xfrm>
                <a:off x="8612383" y="5619651"/>
                <a:ext cx="97560" cy="25920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98EF8D24-68A7-8BA7-FBC6-EDBBA79FF6DE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8594383" y="5601651"/>
                  <a:ext cx="13320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26995B56-F563-96CC-4639-2B71D9B84C5E}"/>
                    </a:ext>
                  </a:extLst>
                </p14:cNvPr>
                <p14:cNvContentPartPr/>
                <p14:nvPr/>
              </p14:nvContentPartPr>
              <p14:xfrm>
                <a:off x="8684743" y="5633331"/>
                <a:ext cx="124920" cy="18144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26995B56-F563-96CC-4639-2B71D9B84C5E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8666743" y="5615331"/>
                  <a:ext cx="1605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E06C4DD4-F59B-4B78-F1FC-5F678FCE8690}"/>
                    </a:ext>
                  </a:extLst>
                </p14:cNvPr>
                <p14:cNvContentPartPr/>
                <p14:nvPr/>
              </p14:nvContentPartPr>
              <p14:xfrm>
                <a:off x="8667823" y="5739531"/>
                <a:ext cx="59040" cy="3384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E06C4DD4-F59B-4B78-F1FC-5F678FCE8690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8650183" y="5721891"/>
                  <a:ext cx="946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B5341B06-3D8B-6135-2915-90C29C709CDD}"/>
                    </a:ext>
                  </a:extLst>
                </p14:cNvPr>
                <p14:cNvContentPartPr/>
                <p14:nvPr/>
              </p14:nvContentPartPr>
              <p14:xfrm>
                <a:off x="8893903" y="5724051"/>
                <a:ext cx="51480" cy="1548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B5341B06-3D8B-6135-2915-90C29C709CDD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8875903" y="5706411"/>
                  <a:ext cx="871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B04C4644-748C-EACB-DC2E-263CA3974DF7}"/>
                    </a:ext>
                  </a:extLst>
                </p14:cNvPr>
                <p14:cNvContentPartPr/>
                <p14:nvPr/>
              </p14:nvContentPartPr>
              <p14:xfrm>
                <a:off x="8963743" y="5751411"/>
                <a:ext cx="50040" cy="3420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B04C4644-748C-EACB-DC2E-263CA3974DF7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8945743" y="5733771"/>
                  <a:ext cx="85680" cy="69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7">
            <p14:nvContentPartPr>
              <p14:cNvPr id="396" name="Ink 395">
                <a:extLst>
                  <a:ext uri="{FF2B5EF4-FFF2-40B4-BE49-F238E27FC236}">
                    <a16:creationId xmlns:a16="http://schemas.microsoft.com/office/drawing/2014/main" id="{9CBCFA58-F223-9D6D-11E7-1EE66356A670}"/>
                  </a:ext>
                </a:extLst>
              </p14:cNvPr>
              <p14:cNvContentPartPr/>
              <p14:nvPr/>
            </p14:nvContentPartPr>
            <p14:xfrm>
              <a:off x="9278023" y="5600571"/>
              <a:ext cx="112680" cy="211320"/>
            </p14:xfrm>
          </p:contentPart>
        </mc:Choice>
        <mc:Fallback xmlns="">
          <p:pic>
            <p:nvPicPr>
              <p:cNvPr id="396" name="Ink 395">
                <a:extLst>
                  <a:ext uri="{FF2B5EF4-FFF2-40B4-BE49-F238E27FC236}">
                    <a16:creationId xmlns:a16="http://schemas.microsoft.com/office/drawing/2014/main" id="{9CBCFA58-F223-9D6D-11E7-1EE66356A670}"/>
                  </a:ext>
                </a:extLst>
              </p:cNvPr>
              <p:cNvPicPr/>
              <p:nvPr/>
            </p:nvPicPr>
            <p:blipFill>
              <a:blip r:embed="rId348"/>
              <a:stretch>
                <a:fillRect/>
              </a:stretch>
            </p:blipFill>
            <p:spPr>
              <a:xfrm>
                <a:off x="9260023" y="5582571"/>
                <a:ext cx="148320" cy="24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02" name="Group 401">
            <a:extLst>
              <a:ext uri="{FF2B5EF4-FFF2-40B4-BE49-F238E27FC236}">
                <a16:creationId xmlns:a16="http://schemas.microsoft.com/office/drawing/2014/main" id="{84D144D2-D61D-DB6A-EDFF-6AC2ADDAF6EE}"/>
              </a:ext>
            </a:extLst>
          </p:cNvPr>
          <p:cNvGrpSpPr/>
          <p:nvPr/>
        </p:nvGrpSpPr>
        <p:grpSpPr>
          <a:xfrm>
            <a:off x="9590143" y="5551971"/>
            <a:ext cx="529920" cy="361080"/>
            <a:chOff x="9590143" y="5551971"/>
            <a:chExt cx="529920" cy="36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9F8B43EA-8AE1-7161-C3B9-1F1B6362E13A}"/>
                    </a:ext>
                  </a:extLst>
                </p14:cNvPr>
                <p14:cNvContentPartPr/>
                <p14:nvPr/>
              </p14:nvContentPartPr>
              <p14:xfrm>
                <a:off x="9590143" y="5584011"/>
                <a:ext cx="101520" cy="3888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9F8B43EA-8AE1-7161-C3B9-1F1B6362E13A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9572503" y="5566371"/>
                  <a:ext cx="1371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4AF3EDDD-1D7B-8B76-825D-10E2F32A7244}"/>
                    </a:ext>
                  </a:extLst>
                </p14:cNvPr>
                <p14:cNvContentPartPr/>
                <p14:nvPr/>
              </p14:nvContentPartPr>
              <p14:xfrm>
                <a:off x="9595543" y="5639451"/>
                <a:ext cx="100440" cy="27360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4AF3EDDD-1D7B-8B76-825D-10E2F32A7244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9577543" y="5621451"/>
                  <a:ext cx="1360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6F9CFC36-81CF-04D3-5A7E-DA37138D6DB3}"/>
                    </a:ext>
                  </a:extLst>
                </p14:cNvPr>
                <p14:cNvContentPartPr/>
                <p14:nvPr/>
              </p14:nvContentPartPr>
              <p14:xfrm>
                <a:off x="9801463" y="5662131"/>
                <a:ext cx="94680" cy="10332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6F9CFC36-81CF-04D3-5A7E-DA37138D6DB3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9783823" y="5644131"/>
                  <a:ext cx="1303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D15F2E26-A710-43EB-21F6-5B98D46DE6CB}"/>
                    </a:ext>
                  </a:extLst>
                </p14:cNvPr>
                <p14:cNvContentPartPr/>
                <p14:nvPr/>
              </p14:nvContentPartPr>
              <p14:xfrm>
                <a:off x="9971383" y="5551971"/>
                <a:ext cx="148680" cy="25560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D15F2E26-A710-43EB-21F6-5B98D46DE6CB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9953383" y="5534331"/>
                  <a:ext cx="184320" cy="29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7">
            <p14:nvContentPartPr>
              <p14:cNvPr id="401" name="Ink 400">
                <a:extLst>
                  <a:ext uri="{FF2B5EF4-FFF2-40B4-BE49-F238E27FC236}">
                    <a16:creationId xmlns:a16="http://schemas.microsoft.com/office/drawing/2014/main" id="{DCDD32D0-98D1-7519-DC7B-D99A73565A87}"/>
                  </a:ext>
                </a:extLst>
              </p14:cNvPr>
              <p14:cNvContentPartPr/>
              <p14:nvPr/>
            </p14:nvContentPartPr>
            <p14:xfrm>
              <a:off x="10325623" y="5684451"/>
              <a:ext cx="19440" cy="17640"/>
            </p14:xfrm>
          </p:contentPart>
        </mc:Choice>
        <mc:Fallback xmlns="">
          <p:pic>
            <p:nvPicPr>
              <p:cNvPr id="401" name="Ink 400">
                <a:extLst>
                  <a:ext uri="{FF2B5EF4-FFF2-40B4-BE49-F238E27FC236}">
                    <a16:creationId xmlns:a16="http://schemas.microsoft.com/office/drawing/2014/main" id="{DCDD32D0-98D1-7519-DC7B-D99A73565A87}"/>
                  </a:ext>
                </a:extLst>
              </p:cNvPr>
              <p:cNvPicPr/>
              <p:nvPr/>
            </p:nvPicPr>
            <p:blipFill>
              <a:blip r:embed="rId358"/>
              <a:stretch>
                <a:fillRect/>
              </a:stretch>
            </p:blipFill>
            <p:spPr>
              <a:xfrm>
                <a:off x="10307983" y="5666451"/>
                <a:ext cx="55080" cy="5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409" name="Group 408">
            <a:extLst>
              <a:ext uri="{FF2B5EF4-FFF2-40B4-BE49-F238E27FC236}">
                <a16:creationId xmlns:a16="http://schemas.microsoft.com/office/drawing/2014/main" id="{D8177E0F-B8D0-D4F4-B70D-7205A71613D5}"/>
              </a:ext>
            </a:extLst>
          </p:cNvPr>
          <p:cNvGrpSpPr/>
          <p:nvPr/>
        </p:nvGrpSpPr>
        <p:grpSpPr>
          <a:xfrm>
            <a:off x="10292143" y="5558091"/>
            <a:ext cx="1073520" cy="208800"/>
            <a:chOff x="10292143" y="5558091"/>
            <a:chExt cx="1073520" cy="20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3FC8EC92-0E02-C766-9936-1DA407410C52}"/>
                    </a:ext>
                  </a:extLst>
                </p14:cNvPr>
                <p14:cNvContentPartPr/>
                <p14:nvPr/>
              </p14:nvContentPartPr>
              <p14:xfrm>
                <a:off x="10310863" y="5583651"/>
                <a:ext cx="155520" cy="16704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3FC8EC92-0E02-C766-9936-1DA407410C52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10292863" y="5565651"/>
                  <a:ext cx="1911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A1F9B580-4C88-C11D-F749-830F84426B00}"/>
                    </a:ext>
                  </a:extLst>
                </p14:cNvPr>
                <p14:cNvContentPartPr/>
                <p14:nvPr/>
              </p14:nvContentPartPr>
              <p14:xfrm>
                <a:off x="10292143" y="5564571"/>
                <a:ext cx="151200" cy="20232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A1F9B580-4C88-C11D-F749-830F84426B00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10274143" y="5546571"/>
                  <a:ext cx="1868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ADB41C23-8653-5C70-F1E0-9500EDF892F4}"/>
                    </a:ext>
                  </a:extLst>
                </p14:cNvPr>
                <p14:cNvContentPartPr/>
                <p14:nvPr/>
              </p14:nvContentPartPr>
              <p14:xfrm>
                <a:off x="10570423" y="5558091"/>
                <a:ext cx="125280" cy="17460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ADB41C23-8653-5C70-F1E0-9500EDF892F4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0552783" y="5540451"/>
                  <a:ext cx="1609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9A1710E6-2E29-06B8-A69F-F7717D3BC06D}"/>
                    </a:ext>
                  </a:extLst>
                </p14:cNvPr>
                <p14:cNvContentPartPr/>
                <p14:nvPr/>
              </p14:nvContentPartPr>
              <p14:xfrm>
                <a:off x="10773103" y="5607411"/>
                <a:ext cx="265320" cy="10404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9A1710E6-2E29-06B8-A69F-F7717D3BC06D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0755103" y="5589411"/>
                  <a:ext cx="3009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45C7F719-EFE3-9121-866E-02111D079B30}"/>
                    </a:ext>
                  </a:extLst>
                </p14:cNvPr>
                <p14:cNvContentPartPr/>
                <p14:nvPr/>
              </p14:nvContentPartPr>
              <p14:xfrm>
                <a:off x="11156863" y="5571771"/>
                <a:ext cx="1800" cy="180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45C7F719-EFE3-9121-866E-02111D079B30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1138863" y="5553771"/>
                  <a:ext cx="374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A5E0AFA2-52B9-6DA1-9655-4BB76A8E338F}"/>
                    </a:ext>
                  </a:extLst>
                </p14:cNvPr>
                <p14:cNvContentPartPr/>
                <p14:nvPr/>
              </p14:nvContentPartPr>
              <p14:xfrm>
                <a:off x="11155063" y="5567451"/>
                <a:ext cx="210600" cy="10728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A5E0AFA2-52B9-6DA1-9655-4BB76A8E338F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1137423" y="5549451"/>
                  <a:ext cx="246240" cy="14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2" name="Group 411">
            <a:extLst>
              <a:ext uri="{FF2B5EF4-FFF2-40B4-BE49-F238E27FC236}">
                <a16:creationId xmlns:a16="http://schemas.microsoft.com/office/drawing/2014/main" id="{9B589571-3F52-8207-5728-3886AD78A667}"/>
              </a:ext>
            </a:extLst>
          </p:cNvPr>
          <p:cNvGrpSpPr/>
          <p:nvPr/>
        </p:nvGrpSpPr>
        <p:grpSpPr>
          <a:xfrm>
            <a:off x="9074263" y="6170451"/>
            <a:ext cx="149040" cy="73080"/>
            <a:chOff x="9074263" y="6170451"/>
            <a:chExt cx="149040" cy="7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1020D05F-EE8A-E67C-EADC-9E6743158B29}"/>
                    </a:ext>
                  </a:extLst>
                </p14:cNvPr>
                <p14:cNvContentPartPr/>
                <p14:nvPr/>
              </p14:nvContentPartPr>
              <p14:xfrm>
                <a:off x="9074263" y="6170451"/>
                <a:ext cx="95040" cy="2880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1020D05F-EE8A-E67C-EADC-9E6743158B29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9056263" y="6152451"/>
                  <a:ext cx="1306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40B8E1D4-CFBE-224F-8480-C1B4B29FD4F9}"/>
                    </a:ext>
                  </a:extLst>
                </p14:cNvPr>
                <p14:cNvContentPartPr/>
                <p14:nvPr/>
              </p14:nvContentPartPr>
              <p14:xfrm>
                <a:off x="9160303" y="6238851"/>
                <a:ext cx="63000" cy="468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40B8E1D4-CFBE-224F-8480-C1B4B29FD4F9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9142663" y="6221211"/>
                  <a:ext cx="98640" cy="4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8" name="Group 427">
            <a:extLst>
              <a:ext uri="{FF2B5EF4-FFF2-40B4-BE49-F238E27FC236}">
                <a16:creationId xmlns:a16="http://schemas.microsoft.com/office/drawing/2014/main" id="{E3564953-591C-C50C-F084-50949BEE03A2}"/>
              </a:ext>
            </a:extLst>
          </p:cNvPr>
          <p:cNvGrpSpPr/>
          <p:nvPr/>
        </p:nvGrpSpPr>
        <p:grpSpPr>
          <a:xfrm>
            <a:off x="8877343" y="6487971"/>
            <a:ext cx="374760" cy="289800"/>
            <a:chOff x="8877343" y="6487971"/>
            <a:chExt cx="374760" cy="28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E3064F9A-1A97-2620-4B2B-D6D747645A94}"/>
                    </a:ext>
                  </a:extLst>
                </p14:cNvPr>
                <p14:cNvContentPartPr/>
                <p14:nvPr/>
              </p14:nvContentPartPr>
              <p14:xfrm>
                <a:off x="8877343" y="6536211"/>
                <a:ext cx="41760" cy="24156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E3064F9A-1A97-2620-4B2B-D6D747645A94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8859703" y="6518211"/>
                  <a:ext cx="7740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0C16A88D-E63E-B30A-83B9-482386DC67DE}"/>
                    </a:ext>
                  </a:extLst>
                </p14:cNvPr>
                <p14:cNvContentPartPr/>
                <p14:nvPr/>
              </p14:nvContentPartPr>
              <p14:xfrm>
                <a:off x="9017743" y="6587691"/>
                <a:ext cx="7200" cy="2268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0C16A88D-E63E-B30A-83B9-482386DC67DE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9000103" y="6569691"/>
                  <a:ext cx="4284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481DBA24-9597-4ABD-65D8-ECC96D182117}"/>
                    </a:ext>
                  </a:extLst>
                </p14:cNvPr>
                <p14:cNvContentPartPr/>
                <p14:nvPr/>
              </p14:nvContentPartPr>
              <p14:xfrm>
                <a:off x="9132943" y="6487971"/>
                <a:ext cx="119160" cy="21708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481DBA24-9597-4ABD-65D8-ECC96D182117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9115303" y="6470331"/>
                  <a:ext cx="154800" cy="2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4" name="Group 443">
            <a:extLst>
              <a:ext uri="{FF2B5EF4-FFF2-40B4-BE49-F238E27FC236}">
                <a16:creationId xmlns:a16="http://schemas.microsoft.com/office/drawing/2014/main" id="{E4FF9F2D-7E34-5551-60D9-2D1D68D22055}"/>
              </a:ext>
            </a:extLst>
          </p:cNvPr>
          <p:cNvGrpSpPr/>
          <p:nvPr/>
        </p:nvGrpSpPr>
        <p:grpSpPr>
          <a:xfrm>
            <a:off x="9488263" y="5920251"/>
            <a:ext cx="2055600" cy="762840"/>
            <a:chOff x="9488263" y="5920251"/>
            <a:chExt cx="2055600" cy="76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CDFC0D0B-3D77-B4A9-F7B2-6E921DC07691}"/>
                    </a:ext>
                  </a:extLst>
                </p14:cNvPr>
                <p14:cNvContentPartPr/>
                <p14:nvPr/>
              </p14:nvContentPartPr>
              <p14:xfrm>
                <a:off x="9521023" y="6119691"/>
                <a:ext cx="7200" cy="1152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CDFC0D0B-3D77-B4A9-F7B2-6E921DC07691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9503023" y="6102051"/>
                  <a:ext cx="428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D1155948-A8B2-C7E8-04A5-431C1D3BDBD4}"/>
                    </a:ext>
                  </a:extLst>
                </p14:cNvPr>
                <p14:cNvContentPartPr/>
                <p14:nvPr/>
              </p14:nvContentPartPr>
              <p14:xfrm>
                <a:off x="9628303" y="6013491"/>
                <a:ext cx="113400" cy="21060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D1155948-A8B2-C7E8-04A5-431C1D3BDBD4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9610663" y="5995491"/>
                  <a:ext cx="1490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097B0CCA-6302-7525-B3CF-5311F2C61822}"/>
                    </a:ext>
                  </a:extLst>
                </p14:cNvPr>
                <p14:cNvContentPartPr/>
                <p14:nvPr/>
              </p14:nvContentPartPr>
              <p14:xfrm>
                <a:off x="9841783" y="6040851"/>
                <a:ext cx="103680" cy="7524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097B0CCA-6302-7525-B3CF-5311F2C61822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9823783" y="6022851"/>
                  <a:ext cx="13932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680E4514-B743-DF11-6203-A8828D06DC1D}"/>
                    </a:ext>
                  </a:extLst>
                </p14:cNvPr>
                <p14:cNvContentPartPr/>
                <p14:nvPr/>
              </p14:nvContentPartPr>
              <p14:xfrm>
                <a:off x="9851143" y="6011691"/>
                <a:ext cx="103320" cy="16812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680E4514-B743-DF11-6203-A8828D06DC1D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9833503" y="5994051"/>
                  <a:ext cx="1389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9CC7127A-1937-08F5-416B-78A68754C446}"/>
                    </a:ext>
                  </a:extLst>
                </p14:cNvPr>
                <p14:cNvContentPartPr/>
                <p14:nvPr/>
              </p14:nvContentPartPr>
              <p14:xfrm>
                <a:off x="10054903" y="5980011"/>
                <a:ext cx="165600" cy="16668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9CC7127A-1937-08F5-416B-78A68754C446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0037263" y="5962371"/>
                  <a:ext cx="2012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5F387C10-1E2C-E24E-2C85-AEB944284F3F}"/>
                    </a:ext>
                  </a:extLst>
                </p14:cNvPr>
                <p14:cNvContentPartPr/>
                <p14:nvPr/>
              </p14:nvContentPartPr>
              <p14:xfrm>
                <a:off x="10429663" y="6023211"/>
                <a:ext cx="70200" cy="756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5F387C10-1E2C-E24E-2C85-AEB944284F3F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0411663" y="6005211"/>
                  <a:ext cx="1058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1C882060-F865-5EDF-3DFC-9D04E2E0F025}"/>
                    </a:ext>
                  </a:extLst>
                </p14:cNvPr>
                <p14:cNvContentPartPr/>
                <p14:nvPr/>
              </p14:nvContentPartPr>
              <p14:xfrm>
                <a:off x="10508143" y="6060291"/>
                <a:ext cx="43920" cy="1080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1C882060-F865-5EDF-3DFC-9D04E2E0F025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10490143" y="6042651"/>
                  <a:ext cx="795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078DCF3A-0630-4775-D351-D0295C0FC38A}"/>
                    </a:ext>
                  </a:extLst>
                </p14:cNvPr>
                <p14:cNvContentPartPr/>
                <p14:nvPr/>
              </p14:nvContentPartPr>
              <p14:xfrm>
                <a:off x="10699663" y="5933571"/>
                <a:ext cx="21600" cy="21204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078DCF3A-0630-4775-D351-D0295C0FC38A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10681663" y="5915931"/>
                  <a:ext cx="5724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EDA5D24D-7499-B025-A5C6-1399D49066C2}"/>
                    </a:ext>
                  </a:extLst>
                </p14:cNvPr>
                <p14:cNvContentPartPr/>
                <p14:nvPr/>
              </p14:nvContentPartPr>
              <p14:xfrm>
                <a:off x="10814863" y="5988651"/>
                <a:ext cx="13680" cy="2088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EDA5D24D-7499-B025-A5C6-1399D49066C2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0796863" y="5970651"/>
                  <a:ext cx="493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D0DE431E-42DC-D47B-03F4-1DE16F2589D8}"/>
                    </a:ext>
                  </a:extLst>
                </p14:cNvPr>
                <p14:cNvContentPartPr/>
                <p14:nvPr/>
              </p14:nvContentPartPr>
              <p14:xfrm>
                <a:off x="11002423" y="5920251"/>
                <a:ext cx="105120" cy="20592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D0DE431E-42DC-D47B-03F4-1DE16F2589D8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0984783" y="5902611"/>
                  <a:ext cx="1407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AC56864D-9A55-E967-2F8E-BBCE25FAE5D0}"/>
                    </a:ext>
                  </a:extLst>
                </p14:cNvPr>
                <p14:cNvContentPartPr/>
                <p14:nvPr/>
              </p14:nvContentPartPr>
              <p14:xfrm>
                <a:off x="9488263" y="6584091"/>
                <a:ext cx="92880" cy="41760"/>
              </p14:xfrm>
            </p:contentPart>
          </mc:Choice>
          <mc:Fallback xmlns=""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AC56864D-9A55-E967-2F8E-BBCE25FAE5D0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9470623" y="6566091"/>
                  <a:ext cx="1285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0566078D-6F1F-5900-AA22-3FD1E109401B}"/>
                    </a:ext>
                  </a:extLst>
                </p14:cNvPr>
                <p14:cNvContentPartPr/>
                <p14:nvPr/>
              </p14:nvContentPartPr>
              <p14:xfrm>
                <a:off x="9521023" y="6647451"/>
                <a:ext cx="106920" cy="33480"/>
              </p14:xfrm>
            </p:contentPart>
          </mc:Choice>
          <mc:Fallback xmlns=""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0566078D-6F1F-5900-AA22-3FD1E109401B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9503023" y="6629811"/>
                  <a:ext cx="1425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4023BCF8-40B9-98BB-2E5E-CFE4E2AA7351}"/>
                    </a:ext>
                  </a:extLst>
                </p14:cNvPr>
                <p14:cNvContentPartPr/>
                <p14:nvPr/>
              </p14:nvContentPartPr>
              <p14:xfrm>
                <a:off x="9757543" y="6571851"/>
                <a:ext cx="131760" cy="36720"/>
              </p14:xfrm>
            </p:contentPart>
          </mc:Choice>
          <mc:Fallback xmlns=""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4023BCF8-40B9-98BB-2E5E-CFE4E2AA7351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9739903" y="6553851"/>
                  <a:ext cx="1674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BE67F3A2-174A-62FE-256F-4B9E025105A6}"/>
                    </a:ext>
                  </a:extLst>
                </p14:cNvPr>
                <p14:cNvContentPartPr/>
                <p14:nvPr/>
              </p14:nvContentPartPr>
              <p14:xfrm>
                <a:off x="10023583" y="6373851"/>
                <a:ext cx="81360" cy="28080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BE67F3A2-174A-62FE-256F-4B9E025105A6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10005583" y="6355851"/>
                  <a:ext cx="11700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A775C0AF-FA26-4CC2-88F5-90D86B64542D}"/>
                    </a:ext>
                  </a:extLst>
                </p14:cNvPr>
                <p14:cNvContentPartPr/>
                <p14:nvPr/>
              </p14:nvContentPartPr>
              <p14:xfrm>
                <a:off x="10219063" y="6388971"/>
                <a:ext cx="9000" cy="64800"/>
              </p14:xfrm>
            </p:contentPart>
          </mc:Choice>
          <mc:Fallback xmlns=""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A775C0AF-FA26-4CC2-88F5-90D86B64542D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10201423" y="6370971"/>
                  <a:ext cx="446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3BE88C73-0CD4-C0E5-9108-DD21CF8D35C2}"/>
                    </a:ext>
                  </a:extLst>
                </p14:cNvPr>
                <p14:cNvContentPartPr/>
                <p14:nvPr/>
              </p14:nvContentPartPr>
              <p14:xfrm>
                <a:off x="10162903" y="6403371"/>
                <a:ext cx="108000" cy="147240"/>
              </p14:xfrm>
            </p:contentPart>
          </mc:Choice>
          <mc:Fallback xmlns=""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3BE88C73-0CD4-C0E5-9108-DD21CF8D35C2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10145263" y="6385731"/>
                  <a:ext cx="1436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E821DF39-DD1B-46F9-A0D3-E3A176969282}"/>
                    </a:ext>
                  </a:extLst>
                </p14:cNvPr>
                <p14:cNvContentPartPr/>
                <p14:nvPr/>
              </p14:nvContentPartPr>
              <p14:xfrm>
                <a:off x="10324903" y="6408411"/>
                <a:ext cx="173160" cy="205200"/>
              </p14:xfrm>
            </p:contentPart>
          </mc:Choice>
          <mc:Fallback xmlns=""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E821DF39-DD1B-46F9-A0D3-E3A176969282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10307263" y="6390771"/>
                  <a:ext cx="20880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4833C8CD-7633-FEDB-DD38-C8D666697C09}"/>
                    </a:ext>
                  </a:extLst>
                </p14:cNvPr>
                <p14:cNvContentPartPr/>
                <p14:nvPr/>
              </p14:nvContentPartPr>
              <p14:xfrm>
                <a:off x="10628743" y="6535131"/>
                <a:ext cx="44280" cy="14796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4833C8CD-7633-FEDB-DD38-C8D666697C09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10611103" y="6517131"/>
                  <a:ext cx="799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EB08291D-7070-6975-63CE-4A5AA7959A84}"/>
                    </a:ext>
                  </a:extLst>
                </p14:cNvPr>
                <p14:cNvContentPartPr/>
                <p14:nvPr/>
              </p14:nvContentPartPr>
              <p14:xfrm>
                <a:off x="10759063" y="6528291"/>
                <a:ext cx="83520" cy="12672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EB08291D-7070-6975-63CE-4A5AA7959A84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10741063" y="6510651"/>
                  <a:ext cx="1191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A798621E-EF21-86A8-0183-E03B907B5159}"/>
                    </a:ext>
                  </a:extLst>
                </p14:cNvPr>
                <p14:cNvContentPartPr/>
                <p14:nvPr/>
              </p14:nvContentPartPr>
              <p14:xfrm>
                <a:off x="10974343" y="6284931"/>
                <a:ext cx="168120" cy="29196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A798621E-EF21-86A8-0183-E03B907B5159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10956343" y="6267291"/>
                  <a:ext cx="20376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04882446-4332-23B2-55FA-7EBC95D58708}"/>
                    </a:ext>
                  </a:extLst>
                </p14:cNvPr>
                <p14:cNvContentPartPr/>
                <p14:nvPr/>
              </p14:nvContentPartPr>
              <p14:xfrm>
                <a:off x="11212663" y="6345411"/>
                <a:ext cx="143640" cy="5004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04882446-4332-23B2-55FA-7EBC95D58708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11195023" y="6327771"/>
                  <a:ext cx="1792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AC7C5715-7A53-31A1-F41A-2276D70A3CD5}"/>
                    </a:ext>
                  </a:extLst>
                </p14:cNvPr>
                <p14:cNvContentPartPr/>
                <p14:nvPr/>
              </p14:nvContentPartPr>
              <p14:xfrm>
                <a:off x="11286463" y="6372771"/>
                <a:ext cx="34560" cy="163080"/>
              </p14:xfrm>
            </p:contentPart>
          </mc:Choice>
          <mc:Fallback xmlns=""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AC7C5715-7A53-31A1-F41A-2276D70A3CD5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11268463" y="6354771"/>
                  <a:ext cx="702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C347FE67-7569-425F-2070-C6506794EA8F}"/>
                    </a:ext>
                  </a:extLst>
                </p14:cNvPr>
                <p14:cNvContentPartPr/>
                <p14:nvPr/>
              </p14:nvContentPartPr>
              <p14:xfrm>
                <a:off x="11401303" y="6241371"/>
                <a:ext cx="142560" cy="25596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C347FE67-7569-425F-2070-C6506794EA8F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11383303" y="6223731"/>
                  <a:ext cx="178200" cy="291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382966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84566-84B4-464B-8A66-4A721CF55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51013"/>
          </a:xfrm>
        </p:spPr>
        <p:txBody>
          <a:bodyPr/>
          <a:lstStyle/>
          <a:p>
            <a:r>
              <a:rPr lang="en-US" dirty="0"/>
              <a:t>Pulse oximeter basics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63EA4D-0CB3-4DB3-BAEC-E9FF75693A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6" name="Picture 5" descr="A close up of text on a black background&#10;&#10;Description automatically generated">
            <a:extLst>
              <a:ext uri="{FF2B5EF4-FFF2-40B4-BE49-F238E27FC236}">
                <a16:creationId xmlns:a16="http://schemas.microsoft.com/office/drawing/2014/main" id="{E2155CD4-9ED3-4719-A306-8B2CE5F9877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749" y="1550163"/>
            <a:ext cx="5137183" cy="4043562"/>
          </a:xfrm>
          <a:prstGeom prst="rect">
            <a:avLst/>
          </a:prstGeom>
        </p:spPr>
      </p:pic>
      <p:pic>
        <p:nvPicPr>
          <p:cNvPr id="8" name="Picture 7" descr="A close up of a map&#10;&#10;Description automatically generated">
            <a:extLst>
              <a:ext uri="{FF2B5EF4-FFF2-40B4-BE49-F238E27FC236}">
                <a16:creationId xmlns:a16="http://schemas.microsoft.com/office/drawing/2014/main" id="{A0527929-4499-45B6-8689-BFCFE3689DC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016" r="47979"/>
          <a:stretch/>
        </p:blipFill>
        <p:spPr>
          <a:xfrm>
            <a:off x="262095" y="1928191"/>
            <a:ext cx="5614057" cy="275942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11B156DA-B30A-C000-83DF-9C327F7CE19C}"/>
              </a:ext>
            </a:extLst>
          </p:cNvPr>
          <p:cNvGrpSpPr/>
          <p:nvPr/>
        </p:nvGrpSpPr>
        <p:grpSpPr>
          <a:xfrm>
            <a:off x="65279" y="3369563"/>
            <a:ext cx="546840" cy="875520"/>
            <a:chOff x="65279" y="3369563"/>
            <a:chExt cx="546840" cy="87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CFBB99D-2B7A-20BD-D16D-5B1FF133180E}"/>
                    </a:ext>
                  </a:extLst>
                </p14:cNvPr>
                <p14:cNvContentPartPr/>
                <p14:nvPr/>
              </p14:nvContentPartPr>
              <p14:xfrm>
                <a:off x="441839" y="3392603"/>
                <a:ext cx="61560" cy="8524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CFBB99D-2B7A-20BD-D16D-5B1FF133180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23839" y="3374603"/>
                  <a:ext cx="97200" cy="88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5B486EF-1E95-3BCA-2192-019C429E148E}"/>
                    </a:ext>
                  </a:extLst>
                </p14:cNvPr>
                <p14:cNvContentPartPr/>
                <p14:nvPr/>
              </p14:nvContentPartPr>
              <p14:xfrm>
                <a:off x="403679" y="3369563"/>
                <a:ext cx="208440" cy="1162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5B486EF-1E95-3BCA-2192-019C429E148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85679" y="3351563"/>
                  <a:ext cx="2440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47D43C8-D2C4-8DB7-8C1D-842D53A5040A}"/>
                    </a:ext>
                  </a:extLst>
                </p14:cNvPr>
                <p14:cNvContentPartPr/>
                <p14:nvPr/>
              </p14:nvContentPartPr>
              <p14:xfrm>
                <a:off x="386039" y="4112243"/>
                <a:ext cx="187200" cy="1231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47D43C8-D2C4-8DB7-8C1D-842D53A5040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68039" y="4094603"/>
                  <a:ext cx="2228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856D6FB-2700-13B0-3817-52ADBB3D3466}"/>
                    </a:ext>
                  </a:extLst>
                </p14:cNvPr>
                <p14:cNvContentPartPr/>
                <p14:nvPr/>
              </p14:nvContentPartPr>
              <p14:xfrm>
                <a:off x="104159" y="3812003"/>
                <a:ext cx="140760" cy="1494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856D6FB-2700-13B0-3817-52ADBB3D346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6519" y="3794003"/>
                  <a:ext cx="1764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7D8135A-81D5-49B0-1D30-F37CADE8839C}"/>
                    </a:ext>
                  </a:extLst>
                </p14:cNvPr>
                <p14:cNvContentPartPr/>
                <p14:nvPr/>
              </p14:nvContentPartPr>
              <p14:xfrm>
                <a:off x="65279" y="3746483"/>
                <a:ext cx="192240" cy="2473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7D8135A-81D5-49B0-1D30-F37CADE8839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7279" y="3728843"/>
                  <a:ext cx="22788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C24CF91-0FE8-BBCD-AA0F-5B68F784C2F8}"/>
                    </a:ext>
                  </a:extLst>
                </p14:cNvPr>
                <p14:cNvContentPartPr/>
                <p14:nvPr/>
              </p14:nvContentPartPr>
              <p14:xfrm>
                <a:off x="270839" y="3527243"/>
                <a:ext cx="138240" cy="1630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C24CF91-0FE8-BBCD-AA0F-5B68F784C2F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52839" y="3509603"/>
                  <a:ext cx="173880" cy="19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8C1E357-51DA-D317-EA5A-E950957829FB}"/>
              </a:ext>
            </a:extLst>
          </p:cNvPr>
          <p:cNvGrpSpPr/>
          <p:nvPr/>
        </p:nvGrpSpPr>
        <p:grpSpPr>
          <a:xfrm>
            <a:off x="568559" y="4408883"/>
            <a:ext cx="3255840" cy="2044080"/>
            <a:chOff x="568559" y="4408883"/>
            <a:chExt cx="3255840" cy="204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793C147-35A5-4FE8-FD73-69260CF7FAEC}"/>
                    </a:ext>
                  </a:extLst>
                </p14:cNvPr>
                <p14:cNvContentPartPr/>
                <p14:nvPr/>
              </p14:nvContentPartPr>
              <p14:xfrm>
                <a:off x="1089119" y="4721003"/>
                <a:ext cx="702360" cy="630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793C147-35A5-4FE8-FD73-69260CF7FAE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71479" y="4703363"/>
                  <a:ext cx="738000" cy="66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6847F99-0D5A-333D-B0DC-23CE8E1F9DCD}"/>
                    </a:ext>
                  </a:extLst>
                </p14:cNvPr>
                <p14:cNvContentPartPr/>
                <p14:nvPr/>
              </p14:nvContentPartPr>
              <p14:xfrm>
                <a:off x="1980479" y="5281163"/>
                <a:ext cx="3600" cy="46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6847F99-0D5A-333D-B0DC-23CE8E1F9DC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962839" y="5263523"/>
                  <a:ext cx="392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5607C96-1138-C0B2-FEC2-56D717936DEE}"/>
                    </a:ext>
                  </a:extLst>
                </p14:cNvPr>
                <p14:cNvContentPartPr/>
                <p14:nvPr/>
              </p14:nvContentPartPr>
              <p14:xfrm>
                <a:off x="1910279" y="4733243"/>
                <a:ext cx="575280" cy="555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5607C96-1138-C0B2-FEC2-56D717936DE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892279" y="4715243"/>
                  <a:ext cx="610920" cy="59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E8A89C4-F652-ECA1-FF19-C042D6B5ACA4}"/>
                    </a:ext>
                  </a:extLst>
                </p14:cNvPr>
                <p14:cNvContentPartPr/>
                <p14:nvPr/>
              </p14:nvContentPartPr>
              <p14:xfrm>
                <a:off x="2570159" y="4742963"/>
                <a:ext cx="602280" cy="4986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E8A89C4-F652-ECA1-FF19-C042D6B5ACA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552159" y="4724963"/>
                  <a:ext cx="637920" cy="53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D8A964B-534C-9608-B3AF-276BFDB6D9BB}"/>
                    </a:ext>
                  </a:extLst>
                </p14:cNvPr>
                <p14:cNvContentPartPr/>
                <p14:nvPr/>
              </p14:nvContentPartPr>
              <p14:xfrm>
                <a:off x="1099919" y="5294483"/>
                <a:ext cx="2085120" cy="77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D8A964B-534C-9608-B3AF-276BFDB6D9B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82279" y="5276843"/>
                  <a:ext cx="21207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E70DBAC-FDEC-8E3F-9CCE-C1691B496A5F}"/>
                    </a:ext>
                  </a:extLst>
                </p14:cNvPr>
                <p14:cNvContentPartPr/>
                <p14:nvPr/>
              </p14:nvContentPartPr>
              <p14:xfrm>
                <a:off x="1137359" y="5313563"/>
                <a:ext cx="24840" cy="11394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E70DBAC-FDEC-8E3F-9CCE-C1691B496A5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19719" y="5295563"/>
                  <a:ext cx="60480" cy="11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92510FE-135C-23B6-DF14-3121EBD8A899}"/>
                    </a:ext>
                  </a:extLst>
                </p14:cNvPr>
                <p14:cNvContentPartPr/>
                <p14:nvPr/>
              </p14:nvContentPartPr>
              <p14:xfrm>
                <a:off x="1815239" y="5327243"/>
                <a:ext cx="70920" cy="948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92510FE-135C-23B6-DF14-3121EBD8A89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797599" y="5309603"/>
                  <a:ext cx="106560" cy="9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A2A6817-8125-4223-962C-4405CF663BF3}"/>
                    </a:ext>
                  </a:extLst>
                </p14:cNvPr>
                <p14:cNvContentPartPr/>
                <p14:nvPr/>
              </p14:nvContentPartPr>
              <p14:xfrm>
                <a:off x="1152839" y="6218243"/>
                <a:ext cx="693720" cy="119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A2A6817-8125-4223-962C-4405CF663BF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135199" y="6200243"/>
                  <a:ext cx="72936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C7E2BDD-2AB8-4A27-2DC3-89A343E81B1C}"/>
                    </a:ext>
                  </a:extLst>
                </p14:cNvPr>
                <p14:cNvContentPartPr/>
                <p14:nvPr/>
              </p14:nvContentPartPr>
              <p14:xfrm>
                <a:off x="1831439" y="6200963"/>
                <a:ext cx="1401480" cy="522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C7E2BDD-2AB8-4A27-2DC3-89A343E81B1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813439" y="6183323"/>
                  <a:ext cx="14371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7BCADA7-8DF2-C4B7-FDD7-5D77AD5CE010}"/>
                    </a:ext>
                  </a:extLst>
                </p14:cNvPr>
                <p14:cNvContentPartPr/>
                <p14:nvPr/>
              </p14:nvContentPartPr>
              <p14:xfrm>
                <a:off x="3225719" y="5320403"/>
                <a:ext cx="37800" cy="882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7BCADA7-8DF2-C4B7-FDD7-5D77AD5CE01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207719" y="5302763"/>
                  <a:ext cx="73440" cy="9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072DE7D-39AC-BCFA-3E8D-837671561BDA}"/>
                    </a:ext>
                  </a:extLst>
                </p14:cNvPr>
                <p14:cNvContentPartPr/>
                <p14:nvPr/>
              </p14:nvContentPartPr>
              <p14:xfrm>
                <a:off x="2550719" y="5285123"/>
                <a:ext cx="25920" cy="8942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072DE7D-39AC-BCFA-3E8D-837671561BD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533079" y="5267123"/>
                  <a:ext cx="61560" cy="9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525A68B-6076-BF8F-969A-6122F468D1B4}"/>
                    </a:ext>
                  </a:extLst>
                </p14:cNvPr>
                <p14:cNvContentPartPr/>
                <p14:nvPr/>
              </p14:nvContentPartPr>
              <p14:xfrm>
                <a:off x="568559" y="5861483"/>
                <a:ext cx="215640" cy="175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525A68B-6076-BF8F-969A-6122F468D1B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50559" y="5843843"/>
                  <a:ext cx="25128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4B4CDDC-104F-89D4-5554-59753C0C5E4D}"/>
                    </a:ext>
                  </a:extLst>
                </p14:cNvPr>
                <p14:cNvContentPartPr/>
                <p14:nvPr/>
              </p14:nvContentPartPr>
              <p14:xfrm>
                <a:off x="594479" y="5802443"/>
                <a:ext cx="148680" cy="1998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4B4CDDC-104F-89D4-5554-59753C0C5E4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76479" y="5784803"/>
                  <a:ext cx="18432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236643C-9342-97B7-9534-0D1C9321BADA}"/>
                    </a:ext>
                  </a:extLst>
                </p14:cNvPr>
                <p14:cNvContentPartPr/>
                <p14:nvPr/>
              </p14:nvContentPartPr>
              <p14:xfrm>
                <a:off x="703559" y="5610563"/>
                <a:ext cx="132840" cy="1749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236643C-9342-97B7-9534-0D1C9321BAD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85559" y="5592563"/>
                  <a:ext cx="1684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F863876-6573-08D4-043C-0A4EB738362A}"/>
                    </a:ext>
                  </a:extLst>
                </p14:cNvPr>
                <p14:cNvContentPartPr/>
                <p14:nvPr/>
              </p14:nvContentPartPr>
              <p14:xfrm>
                <a:off x="816239" y="5322923"/>
                <a:ext cx="54000" cy="2484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F863876-6573-08D4-043C-0A4EB738362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98599" y="5304923"/>
                  <a:ext cx="8964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D768FA6-7201-0945-8E02-A75A78FC3A2B}"/>
                    </a:ext>
                  </a:extLst>
                </p14:cNvPr>
                <p14:cNvContentPartPr/>
                <p14:nvPr/>
              </p14:nvContentPartPr>
              <p14:xfrm>
                <a:off x="793919" y="5323283"/>
                <a:ext cx="138600" cy="102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D768FA6-7201-0945-8E02-A75A78FC3A2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76279" y="5305283"/>
                  <a:ext cx="1742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D7861C2-2F2F-3BDD-AA58-DCCD22244C1F}"/>
                    </a:ext>
                  </a:extLst>
                </p14:cNvPr>
                <p14:cNvContentPartPr/>
                <p14:nvPr/>
              </p14:nvContentPartPr>
              <p14:xfrm>
                <a:off x="787079" y="6085043"/>
                <a:ext cx="29520" cy="3528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D7861C2-2F2F-3BDD-AA58-DCCD22244C1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69079" y="6067043"/>
                  <a:ext cx="6516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FF9BB3E-82E9-A5AC-6E46-BD9E75A02F1B}"/>
                    </a:ext>
                  </a:extLst>
                </p14:cNvPr>
                <p14:cNvContentPartPr/>
                <p14:nvPr/>
              </p14:nvContentPartPr>
              <p14:xfrm>
                <a:off x="782759" y="6343883"/>
                <a:ext cx="65160" cy="1062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FF9BB3E-82E9-A5AC-6E46-BD9E75A02F1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65119" y="6325883"/>
                  <a:ext cx="1008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96A5B8B-0800-C667-C448-43BE7AEA7413}"/>
                    </a:ext>
                  </a:extLst>
                </p14:cNvPr>
                <p14:cNvContentPartPr/>
                <p14:nvPr/>
              </p14:nvContentPartPr>
              <p14:xfrm>
                <a:off x="762959" y="4857443"/>
                <a:ext cx="105120" cy="1267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96A5B8B-0800-C667-C448-43BE7AEA741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45319" y="4839803"/>
                  <a:ext cx="1407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5604D1A-D613-61F9-DF1A-371307D24396}"/>
                    </a:ext>
                  </a:extLst>
                </p14:cNvPr>
                <p14:cNvContentPartPr/>
                <p14:nvPr/>
              </p14:nvContentPartPr>
              <p14:xfrm>
                <a:off x="758279" y="4822883"/>
                <a:ext cx="151920" cy="33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5604D1A-D613-61F9-DF1A-371307D2439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40639" y="4805243"/>
                  <a:ext cx="1875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3625B8E-FD2D-E4D4-5D3C-206CCF99ED27}"/>
                    </a:ext>
                  </a:extLst>
                </p14:cNvPr>
                <p14:cNvContentPartPr/>
                <p14:nvPr/>
              </p14:nvContentPartPr>
              <p14:xfrm>
                <a:off x="843239" y="4835843"/>
                <a:ext cx="31680" cy="550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3625B8E-FD2D-E4D4-5D3C-206CCF99ED2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25599" y="4818203"/>
                  <a:ext cx="673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FF3343E-40C5-AB1C-421C-AB78D56BE13B}"/>
                    </a:ext>
                  </a:extLst>
                </p14:cNvPr>
                <p14:cNvContentPartPr/>
                <p14:nvPr/>
              </p14:nvContentPartPr>
              <p14:xfrm>
                <a:off x="899399" y="4469363"/>
                <a:ext cx="149400" cy="2811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FF3343E-40C5-AB1C-421C-AB78D56BE13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81399" y="4451363"/>
                  <a:ext cx="18504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FD3479F-10A2-63EC-85E8-2B2F15D8C48F}"/>
                    </a:ext>
                  </a:extLst>
                </p14:cNvPr>
                <p14:cNvContentPartPr/>
                <p14:nvPr/>
              </p14:nvContentPartPr>
              <p14:xfrm>
                <a:off x="984719" y="4408883"/>
                <a:ext cx="90360" cy="882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FD3479F-10A2-63EC-85E8-2B2F15D8C48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66719" y="4391243"/>
                  <a:ext cx="12600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93E04A6-B1DD-5DEB-C79A-1E6F2EF00261}"/>
                    </a:ext>
                  </a:extLst>
                </p14:cNvPr>
                <p14:cNvContentPartPr/>
                <p14:nvPr/>
              </p14:nvContentPartPr>
              <p14:xfrm>
                <a:off x="844679" y="5083523"/>
                <a:ext cx="34560" cy="162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93E04A6-B1DD-5DEB-C79A-1E6F2EF0026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27039" y="5065883"/>
                  <a:ext cx="702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11F2D12-B19C-2937-26D1-2572E7138217}"/>
                    </a:ext>
                  </a:extLst>
                </p14:cNvPr>
                <p14:cNvContentPartPr/>
                <p14:nvPr/>
              </p14:nvContentPartPr>
              <p14:xfrm>
                <a:off x="821279" y="5185763"/>
                <a:ext cx="96480" cy="352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11F2D12-B19C-2937-26D1-2572E713821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03279" y="5168123"/>
                  <a:ext cx="13212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3DBB8F9-2DA4-4AAF-DFCB-538F2FB4A30C}"/>
                    </a:ext>
                  </a:extLst>
                </p14:cNvPr>
                <p14:cNvContentPartPr/>
                <p14:nvPr/>
              </p14:nvContentPartPr>
              <p14:xfrm>
                <a:off x="660359" y="4451723"/>
                <a:ext cx="3164040" cy="99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3DBB8F9-2DA4-4AAF-DFCB-538F2FB4A30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42719" y="4434083"/>
                  <a:ext cx="3199680" cy="13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C285AA13-6487-F6C7-505C-628B1C7827A7}"/>
                  </a:ext>
                </a:extLst>
              </p14:cNvPr>
              <p14:cNvContentPartPr/>
              <p14:nvPr/>
            </p14:nvContentPartPr>
            <p14:xfrm>
              <a:off x="2992799" y="1013363"/>
              <a:ext cx="122760" cy="3366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C285AA13-6487-F6C7-505C-628B1C7827A7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974799" y="995723"/>
                <a:ext cx="158400" cy="37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22D27A20-4E63-6F14-B349-8E6EDA2F5782}"/>
                  </a:ext>
                </a:extLst>
              </p14:cNvPr>
              <p14:cNvContentPartPr/>
              <p14:nvPr/>
            </p14:nvContentPartPr>
            <p14:xfrm>
              <a:off x="2994959" y="965123"/>
              <a:ext cx="127800" cy="25848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22D27A20-4E63-6F14-B349-8E6EDA2F5782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976959" y="947123"/>
                <a:ext cx="16344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6A0E6B40-BFE8-5358-F4F0-B6F1B7F23325}"/>
                  </a:ext>
                </a:extLst>
              </p14:cNvPr>
              <p14:cNvContentPartPr/>
              <p14:nvPr/>
            </p14:nvContentPartPr>
            <p14:xfrm>
              <a:off x="3203399" y="1022003"/>
              <a:ext cx="109440" cy="1699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6A0E6B40-BFE8-5358-F4F0-B6F1B7F23325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185759" y="1004003"/>
                <a:ext cx="14508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C5500296-5DE3-943E-FE06-2CFD833B4E43}"/>
                  </a:ext>
                </a:extLst>
              </p14:cNvPr>
              <p14:cNvContentPartPr/>
              <p14:nvPr/>
            </p14:nvContentPartPr>
            <p14:xfrm>
              <a:off x="3333359" y="849563"/>
              <a:ext cx="133560" cy="3099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C5500296-5DE3-943E-FE06-2CFD833B4E43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315359" y="831563"/>
                <a:ext cx="169200" cy="345600"/>
              </a:xfrm>
              <a:prstGeom prst="rect">
                <a:avLst/>
              </a:prstGeom>
            </p:spPr>
          </p:pic>
        </mc:Fallback>
      </mc:AlternateContent>
      <p:grpSp>
        <p:nvGrpSpPr>
          <p:cNvPr id="65" name="Group 64">
            <a:extLst>
              <a:ext uri="{FF2B5EF4-FFF2-40B4-BE49-F238E27FC236}">
                <a16:creationId xmlns:a16="http://schemas.microsoft.com/office/drawing/2014/main" id="{B68C1B37-257A-8EAB-D081-42977E92A449}"/>
              </a:ext>
            </a:extLst>
          </p:cNvPr>
          <p:cNvGrpSpPr/>
          <p:nvPr/>
        </p:nvGrpSpPr>
        <p:grpSpPr>
          <a:xfrm>
            <a:off x="3763199" y="374003"/>
            <a:ext cx="1678320" cy="1473120"/>
            <a:chOff x="3763199" y="374003"/>
            <a:chExt cx="1678320" cy="147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F636DFC-D5AE-548E-60F0-F60BEBF1A63B}"/>
                    </a:ext>
                  </a:extLst>
                </p14:cNvPr>
                <p14:cNvContentPartPr/>
                <p14:nvPr/>
              </p14:nvContentPartPr>
              <p14:xfrm>
                <a:off x="3789479" y="602603"/>
                <a:ext cx="443160" cy="4896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F636DFC-D5AE-548E-60F0-F60BEBF1A63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771839" y="584603"/>
                  <a:ext cx="478800" cy="52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9D44A5E-E098-8295-1F92-07E455E91134}"/>
                    </a:ext>
                  </a:extLst>
                </p14:cNvPr>
                <p14:cNvContentPartPr/>
                <p14:nvPr/>
              </p14:nvContentPartPr>
              <p14:xfrm>
                <a:off x="3801719" y="1075643"/>
                <a:ext cx="543960" cy="518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9D44A5E-E098-8295-1F92-07E455E9113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784079" y="1058003"/>
                  <a:ext cx="5796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E2FFFB9-DBFC-6EF3-00B8-DCF8BAE8979A}"/>
                    </a:ext>
                  </a:extLst>
                </p14:cNvPr>
                <p14:cNvContentPartPr/>
                <p14:nvPr/>
              </p14:nvContentPartPr>
              <p14:xfrm>
                <a:off x="3796319" y="988523"/>
                <a:ext cx="52560" cy="8280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E2FFFB9-DBFC-6EF3-00B8-DCF8BAE8979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778319" y="970883"/>
                  <a:ext cx="88200" cy="86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F1314A9-1E80-ADCB-636A-FFDC0B5FA9CD}"/>
                    </a:ext>
                  </a:extLst>
                </p14:cNvPr>
                <p14:cNvContentPartPr/>
                <p14:nvPr/>
              </p14:nvContentPartPr>
              <p14:xfrm>
                <a:off x="3763199" y="1718243"/>
                <a:ext cx="485280" cy="68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F1314A9-1E80-ADCB-636A-FFDC0B5FA9C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745199" y="1700243"/>
                  <a:ext cx="5209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5DF53E9-0EDB-4E19-62A2-891689FC4FD4}"/>
                    </a:ext>
                  </a:extLst>
                </p14:cNvPr>
                <p14:cNvContentPartPr/>
                <p14:nvPr/>
              </p14:nvContentPartPr>
              <p14:xfrm>
                <a:off x="4270799" y="1167083"/>
                <a:ext cx="56880" cy="6800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5DF53E9-0EDB-4E19-62A2-891689FC4FD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252799" y="1149083"/>
                  <a:ext cx="92520" cy="71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FD8B1AF-404C-18B9-50C1-B3C24EFDE12F}"/>
                    </a:ext>
                  </a:extLst>
                </p14:cNvPr>
                <p14:cNvContentPartPr/>
                <p14:nvPr/>
              </p14:nvContentPartPr>
              <p14:xfrm>
                <a:off x="4395359" y="574883"/>
                <a:ext cx="121680" cy="2671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FD8B1AF-404C-18B9-50C1-B3C24EFDE12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377359" y="557243"/>
                  <a:ext cx="15732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9334055-08F4-4ECF-A941-8C28EBA0E217}"/>
                    </a:ext>
                  </a:extLst>
                </p14:cNvPr>
                <p14:cNvContentPartPr/>
                <p14:nvPr/>
              </p14:nvContentPartPr>
              <p14:xfrm>
                <a:off x="4409759" y="538883"/>
                <a:ext cx="119520" cy="195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9334055-08F4-4ECF-A941-8C28EBA0E21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391759" y="520883"/>
                  <a:ext cx="15516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CF69666-B25A-DF0D-E0A8-0B725B2F46BB}"/>
                    </a:ext>
                  </a:extLst>
                </p14:cNvPr>
                <p14:cNvContentPartPr/>
                <p14:nvPr/>
              </p14:nvContentPartPr>
              <p14:xfrm>
                <a:off x="4606319" y="589643"/>
                <a:ext cx="91440" cy="1594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CF69666-B25A-DF0D-E0A8-0B725B2F46B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588319" y="571643"/>
                  <a:ext cx="1270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449F409-9395-9216-3C66-99A635323C5C}"/>
                    </a:ext>
                  </a:extLst>
                </p14:cNvPr>
                <p14:cNvContentPartPr/>
                <p14:nvPr/>
              </p14:nvContentPartPr>
              <p14:xfrm>
                <a:off x="4736639" y="374003"/>
                <a:ext cx="131040" cy="2869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449F409-9395-9216-3C66-99A635323C5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718639" y="356003"/>
                  <a:ext cx="16668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0B886BD-B796-0DDF-AC64-781D3738D372}"/>
                    </a:ext>
                  </a:extLst>
                </p14:cNvPr>
                <p14:cNvContentPartPr/>
                <p14:nvPr/>
              </p14:nvContentPartPr>
              <p14:xfrm>
                <a:off x="4965599" y="538883"/>
                <a:ext cx="103320" cy="957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0B886BD-B796-0DDF-AC64-781D3738D37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947599" y="521243"/>
                  <a:ext cx="1389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0679313-C2F3-155E-8DDE-ADCBEB272C90}"/>
                    </a:ext>
                  </a:extLst>
                </p14:cNvPr>
                <p14:cNvContentPartPr/>
                <p14:nvPr/>
              </p14:nvContentPartPr>
              <p14:xfrm>
                <a:off x="5149199" y="466523"/>
                <a:ext cx="50760" cy="1072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0679313-C2F3-155E-8DDE-ADCBEB272C9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131199" y="448883"/>
                  <a:ext cx="864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DE54BAD-B4A2-341F-BD70-8133140DE7FD}"/>
                    </a:ext>
                  </a:extLst>
                </p14:cNvPr>
                <p14:cNvContentPartPr/>
                <p14:nvPr/>
              </p14:nvContentPartPr>
              <p14:xfrm>
                <a:off x="4511639" y="1358963"/>
                <a:ext cx="149040" cy="1857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DE54BAD-B4A2-341F-BD70-8133140DE7F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493639" y="1341323"/>
                  <a:ext cx="1846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4778D7E-841A-662E-275C-2B9126EACF0A}"/>
                    </a:ext>
                  </a:extLst>
                </p14:cNvPr>
                <p14:cNvContentPartPr/>
                <p14:nvPr/>
              </p14:nvContentPartPr>
              <p14:xfrm>
                <a:off x="4553399" y="1292723"/>
                <a:ext cx="129960" cy="1980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4778D7E-841A-662E-275C-2B9126EACF0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535759" y="1275083"/>
                  <a:ext cx="1656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2818023-E7F9-FAF0-A868-7503E211749F}"/>
                    </a:ext>
                  </a:extLst>
                </p14:cNvPr>
                <p14:cNvContentPartPr/>
                <p14:nvPr/>
              </p14:nvContentPartPr>
              <p14:xfrm>
                <a:off x="4745639" y="1342763"/>
                <a:ext cx="116280" cy="1180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2818023-E7F9-FAF0-A868-7503E211749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727999" y="1324763"/>
                  <a:ext cx="15192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21E53E7-F49F-1D1B-C6FC-BEE04513620A}"/>
                    </a:ext>
                  </a:extLst>
                </p14:cNvPr>
                <p14:cNvContentPartPr/>
                <p14:nvPr/>
              </p14:nvContentPartPr>
              <p14:xfrm>
                <a:off x="4874879" y="1134323"/>
                <a:ext cx="150120" cy="2602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21E53E7-F49F-1D1B-C6FC-BEE04513620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857239" y="1116323"/>
                  <a:ext cx="18576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EF13D2A-BF18-A2E8-B265-184E44D5F0B8}"/>
                    </a:ext>
                  </a:extLst>
                </p14:cNvPr>
                <p14:cNvContentPartPr/>
                <p14:nvPr/>
              </p14:nvContentPartPr>
              <p14:xfrm>
                <a:off x="5177999" y="1145843"/>
                <a:ext cx="135720" cy="2095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EF13D2A-BF18-A2E8-B265-184E44D5F0B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160359" y="1128203"/>
                  <a:ext cx="17136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16C8EA1-C432-4018-34AB-D85FD308270C}"/>
                    </a:ext>
                  </a:extLst>
                </p14:cNvPr>
                <p14:cNvContentPartPr/>
                <p14:nvPr/>
              </p14:nvContentPartPr>
              <p14:xfrm>
                <a:off x="5360879" y="1182203"/>
                <a:ext cx="80640" cy="943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16C8EA1-C432-4018-34AB-D85FD308270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343239" y="1164203"/>
                  <a:ext cx="116280" cy="12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029DF948-3F8F-09E9-16C1-E95F4BF91BFF}"/>
              </a:ext>
            </a:extLst>
          </p:cNvPr>
          <p:cNvGrpSpPr/>
          <p:nvPr/>
        </p:nvGrpSpPr>
        <p:grpSpPr>
          <a:xfrm>
            <a:off x="5763359" y="226043"/>
            <a:ext cx="1369800" cy="1575000"/>
            <a:chOff x="5763359" y="226043"/>
            <a:chExt cx="1369800" cy="157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DC54EB0-1DEA-37B3-C59E-8C7721F43F13}"/>
                    </a:ext>
                  </a:extLst>
                </p14:cNvPr>
                <p14:cNvContentPartPr/>
                <p14:nvPr/>
              </p14:nvContentPartPr>
              <p14:xfrm>
                <a:off x="5773079" y="565523"/>
                <a:ext cx="422280" cy="5223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DC54EB0-1DEA-37B3-C59E-8C7721F43F1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755439" y="547523"/>
                  <a:ext cx="457920" cy="55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0E0EC81-2FB2-25B3-E3EA-807AFE3449ED}"/>
                    </a:ext>
                  </a:extLst>
                </p14:cNvPr>
                <p14:cNvContentPartPr/>
                <p14:nvPr/>
              </p14:nvContentPartPr>
              <p14:xfrm>
                <a:off x="5799359" y="1054763"/>
                <a:ext cx="501120" cy="331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0E0EC81-2FB2-25B3-E3EA-807AFE3449E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781719" y="1036763"/>
                  <a:ext cx="5367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84B1E48-9690-D1A7-5E87-4D8E025CE5B1}"/>
                    </a:ext>
                  </a:extLst>
                </p14:cNvPr>
                <p14:cNvContentPartPr/>
                <p14:nvPr/>
              </p14:nvContentPartPr>
              <p14:xfrm>
                <a:off x="6181679" y="1034603"/>
                <a:ext cx="32760" cy="7347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84B1E48-9690-D1A7-5E87-4D8E025CE5B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163679" y="1016603"/>
                  <a:ext cx="68400" cy="77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E77020F-D51A-5985-0D49-4822BEAC2EBB}"/>
                    </a:ext>
                  </a:extLst>
                </p14:cNvPr>
                <p14:cNvContentPartPr/>
                <p14:nvPr/>
              </p14:nvContentPartPr>
              <p14:xfrm>
                <a:off x="5763359" y="1143323"/>
                <a:ext cx="68400" cy="5860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E77020F-D51A-5985-0D49-4822BEAC2EB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745719" y="1125683"/>
                  <a:ext cx="104040" cy="62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61CD481-401E-7B18-279F-EAB109309B87}"/>
                    </a:ext>
                  </a:extLst>
                </p14:cNvPr>
                <p14:cNvContentPartPr/>
                <p14:nvPr/>
              </p14:nvContentPartPr>
              <p14:xfrm>
                <a:off x="5806919" y="1756043"/>
                <a:ext cx="375120" cy="450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61CD481-401E-7B18-279F-EAB109309B8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788919" y="1738043"/>
                  <a:ext cx="4107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2607EC8-AFE6-F993-3259-2D62D7E35407}"/>
                    </a:ext>
                  </a:extLst>
                </p14:cNvPr>
                <p14:cNvContentPartPr/>
                <p14:nvPr/>
              </p14:nvContentPartPr>
              <p14:xfrm>
                <a:off x="6038039" y="462563"/>
                <a:ext cx="104760" cy="1904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2607EC8-AFE6-F993-3259-2D62D7E3540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020039" y="444563"/>
                  <a:ext cx="1404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5056C9D-2CEC-764E-F1B4-7765556B046D}"/>
                    </a:ext>
                  </a:extLst>
                </p14:cNvPr>
                <p14:cNvContentPartPr/>
                <p14:nvPr/>
              </p14:nvContentPartPr>
              <p14:xfrm>
                <a:off x="6010679" y="389843"/>
                <a:ext cx="109800" cy="1339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5056C9D-2CEC-764E-F1B4-7765556B046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993039" y="371843"/>
                  <a:ext cx="1454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ADD6919-0ED5-4BBE-436C-EDEC4121D733}"/>
                    </a:ext>
                  </a:extLst>
                </p14:cNvPr>
                <p14:cNvContentPartPr/>
                <p14:nvPr/>
              </p14:nvContentPartPr>
              <p14:xfrm>
                <a:off x="6158279" y="371483"/>
                <a:ext cx="111240" cy="1558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ADD6919-0ED5-4BBE-436C-EDEC4121D73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140639" y="353483"/>
                  <a:ext cx="1468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B9BB2CF-8BA5-67BF-9035-5763A621FF99}"/>
                    </a:ext>
                  </a:extLst>
                </p14:cNvPr>
                <p14:cNvContentPartPr/>
                <p14:nvPr/>
              </p14:nvContentPartPr>
              <p14:xfrm>
                <a:off x="6254759" y="275363"/>
                <a:ext cx="110520" cy="152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B9BB2CF-8BA5-67BF-9035-5763A621FF9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237119" y="257723"/>
                  <a:ext cx="1461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D8DDB5A-90EA-7CEB-6411-42A8750497DA}"/>
                    </a:ext>
                  </a:extLst>
                </p14:cNvPr>
                <p14:cNvContentPartPr/>
                <p14:nvPr/>
              </p14:nvContentPartPr>
              <p14:xfrm>
                <a:off x="6284999" y="226043"/>
                <a:ext cx="93240" cy="1234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D8DDB5A-90EA-7CEB-6411-42A8750497D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266999" y="208043"/>
                  <a:ext cx="12888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CA6AAD4-C568-A543-1250-0DFF9C267A1C}"/>
                    </a:ext>
                  </a:extLst>
                </p14:cNvPr>
                <p14:cNvContentPartPr/>
                <p14:nvPr/>
              </p14:nvContentPartPr>
              <p14:xfrm>
                <a:off x="6470039" y="329723"/>
                <a:ext cx="119880" cy="1130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CA6AAD4-C568-A543-1250-0DFF9C267A1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452399" y="312083"/>
                  <a:ext cx="1555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41E9ED2-4F70-98C4-33A7-ADD0731A5AF8}"/>
                    </a:ext>
                  </a:extLst>
                </p14:cNvPr>
                <p14:cNvContentPartPr/>
                <p14:nvPr/>
              </p14:nvContentPartPr>
              <p14:xfrm>
                <a:off x="6638519" y="267443"/>
                <a:ext cx="133200" cy="1173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41E9ED2-4F70-98C4-33A7-ADD0731A5AF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620879" y="249803"/>
                  <a:ext cx="1688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E66AB4A-684D-2FFB-EE95-B84F372807AE}"/>
                    </a:ext>
                  </a:extLst>
                </p14:cNvPr>
                <p14:cNvContentPartPr/>
                <p14:nvPr/>
              </p14:nvContentPartPr>
              <p14:xfrm>
                <a:off x="6290399" y="1370123"/>
                <a:ext cx="78840" cy="2026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E66AB4A-684D-2FFB-EE95-B84F372807A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272759" y="1352483"/>
                  <a:ext cx="11448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1B7E622-A23B-B3FB-4E26-8B32E0813F32}"/>
                    </a:ext>
                  </a:extLst>
                </p14:cNvPr>
                <p14:cNvContentPartPr/>
                <p14:nvPr/>
              </p14:nvContentPartPr>
              <p14:xfrm>
                <a:off x="6358439" y="1298123"/>
                <a:ext cx="150480" cy="1083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1B7E622-A23B-B3FB-4E26-8B32E0813F3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340799" y="1280483"/>
                  <a:ext cx="1861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685B71A-23EA-877F-20DB-C81BCA619A58}"/>
                    </a:ext>
                  </a:extLst>
                </p14:cNvPr>
                <p14:cNvContentPartPr/>
                <p14:nvPr/>
              </p14:nvContentPartPr>
              <p14:xfrm>
                <a:off x="6534119" y="1235123"/>
                <a:ext cx="86760" cy="1648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685B71A-23EA-877F-20DB-C81BCA619A5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516119" y="1217123"/>
                  <a:ext cx="1224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7D3D341-CEB6-3062-DD00-00F68B81F7BF}"/>
                    </a:ext>
                  </a:extLst>
                </p14:cNvPr>
                <p14:cNvContentPartPr/>
                <p14:nvPr/>
              </p14:nvContentPartPr>
              <p14:xfrm>
                <a:off x="6608999" y="1192643"/>
                <a:ext cx="117720" cy="1602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7D3D341-CEB6-3062-DD00-00F68B81F7B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591359" y="1174643"/>
                  <a:ext cx="1533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540CBC1-913F-8F2B-1AFC-277B6F255FF6}"/>
                    </a:ext>
                  </a:extLst>
                </p14:cNvPr>
                <p14:cNvContentPartPr/>
                <p14:nvPr/>
              </p14:nvContentPartPr>
              <p14:xfrm>
                <a:off x="6603959" y="1134683"/>
                <a:ext cx="150120" cy="111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540CBC1-913F-8F2B-1AFC-277B6F255FF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585959" y="1116683"/>
                  <a:ext cx="1857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97DC7E8-506C-D55D-197F-D5D9103FE7B1}"/>
                    </a:ext>
                  </a:extLst>
                </p14:cNvPr>
                <p14:cNvContentPartPr/>
                <p14:nvPr/>
              </p14:nvContentPartPr>
              <p14:xfrm>
                <a:off x="6833639" y="1089323"/>
                <a:ext cx="114120" cy="1850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97DC7E8-506C-D55D-197F-D5D9103FE7B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815999" y="1071683"/>
                  <a:ext cx="1497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BBC0CCC-92C0-F8E2-8FBA-06C75709E7D4}"/>
                    </a:ext>
                  </a:extLst>
                </p14:cNvPr>
                <p14:cNvContentPartPr/>
                <p14:nvPr/>
              </p14:nvContentPartPr>
              <p14:xfrm>
                <a:off x="6996719" y="1040003"/>
                <a:ext cx="136440" cy="1321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BBC0CCC-92C0-F8E2-8FBA-06C75709E7D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978719" y="1022003"/>
                  <a:ext cx="172080" cy="167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B6B2BE08-F38A-962B-F690-24BF5DD2BD59}"/>
                  </a:ext>
                </a:extLst>
              </p14:cNvPr>
              <p14:cNvContentPartPr/>
              <p14:nvPr/>
            </p14:nvContentPartPr>
            <p14:xfrm>
              <a:off x="4710343" y="5618931"/>
              <a:ext cx="360" cy="36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B6B2BE08-F38A-962B-F690-24BF5DD2BD59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4692703" y="5601291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5" name="Group 104">
            <a:extLst>
              <a:ext uri="{FF2B5EF4-FFF2-40B4-BE49-F238E27FC236}">
                <a16:creationId xmlns:a16="http://schemas.microsoft.com/office/drawing/2014/main" id="{B5FC7AD9-AAA2-C63E-E12B-956F59D4E35A}"/>
              </a:ext>
            </a:extLst>
          </p:cNvPr>
          <p:cNvGrpSpPr/>
          <p:nvPr/>
        </p:nvGrpSpPr>
        <p:grpSpPr>
          <a:xfrm>
            <a:off x="1021783" y="4269291"/>
            <a:ext cx="4930200" cy="1061640"/>
            <a:chOff x="1021783" y="4269291"/>
            <a:chExt cx="4930200" cy="106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6A32F6C-B623-CE47-B832-C594292AE404}"/>
                    </a:ext>
                  </a:extLst>
                </p14:cNvPr>
                <p14:cNvContentPartPr/>
                <p14:nvPr/>
              </p14:nvContentPartPr>
              <p14:xfrm>
                <a:off x="3539983" y="4757091"/>
                <a:ext cx="470520" cy="1458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6A32F6C-B623-CE47-B832-C594292AE40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521983" y="4739091"/>
                  <a:ext cx="5061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64C285F-A7D1-EFBA-E754-365C4611A298}"/>
                    </a:ext>
                  </a:extLst>
                </p14:cNvPr>
                <p14:cNvContentPartPr/>
                <p14:nvPr/>
              </p14:nvContentPartPr>
              <p14:xfrm>
                <a:off x="3543583" y="4754211"/>
                <a:ext cx="192600" cy="2318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64C285F-A7D1-EFBA-E754-365C4611A29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525583" y="4736571"/>
                  <a:ext cx="22824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80598EB-9B14-6679-3AB0-2596D14337B5}"/>
                    </a:ext>
                  </a:extLst>
                </p14:cNvPr>
                <p14:cNvContentPartPr/>
                <p14:nvPr/>
              </p14:nvContentPartPr>
              <p14:xfrm>
                <a:off x="4181863" y="4765731"/>
                <a:ext cx="43200" cy="2109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80598EB-9B14-6679-3AB0-2596D14337B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163863" y="4747731"/>
                  <a:ext cx="788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F78122E-2CE4-E766-0F85-326762379FA2}"/>
                    </a:ext>
                  </a:extLst>
                </p14:cNvPr>
                <p14:cNvContentPartPr/>
                <p14:nvPr/>
              </p14:nvContentPartPr>
              <p14:xfrm>
                <a:off x="4180783" y="4717491"/>
                <a:ext cx="133920" cy="1317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F78122E-2CE4-E766-0F85-326762379FA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163143" y="4699491"/>
                  <a:ext cx="1695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94A4983-E113-60C8-440E-C4E433B56745}"/>
                    </a:ext>
                  </a:extLst>
                </p14:cNvPr>
                <p14:cNvContentPartPr/>
                <p14:nvPr/>
              </p14:nvContentPartPr>
              <p14:xfrm>
                <a:off x="4386343" y="4650171"/>
                <a:ext cx="234720" cy="1414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94A4983-E113-60C8-440E-C4E433B5674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368703" y="4632531"/>
                  <a:ext cx="2703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AC29BE7-D9F1-3ADD-E0BE-7AF3748DF570}"/>
                    </a:ext>
                  </a:extLst>
                </p14:cNvPr>
                <p14:cNvContentPartPr/>
                <p14:nvPr/>
              </p14:nvContentPartPr>
              <p14:xfrm>
                <a:off x="4665343" y="4453611"/>
                <a:ext cx="141840" cy="2660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AC29BE7-D9F1-3ADD-E0BE-7AF3748DF57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647703" y="4435971"/>
                  <a:ext cx="17748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F1A0A92-7398-894E-B4B7-C4ADBDECF40C}"/>
                    </a:ext>
                  </a:extLst>
                </p14:cNvPr>
                <p14:cNvContentPartPr/>
                <p14:nvPr/>
              </p14:nvContentPartPr>
              <p14:xfrm>
                <a:off x="4866943" y="4478451"/>
                <a:ext cx="118440" cy="2210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F1A0A92-7398-894E-B4B7-C4ADBDECF40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848943" y="4460451"/>
                  <a:ext cx="15408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F6AC6AA-806B-A815-F5FF-DA87B29DF143}"/>
                    </a:ext>
                  </a:extLst>
                </p14:cNvPr>
                <p14:cNvContentPartPr/>
                <p14:nvPr/>
              </p14:nvContentPartPr>
              <p14:xfrm>
                <a:off x="5072503" y="4502931"/>
                <a:ext cx="134280" cy="1332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F6AC6AA-806B-A815-F5FF-DA87B29DF14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054503" y="4484931"/>
                  <a:ext cx="1699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5C30AAF-80B2-6B26-FD3B-CF9D4E796E55}"/>
                    </a:ext>
                  </a:extLst>
                </p14:cNvPr>
                <p14:cNvContentPartPr/>
                <p14:nvPr/>
              </p14:nvContentPartPr>
              <p14:xfrm>
                <a:off x="5252143" y="4388091"/>
                <a:ext cx="105120" cy="1998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5C30AAF-80B2-6B26-FD3B-CF9D4E796E5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234503" y="4370091"/>
                  <a:ext cx="1407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AC43FA2-0C2F-CC95-0AE3-0D871A2B0FBD}"/>
                    </a:ext>
                  </a:extLst>
                </p14:cNvPr>
                <p14:cNvContentPartPr/>
                <p14:nvPr/>
              </p14:nvContentPartPr>
              <p14:xfrm>
                <a:off x="5254303" y="4439931"/>
                <a:ext cx="77760" cy="561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AC43FA2-0C2F-CC95-0AE3-0D871A2B0FB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236303" y="4421931"/>
                  <a:ext cx="1134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A755219-7A45-4587-2610-57A8813D4E0B}"/>
                    </a:ext>
                  </a:extLst>
                </p14:cNvPr>
                <p14:cNvContentPartPr/>
                <p14:nvPr/>
              </p14:nvContentPartPr>
              <p14:xfrm>
                <a:off x="5403703" y="4407891"/>
                <a:ext cx="51480" cy="910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A755219-7A45-4587-2610-57A8813D4E0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385703" y="4389891"/>
                  <a:ext cx="871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C546607-1542-18FB-82E3-4290AE64E6EA}"/>
                    </a:ext>
                  </a:extLst>
                </p14:cNvPr>
                <p14:cNvContentPartPr/>
                <p14:nvPr/>
              </p14:nvContentPartPr>
              <p14:xfrm>
                <a:off x="5409103" y="4317171"/>
                <a:ext cx="21600" cy="489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C546607-1542-18FB-82E3-4290AE64E6E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391463" y="4299531"/>
                  <a:ext cx="572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773831E-AABB-89B4-D6B8-929C5135821A}"/>
                    </a:ext>
                  </a:extLst>
                </p14:cNvPr>
                <p14:cNvContentPartPr/>
                <p14:nvPr/>
              </p14:nvContentPartPr>
              <p14:xfrm>
                <a:off x="5537983" y="4363611"/>
                <a:ext cx="195120" cy="1206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773831E-AABB-89B4-D6B8-929C5135821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519983" y="4345611"/>
                  <a:ext cx="2307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E7267DF-9ABA-813B-2EB2-3BC156CF8F1C}"/>
                    </a:ext>
                  </a:extLst>
                </p14:cNvPr>
                <p14:cNvContentPartPr/>
                <p14:nvPr/>
              </p14:nvContentPartPr>
              <p14:xfrm>
                <a:off x="5820223" y="4269291"/>
                <a:ext cx="131760" cy="3733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E7267DF-9ABA-813B-2EB2-3BC156CF8F1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802223" y="4251651"/>
                  <a:ext cx="16740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21629AB-7C57-9476-DC69-BFF75128B519}"/>
                    </a:ext>
                  </a:extLst>
                </p14:cNvPr>
                <p14:cNvContentPartPr/>
                <p14:nvPr/>
              </p14:nvContentPartPr>
              <p14:xfrm>
                <a:off x="4741303" y="5144811"/>
                <a:ext cx="139680" cy="1836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21629AB-7C57-9476-DC69-BFF75128B51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723303" y="5127171"/>
                  <a:ext cx="1753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87FC057-CCA2-E764-F0BE-A36BCF316370}"/>
                    </a:ext>
                  </a:extLst>
                </p14:cNvPr>
                <p14:cNvContentPartPr/>
                <p14:nvPr/>
              </p14:nvContentPartPr>
              <p14:xfrm>
                <a:off x="4803223" y="5054451"/>
                <a:ext cx="99360" cy="1576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87FC057-CCA2-E764-F0BE-A36BCF31637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785223" y="5036811"/>
                  <a:ext cx="13500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D9257A3-6673-99FC-A1D2-312FAD2E7EAC}"/>
                    </a:ext>
                  </a:extLst>
                </p14:cNvPr>
                <p14:cNvContentPartPr/>
                <p14:nvPr/>
              </p14:nvContentPartPr>
              <p14:xfrm>
                <a:off x="4994023" y="4970211"/>
                <a:ext cx="184320" cy="1641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D9257A3-6673-99FC-A1D2-312FAD2E7EA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976383" y="4952571"/>
                  <a:ext cx="2199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37226B8-B46C-C3D9-D87C-D7FA2B1DECED}"/>
                    </a:ext>
                  </a:extLst>
                </p14:cNvPr>
                <p14:cNvContentPartPr/>
                <p14:nvPr/>
              </p14:nvContentPartPr>
              <p14:xfrm>
                <a:off x="5219023" y="4863291"/>
                <a:ext cx="98640" cy="1396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37226B8-B46C-C3D9-D87C-D7FA2B1DECE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201383" y="4845651"/>
                  <a:ext cx="1342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C72977D-5A32-8B8C-7D16-B39D51D6C656}"/>
                    </a:ext>
                  </a:extLst>
                </p14:cNvPr>
                <p14:cNvContentPartPr/>
                <p14:nvPr/>
              </p14:nvContentPartPr>
              <p14:xfrm>
                <a:off x="5421703" y="4734771"/>
                <a:ext cx="151920" cy="2142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C72977D-5A32-8B8C-7D16-B39D51D6C65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403703" y="4716771"/>
                  <a:ext cx="18756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35DE4F7-2DE4-7E62-E29B-F2100ACB03C4}"/>
                    </a:ext>
                  </a:extLst>
                </p14:cNvPr>
                <p14:cNvContentPartPr/>
                <p14:nvPr/>
              </p14:nvContentPartPr>
              <p14:xfrm>
                <a:off x="5395423" y="4801011"/>
                <a:ext cx="170640" cy="1026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35DE4F7-2DE4-7E62-E29B-F2100ACB03C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377423" y="4783011"/>
                  <a:ext cx="2062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5B46F90D-BD3F-DF37-2127-27558A8594AB}"/>
                    </a:ext>
                  </a:extLst>
                </p14:cNvPr>
                <p14:cNvContentPartPr/>
                <p14:nvPr/>
              </p14:nvContentPartPr>
              <p14:xfrm>
                <a:off x="1021783" y="4499331"/>
                <a:ext cx="2310480" cy="8316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5B46F90D-BD3F-DF37-2127-27558A8594A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03783" y="4481691"/>
                  <a:ext cx="2346120" cy="867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546136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C1135-23CD-40AE-B7A6-B7FE8BE45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55983"/>
          </a:xfrm>
        </p:spPr>
        <p:txBody>
          <a:bodyPr/>
          <a:lstStyle/>
          <a:p>
            <a:r>
              <a:rPr lang="en-US" dirty="0"/>
              <a:t>Pulse oximeter basics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942A38-DC6C-4147-A6F2-714B17D068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8B0543F4-BD83-4BF3-8C0D-7E3ED300B5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1114"/>
            <a:ext cx="6289078" cy="3311251"/>
          </a:xfrm>
          <a:prstGeom prst="rect">
            <a:avLst/>
          </a:prstGeom>
        </p:spPr>
      </p:pic>
      <p:pic>
        <p:nvPicPr>
          <p:cNvPr id="9" name="Picture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954DE82F-3862-40FE-86B6-4D24915458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3453" y="1103228"/>
            <a:ext cx="5566268" cy="390609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BAF4422E-E4B7-2CA8-3006-D517C544A2C1}"/>
              </a:ext>
            </a:extLst>
          </p:cNvPr>
          <p:cNvGrpSpPr/>
          <p:nvPr/>
        </p:nvGrpSpPr>
        <p:grpSpPr>
          <a:xfrm>
            <a:off x="10950574" y="3945068"/>
            <a:ext cx="407520" cy="447840"/>
            <a:chOff x="10950574" y="3945068"/>
            <a:chExt cx="407520" cy="44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D273588-6764-9F45-A5ED-0F4122E65728}"/>
                    </a:ext>
                  </a:extLst>
                </p14:cNvPr>
                <p14:cNvContentPartPr/>
                <p14:nvPr/>
              </p14:nvContentPartPr>
              <p14:xfrm>
                <a:off x="10950574" y="3984668"/>
                <a:ext cx="30240" cy="4082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D273588-6764-9F45-A5ED-0F4122E6572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932574" y="3966668"/>
                  <a:ext cx="65880" cy="44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FAA5857-60B0-5D6C-3D89-4EA5E292A768}"/>
                    </a:ext>
                  </a:extLst>
                </p14:cNvPr>
                <p14:cNvContentPartPr/>
                <p14:nvPr/>
              </p14:nvContentPartPr>
              <p14:xfrm>
                <a:off x="10960294" y="3945068"/>
                <a:ext cx="91440" cy="2412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FAA5857-60B0-5D6C-3D89-4EA5E292A76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942654" y="3927068"/>
                  <a:ext cx="12708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9121970-6E3E-FB25-730D-1411A28A93EE}"/>
                    </a:ext>
                  </a:extLst>
                </p14:cNvPr>
                <p14:cNvContentPartPr/>
                <p14:nvPr/>
              </p14:nvContentPartPr>
              <p14:xfrm>
                <a:off x="11160094" y="4142708"/>
                <a:ext cx="81720" cy="1339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9121970-6E3E-FB25-730D-1411A28A93E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142094" y="4125068"/>
                  <a:ext cx="1173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2746CC0-1578-4653-35E6-7FD472015F11}"/>
                    </a:ext>
                  </a:extLst>
                </p14:cNvPr>
                <p14:cNvContentPartPr/>
                <p14:nvPr/>
              </p14:nvContentPartPr>
              <p14:xfrm>
                <a:off x="11288614" y="4068908"/>
                <a:ext cx="69480" cy="2379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2746CC0-1578-4653-35E6-7FD472015F1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270614" y="4051268"/>
                  <a:ext cx="105120" cy="27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B9DBC0F-433B-8F13-E074-FDEC6C3661AF}"/>
              </a:ext>
            </a:extLst>
          </p:cNvPr>
          <p:cNvGrpSpPr/>
          <p:nvPr/>
        </p:nvGrpSpPr>
        <p:grpSpPr>
          <a:xfrm>
            <a:off x="5204279" y="676043"/>
            <a:ext cx="1198800" cy="615600"/>
            <a:chOff x="5204279" y="676043"/>
            <a:chExt cx="1198800" cy="61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734B093-02B2-149B-9689-9826606727A3}"/>
                    </a:ext>
                  </a:extLst>
                </p14:cNvPr>
                <p14:cNvContentPartPr/>
                <p14:nvPr/>
              </p14:nvContentPartPr>
              <p14:xfrm>
                <a:off x="5204279" y="676043"/>
                <a:ext cx="249120" cy="5166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734B093-02B2-149B-9689-9826606727A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186639" y="658403"/>
                  <a:ext cx="284760" cy="55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A3E31E4-67C1-A295-0792-555C0CF048DF}"/>
                    </a:ext>
                  </a:extLst>
                </p14:cNvPr>
                <p14:cNvContentPartPr/>
                <p14:nvPr/>
              </p14:nvContentPartPr>
              <p14:xfrm>
                <a:off x="5485799" y="1054403"/>
                <a:ext cx="51480" cy="237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A3E31E4-67C1-A295-0792-555C0CF048D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467799" y="1036763"/>
                  <a:ext cx="8712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5A7CDDB-226A-1EF4-7AE3-CC42C58CE059}"/>
                    </a:ext>
                  </a:extLst>
                </p14:cNvPr>
                <p14:cNvContentPartPr/>
                <p14:nvPr/>
              </p14:nvContentPartPr>
              <p14:xfrm>
                <a:off x="5471039" y="1008323"/>
                <a:ext cx="85680" cy="159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5A7CDDB-226A-1EF4-7AE3-CC42C58CE05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453039" y="990323"/>
                  <a:ext cx="1213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8C98681-1714-3BD2-260C-F4114228A344}"/>
                    </a:ext>
                  </a:extLst>
                </p14:cNvPr>
                <p14:cNvContentPartPr/>
                <p14:nvPr/>
              </p14:nvContentPartPr>
              <p14:xfrm>
                <a:off x="5662199" y="776483"/>
                <a:ext cx="199440" cy="2912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8C98681-1714-3BD2-260C-F4114228A34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644559" y="758843"/>
                  <a:ext cx="23508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6F51678-1CC5-A11B-413D-BA8CE3376D18}"/>
                    </a:ext>
                  </a:extLst>
                </p14:cNvPr>
                <p14:cNvContentPartPr/>
                <p14:nvPr/>
              </p14:nvContentPartPr>
              <p14:xfrm>
                <a:off x="5971799" y="932723"/>
                <a:ext cx="136800" cy="162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6F51678-1CC5-A11B-413D-BA8CE3376D1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953799" y="914723"/>
                  <a:ext cx="17244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B079983-FCFE-FE9B-7A4C-F9B888340774}"/>
                    </a:ext>
                  </a:extLst>
                </p14:cNvPr>
                <p14:cNvContentPartPr/>
                <p14:nvPr/>
              </p14:nvContentPartPr>
              <p14:xfrm>
                <a:off x="6254759" y="858563"/>
                <a:ext cx="103680" cy="26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B079983-FCFE-FE9B-7A4C-F9B88834077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237119" y="840923"/>
                  <a:ext cx="1393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6A92B5A-C9EB-F56F-DD6C-F0AE6015BBE4}"/>
                    </a:ext>
                  </a:extLst>
                </p14:cNvPr>
                <p14:cNvContentPartPr/>
                <p14:nvPr/>
              </p14:nvContentPartPr>
              <p14:xfrm>
                <a:off x="6299039" y="917603"/>
                <a:ext cx="104040" cy="180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6A92B5A-C9EB-F56F-DD6C-F0AE6015BBE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281399" y="899963"/>
                  <a:ext cx="139680" cy="5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07ADCD4-5F55-E717-814E-CCB8A9970780}"/>
              </a:ext>
            </a:extLst>
          </p:cNvPr>
          <p:cNvGrpSpPr/>
          <p:nvPr/>
        </p:nvGrpSpPr>
        <p:grpSpPr>
          <a:xfrm>
            <a:off x="6626639" y="419723"/>
            <a:ext cx="1531080" cy="852480"/>
            <a:chOff x="6626639" y="419723"/>
            <a:chExt cx="1531080" cy="85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929559C-00E4-F843-B0D1-1B73412723C7}"/>
                    </a:ext>
                  </a:extLst>
                </p14:cNvPr>
                <p14:cNvContentPartPr/>
                <p14:nvPr/>
              </p14:nvContentPartPr>
              <p14:xfrm>
                <a:off x="6704039" y="471203"/>
                <a:ext cx="126720" cy="8010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929559C-00E4-F843-B0D1-1B73412723C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686399" y="453563"/>
                  <a:ext cx="162360" cy="83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4C9A231-E5C8-100B-B31A-D168810FD00B}"/>
                    </a:ext>
                  </a:extLst>
                </p14:cNvPr>
                <p14:cNvContentPartPr/>
                <p14:nvPr/>
              </p14:nvContentPartPr>
              <p14:xfrm>
                <a:off x="6626639" y="824003"/>
                <a:ext cx="128160" cy="730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4C9A231-E5C8-100B-B31A-D168810FD00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608999" y="806363"/>
                  <a:ext cx="1638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6DC5EC5-BADC-66DB-29C2-57D2729D2E02}"/>
                    </a:ext>
                  </a:extLst>
                </p14:cNvPr>
                <p14:cNvContentPartPr/>
                <p14:nvPr/>
              </p14:nvContentPartPr>
              <p14:xfrm>
                <a:off x="7007879" y="635723"/>
                <a:ext cx="147600" cy="323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6DC5EC5-BADC-66DB-29C2-57D2729D2E0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989879" y="617723"/>
                  <a:ext cx="18324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02BA5E3-0C97-4E17-6FD6-E51D787FD71D}"/>
                    </a:ext>
                  </a:extLst>
                </p14:cNvPr>
                <p14:cNvContentPartPr/>
                <p14:nvPr/>
              </p14:nvContentPartPr>
              <p14:xfrm>
                <a:off x="7370759" y="609443"/>
                <a:ext cx="72360" cy="2880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02BA5E3-0C97-4E17-6FD6-E51D787FD71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353119" y="591803"/>
                  <a:ext cx="10800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DFF9543-D1BB-3D7A-7F4D-12BD29B08E54}"/>
                    </a:ext>
                  </a:extLst>
                </p14:cNvPr>
                <p14:cNvContentPartPr/>
                <p14:nvPr/>
              </p14:nvContentPartPr>
              <p14:xfrm>
                <a:off x="7329359" y="539243"/>
                <a:ext cx="201600" cy="2185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DFF9543-D1BB-3D7A-7F4D-12BD29B08E5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311719" y="521603"/>
                  <a:ext cx="23724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ABEE42A-47D0-45A0-4B23-DDC10DFB6464}"/>
                    </a:ext>
                  </a:extLst>
                </p14:cNvPr>
                <p14:cNvContentPartPr/>
                <p14:nvPr/>
              </p14:nvContentPartPr>
              <p14:xfrm>
                <a:off x="7674599" y="666683"/>
                <a:ext cx="132120" cy="1609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ABEE42A-47D0-45A0-4B23-DDC10DFB646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656959" y="648683"/>
                  <a:ext cx="1677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22E8B23-3E1C-62D3-13E1-E52519C64BE6}"/>
                    </a:ext>
                  </a:extLst>
                </p14:cNvPr>
                <p14:cNvContentPartPr/>
                <p14:nvPr/>
              </p14:nvContentPartPr>
              <p14:xfrm>
                <a:off x="7888799" y="662363"/>
                <a:ext cx="82800" cy="1364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22E8B23-3E1C-62D3-13E1-E52519C64BE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871159" y="644723"/>
                  <a:ext cx="1184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EF1A03B-24A6-AB75-66F0-75507B94DA78}"/>
                    </a:ext>
                  </a:extLst>
                </p14:cNvPr>
                <p14:cNvContentPartPr/>
                <p14:nvPr/>
              </p14:nvContentPartPr>
              <p14:xfrm>
                <a:off x="8028119" y="419723"/>
                <a:ext cx="129600" cy="3621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EF1A03B-24A6-AB75-66F0-75507B94DA7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010479" y="401723"/>
                  <a:ext cx="165240" cy="39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E4EEC212-B1BD-58C2-D43D-E6B1D8BB3F21}"/>
              </a:ext>
            </a:extLst>
          </p:cNvPr>
          <p:cNvGrpSpPr/>
          <p:nvPr/>
        </p:nvGrpSpPr>
        <p:grpSpPr>
          <a:xfrm>
            <a:off x="3416879" y="4624163"/>
            <a:ext cx="2548440" cy="2133000"/>
            <a:chOff x="3416879" y="4624163"/>
            <a:chExt cx="2548440" cy="213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7DA0C12-5DC0-436A-6990-A9384A037255}"/>
                    </a:ext>
                  </a:extLst>
                </p14:cNvPr>
                <p14:cNvContentPartPr/>
                <p14:nvPr/>
              </p14:nvContentPartPr>
              <p14:xfrm>
                <a:off x="3725759" y="4624163"/>
                <a:ext cx="59400" cy="4694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7DA0C12-5DC0-436A-6990-A9384A03725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708119" y="4606163"/>
                  <a:ext cx="95040" cy="50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AC932D8-798F-D925-1024-7D85DB9FF334}"/>
                    </a:ext>
                  </a:extLst>
                </p14:cNvPr>
                <p14:cNvContentPartPr/>
                <p14:nvPr/>
              </p14:nvContentPartPr>
              <p14:xfrm>
                <a:off x="3720719" y="4649003"/>
                <a:ext cx="200160" cy="2818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AC932D8-798F-D925-1024-7D85DB9FF33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703079" y="4631003"/>
                  <a:ext cx="23580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5B691E4-F340-DE1A-3D31-A798E29AD512}"/>
                    </a:ext>
                  </a:extLst>
                </p14:cNvPr>
                <p14:cNvContentPartPr/>
                <p14:nvPr/>
              </p14:nvContentPartPr>
              <p14:xfrm>
                <a:off x="4025279" y="4805243"/>
                <a:ext cx="117720" cy="1519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5B691E4-F340-DE1A-3D31-A798E29AD51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007279" y="4787243"/>
                  <a:ext cx="15336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96DBF99-E05F-659E-5BBB-64E44B0A451F}"/>
                    </a:ext>
                  </a:extLst>
                </p14:cNvPr>
                <p14:cNvContentPartPr/>
                <p14:nvPr/>
              </p14:nvContentPartPr>
              <p14:xfrm>
                <a:off x="4207079" y="4705883"/>
                <a:ext cx="123120" cy="2487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96DBF99-E05F-659E-5BBB-64E44B0A451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189439" y="4687883"/>
                  <a:ext cx="15876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204AC94-B4FD-1ACB-4B5B-A3D79CC8F63C}"/>
                    </a:ext>
                  </a:extLst>
                </p14:cNvPr>
                <p14:cNvContentPartPr/>
                <p14:nvPr/>
              </p14:nvContentPartPr>
              <p14:xfrm>
                <a:off x="4529279" y="4851323"/>
                <a:ext cx="102600" cy="1206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204AC94-B4FD-1ACB-4B5B-A3D79CC8F63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511639" y="4833323"/>
                  <a:ext cx="1382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46A17EF-D7E5-2DEC-83E7-0288FAC58F8A}"/>
                    </a:ext>
                  </a:extLst>
                </p14:cNvPr>
                <p14:cNvContentPartPr/>
                <p14:nvPr/>
              </p14:nvContentPartPr>
              <p14:xfrm>
                <a:off x="4708199" y="4830443"/>
                <a:ext cx="107280" cy="1238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46A17EF-D7E5-2DEC-83E7-0288FAC58F8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690559" y="4812443"/>
                  <a:ext cx="1429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5434774-BE72-360C-817F-4A1C7FEBB4A5}"/>
                    </a:ext>
                  </a:extLst>
                </p14:cNvPr>
                <p14:cNvContentPartPr/>
                <p14:nvPr/>
              </p14:nvContentPartPr>
              <p14:xfrm>
                <a:off x="3416879" y="5053643"/>
                <a:ext cx="1818000" cy="2685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5434774-BE72-360C-817F-4A1C7FEBB4A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399239" y="5036003"/>
                  <a:ext cx="185364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2EA4705-2BE7-33A9-692A-94F38280CBCE}"/>
                    </a:ext>
                  </a:extLst>
                </p14:cNvPr>
                <p14:cNvContentPartPr/>
                <p14:nvPr/>
              </p14:nvContentPartPr>
              <p14:xfrm>
                <a:off x="4038599" y="5414363"/>
                <a:ext cx="25920" cy="2952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2EA4705-2BE7-33A9-692A-94F38280CBC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020599" y="5396363"/>
                  <a:ext cx="6156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B81856E-3D9E-E785-6E59-2956F35D3198}"/>
                    </a:ext>
                  </a:extLst>
                </p14:cNvPr>
                <p14:cNvContentPartPr/>
                <p14:nvPr/>
              </p14:nvContentPartPr>
              <p14:xfrm>
                <a:off x="4027799" y="5376203"/>
                <a:ext cx="179640" cy="2192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B81856E-3D9E-E785-6E59-2956F35D319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010159" y="5358203"/>
                  <a:ext cx="21528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F4DECD7-6CC2-1CD6-0163-2F425071E9CB}"/>
                    </a:ext>
                  </a:extLst>
                </p14:cNvPr>
                <p14:cNvContentPartPr/>
                <p14:nvPr/>
              </p14:nvContentPartPr>
              <p14:xfrm>
                <a:off x="4258919" y="5469443"/>
                <a:ext cx="107280" cy="1288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F4DECD7-6CC2-1CD6-0163-2F425071E9C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241279" y="5451443"/>
                  <a:ext cx="1429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4877975-03D5-28FB-07CD-F85D2F60C6F4}"/>
                    </a:ext>
                  </a:extLst>
                </p14:cNvPr>
                <p14:cNvContentPartPr/>
                <p14:nvPr/>
              </p14:nvContentPartPr>
              <p14:xfrm>
                <a:off x="4463039" y="5282243"/>
                <a:ext cx="132840" cy="2656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4877975-03D5-28FB-07CD-F85D2F60C6F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445399" y="5264603"/>
                  <a:ext cx="16848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202622F-84A7-EBF2-AD19-A7E958A25ED3}"/>
                    </a:ext>
                  </a:extLst>
                </p14:cNvPr>
                <p14:cNvContentPartPr/>
                <p14:nvPr/>
              </p14:nvContentPartPr>
              <p14:xfrm>
                <a:off x="4733759" y="5380883"/>
                <a:ext cx="88920" cy="1587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202622F-84A7-EBF2-AD19-A7E958A25ED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716119" y="5362883"/>
                  <a:ext cx="1245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D135B81-C2DB-1C66-C662-F6DAB08165BC}"/>
                    </a:ext>
                  </a:extLst>
                </p14:cNvPr>
                <p14:cNvContentPartPr/>
                <p14:nvPr/>
              </p14:nvContentPartPr>
              <p14:xfrm>
                <a:off x="4880639" y="5401763"/>
                <a:ext cx="96480" cy="871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D135B81-C2DB-1C66-C662-F6DAB08165B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862999" y="5383763"/>
                  <a:ext cx="1321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EDF2AEA-BAE0-BA67-6972-5260BEFD94C5}"/>
                    </a:ext>
                  </a:extLst>
                </p14:cNvPr>
                <p14:cNvContentPartPr/>
                <p14:nvPr/>
              </p14:nvContentPartPr>
              <p14:xfrm>
                <a:off x="3450359" y="5561243"/>
                <a:ext cx="2514960" cy="3402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EDF2AEA-BAE0-BA67-6972-5260BEFD94C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432719" y="5543603"/>
                  <a:ext cx="255060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D6B07FB-4939-406C-DF6F-8A1B002BC025}"/>
                    </a:ext>
                  </a:extLst>
                </p14:cNvPr>
                <p14:cNvContentPartPr/>
                <p14:nvPr/>
              </p14:nvContentPartPr>
              <p14:xfrm>
                <a:off x="4282319" y="5923403"/>
                <a:ext cx="12960" cy="148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D6B07FB-4939-406C-DF6F-8A1B002BC02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264679" y="5905403"/>
                  <a:ext cx="486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BF299B1-DF74-0972-5189-4DDAA9D2ECB3}"/>
                    </a:ext>
                  </a:extLst>
                </p14:cNvPr>
                <p14:cNvContentPartPr/>
                <p14:nvPr/>
              </p14:nvContentPartPr>
              <p14:xfrm>
                <a:off x="4282319" y="5890283"/>
                <a:ext cx="131400" cy="1522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BF299B1-DF74-0972-5189-4DDAA9D2ECB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264319" y="5872283"/>
                  <a:ext cx="1670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8110A7C-053F-5C0F-6E87-660450340F03}"/>
                    </a:ext>
                  </a:extLst>
                </p14:cNvPr>
                <p14:cNvContentPartPr/>
                <p14:nvPr/>
              </p14:nvContentPartPr>
              <p14:xfrm>
                <a:off x="4564559" y="5928443"/>
                <a:ext cx="34920" cy="1274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8110A7C-053F-5C0F-6E87-660450340F0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546559" y="5910443"/>
                  <a:ext cx="705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B9FAEE6-D423-B9D8-977B-E955EAD4AB1B}"/>
                    </a:ext>
                  </a:extLst>
                </p14:cNvPr>
                <p14:cNvContentPartPr/>
                <p14:nvPr/>
              </p14:nvContentPartPr>
              <p14:xfrm>
                <a:off x="4664999" y="5887043"/>
                <a:ext cx="72720" cy="1519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B9FAEE6-D423-B9D8-977B-E955EAD4AB1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646999" y="5869043"/>
                  <a:ext cx="10836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9B36BD3-D1F1-913C-CADE-54346B1E8003}"/>
                    </a:ext>
                  </a:extLst>
                </p14:cNvPr>
                <p14:cNvContentPartPr/>
                <p14:nvPr/>
              </p14:nvContentPartPr>
              <p14:xfrm>
                <a:off x="4691999" y="5862563"/>
                <a:ext cx="157320" cy="1314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9B36BD3-D1F1-913C-CADE-54346B1E800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674359" y="5844923"/>
                  <a:ext cx="19296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8FE11E1-C717-3B23-E684-D70252E03D14}"/>
                    </a:ext>
                  </a:extLst>
                </p14:cNvPr>
                <p14:cNvContentPartPr/>
                <p14:nvPr/>
              </p14:nvContentPartPr>
              <p14:xfrm>
                <a:off x="4934639" y="5949323"/>
                <a:ext cx="98640" cy="1036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8FE11E1-C717-3B23-E684-D70252E03D1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916999" y="5931683"/>
                  <a:ext cx="1342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05A0492-348C-4789-02FC-BB7FB4D40435}"/>
                    </a:ext>
                  </a:extLst>
                </p14:cNvPr>
                <p14:cNvContentPartPr/>
                <p14:nvPr/>
              </p14:nvContentPartPr>
              <p14:xfrm>
                <a:off x="5142359" y="5916923"/>
                <a:ext cx="101880" cy="1087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05A0492-348C-4789-02FC-BB7FB4D4043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124359" y="5899283"/>
                  <a:ext cx="1375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8AC3195-3A2A-040A-F796-867CBD7580BB}"/>
                    </a:ext>
                  </a:extLst>
                </p14:cNvPr>
                <p14:cNvContentPartPr/>
                <p14:nvPr/>
              </p14:nvContentPartPr>
              <p14:xfrm>
                <a:off x="4127519" y="6377363"/>
                <a:ext cx="58680" cy="23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8AC3195-3A2A-040A-F796-867CBD7580B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109519" y="6359723"/>
                  <a:ext cx="943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4B7158E-5DE0-8556-F660-9F9B86508669}"/>
                    </a:ext>
                  </a:extLst>
                </p14:cNvPr>
                <p14:cNvContentPartPr/>
                <p14:nvPr/>
              </p14:nvContentPartPr>
              <p14:xfrm>
                <a:off x="4184039" y="6145523"/>
                <a:ext cx="1151280" cy="2628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4B7158E-5DE0-8556-F660-9F9B8650866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166039" y="6127523"/>
                  <a:ext cx="118692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53B0172-879A-FEE2-E006-ADC999269338}"/>
                    </a:ext>
                  </a:extLst>
                </p14:cNvPr>
                <p14:cNvContentPartPr/>
                <p14:nvPr/>
              </p14:nvContentPartPr>
              <p14:xfrm>
                <a:off x="4549079" y="6495083"/>
                <a:ext cx="31680" cy="2620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53B0172-879A-FEE2-E006-ADC99926933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531079" y="6477443"/>
                  <a:ext cx="6732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09B3134-E3A5-8626-603B-58CECE8A9009}"/>
                    </a:ext>
                  </a:extLst>
                </p14:cNvPr>
                <p14:cNvContentPartPr/>
                <p14:nvPr/>
              </p14:nvContentPartPr>
              <p14:xfrm>
                <a:off x="4576799" y="6475643"/>
                <a:ext cx="124560" cy="171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09B3134-E3A5-8626-603B-58CECE8A900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558799" y="6457643"/>
                  <a:ext cx="1602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E5B2E3A-59DC-D41E-9C13-CF5AE6109CF9}"/>
                    </a:ext>
                  </a:extLst>
                </p14:cNvPr>
                <p14:cNvContentPartPr/>
                <p14:nvPr/>
              </p14:nvContentPartPr>
              <p14:xfrm>
                <a:off x="4805759" y="6469523"/>
                <a:ext cx="79560" cy="2044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E5B2E3A-59DC-D41E-9C13-CF5AE6109CF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788119" y="6451883"/>
                  <a:ext cx="11520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3ACAD92-7CDC-7ADD-7F97-9828E7FCBDB6}"/>
                    </a:ext>
                  </a:extLst>
                </p14:cNvPr>
                <p14:cNvContentPartPr/>
                <p14:nvPr/>
              </p14:nvContentPartPr>
              <p14:xfrm>
                <a:off x="4926719" y="6444683"/>
                <a:ext cx="81360" cy="1468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3ACAD92-7CDC-7ADD-7F97-9828E7FCBDB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908719" y="6427043"/>
                  <a:ext cx="1170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1B55C26-65A9-80C2-60E9-9F9DC4E5D80B}"/>
                    </a:ext>
                  </a:extLst>
                </p14:cNvPr>
                <p14:cNvContentPartPr/>
                <p14:nvPr/>
              </p14:nvContentPartPr>
              <p14:xfrm>
                <a:off x="4961999" y="6408323"/>
                <a:ext cx="143640" cy="1317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1B55C26-65A9-80C2-60E9-9F9DC4E5D80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943999" y="6390683"/>
                  <a:ext cx="1792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DF5E72C-D816-A44B-A95F-545895DE51C5}"/>
                    </a:ext>
                  </a:extLst>
                </p14:cNvPr>
                <p14:cNvContentPartPr/>
                <p14:nvPr/>
              </p14:nvContentPartPr>
              <p14:xfrm>
                <a:off x="5191679" y="6450803"/>
                <a:ext cx="131040" cy="2300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DF5E72C-D816-A44B-A95F-545895DE51C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173679" y="6432803"/>
                  <a:ext cx="16668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4B04062-48F5-D355-B043-9B9257C34565}"/>
                    </a:ext>
                  </a:extLst>
                </p14:cNvPr>
                <p14:cNvContentPartPr/>
                <p14:nvPr/>
              </p14:nvContentPartPr>
              <p14:xfrm>
                <a:off x="5393999" y="6492923"/>
                <a:ext cx="70920" cy="784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4B04062-48F5-D355-B043-9B9257C3456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375999" y="6475283"/>
                  <a:ext cx="106560" cy="11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29255208-C09F-A963-E5AB-0BFA143AA549}"/>
              </a:ext>
            </a:extLst>
          </p:cNvPr>
          <p:cNvGrpSpPr/>
          <p:nvPr/>
        </p:nvGrpSpPr>
        <p:grpSpPr>
          <a:xfrm>
            <a:off x="2449919" y="5911523"/>
            <a:ext cx="826200" cy="293040"/>
            <a:chOff x="2449919" y="5911523"/>
            <a:chExt cx="826200" cy="29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321AEFA-506B-4D8A-836C-B46D2A9234CF}"/>
                    </a:ext>
                  </a:extLst>
                </p14:cNvPr>
                <p14:cNvContentPartPr/>
                <p14:nvPr/>
              </p14:nvContentPartPr>
              <p14:xfrm>
                <a:off x="2468639" y="5928443"/>
                <a:ext cx="75600" cy="2761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321AEFA-506B-4D8A-836C-B46D2A9234C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450999" y="5910443"/>
                  <a:ext cx="11124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3793C96-DB3A-B7E9-0082-2B4005C8D480}"/>
                    </a:ext>
                  </a:extLst>
                </p14:cNvPr>
                <p14:cNvContentPartPr/>
                <p14:nvPr/>
              </p14:nvContentPartPr>
              <p14:xfrm>
                <a:off x="2449919" y="5922683"/>
                <a:ext cx="196560" cy="1778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3793C96-DB3A-B7E9-0082-2B4005C8D48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432279" y="5904683"/>
                  <a:ext cx="2322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0709FD8D-5A85-E6AD-C936-C31CEFDA4D26}"/>
                    </a:ext>
                  </a:extLst>
                </p14:cNvPr>
                <p14:cNvContentPartPr/>
                <p14:nvPr/>
              </p14:nvContentPartPr>
              <p14:xfrm>
                <a:off x="2746199" y="6045443"/>
                <a:ext cx="108720" cy="1371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0709FD8D-5A85-E6AD-C936-C31CEFDA4D2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728199" y="6027803"/>
                  <a:ext cx="1443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38BD8C2-44E1-E223-DEB0-1599F51BA383}"/>
                    </a:ext>
                  </a:extLst>
                </p14:cNvPr>
                <p14:cNvContentPartPr/>
                <p14:nvPr/>
              </p14:nvContentPartPr>
              <p14:xfrm>
                <a:off x="2918639" y="5970203"/>
                <a:ext cx="107280" cy="1904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38BD8C2-44E1-E223-DEB0-1599F51BA38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900999" y="5952203"/>
                  <a:ext cx="1429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795D783-73E6-F378-0381-4773F83F0807}"/>
                    </a:ext>
                  </a:extLst>
                </p14:cNvPr>
                <p14:cNvContentPartPr/>
                <p14:nvPr/>
              </p14:nvContentPartPr>
              <p14:xfrm>
                <a:off x="3138239" y="5911523"/>
                <a:ext cx="36720" cy="234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795D783-73E6-F378-0381-4773F83F080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120599" y="5893523"/>
                  <a:ext cx="723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BE8EEC0-7BD9-788C-1A60-892847B188AA}"/>
                    </a:ext>
                  </a:extLst>
                </p14:cNvPr>
                <p14:cNvContentPartPr/>
                <p14:nvPr/>
              </p14:nvContentPartPr>
              <p14:xfrm>
                <a:off x="3185399" y="5988203"/>
                <a:ext cx="90720" cy="234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BE8EEC0-7BD9-788C-1A60-892847B188A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167759" y="5970563"/>
                  <a:ext cx="126360" cy="5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571E6378-AC5F-F4A8-BEB8-30EEBBB5072A}"/>
              </a:ext>
            </a:extLst>
          </p:cNvPr>
          <p:cNvGrpSpPr/>
          <p:nvPr/>
        </p:nvGrpSpPr>
        <p:grpSpPr>
          <a:xfrm>
            <a:off x="7143959" y="5676083"/>
            <a:ext cx="695160" cy="516240"/>
            <a:chOff x="7143959" y="5676083"/>
            <a:chExt cx="695160" cy="51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948107F-BD3B-8751-48C8-3AC3C6901DC7}"/>
                    </a:ext>
                  </a:extLst>
                </p14:cNvPr>
                <p14:cNvContentPartPr/>
                <p14:nvPr/>
              </p14:nvContentPartPr>
              <p14:xfrm>
                <a:off x="7244399" y="5676083"/>
                <a:ext cx="57240" cy="5162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948107F-BD3B-8751-48C8-3AC3C6901DC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226399" y="5658443"/>
                  <a:ext cx="92880" cy="55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33E53FF-F61D-F455-B296-EF89F063CC46}"/>
                    </a:ext>
                  </a:extLst>
                </p14:cNvPr>
                <p14:cNvContentPartPr/>
                <p14:nvPr/>
              </p14:nvContentPartPr>
              <p14:xfrm>
                <a:off x="7143959" y="5685803"/>
                <a:ext cx="310680" cy="3103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33E53FF-F61D-F455-B296-EF89F063CC4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126319" y="5667803"/>
                  <a:ext cx="34632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4B2DE4B-F667-CF87-CC06-D1F5B30F0D9F}"/>
                    </a:ext>
                  </a:extLst>
                </p14:cNvPr>
                <p14:cNvContentPartPr/>
                <p14:nvPr/>
              </p14:nvContentPartPr>
              <p14:xfrm>
                <a:off x="7545359" y="5904683"/>
                <a:ext cx="120960" cy="1598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4B2DE4B-F667-CF87-CC06-D1F5B30F0D9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527719" y="5887043"/>
                  <a:ext cx="1566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EC27DC4-06AA-B304-5C98-57210AD93259}"/>
                    </a:ext>
                  </a:extLst>
                </p14:cNvPr>
                <p14:cNvContentPartPr/>
                <p14:nvPr/>
              </p14:nvContentPartPr>
              <p14:xfrm>
                <a:off x="7733999" y="5857883"/>
                <a:ext cx="105120" cy="239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EC27DC4-06AA-B304-5C98-57210AD9325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715999" y="5839883"/>
                  <a:ext cx="140760" cy="27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6EEE97E1-4208-3F55-544A-18E3BCF52542}"/>
              </a:ext>
            </a:extLst>
          </p:cNvPr>
          <p:cNvGrpSpPr/>
          <p:nvPr/>
        </p:nvGrpSpPr>
        <p:grpSpPr>
          <a:xfrm>
            <a:off x="8261759" y="5495363"/>
            <a:ext cx="898560" cy="318600"/>
            <a:chOff x="8261759" y="5495363"/>
            <a:chExt cx="898560" cy="31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050E0CC-76A7-918D-BC8E-7612FBF9B373}"/>
                    </a:ext>
                  </a:extLst>
                </p14:cNvPr>
                <p14:cNvContentPartPr/>
                <p14:nvPr/>
              </p14:nvContentPartPr>
              <p14:xfrm>
                <a:off x="8261759" y="5608043"/>
                <a:ext cx="76680" cy="2059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050E0CC-76A7-918D-BC8E-7612FBF9B37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244119" y="5590403"/>
                  <a:ext cx="1123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6753AC78-AB8D-B8A9-588F-3091BDB83DE4}"/>
                    </a:ext>
                  </a:extLst>
                </p14:cNvPr>
                <p14:cNvContentPartPr/>
                <p14:nvPr/>
              </p14:nvContentPartPr>
              <p14:xfrm>
                <a:off x="8410079" y="5623883"/>
                <a:ext cx="93240" cy="1288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6753AC78-AB8D-B8A9-588F-3091BDB83DE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392439" y="5606243"/>
                  <a:ext cx="1288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BF9A864-8287-DC92-7B34-33AC94AB6099}"/>
                    </a:ext>
                  </a:extLst>
                </p14:cNvPr>
                <p14:cNvContentPartPr/>
                <p14:nvPr/>
              </p14:nvContentPartPr>
              <p14:xfrm>
                <a:off x="8555879" y="5569523"/>
                <a:ext cx="266040" cy="1382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BF9A864-8287-DC92-7B34-33AC94AB609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538239" y="5551883"/>
                  <a:ext cx="30168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53C903C-EE67-CB2E-255F-50026F7D1900}"/>
                    </a:ext>
                  </a:extLst>
                </p14:cNvPr>
                <p14:cNvContentPartPr/>
                <p14:nvPr/>
              </p14:nvContentPartPr>
              <p14:xfrm>
                <a:off x="8889599" y="5537483"/>
                <a:ext cx="147600" cy="1544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53C903C-EE67-CB2E-255F-50026F7D190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871599" y="5519483"/>
                  <a:ext cx="1832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4BCF541-04C2-66B5-6069-FEC8C1408B0E}"/>
                    </a:ext>
                  </a:extLst>
                </p14:cNvPr>
                <p14:cNvContentPartPr/>
                <p14:nvPr/>
              </p14:nvContentPartPr>
              <p14:xfrm>
                <a:off x="9080759" y="5495363"/>
                <a:ext cx="79560" cy="1810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4BCF541-04C2-66B5-6069-FEC8C1408B0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062759" y="5477723"/>
                  <a:ext cx="115200" cy="21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8110A099-7A83-D1BF-807C-B03F7CE6EE6E}"/>
              </a:ext>
            </a:extLst>
          </p:cNvPr>
          <p:cNvGrpSpPr/>
          <p:nvPr/>
        </p:nvGrpSpPr>
        <p:grpSpPr>
          <a:xfrm>
            <a:off x="9480359" y="5295203"/>
            <a:ext cx="675720" cy="417960"/>
            <a:chOff x="9480359" y="5295203"/>
            <a:chExt cx="675720" cy="41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48BF9D61-A73F-E45C-D391-88226A92D0A9}"/>
                    </a:ext>
                  </a:extLst>
                </p14:cNvPr>
                <p14:cNvContentPartPr/>
                <p14:nvPr/>
              </p14:nvContentPartPr>
              <p14:xfrm>
                <a:off x="9507719" y="5295203"/>
                <a:ext cx="84600" cy="4179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48BF9D61-A73F-E45C-D391-88226A92D0A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489719" y="5277203"/>
                  <a:ext cx="120240" cy="4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671D84A-F151-5E8A-BD15-78519E3B19EF}"/>
                    </a:ext>
                  </a:extLst>
                </p14:cNvPr>
                <p14:cNvContentPartPr/>
                <p14:nvPr/>
              </p14:nvContentPartPr>
              <p14:xfrm>
                <a:off x="9480359" y="5470523"/>
                <a:ext cx="83160" cy="741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671D84A-F151-5E8A-BD15-78519E3B19E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462719" y="5452883"/>
                  <a:ext cx="1188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87307AC-F971-E1F2-39B5-F2676004B748}"/>
                    </a:ext>
                  </a:extLst>
                </p14:cNvPr>
                <p14:cNvContentPartPr/>
                <p14:nvPr/>
              </p14:nvContentPartPr>
              <p14:xfrm>
                <a:off x="9632279" y="5453603"/>
                <a:ext cx="54720" cy="774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87307AC-F971-E1F2-39B5-F2676004B74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614639" y="5435603"/>
                  <a:ext cx="9036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34CF647-8C6C-1C3F-BA48-A7190DDDC600}"/>
                    </a:ext>
                  </a:extLst>
                </p14:cNvPr>
                <p14:cNvContentPartPr/>
                <p14:nvPr/>
              </p14:nvContentPartPr>
              <p14:xfrm>
                <a:off x="9787439" y="5438483"/>
                <a:ext cx="72000" cy="979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34CF647-8C6C-1C3F-BA48-A7190DDDC60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769439" y="5420483"/>
                  <a:ext cx="1076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57EEAD8-5ACD-F1B8-DD90-4FD2A13919FD}"/>
                    </a:ext>
                  </a:extLst>
                </p14:cNvPr>
                <p14:cNvContentPartPr/>
                <p14:nvPr/>
              </p14:nvContentPartPr>
              <p14:xfrm>
                <a:off x="9920279" y="5414003"/>
                <a:ext cx="235800" cy="1306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57EEAD8-5ACD-F1B8-DD90-4FD2A13919F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902639" y="5396003"/>
                  <a:ext cx="271440" cy="16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130FF529-1EB5-9D2C-0CFA-1308EA48875D}"/>
              </a:ext>
            </a:extLst>
          </p:cNvPr>
          <p:cNvGrpSpPr/>
          <p:nvPr/>
        </p:nvGrpSpPr>
        <p:grpSpPr>
          <a:xfrm>
            <a:off x="10382159" y="5159123"/>
            <a:ext cx="1646640" cy="351360"/>
            <a:chOff x="10382159" y="5159123"/>
            <a:chExt cx="1646640" cy="35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3102037-2557-AF9D-FC62-40C4E490FF6F}"/>
                    </a:ext>
                  </a:extLst>
                </p14:cNvPr>
                <p14:cNvContentPartPr/>
                <p14:nvPr/>
              </p14:nvContentPartPr>
              <p14:xfrm>
                <a:off x="10382159" y="5252723"/>
                <a:ext cx="201600" cy="2545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3102037-2557-AF9D-FC62-40C4E490FF6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364519" y="5235083"/>
                  <a:ext cx="23724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53A89F32-C80D-F13F-AD3C-88F441EB4B84}"/>
                    </a:ext>
                  </a:extLst>
                </p14:cNvPr>
                <p14:cNvContentPartPr/>
                <p14:nvPr/>
              </p14:nvContentPartPr>
              <p14:xfrm>
                <a:off x="10646399" y="5367563"/>
                <a:ext cx="182160" cy="1429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53A89F32-C80D-F13F-AD3C-88F441EB4B8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628759" y="5349563"/>
                  <a:ext cx="2178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2822CA8D-7FD1-84BE-2889-11A2EDBB104B}"/>
                    </a:ext>
                  </a:extLst>
                </p14:cNvPr>
                <p14:cNvContentPartPr/>
                <p14:nvPr/>
              </p14:nvContentPartPr>
              <p14:xfrm>
                <a:off x="10860959" y="5349923"/>
                <a:ext cx="91440" cy="709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2822CA8D-7FD1-84BE-2889-11A2EDBB104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842959" y="5331923"/>
                  <a:ext cx="1270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421C748B-DA36-3DA5-E144-B8DAE857797F}"/>
                    </a:ext>
                  </a:extLst>
                </p14:cNvPr>
                <p14:cNvContentPartPr/>
                <p14:nvPr/>
              </p14:nvContentPartPr>
              <p14:xfrm>
                <a:off x="11042399" y="5159123"/>
                <a:ext cx="155880" cy="2761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421C748B-DA36-3DA5-E144-B8DAE857797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024399" y="5141483"/>
                  <a:ext cx="19152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EF54CF26-D5EA-016C-7F1D-3BA2867B4C1B}"/>
                    </a:ext>
                  </a:extLst>
                </p14:cNvPr>
                <p14:cNvContentPartPr/>
                <p14:nvPr/>
              </p14:nvContentPartPr>
              <p14:xfrm>
                <a:off x="11307719" y="5299883"/>
                <a:ext cx="198360" cy="1220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EF54CF26-D5EA-016C-7F1D-3BA2867B4C1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290079" y="5281883"/>
                  <a:ext cx="2340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B10642B-2EEE-0B38-730D-630D80E8CE7B}"/>
                    </a:ext>
                  </a:extLst>
                </p14:cNvPr>
                <p14:cNvContentPartPr/>
                <p14:nvPr/>
              </p14:nvContentPartPr>
              <p14:xfrm>
                <a:off x="11554319" y="5257043"/>
                <a:ext cx="178200" cy="1512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B10642B-2EEE-0B38-730D-630D80E8CE7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536679" y="5239043"/>
                  <a:ext cx="2138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661B5C4-4984-A535-CEE5-E09E2B91A9EA}"/>
                    </a:ext>
                  </a:extLst>
                </p14:cNvPr>
                <p14:cNvContentPartPr/>
                <p14:nvPr/>
              </p14:nvContentPartPr>
              <p14:xfrm>
                <a:off x="11754839" y="5222483"/>
                <a:ext cx="104760" cy="1612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661B5C4-4984-A535-CEE5-E09E2B91A9E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1736839" y="5204483"/>
                  <a:ext cx="1404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ACCB71A-761F-7FC9-29C9-F98AD7782665}"/>
                    </a:ext>
                  </a:extLst>
                </p14:cNvPr>
                <p14:cNvContentPartPr/>
                <p14:nvPr/>
              </p14:nvContentPartPr>
              <p14:xfrm>
                <a:off x="11937719" y="5243363"/>
                <a:ext cx="91080" cy="1314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ACCB71A-761F-7FC9-29C9-F98AD778266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1920079" y="5225723"/>
                  <a:ext cx="126720" cy="167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42F9F1FE-5D35-A50D-97E3-2234F978C452}"/>
                  </a:ext>
                </a:extLst>
              </p14:cNvPr>
              <p14:cNvContentPartPr/>
              <p14:nvPr/>
            </p14:nvContentPartPr>
            <p14:xfrm>
              <a:off x="5318399" y="847043"/>
              <a:ext cx="3101040" cy="77580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42F9F1FE-5D35-A50D-97E3-2234F978C452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5300759" y="829043"/>
                <a:ext cx="3136680" cy="811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4" name="Group 153">
            <a:extLst>
              <a:ext uri="{FF2B5EF4-FFF2-40B4-BE49-F238E27FC236}">
                <a16:creationId xmlns:a16="http://schemas.microsoft.com/office/drawing/2014/main" id="{283CA3CF-94CE-76D3-249F-91D2BF2131E1}"/>
              </a:ext>
            </a:extLst>
          </p:cNvPr>
          <p:cNvGrpSpPr/>
          <p:nvPr/>
        </p:nvGrpSpPr>
        <p:grpSpPr>
          <a:xfrm>
            <a:off x="7802399" y="137843"/>
            <a:ext cx="2822400" cy="3250800"/>
            <a:chOff x="7802399" y="137843"/>
            <a:chExt cx="2822400" cy="325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04A9372-8A5D-2AC3-DD55-EAE17BE8D80E}"/>
                    </a:ext>
                  </a:extLst>
                </p14:cNvPr>
                <p14:cNvContentPartPr/>
                <p14:nvPr/>
              </p14:nvContentPartPr>
              <p14:xfrm>
                <a:off x="7802399" y="1494683"/>
                <a:ext cx="2822400" cy="18939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04A9372-8A5D-2AC3-DD55-EAE17BE8D80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784759" y="1477043"/>
                  <a:ext cx="2858040" cy="19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1705BF2C-BA92-CE33-94F0-3B96551C3841}"/>
                    </a:ext>
                  </a:extLst>
                </p14:cNvPr>
                <p14:cNvContentPartPr/>
                <p14:nvPr/>
              </p14:nvContentPartPr>
              <p14:xfrm>
                <a:off x="8395319" y="1573883"/>
                <a:ext cx="189720" cy="3560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1705BF2C-BA92-CE33-94F0-3B96551C384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377679" y="1556243"/>
                  <a:ext cx="22536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5EF4717-8409-DD9E-CA8B-AB8011A06F58}"/>
                    </a:ext>
                  </a:extLst>
                </p14:cNvPr>
                <p14:cNvContentPartPr/>
                <p14:nvPr/>
              </p14:nvContentPartPr>
              <p14:xfrm>
                <a:off x="8689799" y="1319363"/>
                <a:ext cx="101160" cy="1670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5EF4717-8409-DD9E-CA8B-AB8011A06F5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672159" y="1301723"/>
                  <a:ext cx="1368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62624525-8E50-CCBC-1BEB-66895F21F978}"/>
                    </a:ext>
                  </a:extLst>
                </p14:cNvPr>
                <p14:cNvContentPartPr/>
                <p14:nvPr/>
              </p14:nvContentPartPr>
              <p14:xfrm>
                <a:off x="8663159" y="1213883"/>
                <a:ext cx="187200" cy="1620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62624525-8E50-CCBC-1BEB-66895F21F97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645519" y="1195883"/>
                  <a:ext cx="22284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CD0478CE-2B1A-57DC-F0AA-0513495ED5B0}"/>
                    </a:ext>
                  </a:extLst>
                </p14:cNvPr>
                <p14:cNvContentPartPr/>
                <p14:nvPr/>
              </p14:nvContentPartPr>
              <p14:xfrm>
                <a:off x="8869799" y="1156283"/>
                <a:ext cx="48240" cy="1749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CD0478CE-2B1A-57DC-F0AA-0513495ED5B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851799" y="1138283"/>
                  <a:ext cx="838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35C4439-9CAC-A1C4-6826-00B57F0D92DA}"/>
                    </a:ext>
                  </a:extLst>
                </p14:cNvPr>
                <p14:cNvContentPartPr/>
                <p14:nvPr/>
              </p14:nvContentPartPr>
              <p14:xfrm>
                <a:off x="8981399" y="1072763"/>
                <a:ext cx="94680" cy="849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35C4439-9CAC-A1C4-6826-00B57F0D92D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963399" y="1055123"/>
                  <a:ext cx="1303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4A8B435-CB2D-1D28-09A7-D1B43717FBCC}"/>
                    </a:ext>
                  </a:extLst>
                </p14:cNvPr>
                <p14:cNvContentPartPr/>
                <p14:nvPr/>
              </p14:nvContentPartPr>
              <p14:xfrm>
                <a:off x="9071399" y="940643"/>
                <a:ext cx="66600" cy="943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4A8B435-CB2D-1D28-09A7-D1B43717FBC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053759" y="922643"/>
                  <a:ext cx="1022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3779EAAF-8820-6193-3137-FABB38289389}"/>
                    </a:ext>
                  </a:extLst>
                </p14:cNvPr>
                <p14:cNvContentPartPr/>
                <p14:nvPr/>
              </p14:nvContentPartPr>
              <p14:xfrm>
                <a:off x="9168959" y="866123"/>
                <a:ext cx="61560" cy="648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779EAAF-8820-6193-3137-FABB3828938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151319" y="848123"/>
                  <a:ext cx="972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05EB1D1-C274-3268-C37D-C505D19FB6D5}"/>
                    </a:ext>
                  </a:extLst>
                </p14:cNvPr>
                <p14:cNvContentPartPr/>
                <p14:nvPr/>
              </p14:nvContentPartPr>
              <p14:xfrm>
                <a:off x="9209279" y="692963"/>
                <a:ext cx="113760" cy="1414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05EB1D1-C274-3268-C37D-C505D19FB6D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191279" y="674963"/>
                  <a:ext cx="1494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342AB4D9-2ADB-CE83-AAAA-018D155C7035}"/>
                    </a:ext>
                  </a:extLst>
                </p14:cNvPr>
                <p14:cNvContentPartPr/>
                <p14:nvPr/>
              </p14:nvContentPartPr>
              <p14:xfrm>
                <a:off x="9379559" y="536003"/>
                <a:ext cx="243720" cy="2437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342AB4D9-2ADB-CE83-AAAA-018D155C703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361919" y="518003"/>
                  <a:ext cx="27936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35D884AC-099C-851D-26CB-6C8DC44D0A1B}"/>
                    </a:ext>
                  </a:extLst>
                </p14:cNvPr>
                <p14:cNvContentPartPr/>
                <p14:nvPr/>
              </p14:nvContentPartPr>
              <p14:xfrm>
                <a:off x="9630119" y="415763"/>
                <a:ext cx="75240" cy="741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35D884AC-099C-851D-26CB-6C8DC44D0A1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612479" y="398123"/>
                  <a:ext cx="1108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B4CD4136-12DC-7048-72EF-D50EC0CF3014}"/>
                    </a:ext>
                  </a:extLst>
                </p14:cNvPr>
                <p14:cNvContentPartPr/>
                <p14:nvPr/>
              </p14:nvContentPartPr>
              <p14:xfrm>
                <a:off x="9731279" y="326843"/>
                <a:ext cx="86400" cy="1382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B4CD4136-12DC-7048-72EF-D50EC0CF3014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713639" y="308843"/>
                  <a:ext cx="12204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B025A04-0CB1-91C9-BB16-1C8F21FF57B0}"/>
                    </a:ext>
                  </a:extLst>
                </p14:cNvPr>
                <p14:cNvContentPartPr/>
                <p14:nvPr/>
              </p14:nvContentPartPr>
              <p14:xfrm>
                <a:off x="9840719" y="147923"/>
                <a:ext cx="120960" cy="1706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B025A04-0CB1-91C9-BB16-1C8F21FF57B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822719" y="130283"/>
                  <a:ext cx="1566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50009F6-8385-CECE-A6CC-D63148BEF443}"/>
                    </a:ext>
                  </a:extLst>
                </p14:cNvPr>
                <p14:cNvContentPartPr/>
                <p14:nvPr/>
              </p14:nvContentPartPr>
              <p14:xfrm>
                <a:off x="9866639" y="137843"/>
                <a:ext cx="160920" cy="1454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50009F6-8385-CECE-A6CC-D63148BEF44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848999" y="119843"/>
                  <a:ext cx="1965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385B784E-237C-5FFC-25A8-A6DA4DB76A12}"/>
                    </a:ext>
                  </a:extLst>
                </p14:cNvPr>
                <p14:cNvContentPartPr/>
                <p14:nvPr/>
              </p14:nvContentPartPr>
              <p14:xfrm>
                <a:off x="9607799" y="784403"/>
                <a:ext cx="90720" cy="1638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385B784E-237C-5FFC-25A8-A6DA4DB76A1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590159" y="766763"/>
                  <a:ext cx="1263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CF6779E5-4AC7-E74B-E6AA-480F2C8B8255}"/>
                    </a:ext>
                  </a:extLst>
                </p14:cNvPr>
                <p14:cNvContentPartPr/>
                <p14:nvPr/>
              </p14:nvContentPartPr>
              <p14:xfrm>
                <a:off x="9711479" y="793763"/>
                <a:ext cx="92880" cy="806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CF6779E5-4AC7-E74B-E6AA-480F2C8B825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693479" y="775763"/>
                  <a:ext cx="1285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7D43AF0A-B2A6-E59B-20A2-2B39C7117F9F}"/>
                    </a:ext>
                  </a:extLst>
                </p14:cNvPr>
                <p14:cNvContentPartPr/>
                <p14:nvPr/>
              </p14:nvContentPartPr>
              <p14:xfrm>
                <a:off x="9811919" y="591083"/>
                <a:ext cx="117000" cy="1515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7D43AF0A-B2A6-E59B-20A2-2B39C7117F9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794279" y="573083"/>
                  <a:ext cx="152640" cy="18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A82F774C-71E8-0DC0-7870-F1D8F335722A}"/>
              </a:ext>
            </a:extLst>
          </p:cNvPr>
          <p:cNvGrpSpPr/>
          <p:nvPr/>
        </p:nvGrpSpPr>
        <p:grpSpPr>
          <a:xfrm>
            <a:off x="6410279" y="2363723"/>
            <a:ext cx="523080" cy="582840"/>
            <a:chOff x="6410279" y="2363723"/>
            <a:chExt cx="523080" cy="58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E1EAC996-D3A6-9975-865C-853A7F6189F0}"/>
                    </a:ext>
                  </a:extLst>
                </p14:cNvPr>
                <p14:cNvContentPartPr/>
                <p14:nvPr/>
              </p14:nvContentPartPr>
              <p14:xfrm>
                <a:off x="6410279" y="2687363"/>
                <a:ext cx="200520" cy="2592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E1EAC996-D3A6-9975-865C-853A7F6189F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392279" y="2669723"/>
                  <a:ext cx="23616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E765DBC4-D012-A4F1-5B83-71982FC2E86D}"/>
                    </a:ext>
                  </a:extLst>
                </p14:cNvPr>
                <p14:cNvContentPartPr/>
                <p14:nvPr/>
              </p14:nvContentPartPr>
              <p14:xfrm>
                <a:off x="6606119" y="2724083"/>
                <a:ext cx="173160" cy="781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E765DBC4-D012-A4F1-5B83-71982FC2E86D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588119" y="2706083"/>
                  <a:ext cx="2088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BBDDC845-B5E7-E21B-2F78-830094C129CF}"/>
                    </a:ext>
                  </a:extLst>
                </p14:cNvPr>
                <p14:cNvContentPartPr/>
                <p14:nvPr/>
              </p14:nvContentPartPr>
              <p14:xfrm>
                <a:off x="6609359" y="2633723"/>
                <a:ext cx="72720" cy="1303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BBDDC845-B5E7-E21B-2F78-830094C129C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591719" y="2615723"/>
                  <a:ext cx="1083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FC5F67DB-17A6-000F-CEAC-5E7B130DA76D}"/>
                    </a:ext>
                  </a:extLst>
                </p14:cNvPr>
                <p14:cNvContentPartPr/>
                <p14:nvPr/>
              </p14:nvContentPartPr>
              <p14:xfrm>
                <a:off x="6642119" y="2435003"/>
                <a:ext cx="181080" cy="1350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FC5F67DB-17A6-000F-CEAC-5E7B130DA76D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624479" y="2417363"/>
                  <a:ext cx="2167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08E83FF8-FD36-2C1A-E343-CEFC1F1F86CD}"/>
                    </a:ext>
                  </a:extLst>
                </p14:cNvPr>
                <p14:cNvContentPartPr/>
                <p14:nvPr/>
              </p14:nvContentPartPr>
              <p14:xfrm>
                <a:off x="6796919" y="2363723"/>
                <a:ext cx="136440" cy="1231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08E83FF8-FD36-2C1A-E343-CEFC1F1F86C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778919" y="2346083"/>
                  <a:ext cx="172080" cy="15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F716D9A3-6D99-4689-BA55-339131F55D71}"/>
              </a:ext>
            </a:extLst>
          </p:cNvPr>
          <p:cNvGrpSpPr/>
          <p:nvPr/>
        </p:nvGrpSpPr>
        <p:grpSpPr>
          <a:xfrm>
            <a:off x="8954759" y="4073363"/>
            <a:ext cx="1073160" cy="303120"/>
            <a:chOff x="8954759" y="4073363"/>
            <a:chExt cx="1073160" cy="30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229F8880-067E-1FB6-5E29-E5D9D4C8B4C6}"/>
                    </a:ext>
                  </a:extLst>
                </p14:cNvPr>
                <p14:cNvContentPartPr/>
                <p14:nvPr/>
              </p14:nvContentPartPr>
              <p14:xfrm>
                <a:off x="8968439" y="4094603"/>
                <a:ext cx="18000" cy="2818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229F8880-067E-1FB6-5E29-E5D9D4C8B4C6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950439" y="4076603"/>
                  <a:ext cx="5364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C6084F36-0F2C-8160-A3C5-E1B29B222766}"/>
                    </a:ext>
                  </a:extLst>
                </p14:cNvPr>
                <p14:cNvContentPartPr/>
                <p14:nvPr/>
              </p14:nvContentPartPr>
              <p14:xfrm>
                <a:off x="8954759" y="4073363"/>
                <a:ext cx="191520" cy="2649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C6084F36-0F2C-8160-A3C5-E1B29B22276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937119" y="4055363"/>
                  <a:ext cx="22716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AE61C737-1AB4-FF27-399E-C54711A9A189}"/>
                    </a:ext>
                  </a:extLst>
                </p14:cNvPr>
                <p14:cNvContentPartPr/>
                <p14:nvPr/>
              </p14:nvContentPartPr>
              <p14:xfrm>
                <a:off x="9188039" y="4193603"/>
                <a:ext cx="86400" cy="954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AE61C737-1AB4-FF27-399E-C54711A9A18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170399" y="4175603"/>
                  <a:ext cx="1220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D1019441-7F2D-E21D-C4B3-F80EB6E42447}"/>
                    </a:ext>
                  </a:extLst>
                </p14:cNvPr>
                <p14:cNvContentPartPr/>
                <p14:nvPr/>
              </p14:nvContentPartPr>
              <p14:xfrm>
                <a:off x="9337799" y="4139963"/>
                <a:ext cx="96480" cy="1990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D1019441-7F2D-E21D-C4B3-F80EB6E4244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320159" y="4122323"/>
                  <a:ext cx="13212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1E8C2027-3A78-8197-53A3-82739C5D9D72}"/>
                    </a:ext>
                  </a:extLst>
                </p14:cNvPr>
                <p14:cNvContentPartPr/>
                <p14:nvPr/>
              </p14:nvContentPartPr>
              <p14:xfrm>
                <a:off x="9592679" y="4163003"/>
                <a:ext cx="416880" cy="298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1E8C2027-3A78-8197-53A3-82739C5D9D7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575039" y="4145363"/>
                  <a:ext cx="4525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254549D0-EDE1-8E4F-16D1-0FDBEF45BC7D}"/>
                    </a:ext>
                  </a:extLst>
                </p14:cNvPr>
                <p14:cNvContentPartPr/>
                <p14:nvPr/>
              </p14:nvContentPartPr>
              <p14:xfrm>
                <a:off x="10007399" y="4199723"/>
                <a:ext cx="360" cy="3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254549D0-EDE1-8E4F-16D1-0FDBEF45BC7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989399" y="418208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1AA73715-FD98-0CDE-5A80-0702053986D2}"/>
                    </a:ext>
                  </a:extLst>
                </p14:cNvPr>
                <p14:cNvContentPartPr/>
                <p14:nvPr/>
              </p14:nvContentPartPr>
              <p14:xfrm>
                <a:off x="9897599" y="4097843"/>
                <a:ext cx="130320" cy="1555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1AA73715-FD98-0CDE-5A80-0702053986D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879959" y="4079843"/>
                  <a:ext cx="165960" cy="19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B072009D-8B05-1383-4F5C-18A548671857}"/>
              </a:ext>
            </a:extLst>
          </p:cNvPr>
          <p:cNvGrpSpPr/>
          <p:nvPr/>
        </p:nvGrpSpPr>
        <p:grpSpPr>
          <a:xfrm>
            <a:off x="6695759" y="1713563"/>
            <a:ext cx="145440" cy="490320"/>
            <a:chOff x="6695759" y="1713563"/>
            <a:chExt cx="145440" cy="49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89143185-DA91-C0F2-3D92-C58B5E81D948}"/>
                    </a:ext>
                  </a:extLst>
                </p14:cNvPr>
                <p14:cNvContentPartPr/>
                <p14:nvPr/>
              </p14:nvContentPartPr>
              <p14:xfrm>
                <a:off x="6775319" y="1754963"/>
                <a:ext cx="40320" cy="4489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89143185-DA91-C0F2-3D92-C58B5E81D948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757679" y="1737323"/>
                  <a:ext cx="75960" cy="48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F5691E2F-8931-C71B-FD31-3BAA2DFE457B}"/>
                    </a:ext>
                  </a:extLst>
                </p14:cNvPr>
                <p14:cNvContentPartPr/>
                <p14:nvPr/>
              </p14:nvContentPartPr>
              <p14:xfrm>
                <a:off x="6695759" y="1713563"/>
                <a:ext cx="145440" cy="1324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F5691E2F-8931-C71B-FD31-3BAA2DFE457B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677759" y="1695923"/>
                  <a:ext cx="181080" cy="16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F24CA771-7209-3683-E2BE-F43DB06370B6}"/>
              </a:ext>
            </a:extLst>
          </p:cNvPr>
          <p:cNvGrpSpPr/>
          <p:nvPr/>
        </p:nvGrpSpPr>
        <p:grpSpPr>
          <a:xfrm>
            <a:off x="7075199" y="1385243"/>
            <a:ext cx="943200" cy="2870280"/>
            <a:chOff x="7075199" y="1385243"/>
            <a:chExt cx="943200" cy="287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87769283-EC7E-621C-0C64-43FE15ED1B2B}"/>
                    </a:ext>
                  </a:extLst>
                </p14:cNvPr>
                <p14:cNvContentPartPr/>
                <p14:nvPr/>
              </p14:nvContentPartPr>
              <p14:xfrm>
                <a:off x="7100759" y="4064723"/>
                <a:ext cx="149760" cy="1908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87769283-EC7E-621C-0C64-43FE15ED1B2B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082759" y="4047083"/>
                  <a:ext cx="1854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D33F8C9D-F10A-6E1A-785E-6880B2422649}"/>
                    </a:ext>
                  </a:extLst>
                </p14:cNvPr>
                <p14:cNvContentPartPr/>
                <p14:nvPr/>
              </p14:nvContentPartPr>
              <p14:xfrm>
                <a:off x="7075199" y="3961043"/>
                <a:ext cx="185040" cy="1634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D33F8C9D-F10A-6E1A-785E-6880B242264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057559" y="3943403"/>
                  <a:ext cx="2206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CD214069-7D98-1827-3FB2-C35187E1D269}"/>
                    </a:ext>
                  </a:extLst>
                </p14:cNvPr>
                <p14:cNvContentPartPr/>
                <p14:nvPr/>
              </p14:nvContentPartPr>
              <p14:xfrm>
                <a:off x="7283639" y="3977963"/>
                <a:ext cx="88560" cy="900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CD214069-7D98-1827-3FB2-C35187E1D269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265639" y="3959963"/>
                  <a:ext cx="1242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0554610A-2992-A484-0286-9F19BD621C77}"/>
                    </a:ext>
                  </a:extLst>
                </p14:cNvPr>
                <p14:cNvContentPartPr/>
                <p14:nvPr/>
              </p14:nvContentPartPr>
              <p14:xfrm>
                <a:off x="7365359" y="3773123"/>
                <a:ext cx="129240" cy="2581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0554610A-2992-A484-0286-9F19BD621C77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347359" y="3755483"/>
                  <a:ext cx="16488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8A9EDB6F-6611-334E-4C60-B2D0A20C7681}"/>
                    </a:ext>
                  </a:extLst>
                </p14:cNvPr>
                <p14:cNvContentPartPr/>
                <p14:nvPr/>
              </p14:nvContentPartPr>
              <p14:xfrm>
                <a:off x="7515119" y="3698603"/>
                <a:ext cx="151920" cy="1504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8A9EDB6F-6611-334E-4C60-B2D0A20C7681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497119" y="3680963"/>
                  <a:ext cx="1875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593C761B-788C-3B53-AD53-BB01B1BBCD6E}"/>
                    </a:ext>
                  </a:extLst>
                </p14:cNvPr>
                <p14:cNvContentPartPr/>
                <p14:nvPr/>
              </p14:nvContentPartPr>
              <p14:xfrm>
                <a:off x="7759919" y="3592763"/>
                <a:ext cx="72000" cy="712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593C761B-788C-3B53-AD53-BB01B1BBCD6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742279" y="3575123"/>
                  <a:ext cx="1076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10D3E8BA-D1D2-09ED-9F15-4EA1FC5DDDFC}"/>
                    </a:ext>
                  </a:extLst>
                </p14:cNvPr>
                <p14:cNvContentPartPr/>
                <p14:nvPr/>
              </p14:nvContentPartPr>
              <p14:xfrm>
                <a:off x="7802039" y="3608963"/>
                <a:ext cx="90360" cy="1515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10D3E8BA-D1D2-09ED-9F15-4EA1FC5DDDF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784399" y="3590963"/>
                  <a:ext cx="1260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92A5DD32-7526-2BE0-4B2E-44AF10BDEDF0}"/>
                    </a:ext>
                  </a:extLst>
                </p14:cNvPr>
                <p14:cNvContentPartPr/>
                <p14:nvPr/>
              </p14:nvContentPartPr>
              <p14:xfrm>
                <a:off x="7961159" y="1627523"/>
                <a:ext cx="46800" cy="19648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92A5DD32-7526-2BE0-4B2E-44AF10BDEDF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943159" y="1609523"/>
                  <a:ext cx="82440" cy="20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6AD77D34-E0DE-0689-BF6F-64BADF94CD4B}"/>
                    </a:ext>
                  </a:extLst>
                </p14:cNvPr>
                <p14:cNvContentPartPr/>
                <p14:nvPr/>
              </p14:nvContentPartPr>
              <p14:xfrm>
                <a:off x="7580639" y="1656323"/>
                <a:ext cx="437760" cy="435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6AD77D34-E0DE-0689-BF6F-64BADF94CD4B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562639" y="1638323"/>
                  <a:ext cx="4734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C722156C-9EA7-CD91-513D-DD3AB7B6EE56}"/>
                    </a:ext>
                  </a:extLst>
                </p14:cNvPr>
                <p14:cNvContentPartPr/>
                <p14:nvPr/>
              </p14:nvContentPartPr>
              <p14:xfrm>
                <a:off x="7092119" y="1553723"/>
                <a:ext cx="83160" cy="2012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C722156C-9EA7-CD91-513D-DD3AB7B6EE56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074119" y="1535723"/>
                  <a:ext cx="1188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FE69EACA-BD24-D77C-6239-DC3B2392E226}"/>
                    </a:ext>
                  </a:extLst>
                </p14:cNvPr>
                <p14:cNvContentPartPr/>
                <p14:nvPr/>
              </p14:nvContentPartPr>
              <p14:xfrm>
                <a:off x="7184999" y="1494683"/>
                <a:ext cx="84600" cy="1386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FE69EACA-BD24-D77C-6239-DC3B2392E226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166999" y="1476683"/>
                  <a:ext cx="1202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C9FFF665-1989-8F52-8CD0-383E5B803E4D}"/>
                    </a:ext>
                  </a:extLst>
                </p14:cNvPr>
                <p14:cNvContentPartPr/>
                <p14:nvPr/>
              </p14:nvContentPartPr>
              <p14:xfrm>
                <a:off x="7325759" y="1385243"/>
                <a:ext cx="38880" cy="2250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C9FFF665-1989-8F52-8CD0-383E5B803E4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308119" y="1367243"/>
                  <a:ext cx="745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F75204DC-D4FA-74F3-6ED4-88E79FD4DEB0}"/>
                    </a:ext>
                  </a:extLst>
                </p14:cNvPr>
                <p14:cNvContentPartPr/>
                <p14:nvPr/>
              </p14:nvContentPartPr>
              <p14:xfrm>
                <a:off x="7253399" y="1398923"/>
                <a:ext cx="136440" cy="9720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F75204DC-D4FA-74F3-6ED4-88E79FD4DEB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235399" y="1381283"/>
                  <a:ext cx="172080" cy="13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13323BC-A795-B836-6563-C64CF759AA4C}"/>
              </a:ext>
            </a:extLst>
          </p:cNvPr>
          <p:cNvGrpSpPr/>
          <p:nvPr/>
        </p:nvGrpSpPr>
        <p:grpSpPr>
          <a:xfrm>
            <a:off x="652423" y="743451"/>
            <a:ext cx="1055880" cy="390240"/>
            <a:chOff x="652423" y="743451"/>
            <a:chExt cx="1055880" cy="39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759395E-DB12-4A90-DCBE-C7E967925066}"/>
                    </a:ext>
                  </a:extLst>
                </p14:cNvPr>
                <p14:cNvContentPartPr/>
                <p14:nvPr/>
              </p14:nvContentPartPr>
              <p14:xfrm>
                <a:off x="659623" y="759651"/>
                <a:ext cx="56880" cy="3740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759395E-DB12-4A90-DCBE-C7E967925066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41623" y="741651"/>
                  <a:ext cx="9252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FBA57D6-F825-594E-8CCB-16FB4DB772FB}"/>
                    </a:ext>
                  </a:extLst>
                </p14:cNvPr>
                <p14:cNvContentPartPr/>
                <p14:nvPr/>
              </p14:nvContentPartPr>
              <p14:xfrm>
                <a:off x="652423" y="780171"/>
                <a:ext cx="227160" cy="2170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FBA57D6-F825-594E-8CCB-16FB4DB772FB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34423" y="762531"/>
                  <a:ext cx="26280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DBD82C9-548B-E335-441C-834793B261A1}"/>
                    </a:ext>
                  </a:extLst>
                </p14:cNvPr>
                <p14:cNvContentPartPr/>
                <p14:nvPr/>
              </p14:nvContentPartPr>
              <p14:xfrm>
                <a:off x="920983" y="909411"/>
                <a:ext cx="175680" cy="1764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DBD82C9-548B-E335-441C-834793B261A1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03343" y="891771"/>
                  <a:ext cx="21132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5782DFD-9867-C4ED-1C90-0C62DEDBBE73}"/>
                    </a:ext>
                  </a:extLst>
                </p14:cNvPr>
                <p14:cNvContentPartPr/>
                <p14:nvPr/>
              </p14:nvContentPartPr>
              <p14:xfrm>
                <a:off x="1153543" y="765411"/>
                <a:ext cx="143280" cy="2606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5782DFD-9867-C4ED-1C90-0C62DEDBBE73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135543" y="747771"/>
                  <a:ext cx="17892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0248FC1-322C-6C4D-54B3-D9C007CA0338}"/>
                    </a:ext>
                  </a:extLst>
                </p14:cNvPr>
                <p14:cNvContentPartPr/>
                <p14:nvPr/>
              </p14:nvContentPartPr>
              <p14:xfrm>
                <a:off x="1147423" y="893931"/>
                <a:ext cx="164160" cy="450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0248FC1-322C-6C4D-54B3-D9C007CA0338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129783" y="875931"/>
                  <a:ext cx="19980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55F828C-A4AF-1F49-9E88-D54F512BCCAC}"/>
                    </a:ext>
                  </a:extLst>
                </p14:cNvPr>
                <p14:cNvContentPartPr/>
                <p14:nvPr/>
              </p14:nvContentPartPr>
              <p14:xfrm>
                <a:off x="1438303" y="841371"/>
                <a:ext cx="63720" cy="1569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55F828C-A4AF-1F49-9E88-D54F512BCCAC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420303" y="823371"/>
                  <a:ext cx="9936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AD7A46E-691B-C394-6A2D-99D7A14518E3}"/>
                    </a:ext>
                  </a:extLst>
                </p14:cNvPr>
                <p14:cNvContentPartPr/>
                <p14:nvPr/>
              </p14:nvContentPartPr>
              <p14:xfrm>
                <a:off x="1399063" y="743451"/>
                <a:ext cx="50400" cy="295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AD7A46E-691B-C394-6A2D-99D7A14518E3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381423" y="725451"/>
                  <a:ext cx="860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C5021FC-24A6-8D48-3847-4C2E8F325551}"/>
                    </a:ext>
                  </a:extLst>
                </p14:cNvPr>
                <p14:cNvContentPartPr/>
                <p14:nvPr/>
              </p14:nvContentPartPr>
              <p14:xfrm>
                <a:off x="1592743" y="812571"/>
                <a:ext cx="115560" cy="1332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C5021FC-24A6-8D48-3847-4C2E8F325551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575103" y="794931"/>
                  <a:ext cx="151200" cy="16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B3A5B8E-EBE9-0A43-CE15-05C18D31FF38}"/>
              </a:ext>
            </a:extLst>
          </p:cNvPr>
          <p:cNvGrpSpPr/>
          <p:nvPr/>
        </p:nvGrpSpPr>
        <p:grpSpPr>
          <a:xfrm>
            <a:off x="2104663" y="653091"/>
            <a:ext cx="303480" cy="296280"/>
            <a:chOff x="2104663" y="653091"/>
            <a:chExt cx="303480" cy="29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8327800-600C-DE02-238A-618825A0110E}"/>
                    </a:ext>
                  </a:extLst>
                </p14:cNvPr>
                <p14:cNvContentPartPr/>
                <p14:nvPr/>
              </p14:nvContentPartPr>
              <p14:xfrm>
                <a:off x="2104663" y="788811"/>
                <a:ext cx="138960" cy="1605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8327800-600C-DE02-238A-618825A0110E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087023" y="770811"/>
                  <a:ext cx="1746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0EA13B4-41EB-5AD0-8DBC-F27805FA6B8C}"/>
                    </a:ext>
                  </a:extLst>
                </p14:cNvPr>
                <p14:cNvContentPartPr/>
                <p14:nvPr/>
              </p14:nvContentPartPr>
              <p14:xfrm>
                <a:off x="2309143" y="653091"/>
                <a:ext cx="68040" cy="2808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0EA13B4-41EB-5AD0-8DBC-F27805FA6B8C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2291503" y="635451"/>
                  <a:ext cx="1036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22747B7-71AA-9C00-ED41-68E7DB7F5526}"/>
                    </a:ext>
                  </a:extLst>
                </p14:cNvPr>
                <p14:cNvContentPartPr/>
                <p14:nvPr/>
              </p14:nvContentPartPr>
              <p14:xfrm>
                <a:off x="2323183" y="823011"/>
                <a:ext cx="84960" cy="99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22747B7-71AA-9C00-ED41-68E7DB7F5526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2305543" y="805371"/>
                  <a:ext cx="120600" cy="13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11CDC8A-A539-FCED-9B2E-3E0BE5048470}"/>
              </a:ext>
            </a:extLst>
          </p:cNvPr>
          <p:cNvGrpSpPr/>
          <p:nvPr/>
        </p:nvGrpSpPr>
        <p:grpSpPr>
          <a:xfrm>
            <a:off x="2660863" y="646611"/>
            <a:ext cx="590040" cy="321840"/>
            <a:chOff x="2660863" y="646611"/>
            <a:chExt cx="590040" cy="32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7A23052-C82B-623E-9F2E-F8D8AA329754}"/>
                    </a:ext>
                  </a:extLst>
                </p14:cNvPr>
                <p14:cNvContentPartPr/>
                <p14:nvPr/>
              </p14:nvContentPartPr>
              <p14:xfrm>
                <a:off x="2693263" y="646611"/>
                <a:ext cx="82440" cy="2599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7A23052-C82B-623E-9F2E-F8D8AA329754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2675623" y="628971"/>
                  <a:ext cx="11808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F9134FD-397B-483F-2477-BA896A098CC2}"/>
                    </a:ext>
                  </a:extLst>
                </p14:cNvPr>
                <p14:cNvContentPartPr/>
                <p14:nvPr/>
              </p14:nvContentPartPr>
              <p14:xfrm>
                <a:off x="2660863" y="752451"/>
                <a:ext cx="410760" cy="2160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F9134FD-397B-483F-2477-BA896A098CC2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2642863" y="734811"/>
                  <a:ext cx="44640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5470386-16B6-FA3E-5BE6-996D09D47783}"/>
                    </a:ext>
                  </a:extLst>
                </p14:cNvPr>
                <p14:cNvContentPartPr/>
                <p14:nvPr/>
              </p14:nvContentPartPr>
              <p14:xfrm>
                <a:off x="3122023" y="745971"/>
                <a:ext cx="128880" cy="1490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5470386-16B6-FA3E-5BE6-996D09D47783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104383" y="728331"/>
                  <a:ext cx="164520" cy="18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ED8BE13-901C-EFC2-2B08-D4A88E4D2C93}"/>
              </a:ext>
            </a:extLst>
          </p:cNvPr>
          <p:cNvGrpSpPr/>
          <p:nvPr/>
        </p:nvGrpSpPr>
        <p:grpSpPr>
          <a:xfrm>
            <a:off x="3458263" y="595491"/>
            <a:ext cx="1168560" cy="299160"/>
            <a:chOff x="3458263" y="595491"/>
            <a:chExt cx="1168560" cy="29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D7C2CCC-BC50-41B5-FB2D-A2CFA6FB822B}"/>
                    </a:ext>
                  </a:extLst>
                </p14:cNvPr>
                <p14:cNvContentPartPr/>
                <p14:nvPr/>
              </p14:nvContentPartPr>
              <p14:xfrm>
                <a:off x="3458263" y="656691"/>
                <a:ext cx="120600" cy="1908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D7C2CCC-BC50-41B5-FB2D-A2CFA6FB822B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440623" y="639051"/>
                  <a:ext cx="15624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ECBE508-30A7-5069-8A43-9D3C2037B57D}"/>
                    </a:ext>
                  </a:extLst>
                </p14:cNvPr>
                <p14:cNvContentPartPr/>
                <p14:nvPr/>
              </p14:nvContentPartPr>
              <p14:xfrm>
                <a:off x="3716743" y="716451"/>
                <a:ext cx="139320" cy="1249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ECBE508-30A7-5069-8A43-9D3C2037B57D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3698743" y="698811"/>
                  <a:ext cx="1749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86F8325-08F2-CA7A-3687-4A1404C75224}"/>
                    </a:ext>
                  </a:extLst>
                </p14:cNvPr>
                <p14:cNvContentPartPr/>
                <p14:nvPr/>
              </p14:nvContentPartPr>
              <p14:xfrm>
                <a:off x="3935623" y="601251"/>
                <a:ext cx="109800" cy="2934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86F8325-08F2-CA7A-3687-4A1404C75224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917623" y="583611"/>
                  <a:ext cx="14544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670A114-5A1F-1B0D-ACEF-CDE4D3B594BE}"/>
                    </a:ext>
                  </a:extLst>
                </p14:cNvPr>
                <p14:cNvContentPartPr/>
                <p14:nvPr/>
              </p14:nvContentPartPr>
              <p14:xfrm>
                <a:off x="3974503" y="704931"/>
                <a:ext cx="113040" cy="208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670A114-5A1F-1B0D-ACEF-CDE4D3B594BE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3956503" y="686931"/>
                  <a:ext cx="1486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12B4B07-15D4-FD68-94C0-1DEC17446B49}"/>
                    </a:ext>
                  </a:extLst>
                </p14:cNvPr>
                <p14:cNvContentPartPr/>
                <p14:nvPr/>
              </p14:nvContentPartPr>
              <p14:xfrm>
                <a:off x="4155223" y="678651"/>
                <a:ext cx="42840" cy="1368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12B4B07-15D4-FD68-94C0-1DEC17446B49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137223" y="660651"/>
                  <a:ext cx="7848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18FD1D1-A013-8B22-53E5-3AAFD25D79F7}"/>
                    </a:ext>
                  </a:extLst>
                </p14:cNvPr>
                <p14:cNvContentPartPr/>
                <p14:nvPr/>
              </p14:nvContentPartPr>
              <p14:xfrm>
                <a:off x="4159903" y="595491"/>
                <a:ext cx="25920" cy="540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18FD1D1-A013-8B22-53E5-3AAFD25D79F7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142263" y="577491"/>
                  <a:ext cx="615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8AD52A6-3134-4ADB-1B38-209605697EFA}"/>
                    </a:ext>
                  </a:extLst>
                </p14:cNvPr>
                <p14:cNvContentPartPr/>
                <p14:nvPr/>
              </p14:nvContentPartPr>
              <p14:xfrm>
                <a:off x="4305343" y="663891"/>
                <a:ext cx="115560" cy="1278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8AD52A6-3134-4ADB-1B38-209605697EFA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287703" y="645891"/>
                  <a:ext cx="15120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051DAF0-B63E-D5FF-02B4-457B8AD3A72B}"/>
                    </a:ext>
                  </a:extLst>
                </p14:cNvPr>
                <p14:cNvContentPartPr/>
                <p14:nvPr/>
              </p14:nvContentPartPr>
              <p14:xfrm>
                <a:off x="4531423" y="607371"/>
                <a:ext cx="95400" cy="2232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051DAF0-B63E-D5FF-02B4-457B8AD3A72B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513423" y="589731"/>
                  <a:ext cx="131040" cy="25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3AB8AF63-A3F3-50A9-F033-34BE8DEFA21A}"/>
              </a:ext>
            </a:extLst>
          </p:cNvPr>
          <p:cNvGrpSpPr/>
          <p:nvPr/>
        </p:nvGrpSpPr>
        <p:grpSpPr>
          <a:xfrm>
            <a:off x="324463" y="4823691"/>
            <a:ext cx="700920" cy="1987920"/>
            <a:chOff x="324463" y="4823691"/>
            <a:chExt cx="700920" cy="198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33CFBE4-B50D-AA04-F951-1BD200C2770F}"/>
                    </a:ext>
                  </a:extLst>
                </p14:cNvPr>
                <p14:cNvContentPartPr/>
                <p14:nvPr/>
              </p14:nvContentPartPr>
              <p14:xfrm>
                <a:off x="330943" y="4823691"/>
                <a:ext cx="603360" cy="5824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33CFBE4-B50D-AA04-F951-1BD200C2770F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12943" y="4805691"/>
                  <a:ext cx="639000" cy="61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AEDD0F2-13F5-3FF4-25ED-C1DA298CC50B}"/>
                    </a:ext>
                  </a:extLst>
                </p14:cNvPr>
                <p14:cNvContentPartPr/>
                <p14:nvPr/>
              </p14:nvContentPartPr>
              <p14:xfrm>
                <a:off x="324463" y="5437131"/>
                <a:ext cx="35280" cy="8164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AEDD0F2-13F5-3FF4-25ED-C1DA298CC50B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306823" y="5419491"/>
                  <a:ext cx="70920" cy="85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997A2E6-717B-6992-C185-7F87494730F5}"/>
                    </a:ext>
                  </a:extLst>
                </p14:cNvPr>
                <p14:cNvContentPartPr/>
                <p14:nvPr/>
              </p14:nvContentPartPr>
              <p14:xfrm>
                <a:off x="346423" y="5427771"/>
                <a:ext cx="678960" cy="327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997A2E6-717B-6992-C185-7F87494730F5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328423" y="5409771"/>
                  <a:ext cx="71460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C6F2D59-6535-0C4C-18D9-77BDABAD2850}"/>
                    </a:ext>
                  </a:extLst>
                </p14:cNvPr>
                <p14:cNvContentPartPr/>
                <p14:nvPr/>
              </p14:nvContentPartPr>
              <p14:xfrm>
                <a:off x="929983" y="5404731"/>
                <a:ext cx="69120" cy="9032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C6F2D59-6535-0C4C-18D9-77BDABAD2850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12343" y="5386731"/>
                  <a:ext cx="104760" cy="9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5560C11-F623-7BA7-2BD3-6EE49CD848F0}"/>
                    </a:ext>
                  </a:extLst>
                </p14:cNvPr>
                <p14:cNvContentPartPr/>
                <p14:nvPr/>
              </p14:nvContentPartPr>
              <p14:xfrm>
                <a:off x="407263" y="6282411"/>
                <a:ext cx="506880" cy="226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5560C11-F623-7BA7-2BD3-6EE49CD848F0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389623" y="6264411"/>
                  <a:ext cx="5425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6D8A417-09BC-A1A2-B94B-BD5C1EC5F372}"/>
                    </a:ext>
                  </a:extLst>
                </p14:cNvPr>
                <p14:cNvContentPartPr/>
                <p14:nvPr/>
              </p14:nvContentPartPr>
              <p14:xfrm>
                <a:off x="338143" y="6659691"/>
                <a:ext cx="141120" cy="1519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6D8A417-09BC-A1A2-B94B-BD5C1EC5F372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320503" y="6642051"/>
                  <a:ext cx="17676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A8005A3-A159-A414-2527-D0B43A1478CA}"/>
                    </a:ext>
                  </a:extLst>
                </p14:cNvPr>
                <p14:cNvContentPartPr/>
                <p14:nvPr/>
              </p14:nvContentPartPr>
              <p14:xfrm>
                <a:off x="339223" y="6539451"/>
                <a:ext cx="151560" cy="1245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A8005A3-A159-A414-2527-D0B43A1478CA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321223" y="6521811"/>
                  <a:ext cx="18720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0B5D42B-8506-8515-1907-C9E1BDEF067B}"/>
                    </a:ext>
                  </a:extLst>
                </p14:cNvPr>
                <p14:cNvContentPartPr/>
                <p14:nvPr/>
              </p14:nvContentPartPr>
              <p14:xfrm>
                <a:off x="567823" y="6505611"/>
                <a:ext cx="120960" cy="1353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0B5D42B-8506-8515-1907-C9E1BDEF067B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49823" y="6487971"/>
                  <a:ext cx="1566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3CD8F9C-2ADB-147C-F390-E40872FCF69A}"/>
                    </a:ext>
                  </a:extLst>
                </p14:cNvPr>
                <p14:cNvContentPartPr/>
                <p14:nvPr/>
              </p14:nvContentPartPr>
              <p14:xfrm>
                <a:off x="697063" y="6364491"/>
                <a:ext cx="172440" cy="2106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3CD8F9C-2ADB-147C-F390-E40872FCF69A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79063" y="6346491"/>
                  <a:ext cx="208080" cy="24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0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F8312E80-1959-FB67-39C8-D695D1D87BB0}"/>
                  </a:ext>
                </a:extLst>
              </p14:cNvPr>
              <p14:cNvContentPartPr/>
              <p14:nvPr/>
            </p14:nvContentPartPr>
            <p14:xfrm>
              <a:off x="197023" y="4623891"/>
              <a:ext cx="944640" cy="1067400"/>
            </p14:xfrm>
          </p:contentPart>
        </mc:Choice>
        <mc:Fallback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F8312E80-1959-FB67-39C8-D695D1D87BB0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179023" y="4605891"/>
                <a:ext cx="980280" cy="11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2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8F8924D0-F90B-8C89-1A51-639CB27BA1D5}"/>
                  </a:ext>
                </a:extLst>
              </p14:cNvPr>
              <p14:cNvContentPartPr/>
              <p14:nvPr/>
            </p14:nvContentPartPr>
            <p14:xfrm>
              <a:off x="3513703" y="4352451"/>
              <a:ext cx="1441080" cy="982440"/>
            </p14:xfrm>
          </p:contentPart>
        </mc:Choice>
        <mc:Fallback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8F8924D0-F90B-8C89-1A51-639CB27BA1D5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3496063" y="4334451"/>
                <a:ext cx="1476720" cy="101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3" name="Group 192">
            <a:extLst>
              <a:ext uri="{FF2B5EF4-FFF2-40B4-BE49-F238E27FC236}">
                <a16:creationId xmlns:a16="http://schemas.microsoft.com/office/drawing/2014/main" id="{3F01B3FB-F9E4-5DCB-BA6A-CFF44A3E814F}"/>
              </a:ext>
            </a:extLst>
          </p:cNvPr>
          <p:cNvGrpSpPr/>
          <p:nvPr/>
        </p:nvGrpSpPr>
        <p:grpSpPr>
          <a:xfrm>
            <a:off x="97303" y="4098291"/>
            <a:ext cx="1776240" cy="2680560"/>
            <a:chOff x="97303" y="4098291"/>
            <a:chExt cx="1776240" cy="268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7D36E9D-E1AB-DC8A-4840-89A6E4D720D1}"/>
                    </a:ext>
                  </a:extLst>
                </p14:cNvPr>
                <p14:cNvContentPartPr/>
                <p14:nvPr/>
              </p14:nvContentPartPr>
              <p14:xfrm>
                <a:off x="1299343" y="4975971"/>
                <a:ext cx="48240" cy="12189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7D36E9D-E1AB-DC8A-4840-89A6E4D720D1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281703" y="4958331"/>
                  <a:ext cx="83880" cy="12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4D4EF45-BD29-9C3F-53E6-682BB304F7B2}"/>
                    </a:ext>
                  </a:extLst>
                </p14:cNvPr>
                <p14:cNvContentPartPr/>
                <p14:nvPr/>
              </p14:nvContentPartPr>
              <p14:xfrm>
                <a:off x="1285303" y="4952571"/>
                <a:ext cx="412920" cy="842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4D4EF45-BD29-9C3F-53E6-682BB304F7B2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267663" y="4934931"/>
                  <a:ext cx="4485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8B4E124-7408-8FC7-29BC-DE7AF5709410}"/>
                    </a:ext>
                  </a:extLst>
                </p14:cNvPr>
                <p14:cNvContentPartPr/>
                <p14:nvPr/>
              </p14:nvContentPartPr>
              <p14:xfrm>
                <a:off x="1745383" y="5016651"/>
                <a:ext cx="14040" cy="522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8B4E124-7408-8FC7-29BC-DE7AF5709410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727743" y="4999011"/>
                  <a:ext cx="496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F78BC8C-174D-F032-636D-989B97DFA1CB}"/>
                    </a:ext>
                  </a:extLst>
                </p14:cNvPr>
                <p14:cNvContentPartPr/>
                <p14:nvPr/>
              </p14:nvContentPartPr>
              <p14:xfrm>
                <a:off x="1473223" y="4974891"/>
                <a:ext cx="400320" cy="13075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F78BC8C-174D-F032-636D-989B97DFA1CB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455583" y="4957251"/>
                  <a:ext cx="435960" cy="13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6E93854-C6ED-18FB-19F6-41CFB2229A58}"/>
                    </a:ext>
                  </a:extLst>
                </p14:cNvPr>
                <p14:cNvContentPartPr/>
                <p14:nvPr/>
              </p14:nvContentPartPr>
              <p14:xfrm>
                <a:off x="1259023" y="4098291"/>
                <a:ext cx="602640" cy="9432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6E93854-C6ED-18FB-19F6-41CFB2229A58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241023" y="4080651"/>
                  <a:ext cx="638280" cy="9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365A061-9DBB-50CC-6222-9AAD2FFA5473}"/>
                    </a:ext>
                  </a:extLst>
                </p14:cNvPr>
                <p14:cNvContentPartPr/>
                <p14:nvPr/>
              </p14:nvContentPartPr>
              <p14:xfrm>
                <a:off x="1293583" y="6624051"/>
                <a:ext cx="131040" cy="1548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365A061-9DBB-50CC-6222-9AAD2FFA5473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275583" y="6606051"/>
                  <a:ext cx="16668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2EF1097-B65D-75C7-1083-CE17A9A7885F}"/>
                    </a:ext>
                  </a:extLst>
                </p14:cNvPr>
                <p14:cNvContentPartPr/>
                <p14:nvPr/>
              </p14:nvContentPartPr>
              <p14:xfrm>
                <a:off x="1297543" y="6493731"/>
                <a:ext cx="141480" cy="1418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2EF1097-B65D-75C7-1083-CE17A9A7885F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279903" y="6475731"/>
                  <a:ext cx="1771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DA32901-9404-6530-0C38-F6BA41DB7A8A}"/>
                    </a:ext>
                  </a:extLst>
                </p14:cNvPr>
                <p14:cNvContentPartPr/>
                <p14:nvPr/>
              </p14:nvContentPartPr>
              <p14:xfrm>
                <a:off x="1466023" y="6432171"/>
                <a:ext cx="155160" cy="2113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DA32901-9404-6530-0C38-F6BA41DB7A8A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448383" y="6414531"/>
                  <a:ext cx="19080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C4901AC6-3E26-E420-0005-3965B1C8FD58}"/>
                    </a:ext>
                  </a:extLst>
                </p14:cNvPr>
                <p14:cNvContentPartPr/>
                <p14:nvPr/>
              </p14:nvContentPartPr>
              <p14:xfrm>
                <a:off x="1616863" y="6393651"/>
                <a:ext cx="123120" cy="1742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C4901AC6-3E26-E420-0005-3965B1C8FD58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599223" y="6376011"/>
                  <a:ext cx="1587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17B8293B-83A6-581F-6629-C3F0D765E146}"/>
                    </a:ext>
                  </a:extLst>
                </p14:cNvPr>
                <p14:cNvContentPartPr/>
                <p14:nvPr/>
              </p14:nvContentPartPr>
              <p14:xfrm>
                <a:off x="1650343" y="6362691"/>
                <a:ext cx="201240" cy="12636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17B8293B-83A6-581F-6629-C3F0D765E146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632343" y="6344691"/>
                  <a:ext cx="2368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795BA8E7-B4B5-8452-AAB4-D03734129919}"/>
                    </a:ext>
                  </a:extLst>
                </p14:cNvPr>
                <p14:cNvContentPartPr/>
                <p14:nvPr/>
              </p14:nvContentPartPr>
              <p14:xfrm>
                <a:off x="97303" y="5293491"/>
                <a:ext cx="1067040" cy="12394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795BA8E7-B4B5-8452-AAB4-D03734129919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79663" y="5275851"/>
                  <a:ext cx="1102680" cy="1275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6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B80F4279-15F6-7D95-5540-56E40E79E603}"/>
                  </a:ext>
                </a:extLst>
              </p14:cNvPr>
              <p14:cNvContentPartPr/>
              <p14:nvPr/>
            </p14:nvContentPartPr>
            <p14:xfrm>
              <a:off x="3685423" y="5107731"/>
              <a:ext cx="1563120" cy="714600"/>
            </p14:xfrm>
          </p:contentPart>
        </mc:Choice>
        <mc:Fallback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B80F4279-15F6-7D95-5540-56E40E79E603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3667423" y="5090091"/>
                <a:ext cx="1598760" cy="75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8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0429DA2E-FE23-CF4F-717C-B9C6ADA3C37A}"/>
                  </a:ext>
                </a:extLst>
              </p14:cNvPr>
              <p14:cNvContentPartPr/>
              <p14:nvPr/>
            </p14:nvContentPartPr>
            <p14:xfrm>
              <a:off x="1120423" y="3909291"/>
              <a:ext cx="989640" cy="1245960"/>
            </p14:xfrm>
          </p:contentPart>
        </mc:Choice>
        <mc:Fallback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0429DA2E-FE23-CF4F-717C-B9C6ADA3C37A}"/>
                  </a:ext>
                </a:extLst>
              </p:cNvPr>
              <p:cNvPicPr/>
              <p:nvPr/>
            </p:nvPicPr>
            <p:blipFill>
              <a:blip r:embed="rId339"/>
              <a:stretch>
                <a:fillRect/>
              </a:stretch>
            </p:blipFill>
            <p:spPr>
              <a:xfrm>
                <a:off x="1102423" y="3891651"/>
                <a:ext cx="1025280" cy="128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0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471D5880-A48A-F139-DFF0-6728830A6F2F}"/>
                  </a:ext>
                </a:extLst>
              </p14:cNvPr>
              <p14:cNvContentPartPr/>
              <p14:nvPr/>
            </p14:nvContentPartPr>
            <p14:xfrm>
              <a:off x="3995743" y="5652051"/>
              <a:ext cx="1384560" cy="756360"/>
            </p14:xfrm>
          </p:contentPart>
        </mc:Choice>
        <mc:Fallback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471D5880-A48A-F139-DFF0-6728830A6F2F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3977743" y="5634411"/>
                <a:ext cx="1420200" cy="79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2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61E24033-3982-C0C5-D2AE-ADB1575853BC}"/>
                  </a:ext>
                </a:extLst>
              </p14:cNvPr>
              <p14:cNvContentPartPr/>
              <p14:nvPr/>
            </p14:nvContentPartPr>
            <p14:xfrm>
              <a:off x="1040143" y="4682571"/>
              <a:ext cx="1229040" cy="1766160"/>
            </p14:xfrm>
          </p:contentPart>
        </mc:Choice>
        <mc:Fallback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61E24033-3982-C0C5-D2AE-ADB1575853BC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1022143" y="4664931"/>
                <a:ext cx="1264680" cy="180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4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A3DC1B53-6334-2902-BB13-C5F136F95718}"/>
                  </a:ext>
                </a:extLst>
              </p14:cNvPr>
              <p14:cNvContentPartPr/>
              <p14:nvPr/>
            </p14:nvContentPartPr>
            <p14:xfrm>
              <a:off x="4324063" y="6102771"/>
              <a:ext cx="1324800" cy="754200"/>
            </p14:xfrm>
          </p:contentPart>
        </mc:Choice>
        <mc:Fallback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A3DC1B53-6334-2902-BB13-C5F136F95718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4306063" y="6085131"/>
                <a:ext cx="1360440" cy="78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9" name="Group 208">
            <a:extLst>
              <a:ext uri="{FF2B5EF4-FFF2-40B4-BE49-F238E27FC236}">
                <a16:creationId xmlns:a16="http://schemas.microsoft.com/office/drawing/2014/main" id="{6BA8B236-98EF-503F-277C-FE334161DF02}"/>
              </a:ext>
            </a:extLst>
          </p:cNvPr>
          <p:cNvGrpSpPr/>
          <p:nvPr/>
        </p:nvGrpSpPr>
        <p:grpSpPr>
          <a:xfrm>
            <a:off x="5717263" y="1770891"/>
            <a:ext cx="1208520" cy="1542240"/>
            <a:chOff x="5717263" y="1770891"/>
            <a:chExt cx="1208520" cy="154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B54D1A75-B8B8-F26B-BCA3-A0BA6D9ED663}"/>
                    </a:ext>
                  </a:extLst>
                </p14:cNvPr>
                <p14:cNvContentPartPr/>
                <p14:nvPr/>
              </p14:nvContentPartPr>
              <p14:xfrm>
                <a:off x="5717263" y="2304411"/>
                <a:ext cx="257040" cy="4096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B54D1A75-B8B8-F26B-BCA3-A0BA6D9ED663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699623" y="2286771"/>
                  <a:ext cx="292680" cy="4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9AA73421-9DF9-F930-DC4F-80F05C6DB726}"/>
                    </a:ext>
                  </a:extLst>
                </p14:cNvPr>
                <p14:cNvContentPartPr/>
                <p14:nvPr/>
              </p14:nvContentPartPr>
              <p14:xfrm>
                <a:off x="5932543" y="2336811"/>
                <a:ext cx="216360" cy="327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9AA73421-9DF9-F930-DC4F-80F05C6DB726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914543" y="2318811"/>
                  <a:ext cx="25200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F71BAA58-FAB1-E9BB-5789-1C9009D436D2}"/>
                    </a:ext>
                  </a:extLst>
                </p14:cNvPr>
                <p14:cNvContentPartPr/>
                <p14:nvPr/>
              </p14:nvContentPartPr>
              <p14:xfrm>
                <a:off x="6043423" y="2213691"/>
                <a:ext cx="73080" cy="2358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F71BAA58-FAB1-E9BB-5789-1C9009D436D2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6025783" y="2195691"/>
                  <a:ext cx="10872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45A69D05-F018-014C-7C48-6318DDE5DAA1}"/>
                    </a:ext>
                  </a:extLst>
                </p14:cNvPr>
                <p14:cNvContentPartPr/>
                <p14:nvPr/>
              </p14:nvContentPartPr>
              <p14:xfrm>
                <a:off x="6161143" y="2092731"/>
                <a:ext cx="203760" cy="25200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45A69D05-F018-014C-7C48-6318DDE5DAA1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6143503" y="2075091"/>
                  <a:ext cx="23940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E95D100A-CCA2-327D-0F51-40807AB2EC3F}"/>
                    </a:ext>
                  </a:extLst>
                </p14:cNvPr>
                <p14:cNvContentPartPr/>
                <p14:nvPr/>
              </p14:nvContentPartPr>
              <p14:xfrm>
                <a:off x="6401983" y="1996251"/>
                <a:ext cx="142200" cy="18612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E95D100A-CCA2-327D-0F51-40807AB2EC3F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6383983" y="1978611"/>
                  <a:ext cx="17784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BF24EEE6-9219-8C2B-FF05-81E6E2FF74B8}"/>
                    </a:ext>
                  </a:extLst>
                </p14:cNvPr>
                <p14:cNvContentPartPr/>
                <p14:nvPr/>
              </p14:nvContentPartPr>
              <p14:xfrm>
                <a:off x="6567223" y="1770891"/>
                <a:ext cx="358560" cy="24660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BF24EEE6-9219-8C2B-FF05-81E6E2FF74B8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6549223" y="1752891"/>
                  <a:ext cx="39420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E21993AE-0BA0-601D-976B-820EE0CC7EEE}"/>
                    </a:ext>
                  </a:extLst>
                </p14:cNvPr>
                <p14:cNvContentPartPr/>
                <p14:nvPr/>
              </p14:nvContentPartPr>
              <p14:xfrm>
                <a:off x="5935063" y="2981211"/>
                <a:ext cx="140760" cy="33192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E21993AE-0BA0-601D-976B-820EE0CC7EEE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5917423" y="2963211"/>
                  <a:ext cx="17640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CD3B2D79-111D-8650-B020-DD782B494F6B}"/>
                    </a:ext>
                  </a:extLst>
                </p14:cNvPr>
                <p14:cNvContentPartPr/>
                <p14:nvPr/>
              </p14:nvContentPartPr>
              <p14:xfrm>
                <a:off x="6126583" y="3069411"/>
                <a:ext cx="147960" cy="13212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CD3B2D79-111D-8650-B020-DD782B494F6B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6108943" y="3051771"/>
                  <a:ext cx="1836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7C1A8E81-54D3-281F-39B1-9C0F1779E502}"/>
                    </a:ext>
                  </a:extLst>
                </p14:cNvPr>
                <p14:cNvContentPartPr/>
                <p14:nvPr/>
              </p14:nvContentPartPr>
              <p14:xfrm>
                <a:off x="6220543" y="2835411"/>
                <a:ext cx="210600" cy="33444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7C1A8E81-54D3-281F-39B1-9C0F1779E502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6202543" y="2817771"/>
                  <a:ext cx="24624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9827B64C-BF7F-AD7F-7857-6AF6E1AFA7B7}"/>
                    </a:ext>
                  </a:extLst>
                </p14:cNvPr>
                <p14:cNvContentPartPr/>
                <p14:nvPr/>
              </p14:nvContentPartPr>
              <p14:xfrm>
                <a:off x="6206863" y="3003891"/>
                <a:ext cx="77400" cy="669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9827B64C-BF7F-AD7F-7857-6AF6E1AFA7B7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6188863" y="2985891"/>
                  <a:ext cx="1130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8833A1EB-5203-C78A-134E-C61661BE9222}"/>
                    </a:ext>
                  </a:extLst>
                </p14:cNvPr>
                <p14:cNvContentPartPr/>
                <p14:nvPr/>
              </p14:nvContentPartPr>
              <p14:xfrm>
                <a:off x="6520423" y="3016851"/>
                <a:ext cx="3600" cy="972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8833A1EB-5203-C78A-134E-C61661BE9222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6502423" y="2998851"/>
                  <a:ext cx="39240" cy="4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5237F8C1-C7CE-EB16-14A9-06ECC636FC6A}"/>
              </a:ext>
            </a:extLst>
          </p:cNvPr>
          <p:cNvGrpSpPr/>
          <p:nvPr/>
        </p:nvGrpSpPr>
        <p:grpSpPr>
          <a:xfrm>
            <a:off x="8950783" y="4039251"/>
            <a:ext cx="1158120" cy="391680"/>
            <a:chOff x="8950783" y="4039251"/>
            <a:chExt cx="1158120" cy="39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B570F445-4FFC-0E68-E43D-DE55D4146072}"/>
                    </a:ext>
                  </a:extLst>
                </p14:cNvPr>
                <p14:cNvContentPartPr/>
                <p14:nvPr/>
              </p14:nvContentPartPr>
              <p14:xfrm>
                <a:off x="8969143" y="4088931"/>
                <a:ext cx="26640" cy="34200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B570F445-4FFC-0E68-E43D-DE55D4146072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951143" y="4071291"/>
                  <a:ext cx="6228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99050C7C-3322-636A-38A1-42A539C45EEF}"/>
                    </a:ext>
                  </a:extLst>
                </p14:cNvPr>
                <p14:cNvContentPartPr/>
                <p14:nvPr/>
              </p14:nvContentPartPr>
              <p14:xfrm>
                <a:off x="8950783" y="4039251"/>
                <a:ext cx="198000" cy="32580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99050C7C-3322-636A-38A1-42A539C45EEF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8932783" y="4021611"/>
                  <a:ext cx="23364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CD93098A-C080-F3D5-E34D-D762221A6B5C}"/>
                    </a:ext>
                  </a:extLst>
                </p14:cNvPr>
                <p14:cNvContentPartPr/>
                <p14:nvPr/>
              </p14:nvContentPartPr>
              <p14:xfrm>
                <a:off x="9191623" y="4208451"/>
                <a:ext cx="87840" cy="12060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CD93098A-C080-F3D5-E34D-D762221A6B5C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9173623" y="4190451"/>
                  <a:ext cx="1234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7E6E7F5B-70AE-9DD4-C76A-B1C0BE562728}"/>
                    </a:ext>
                  </a:extLst>
                </p14:cNvPr>
                <p14:cNvContentPartPr/>
                <p14:nvPr/>
              </p14:nvContentPartPr>
              <p14:xfrm>
                <a:off x="9330583" y="4139331"/>
                <a:ext cx="95760" cy="23256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7E6E7F5B-70AE-9DD4-C76A-B1C0BE562728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9312943" y="4121691"/>
                  <a:ext cx="13140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A7E8EB52-AA3A-41AB-56FF-FC0CC9D0305D}"/>
                    </a:ext>
                  </a:extLst>
                </p14:cNvPr>
                <p14:cNvContentPartPr/>
                <p14:nvPr/>
              </p14:nvContentPartPr>
              <p14:xfrm>
                <a:off x="9486463" y="4155531"/>
                <a:ext cx="622440" cy="4572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A7E8EB52-AA3A-41AB-56FF-FC0CC9D0305D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9468463" y="4137891"/>
                  <a:ext cx="6580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46A7BD1B-CF78-32DA-F7B1-07266AC09518}"/>
                    </a:ext>
                  </a:extLst>
                </p14:cNvPr>
                <p14:cNvContentPartPr/>
                <p14:nvPr/>
              </p14:nvContentPartPr>
              <p14:xfrm>
                <a:off x="9932503" y="4079211"/>
                <a:ext cx="127800" cy="20160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46A7BD1B-CF78-32DA-F7B1-07266AC09518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9914863" y="4061571"/>
                  <a:ext cx="163440" cy="237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895029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5C42D-94D9-447D-ABC2-26073CC43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7185"/>
          </a:xfrm>
        </p:spPr>
        <p:txBody>
          <a:bodyPr/>
          <a:lstStyle/>
          <a:p>
            <a:r>
              <a:rPr lang="en-US" dirty="0"/>
              <a:t>Calculating oxygen saturation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8D7B05-D041-42F2-84E4-FC563FFF5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F45B796E-4D19-4D8F-BED1-2A09BC771A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55082"/>
            <a:ext cx="12192000" cy="414783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E2F7447-97B0-D24A-C8A4-578EB352514A}"/>
              </a:ext>
            </a:extLst>
          </p:cNvPr>
          <p:cNvSpPr/>
          <p:nvPr/>
        </p:nvSpPr>
        <p:spPr>
          <a:xfrm>
            <a:off x="8865704" y="4118776"/>
            <a:ext cx="3326296" cy="548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FD4E7AD-8A53-3BF6-90CA-4AD70F66FC7F}"/>
              </a:ext>
            </a:extLst>
          </p:cNvPr>
          <p:cNvGrpSpPr/>
          <p:nvPr/>
        </p:nvGrpSpPr>
        <p:grpSpPr>
          <a:xfrm>
            <a:off x="9238774" y="3128948"/>
            <a:ext cx="209880" cy="224640"/>
            <a:chOff x="9238774" y="3128948"/>
            <a:chExt cx="209880" cy="22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C483CE0-7EDF-CEC2-07F3-E2B2FF804245}"/>
                    </a:ext>
                  </a:extLst>
                </p14:cNvPr>
                <p14:cNvContentPartPr/>
                <p14:nvPr/>
              </p14:nvContentPartPr>
              <p14:xfrm>
                <a:off x="9238774" y="3128948"/>
                <a:ext cx="59760" cy="107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C483CE0-7EDF-CEC2-07F3-E2B2FF80424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220774" y="3110948"/>
                  <a:ext cx="9540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B47EA7B-A92A-D4A6-A776-6F10F8C5A685}"/>
                    </a:ext>
                  </a:extLst>
                </p14:cNvPr>
                <p14:cNvContentPartPr/>
                <p14:nvPr/>
              </p14:nvContentPartPr>
              <p14:xfrm>
                <a:off x="9384574" y="3160988"/>
                <a:ext cx="64080" cy="192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B47EA7B-A92A-D4A6-A776-6F10F8C5A68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366574" y="3143348"/>
                  <a:ext cx="99720" cy="22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F8512DF-391F-6F21-D7C0-9199FB4FA6CD}"/>
              </a:ext>
            </a:extLst>
          </p:cNvPr>
          <p:cNvGrpSpPr/>
          <p:nvPr/>
        </p:nvGrpSpPr>
        <p:grpSpPr>
          <a:xfrm>
            <a:off x="9229414" y="3908708"/>
            <a:ext cx="236520" cy="183240"/>
            <a:chOff x="9229414" y="3908708"/>
            <a:chExt cx="236520" cy="18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81FA141-11DF-6018-04BA-88CA7FA9FC82}"/>
                    </a:ext>
                  </a:extLst>
                </p14:cNvPr>
                <p14:cNvContentPartPr/>
                <p14:nvPr/>
              </p14:nvContentPartPr>
              <p14:xfrm>
                <a:off x="9229414" y="3955868"/>
                <a:ext cx="81720" cy="1004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81FA141-11DF-6018-04BA-88CA7FA9FC8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211774" y="3938228"/>
                  <a:ext cx="11736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841CE37-858F-DC49-B9E9-686C26BA26F1}"/>
                    </a:ext>
                  </a:extLst>
                </p14:cNvPr>
                <p14:cNvContentPartPr/>
                <p14:nvPr/>
              </p14:nvContentPartPr>
              <p14:xfrm>
                <a:off x="9373054" y="3908708"/>
                <a:ext cx="92880" cy="183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841CE37-858F-DC49-B9E9-686C26BA26F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355054" y="3890708"/>
                  <a:ext cx="128520" cy="21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1E0CE42-AFF5-1185-EABB-4F02A9DF13DF}"/>
              </a:ext>
            </a:extLst>
          </p:cNvPr>
          <p:cNvGrpSpPr/>
          <p:nvPr/>
        </p:nvGrpSpPr>
        <p:grpSpPr>
          <a:xfrm>
            <a:off x="3730439" y="4405643"/>
            <a:ext cx="250560" cy="394560"/>
            <a:chOff x="3730439" y="4405643"/>
            <a:chExt cx="250560" cy="39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6DF7FB1-8D4E-C64E-9BE0-C0803D56EA89}"/>
                    </a:ext>
                  </a:extLst>
                </p14:cNvPr>
                <p14:cNvContentPartPr/>
                <p14:nvPr/>
              </p14:nvContentPartPr>
              <p14:xfrm>
                <a:off x="3730439" y="4649003"/>
                <a:ext cx="167040" cy="1512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6DF7FB1-8D4E-C64E-9BE0-C0803D56EA8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712799" y="4631003"/>
                  <a:ext cx="2026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27F2480-F73A-36FB-5F05-4833759A8A3F}"/>
                    </a:ext>
                  </a:extLst>
                </p14:cNvPr>
                <p14:cNvContentPartPr/>
                <p14:nvPr/>
              </p14:nvContentPartPr>
              <p14:xfrm>
                <a:off x="3747359" y="4597883"/>
                <a:ext cx="163800" cy="1605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27F2480-F73A-36FB-5F05-4833759A8A3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729359" y="4579883"/>
                  <a:ext cx="1994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D426E71-26F6-7D00-BE39-40A7B4277EC8}"/>
                    </a:ext>
                  </a:extLst>
                </p14:cNvPr>
                <p14:cNvContentPartPr/>
                <p14:nvPr/>
              </p14:nvContentPartPr>
              <p14:xfrm>
                <a:off x="3848519" y="4405643"/>
                <a:ext cx="132480" cy="1213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D426E71-26F6-7D00-BE39-40A7B4277EC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830519" y="4388003"/>
                  <a:ext cx="168120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6F1B1C0-ECF0-FA93-554C-5CB5AE501C2D}"/>
              </a:ext>
            </a:extLst>
          </p:cNvPr>
          <p:cNvGrpSpPr/>
          <p:nvPr/>
        </p:nvGrpSpPr>
        <p:grpSpPr>
          <a:xfrm>
            <a:off x="4205279" y="4794803"/>
            <a:ext cx="244440" cy="281160"/>
            <a:chOff x="4205279" y="4794803"/>
            <a:chExt cx="244440" cy="28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F0DFE1C-635C-DAC5-CD49-0E5D47DB7078}"/>
                    </a:ext>
                  </a:extLst>
                </p14:cNvPr>
                <p14:cNvContentPartPr/>
                <p14:nvPr/>
              </p14:nvContentPartPr>
              <p14:xfrm>
                <a:off x="4205279" y="4936283"/>
                <a:ext cx="102960" cy="1396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F0DFE1C-635C-DAC5-CD49-0E5D47DB707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187279" y="4918643"/>
                  <a:ext cx="1386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E6DD526-3E5A-E891-E27E-A8CF584D42CD}"/>
                    </a:ext>
                  </a:extLst>
                </p14:cNvPr>
                <p14:cNvContentPartPr/>
                <p14:nvPr/>
              </p14:nvContentPartPr>
              <p14:xfrm>
                <a:off x="4229399" y="4916123"/>
                <a:ext cx="148320" cy="64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E6DD526-3E5A-E891-E27E-A8CF584D42C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211759" y="4898483"/>
                  <a:ext cx="1839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3A7F57A-E0CD-B04D-2D61-86C28765CAE1}"/>
                    </a:ext>
                  </a:extLst>
                </p14:cNvPr>
                <p14:cNvContentPartPr/>
                <p14:nvPr/>
              </p14:nvContentPartPr>
              <p14:xfrm>
                <a:off x="4290599" y="4882283"/>
                <a:ext cx="74520" cy="138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3A7F57A-E0CD-B04D-2D61-86C28765CAE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272599" y="4864643"/>
                  <a:ext cx="1101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CA884C1-0C23-A841-7D86-E4D882A7552F}"/>
                    </a:ext>
                  </a:extLst>
                </p14:cNvPr>
                <p14:cNvContentPartPr/>
                <p14:nvPr/>
              </p14:nvContentPartPr>
              <p14:xfrm>
                <a:off x="4362959" y="4794803"/>
                <a:ext cx="86760" cy="1202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CA884C1-0C23-A841-7D86-E4D882A7552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345319" y="4777163"/>
                  <a:ext cx="12240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E4ED459-4443-C367-02D2-361F4BFCAE08}"/>
              </a:ext>
            </a:extLst>
          </p:cNvPr>
          <p:cNvGrpSpPr/>
          <p:nvPr/>
        </p:nvGrpSpPr>
        <p:grpSpPr>
          <a:xfrm>
            <a:off x="7284359" y="4634243"/>
            <a:ext cx="267120" cy="409320"/>
            <a:chOff x="7284359" y="4634243"/>
            <a:chExt cx="267120" cy="40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0E71CD8-BB22-0D5D-475F-7990992EE534}"/>
                    </a:ext>
                  </a:extLst>
                </p14:cNvPr>
                <p14:cNvContentPartPr/>
                <p14:nvPr/>
              </p14:nvContentPartPr>
              <p14:xfrm>
                <a:off x="7284359" y="4879043"/>
                <a:ext cx="173520" cy="1508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0E71CD8-BB22-0D5D-475F-7990992EE53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266359" y="4861403"/>
                  <a:ext cx="20916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99B18D0-6A15-3086-0049-CDF2DCA25420}"/>
                    </a:ext>
                  </a:extLst>
                </p14:cNvPr>
                <p14:cNvContentPartPr/>
                <p14:nvPr/>
              </p14:nvContentPartPr>
              <p14:xfrm>
                <a:off x="7303439" y="4814243"/>
                <a:ext cx="113760" cy="2293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99B18D0-6A15-3086-0049-CDF2DCA2542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285799" y="4796243"/>
                  <a:ext cx="14940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E7C7CEE-0965-62DC-BFEC-D0BAB660E32C}"/>
                    </a:ext>
                  </a:extLst>
                </p14:cNvPr>
                <p14:cNvContentPartPr/>
                <p14:nvPr/>
              </p14:nvContentPartPr>
              <p14:xfrm>
                <a:off x="7426199" y="4634243"/>
                <a:ext cx="125280" cy="126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E7C7CEE-0965-62DC-BFEC-D0BAB660E32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408199" y="4616243"/>
                  <a:ext cx="160920" cy="16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1EED0C0-D8F3-C902-30E5-D4544762263B}"/>
              </a:ext>
            </a:extLst>
          </p:cNvPr>
          <p:cNvGrpSpPr/>
          <p:nvPr/>
        </p:nvGrpSpPr>
        <p:grpSpPr>
          <a:xfrm>
            <a:off x="7770719" y="4777523"/>
            <a:ext cx="264960" cy="284040"/>
            <a:chOff x="7770719" y="4777523"/>
            <a:chExt cx="264960" cy="28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413C512-F0E5-6334-EBFA-C439CEDBE194}"/>
                    </a:ext>
                  </a:extLst>
                </p14:cNvPr>
                <p14:cNvContentPartPr/>
                <p14:nvPr/>
              </p14:nvContentPartPr>
              <p14:xfrm>
                <a:off x="7770719" y="4901363"/>
                <a:ext cx="80640" cy="1602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413C512-F0E5-6334-EBFA-C439CEDBE19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752719" y="4883363"/>
                  <a:ext cx="1162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5BA6F62-C008-C084-440A-20FF6F1EA852}"/>
                    </a:ext>
                  </a:extLst>
                </p14:cNvPr>
                <p14:cNvContentPartPr/>
                <p14:nvPr/>
              </p14:nvContentPartPr>
              <p14:xfrm>
                <a:off x="7796279" y="4892363"/>
                <a:ext cx="100080" cy="471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5BA6F62-C008-C084-440A-20FF6F1EA85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778639" y="4874363"/>
                  <a:ext cx="1357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CDE41DB-3DF0-C1A4-F395-EE66C35994DF}"/>
                    </a:ext>
                  </a:extLst>
                </p14:cNvPr>
                <p14:cNvContentPartPr/>
                <p14:nvPr/>
              </p14:nvContentPartPr>
              <p14:xfrm>
                <a:off x="7832279" y="4777523"/>
                <a:ext cx="203400" cy="1882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CDE41DB-3DF0-C1A4-F395-EE66C35994D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814639" y="4759523"/>
                  <a:ext cx="239040" cy="223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620853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159AC-4A41-4458-8A5C-85F06A988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70891"/>
          </a:xfrm>
        </p:spPr>
        <p:txBody>
          <a:bodyPr/>
          <a:lstStyle/>
          <a:p>
            <a:r>
              <a:rPr lang="en-US" dirty="0"/>
              <a:t>Oximeter readout circuit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AD96DC-F438-4B2D-82C1-18F26244A0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7" name="Picture 6" descr="A close up of a map&#10;&#10;Description automatically generated">
            <a:extLst>
              <a:ext uri="{FF2B5EF4-FFF2-40B4-BE49-F238E27FC236}">
                <a16:creationId xmlns:a16="http://schemas.microsoft.com/office/drawing/2014/main" id="{C95D2615-0F5A-436F-937A-4E99FEAC66B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1" b="63915"/>
          <a:stretch/>
        </p:blipFill>
        <p:spPr>
          <a:xfrm>
            <a:off x="2592124" y="1040031"/>
            <a:ext cx="7444679" cy="1758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6221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159AC-4A41-4458-8A5C-85F06A988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70891"/>
          </a:xfrm>
        </p:spPr>
        <p:txBody>
          <a:bodyPr/>
          <a:lstStyle/>
          <a:p>
            <a:r>
              <a:rPr lang="en-US" dirty="0"/>
              <a:t>Oximeter readout circuit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AD96DC-F438-4B2D-82C1-18F26244A0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7" name="Picture 6" descr="A close up of a map&#10;&#10;Description automatically generated">
            <a:extLst>
              <a:ext uri="{FF2B5EF4-FFF2-40B4-BE49-F238E27FC236}">
                <a16:creationId xmlns:a16="http://schemas.microsoft.com/office/drawing/2014/main" id="{C95D2615-0F5A-436F-937A-4E99FEAC66B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1" b="63915"/>
          <a:stretch/>
        </p:blipFill>
        <p:spPr>
          <a:xfrm>
            <a:off x="2592124" y="1040031"/>
            <a:ext cx="7444679" cy="175882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7A998D7-8230-89C8-3B9B-29FF3500E4A3}"/>
                  </a:ext>
                </a:extLst>
              </p14:cNvPr>
              <p14:cNvContentPartPr/>
              <p14:nvPr/>
            </p14:nvContentPartPr>
            <p14:xfrm>
              <a:off x="3454654" y="4104548"/>
              <a:ext cx="108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7A998D7-8230-89C8-3B9B-29FF3500E4A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37014" y="4086548"/>
                <a:ext cx="3672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16A72E73-2B82-F7E8-3F82-F3FD6B4CC5CA}"/>
              </a:ext>
            </a:extLst>
          </p:cNvPr>
          <p:cNvGrpSpPr/>
          <p:nvPr/>
        </p:nvGrpSpPr>
        <p:grpSpPr>
          <a:xfrm>
            <a:off x="1366654" y="3021668"/>
            <a:ext cx="7305120" cy="2659320"/>
            <a:chOff x="1366654" y="3021668"/>
            <a:chExt cx="7305120" cy="265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0BA36DF-6A6A-F311-8BA3-2917B1318F09}"/>
                    </a:ext>
                  </a:extLst>
                </p14:cNvPr>
                <p14:cNvContentPartPr/>
                <p14:nvPr/>
              </p14:nvContentPartPr>
              <p14:xfrm>
                <a:off x="4558414" y="3992228"/>
                <a:ext cx="505800" cy="298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0BA36DF-6A6A-F311-8BA3-2917B1318F0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540774" y="3974228"/>
                  <a:ext cx="5414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1A6A072-84EF-77A4-01B0-949578977181}"/>
                    </a:ext>
                  </a:extLst>
                </p14:cNvPr>
                <p14:cNvContentPartPr/>
                <p14:nvPr/>
              </p14:nvContentPartPr>
              <p14:xfrm>
                <a:off x="4636174" y="4007348"/>
                <a:ext cx="206640" cy="3409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1A6A072-84EF-77A4-01B0-94957897718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618534" y="3989348"/>
                  <a:ext cx="24228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75A074E-35D1-5F0B-9807-EFD6B694A225}"/>
                    </a:ext>
                  </a:extLst>
                </p14:cNvPr>
                <p14:cNvContentPartPr/>
                <p14:nvPr/>
              </p14:nvContentPartPr>
              <p14:xfrm>
                <a:off x="4812214" y="4006988"/>
                <a:ext cx="196920" cy="367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75A074E-35D1-5F0B-9807-EFD6B694A22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794574" y="3988988"/>
                  <a:ext cx="23256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CC991B3-4DC8-0669-32B0-3C6FE7FE05FD}"/>
                    </a:ext>
                  </a:extLst>
                </p14:cNvPr>
                <p14:cNvContentPartPr/>
                <p14:nvPr/>
              </p14:nvContentPartPr>
              <p14:xfrm>
                <a:off x="4709254" y="4338548"/>
                <a:ext cx="258840" cy="360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CC991B3-4DC8-0669-32B0-3C6FE7FE05F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691614" y="4320548"/>
                  <a:ext cx="29448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DC5088D-0338-6102-A2D0-7325E208725F}"/>
                    </a:ext>
                  </a:extLst>
                </p14:cNvPr>
                <p14:cNvContentPartPr/>
                <p14:nvPr/>
              </p14:nvContentPartPr>
              <p14:xfrm>
                <a:off x="3316054" y="3982508"/>
                <a:ext cx="287280" cy="4557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DC5088D-0338-6102-A2D0-7325E208725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298054" y="3964508"/>
                  <a:ext cx="322920" cy="49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789EF9F-AF04-33B7-1EA1-B6798F9C1701}"/>
                    </a:ext>
                  </a:extLst>
                </p14:cNvPr>
                <p14:cNvContentPartPr/>
                <p14:nvPr/>
              </p14:nvContentPartPr>
              <p14:xfrm>
                <a:off x="3330814" y="3970628"/>
                <a:ext cx="136800" cy="51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789EF9F-AF04-33B7-1EA1-B6798F9C170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312814" y="3952988"/>
                  <a:ext cx="1724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C51B2DB-30BC-78A2-964F-82B9AB30CD9F}"/>
                    </a:ext>
                  </a:extLst>
                </p14:cNvPr>
                <p14:cNvContentPartPr/>
                <p14:nvPr/>
              </p14:nvContentPartPr>
              <p14:xfrm>
                <a:off x="3339814" y="3991148"/>
                <a:ext cx="479880" cy="41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C51B2DB-30BC-78A2-964F-82B9AB30CD9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321814" y="3973508"/>
                  <a:ext cx="5155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538C968-457C-4537-9B64-DF52FD21758F}"/>
                    </a:ext>
                  </a:extLst>
                </p14:cNvPr>
                <p14:cNvContentPartPr/>
                <p14:nvPr/>
              </p14:nvContentPartPr>
              <p14:xfrm>
                <a:off x="3606934" y="3986828"/>
                <a:ext cx="303480" cy="384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538C968-457C-4537-9B64-DF52FD21758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589294" y="3968828"/>
                  <a:ext cx="33912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50C5A5F-2088-EBB7-F56D-9C9168EB0303}"/>
                    </a:ext>
                  </a:extLst>
                </p14:cNvPr>
                <p14:cNvContentPartPr/>
                <p14:nvPr/>
              </p14:nvContentPartPr>
              <p14:xfrm>
                <a:off x="3575974" y="4418108"/>
                <a:ext cx="54360" cy="5227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50C5A5F-2088-EBB7-F56D-9C9168EB030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558334" y="4400468"/>
                  <a:ext cx="90000" cy="55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731176F-796D-F2AF-92CC-A5D2D6B80884}"/>
                    </a:ext>
                  </a:extLst>
                </p14:cNvPr>
                <p14:cNvContentPartPr/>
                <p14:nvPr/>
              </p14:nvContentPartPr>
              <p14:xfrm>
                <a:off x="3586054" y="3547268"/>
                <a:ext cx="92880" cy="5018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731176F-796D-F2AF-92CC-A5D2D6B8088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568414" y="3529268"/>
                  <a:ext cx="128520" cy="53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76F514D-65CC-66E9-E8B2-A024EB75733E}"/>
                    </a:ext>
                  </a:extLst>
                </p14:cNvPr>
                <p14:cNvContentPartPr/>
                <p14:nvPr/>
              </p14:nvContentPartPr>
              <p14:xfrm>
                <a:off x="3361054" y="4338908"/>
                <a:ext cx="492120" cy="640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76F514D-65CC-66E9-E8B2-A024EB75733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343054" y="4320908"/>
                  <a:ext cx="5277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C6CE0EE-8E5E-D6C9-67D5-172A7D096FE8}"/>
                    </a:ext>
                  </a:extLst>
                </p14:cNvPr>
                <p14:cNvContentPartPr/>
                <p14:nvPr/>
              </p14:nvContentPartPr>
              <p14:xfrm>
                <a:off x="4037134" y="3843908"/>
                <a:ext cx="164880" cy="936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C6CE0EE-8E5E-D6C9-67D5-172A7D096FE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019494" y="3826268"/>
                  <a:ext cx="2005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C670F5E-1765-FEF3-0837-F822B6EB4542}"/>
                    </a:ext>
                  </a:extLst>
                </p14:cNvPr>
                <p14:cNvContentPartPr/>
                <p14:nvPr/>
              </p14:nvContentPartPr>
              <p14:xfrm>
                <a:off x="4054774" y="3977828"/>
                <a:ext cx="99720" cy="921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C670F5E-1765-FEF3-0837-F822B6EB454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036774" y="3960188"/>
                  <a:ext cx="1353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29A7F2F-2AD9-E5DC-CED3-FE36D0F6F086}"/>
                    </a:ext>
                  </a:extLst>
                </p14:cNvPr>
                <p14:cNvContentPartPr/>
                <p14:nvPr/>
              </p14:nvContentPartPr>
              <p14:xfrm>
                <a:off x="4135414" y="3788828"/>
                <a:ext cx="88560" cy="878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29A7F2F-2AD9-E5DC-CED3-FE36D0F6F08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117414" y="3770828"/>
                  <a:ext cx="1242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D112285-E774-5ADB-6D96-208EB26E6C90}"/>
                    </a:ext>
                  </a:extLst>
                </p14:cNvPr>
                <p14:cNvContentPartPr/>
                <p14:nvPr/>
              </p14:nvContentPartPr>
              <p14:xfrm>
                <a:off x="4126054" y="3948668"/>
                <a:ext cx="87480" cy="96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D112285-E774-5ADB-6D96-208EB26E6C9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108054" y="3930668"/>
                  <a:ext cx="1231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8B7E3EA-5AFA-0B81-D64A-DB6F7572AAE6}"/>
                    </a:ext>
                  </a:extLst>
                </p14:cNvPr>
                <p14:cNvContentPartPr/>
                <p14:nvPr/>
              </p14:nvContentPartPr>
              <p14:xfrm>
                <a:off x="4389214" y="4230188"/>
                <a:ext cx="65520" cy="1753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8B7E3EA-5AFA-0B81-D64A-DB6F7572AAE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371574" y="4212188"/>
                  <a:ext cx="1011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5CF9B18-D1BB-6D5B-742E-046CE1DABEF1}"/>
                    </a:ext>
                  </a:extLst>
                </p14:cNvPr>
                <p14:cNvContentPartPr/>
                <p14:nvPr/>
              </p14:nvContentPartPr>
              <p14:xfrm>
                <a:off x="4333774" y="4207868"/>
                <a:ext cx="105480" cy="1148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5CF9B18-D1BB-6D5B-742E-046CE1DABEF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316134" y="4190228"/>
                  <a:ext cx="1411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E766446-30C5-CAC7-2139-52567B80225D}"/>
                    </a:ext>
                  </a:extLst>
                </p14:cNvPr>
                <p14:cNvContentPartPr/>
                <p14:nvPr/>
              </p14:nvContentPartPr>
              <p14:xfrm>
                <a:off x="4478494" y="4086188"/>
                <a:ext cx="83160" cy="788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E766446-30C5-CAC7-2139-52567B80225D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460494" y="4068188"/>
                  <a:ext cx="1188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CF12466-2CFE-4DD3-E6F0-22B023A277AF}"/>
                    </a:ext>
                  </a:extLst>
                </p14:cNvPr>
                <p14:cNvContentPartPr/>
                <p14:nvPr/>
              </p14:nvContentPartPr>
              <p14:xfrm>
                <a:off x="4455814" y="4055948"/>
                <a:ext cx="61560" cy="885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CF12466-2CFE-4DD3-E6F0-22B023A277A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437814" y="4038308"/>
                  <a:ext cx="972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36BC842-3374-3588-03D5-75DCEE427214}"/>
                    </a:ext>
                  </a:extLst>
                </p14:cNvPr>
                <p14:cNvContentPartPr/>
                <p14:nvPr/>
              </p14:nvContentPartPr>
              <p14:xfrm>
                <a:off x="2926534" y="3468428"/>
                <a:ext cx="677160" cy="864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36BC842-3374-3588-03D5-75DCEE42721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908534" y="3450788"/>
                  <a:ext cx="71280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AC0292E-3F2A-FEBE-A1B5-E450EACA578C}"/>
                    </a:ext>
                  </a:extLst>
                </p14:cNvPr>
                <p14:cNvContentPartPr/>
                <p14:nvPr/>
              </p14:nvContentPartPr>
              <p14:xfrm>
                <a:off x="2501374" y="3241268"/>
                <a:ext cx="350640" cy="234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AC0292E-3F2A-FEBE-A1B5-E450EACA578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483374" y="3223268"/>
                  <a:ext cx="3862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B9B0E85-300F-D75C-855E-B7A2DA11BF8D}"/>
                    </a:ext>
                  </a:extLst>
                </p14:cNvPr>
                <p14:cNvContentPartPr/>
                <p14:nvPr/>
              </p14:nvContentPartPr>
              <p14:xfrm>
                <a:off x="2790094" y="3262148"/>
                <a:ext cx="199800" cy="1724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B9B0E85-300F-D75C-855E-B7A2DA11BF8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72094" y="3244148"/>
                  <a:ext cx="2354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FFCE574-27B5-3F06-7A0E-28EBCC389A48}"/>
                    </a:ext>
                  </a:extLst>
                </p14:cNvPr>
                <p14:cNvContentPartPr/>
                <p14:nvPr/>
              </p14:nvContentPartPr>
              <p14:xfrm>
                <a:off x="2852014" y="3445748"/>
                <a:ext cx="191520" cy="2383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FFCE574-27B5-3F06-7A0E-28EBCC389A4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834014" y="3427748"/>
                  <a:ext cx="22716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6E455D2-951B-7162-CA08-FB5D96405A1D}"/>
                    </a:ext>
                  </a:extLst>
                </p14:cNvPr>
                <p14:cNvContentPartPr/>
                <p14:nvPr/>
              </p14:nvContentPartPr>
              <p14:xfrm>
                <a:off x="2443054" y="3679748"/>
                <a:ext cx="397800" cy="763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6E455D2-951B-7162-CA08-FB5D96405A1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425054" y="3662108"/>
                  <a:ext cx="4334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41DBB7F-C693-5AC4-D3E1-988A98A5C592}"/>
                    </a:ext>
                  </a:extLst>
                </p14:cNvPr>
                <p14:cNvContentPartPr/>
                <p14:nvPr/>
              </p14:nvContentPartPr>
              <p14:xfrm>
                <a:off x="2416054" y="3240188"/>
                <a:ext cx="69480" cy="5306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41DBB7F-C693-5AC4-D3E1-988A98A5C59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398414" y="3222188"/>
                  <a:ext cx="105120" cy="56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FE7660E-B3A9-C0D7-CCC1-AEB0AE56D4EA}"/>
                    </a:ext>
                  </a:extLst>
                </p14:cNvPr>
                <p14:cNvContentPartPr/>
                <p14:nvPr/>
              </p14:nvContentPartPr>
              <p14:xfrm>
                <a:off x="1366654" y="3760028"/>
                <a:ext cx="221760" cy="1339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FE7660E-B3A9-C0D7-CCC1-AEB0AE56D4E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348654" y="3742028"/>
                  <a:ext cx="2574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38E9EB7-53F2-3FC9-8BAB-07AE63904646}"/>
                    </a:ext>
                  </a:extLst>
                </p14:cNvPr>
                <p14:cNvContentPartPr/>
                <p14:nvPr/>
              </p14:nvContentPartPr>
              <p14:xfrm>
                <a:off x="1388254" y="3683348"/>
                <a:ext cx="158400" cy="156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38E9EB7-53F2-3FC9-8BAB-07AE6390464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370254" y="3665348"/>
                  <a:ext cx="1940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E31D7FA-2E55-7343-06E0-D7B238489325}"/>
                    </a:ext>
                  </a:extLst>
                </p14:cNvPr>
                <p14:cNvContentPartPr/>
                <p14:nvPr/>
              </p14:nvContentPartPr>
              <p14:xfrm>
                <a:off x="1578334" y="3613148"/>
                <a:ext cx="103320" cy="594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E31D7FA-2E55-7343-06E0-D7B23848932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560694" y="3595508"/>
                  <a:ext cx="1389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7B135C5-BAF8-BA6B-56DF-9D6EE538B635}"/>
                    </a:ext>
                  </a:extLst>
                </p14:cNvPr>
                <p14:cNvContentPartPr/>
                <p14:nvPr/>
              </p14:nvContentPartPr>
              <p14:xfrm>
                <a:off x="1670854" y="3397148"/>
                <a:ext cx="125640" cy="1724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7B135C5-BAF8-BA6B-56DF-9D6EE538B63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653214" y="3379508"/>
                  <a:ext cx="1612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5C34F11-FD72-DF9F-6EAC-CD3F7E5ED770}"/>
                    </a:ext>
                  </a:extLst>
                </p14:cNvPr>
                <p14:cNvContentPartPr/>
                <p14:nvPr/>
              </p14:nvContentPartPr>
              <p14:xfrm>
                <a:off x="1843294" y="3342428"/>
                <a:ext cx="120960" cy="1166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5C34F11-FD72-DF9F-6EAC-CD3F7E5ED77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825294" y="3324428"/>
                  <a:ext cx="1566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7A49CDD-CAE7-FB7F-CA8C-9539B959D964}"/>
                    </a:ext>
                  </a:extLst>
                </p14:cNvPr>
                <p14:cNvContentPartPr/>
                <p14:nvPr/>
              </p14:nvContentPartPr>
              <p14:xfrm>
                <a:off x="1973254" y="3021668"/>
                <a:ext cx="184680" cy="3088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7A49CDD-CAE7-FB7F-CA8C-9539B959D96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955254" y="3003668"/>
                  <a:ext cx="22032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9F9E226-8FE1-EB31-2049-6CADB934C59E}"/>
                    </a:ext>
                  </a:extLst>
                </p14:cNvPr>
                <p14:cNvContentPartPr/>
                <p14:nvPr/>
              </p14:nvContentPartPr>
              <p14:xfrm>
                <a:off x="3566614" y="4862708"/>
                <a:ext cx="16200" cy="3031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9F9E226-8FE1-EB31-2049-6CADB934C59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548974" y="4845068"/>
                  <a:ext cx="5184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F9BE279-3FEC-93AF-A8F2-0485A2A39E4A}"/>
                    </a:ext>
                  </a:extLst>
                </p14:cNvPr>
                <p14:cNvContentPartPr/>
                <p14:nvPr/>
              </p14:nvContentPartPr>
              <p14:xfrm>
                <a:off x="3435934" y="5182028"/>
                <a:ext cx="335160" cy="356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F9BE279-3FEC-93AF-A8F2-0485A2A39E4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417934" y="5164388"/>
                  <a:ext cx="3708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54C0AC6-4260-60BF-777D-68657DEC5E5A}"/>
                    </a:ext>
                  </a:extLst>
                </p14:cNvPr>
                <p14:cNvContentPartPr/>
                <p14:nvPr/>
              </p14:nvContentPartPr>
              <p14:xfrm>
                <a:off x="3491374" y="5223068"/>
                <a:ext cx="79560" cy="1209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54C0AC6-4260-60BF-777D-68657DEC5E5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473374" y="5205068"/>
                  <a:ext cx="1152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8C602A5-3F48-AABF-D010-0091313A3659}"/>
                    </a:ext>
                  </a:extLst>
                </p14:cNvPr>
                <p14:cNvContentPartPr/>
                <p14:nvPr/>
              </p14:nvContentPartPr>
              <p14:xfrm>
                <a:off x="3610174" y="5184188"/>
                <a:ext cx="59040" cy="1753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8C602A5-3F48-AABF-D010-0091313A365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592174" y="5166548"/>
                  <a:ext cx="9468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E352781-851C-F5CA-2485-FD319EBC1732}"/>
                    </a:ext>
                  </a:extLst>
                </p14:cNvPr>
                <p14:cNvContentPartPr/>
                <p14:nvPr/>
              </p14:nvContentPartPr>
              <p14:xfrm>
                <a:off x="4797454" y="3694148"/>
                <a:ext cx="16560" cy="3294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E352781-851C-F5CA-2485-FD319EBC173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779454" y="3676508"/>
                  <a:ext cx="5220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0C9050D-4DD2-D85F-8F82-D0F99628D0B6}"/>
                    </a:ext>
                  </a:extLst>
                </p14:cNvPr>
                <p14:cNvContentPartPr/>
                <p14:nvPr/>
              </p14:nvContentPartPr>
              <p14:xfrm>
                <a:off x="4816894" y="3716468"/>
                <a:ext cx="754200" cy="252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0C9050D-4DD2-D85F-8F82-D0F99628D0B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798894" y="3698828"/>
                  <a:ext cx="7898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558C86D-6CFE-3CDD-69F4-F713CB1E8396}"/>
                    </a:ext>
                  </a:extLst>
                </p14:cNvPr>
                <p14:cNvContentPartPr/>
                <p14:nvPr/>
              </p14:nvContentPartPr>
              <p14:xfrm>
                <a:off x="5620774" y="3469148"/>
                <a:ext cx="47520" cy="8485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558C86D-6CFE-3CDD-69F4-F713CB1E839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603134" y="3451508"/>
                  <a:ext cx="83160" cy="88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58D2C59-532D-FD27-B17F-33A629BEB77D}"/>
                    </a:ext>
                  </a:extLst>
                </p14:cNvPr>
                <p14:cNvContentPartPr/>
                <p14:nvPr/>
              </p14:nvContentPartPr>
              <p14:xfrm>
                <a:off x="5681614" y="3461228"/>
                <a:ext cx="715680" cy="3535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58D2C59-532D-FD27-B17F-33A629BEB77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663614" y="3443228"/>
                  <a:ext cx="75132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FBE8426-B07F-9690-9EFA-3FDEE2351A0C}"/>
                    </a:ext>
                  </a:extLst>
                </p14:cNvPr>
                <p14:cNvContentPartPr/>
                <p14:nvPr/>
              </p14:nvContentPartPr>
              <p14:xfrm>
                <a:off x="5814094" y="3808988"/>
                <a:ext cx="650520" cy="6339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FBE8426-B07F-9690-9EFA-3FDEE2351A0C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5796094" y="3790988"/>
                  <a:ext cx="686160" cy="66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7FE8BA8-5E80-1DF4-9078-92AC8F9C8920}"/>
                    </a:ext>
                  </a:extLst>
                </p14:cNvPr>
                <p14:cNvContentPartPr/>
                <p14:nvPr/>
              </p14:nvContentPartPr>
              <p14:xfrm>
                <a:off x="5757574" y="3757868"/>
                <a:ext cx="211680" cy="626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7FE8BA8-5E80-1DF4-9078-92AC8F9C8920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5739574" y="3740228"/>
                  <a:ext cx="2473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43F5FC3-D6CB-B83B-3032-74C4037299A6}"/>
                    </a:ext>
                  </a:extLst>
                </p14:cNvPr>
                <p14:cNvContentPartPr/>
                <p14:nvPr/>
              </p14:nvContentPartPr>
              <p14:xfrm>
                <a:off x="5822014" y="4075028"/>
                <a:ext cx="129960" cy="493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43F5FC3-D6CB-B83B-3032-74C4037299A6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5804374" y="4057028"/>
                  <a:ext cx="1656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C7A4548-E5EF-F89D-36FF-EEE05C12BD9F}"/>
                    </a:ext>
                  </a:extLst>
                </p14:cNvPr>
                <p14:cNvContentPartPr/>
                <p14:nvPr/>
              </p14:nvContentPartPr>
              <p14:xfrm>
                <a:off x="5893294" y="4041548"/>
                <a:ext cx="29160" cy="1929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C7A4548-E5EF-F89D-36FF-EEE05C12BD9F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875654" y="4023548"/>
                  <a:ext cx="648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D6867B4-7BA2-1BCF-F740-A2CEE4E623D5}"/>
                    </a:ext>
                  </a:extLst>
                </p14:cNvPr>
                <p14:cNvContentPartPr/>
                <p14:nvPr/>
              </p14:nvContentPartPr>
              <p14:xfrm>
                <a:off x="5654974" y="4289948"/>
                <a:ext cx="22320" cy="220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D6867B4-7BA2-1BCF-F740-A2CEE4E623D5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637334" y="4272308"/>
                  <a:ext cx="5796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FEFD3DB-34BF-515F-0BA4-73BA98544CF8}"/>
                    </a:ext>
                  </a:extLst>
                </p14:cNvPr>
                <p14:cNvContentPartPr/>
                <p14:nvPr/>
              </p14:nvContentPartPr>
              <p14:xfrm>
                <a:off x="5679454" y="4450148"/>
                <a:ext cx="87120" cy="543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FEFD3DB-34BF-515F-0BA4-73BA98544CF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661814" y="4432508"/>
                  <a:ext cx="1227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05E88E5-8E8F-5B50-3DF5-992F1D5842FC}"/>
                    </a:ext>
                  </a:extLst>
                </p14:cNvPr>
                <p14:cNvContentPartPr/>
                <p14:nvPr/>
              </p14:nvContentPartPr>
              <p14:xfrm>
                <a:off x="4794214" y="4401908"/>
                <a:ext cx="49320" cy="11134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05E88E5-8E8F-5B50-3DF5-992F1D5842FC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776214" y="4383908"/>
                  <a:ext cx="84960" cy="11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A585384-9B7E-374B-3EE2-8C7BBBEBEE02}"/>
                    </a:ext>
                  </a:extLst>
                </p14:cNvPr>
                <p14:cNvContentPartPr/>
                <p14:nvPr/>
              </p14:nvContentPartPr>
              <p14:xfrm>
                <a:off x="5457694" y="4149188"/>
                <a:ext cx="226080" cy="680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A585384-9B7E-374B-3EE2-8C7BBBEBEE02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439694" y="4131548"/>
                  <a:ext cx="2617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E96CBB0-2277-4713-A362-7882DFA926D5}"/>
                    </a:ext>
                  </a:extLst>
                </p14:cNvPr>
                <p14:cNvContentPartPr/>
                <p14:nvPr/>
              </p14:nvContentPartPr>
              <p14:xfrm>
                <a:off x="5451934" y="4208588"/>
                <a:ext cx="24840" cy="7048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E96CBB0-2277-4713-A362-7882DFA926D5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433934" y="4190588"/>
                  <a:ext cx="60480" cy="74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6DDE8CB-C3D0-CB52-F88B-C6515BBCD3F8}"/>
                    </a:ext>
                  </a:extLst>
                </p14:cNvPr>
                <p14:cNvContentPartPr/>
                <p14:nvPr/>
              </p14:nvContentPartPr>
              <p14:xfrm>
                <a:off x="5406934" y="4941188"/>
                <a:ext cx="233280" cy="532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6DDE8CB-C3D0-CB52-F88B-C6515BBCD3F8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389294" y="4923548"/>
                  <a:ext cx="2689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46DB75C-AFA6-7E1E-FD76-7969053713DA}"/>
                    </a:ext>
                  </a:extLst>
                </p14:cNvPr>
                <p14:cNvContentPartPr/>
                <p14:nvPr/>
              </p14:nvContentPartPr>
              <p14:xfrm>
                <a:off x="5455534" y="4915988"/>
                <a:ext cx="203040" cy="637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46DB75C-AFA6-7E1E-FD76-7969053713DA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437894" y="4898348"/>
                  <a:ext cx="23868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11CF891-C2B4-1E7E-0C9F-A8BC00FB7E5B}"/>
                    </a:ext>
                  </a:extLst>
                </p14:cNvPr>
                <p14:cNvContentPartPr/>
                <p14:nvPr/>
              </p14:nvContentPartPr>
              <p14:xfrm>
                <a:off x="5567494" y="4941908"/>
                <a:ext cx="81360" cy="1368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11CF891-C2B4-1E7E-0C9F-A8BC00FB7E5B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549854" y="4924268"/>
                  <a:ext cx="1170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2EF008A-ADFB-F465-D39E-1C5DE7B3E9D6}"/>
                    </a:ext>
                  </a:extLst>
                </p14:cNvPr>
                <p14:cNvContentPartPr/>
                <p14:nvPr/>
              </p14:nvContentPartPr>
              <p14:xfrm>
                <a:off x="4697374" y="5500268"/>
                <a:ext cx="233640" cy="183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2EF008A-ADFB-F465-D39E-1C5DE7B3E9D6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679374" y="5482628"/>
                  <a:ext cx="2692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07BD79B-C66F-C0CC-77BA-DF72659BAF0A}"/>
                    </a:ext>
                  </a:extLst>
                </p14:cNvPr>
                <p14:cNvContentPartPr/>
                <p14:nvPr/>
              </p14:nvContentPartPr>
              <p14:xfrm>
                <a:off x="4695934" y="5494508"/>
                <a:ext cx="103680" cy="1864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07BD79B-C66F-C0CC-77BA-DF72659BAF0A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677934" y="5476868"/>
                  <a:ext cx="13932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6C93890-491E-FABC-3648-EF1EB6C035BF}"/>
                    </a:ext>
                  </a:extLst>
                </p14:cNvPr>
                <p14:cNvContentPartPr/>
                <p14:nvPr/>
              </p14:nvContentPartPr>
              <p14:xfrm>
                <a:off x="4812934" y="5516468"/>
                <a:ext cx="88560" cy="712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6C93890-491E-FABC-3648-EF1EB6C035BF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795294" y="5498828"/>
                  <a:ext cx="1242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D9650EA-4C78-C696-8733-735EFF045EBD}"/>
                    </a:ext>
                  </a:extLst>
                </p14:cNvPr>
                <p14:cNvContentPartPr/>
                <p14:nvPr/>
              </p14:nvContentPartPr>
              <p14:xfrm>
                <a:off x="5405494" y="3219308"/>
                <a:ext cx="56880" cy="5072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D9650EA-4C78-C696-8733-735EFF045EBD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387494" y="3201308"/>
                  <a:ext cx="92520" cy="54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219C372-4DA3-5384-E880-75F779493054}"/>
                    </a:ext>
                  </a:extLst>
                </p14:cNvPr>
                <p14:cNvContentPartPr/>
                <p14:nvPr/>
              </p14:nvContentPartPr>
              <p14:xfrm>
                <a:off x="5459134" y="3210308"/>
                <a:ext cx="488160" cy="342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219C372-4DA3-5384-E880-75F779493054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441134" y="3192308"/>
                  <a:ext cx="5238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4A49E12-AF58-5EAF-7553-E9BC413D6ED7}"/>
                    </a:ext>
                  </a:extLst>
                </p14:cNvPr>
                <p14:cNvContentPartPr/>
                <p14:nvPr/>
              </p14:nvContentPartPr>
              <p14:xfrm>
                <a:off x="5936854" y="3069908"/>
                <a:ext cx="349200" cy="1630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4A49E12-AF58-5EAF-7553-E9BC413D6ED7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918854" y="3051908"/>
                  <a:ext cx="3848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F3A8AC7-C86A-12AF-FDBB-AA4F35B70CE5}"/>
                    </a:ext>
                  </a:extLst>
                </p14:cNvPr>
                <p14:cNvContentPartPr/>
                <p14:nvPr/>
              </p14:nvContentPartPr>
              <p14:xfrm>
                <a:off x="6328894" y="3160988"/>
                <a:ext cx="475200" cy="518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F3A8AC7-C86A-12AF-FDBB-AA4F35B70CE5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310894" y="3142988"/>
                  <a:ext cx="5108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2C38DF2-0710-7D7C-F6D1-B49E431CC666}"/>
                    </a:ext>
                  </a:extLst>
                </p14:cNvPr>
                <p14:cNvContentPartPr/>
                <p14:nvPr/>
              </p14:nvContentPartPr>
              <p14:xfrm>
                <a:off x="6794014" y="3164228"/>
                <a:ext cx="32040" cy="6310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2C38DF2-0710-7D7C-F6D1-B49E431CC666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776014" y="3146588"/>
                  <a:ext cx="67680" cy="66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EC35FA3-4CA7-52D5-39A4-81B6E51D9E84}"/>
                    </a:ext>
                  </a:extLst>
                </p14:cNvPr>
                <p14:cNvContentPartPr/>
                <p14:nvPr/>
              </p14:nvContentPartPr>
              <p14:xfrm>
                <a:off x="6545254" y="3745268"/>
                <a:ext cx="833400" cy="633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EC35FA3-4CA7-52D5-39A4-81B6E51D9E84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527614" y="3727628"/>
                  <a:ext cx="8690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43C1FE4-715E-6D7A-65DE-09FC90E131B1}"/>
                    </a:ext>
                  </a:extLst>
                </p14:cNvPr>
                <p14:cNvContentPartPr/>
                <p14:nvPr/>
              </p14:nvContentPartPr>
              <p14:xfrm>
                <a:off x="7420054" y="3505148"/>
                <a:ext cx="295920" cy="2505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43C1FE4-715E-6D7A-65DE-09FC90E131B1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402414" y="3487148"/>
                  <a:ext cx="33156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A5B7131-068D-2EEF-E6D4-E7DCA17ECBB2}"/>
                    </a:ext>
                  </a:extLst>
                </p14:cNvPr>
                <p14:cNvContentPartPr/>
                <p14:nvPr/>
              </p14:nvContentPartPr>
              <p14:xfrm>
                <a:off x="7372894" y="3765428"/>
                <a:ext cx="361440" cy="1929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A5B7131-068D-2EEF-E6D4-E7DCA17ECBB2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355254" y="3747788"/>
                  <a:ext cx="39708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D96BF98-4702-F466-2108-2B916258FA79}"/>
                    </a:ext>
                  </a:extLst>
                </p14:cNvPr>
                <p14:cNvContentPartPr/>
                <p14:nvPr/>
              </p14:nvContentPartPr>
              <p14:xfrm>
                <a:off x="7687174" y="3506588"/>
                <a:ext cx="976320" cy="450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D96BF98-4702-F466-2108-2B916258FA79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669534" y="3488588"/>
                  <a:ext cx="10119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EE00CAF1-0B31-8623-5F14-E290DC0DA92B}"/>
                    </a:ext>
                  </a:extLst>
                </p14:cNvPr>
                <p14:cNvContentPartPr/>
                <p14:nvPr/>
              </p14:nvContentPartPr>
              <p14:xfrm>
                <a:off x="7826134" y="3921308"/>
                <a:ext cx="736200" cy="651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EE00CAF1-0B31-8623-5F14-E290DC0DA92B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808494" y="3903668"/>
                  <a:ext cx="7718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6CED9AC-E603-A8A7-4C02-A1ABE8D2AC1A}"/>
                    </a:ext>
                  </a:extLst>
                </p14:cNvPr>
                <p14:cNvContentPartPr/>
                <p14:nvPr/>
              </p14:nvContentPartPr>
              <p14:xfrm>
                <a:off x="8631454" y="3484628"/>
                <a:ext cx="40320" cy="5360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6CED9AC-E603-A8A7-4C02-A1ABE8D2AC1A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613454" y="3466628"/>
                  <a:ext cx="75960" cy="57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FF8EE8B-95A9-1983-B5D6-084022059763}"/>
                    </a:ext>
                  </a:extLst>
                </p14:cNvPr>
                <p14:cNvContentPartPr/>
                <p14:nvPr/>
              </p14:nvContentPartPr>
              <p14:xfrm>
                <a:off x="7858534" y="3616388"/>
                <a:ext cx="81720" cy="2415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FF8EE8B-95A9-1983-B5D6-084022059763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840894" y="3598748"/>
                  <a:ext cx="11736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F55E5FC-35E8-DE53-3B95-9BB53E47809D}"/>
                    </a:ext>
                  </a:extLst>
                </p14:cNvPr>
                <p14:cNvContentPartPr/>
                <p14:nvPr/>
              </p14:nvContentPartPr>
              <p14:xfrm>
                <a:off x="7933054" y="3635828"/>
                <a:ext cx="128520" cy="1677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F55E5FC-35E8-DE53-3B95-9BB53E47809D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7915414" y="3617828"/>
                  <a:ext cx="1641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68ADBA1-8C1A-E595-97EC-89EF2EF87141}"/>
                    </a:ext>
                  </a:extLst>
                </p14:cNvPr>
                <p14:cNvContentPartPr/>
                <p14:nvPr/>
              </p14:nvContentPartPr>
              <p14:xfrm>
                <a:off x="7940974" y="3679388"/>
                <a:ext cx="275400" cy="1976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68ADBA1-8C1A-E595-97EC-89EF2EF87141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7923334" y="3661748"/>
                  <a:ext cx="31104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DB298D3-76DB-DFF6-C761-7EC6F30BD643}"/>
                    </a:ext>
                  </a:extLst>
                </p14:cNvPr>
                <p14:cNvContentPartPr/>
                <p14:nvPr/>
              </p14:nvContentPartPr>
              <p14:xfrm>
                <a:off x="8199814" y="3670388"/>
                <a:ext cx="82440" cy="1357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DB298D3-76DB-DFF6-C761-7EC6F30BD643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181814" y="3652748"/>
                  <a:ext cx="1180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35F3D53-58E1-57DF-A08D-CF46D9B1E35E}"/>
                    </a:ext>
                  </a:extLst>
                </p14:cNvPr>
                <p14:cNvContentPartPr/>
                <p14:nvPr/>
              </p14:nvContentPartPr>
              <p14:xfrm>
                <a:off x="8376934" y="3603068"/>
                <a:ext cx="162000" cy="2098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35F3D53-58E1-57DF-A08D-CF46D9B1E35E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359294" y="3585428"/>
                  <a:ext cx="197640" cy="245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52449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159AC-4A41-4458-8A5C-85F06A988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70891"/>
          </a:xfrm>
        </p:spPr>
        <p:txBody>
          <a:bodyPr/>
          <a:lstStyle/>
          <a:p>
            <a:r>
              <a:rPr lang="en-US" dirty="0"/>
              <a:t>Oximeter readout circuit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AD96DC-F438-4B2D-82C1-18F26244A0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7" name="Picture 6" descr="A close up of a map&#10;&#10;Description automatically generated">
            <a:extLst>
              <a:ext uri="{FF2B5EF4-FFF2-40B4-BE49-F238E27FC236}">
                <a16:creationId xmlns:a16="http://schemas.microsoft.com/office/drawing/2014/main" id="{C95D2615-0F5A-436F-937A-4E99FEAC66B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1" b="63915"/>
          <a:stretch/>
        </p:blipFill>
        <p:spPr>
          <a:xfrm>
            <a:off x="2592124" y="1040031"/>
            <a:ext cx="7444679" cy="1758828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4744A038-859B-7FDA-4976-5EF17C1F3631}"/>
              </a:ext>
            </a:extLst>
          </p:cNvPr>
          <p:cNvGrpSpPr/>
          <p:nvPr/>
        </p:nvGrpSpPr>
        <p:grpSpPr>
          <a:xfrm>
            <a:off x="3842958" y="578207"/>
            <a:ext cx="1524240" cy="721080"/>
            <a:chOff x="3842958" y="578207"/>
            <a:chExt cx="1524240" cy="72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E9D5DC8-4886-CA94-BB75-42FBE4DC6C17}"/>
                    </a:ext>
                  </a:extLst>
                </p14:cNvPr>
                <p14:cNvContentPartPr/>
                <p14:nvPr/>
              </p14:nvContentPartPr>
              <p14:xfrm>
                <a:off x="3862038" y="1024607"/>
                <a:ext cx="2160" cy="28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E9D5DC8-4886-CA94-BB75-42FBE4DC6C1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844398" y="1006967"/>
                  <a:ext cx="378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A678D97-E276-4DC5-1451-6D6B5320C332}"/>
                    </a:ext>
                  </a:extLst>
                </p14:cNvPr>
                <p14:cNvContentPartPr/>
                <p14:nvPr/>
              </p14:nvContentPartPr>
              <p14:xfrm>
                <a:off x="3842958" y="952607"/>
                <a:ext cx="200880" cy="1760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A678D97-E276-4DC5-1451-6D6B5320C33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824958" y="934607"/>
                  <a:ext cx="2365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C37E7F0-1F0C-0BD8-8368-335609232AA7}"/>
                    </a:ext>
                  </a:extLst>
                </p14:cNvPr>
                <p14:cNvContentPartPr/>
                <p14:nvPr/>
              </p14:nvContentPartPr>
              <p14:xfrm>
                <a:off x="4042038" y="938567"/>
                <a:ext cx="68400" cy="1119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C37E7F0-1F0C-0BD8-8368-335609232AA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024038" y="920927"/>
                  <a:ext cx="1040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3595DF6-9A10-437C-2090-A08BB8F489AD}"/>
                    </a:ext>
                  </a:extLst>
                </p14:cNvPr>
                <p14:cNvContentPartPr/>
                <p14:nvPr/>
              </p14:nvContentPartPr>
              <p14:xfrm>
                <a:off x="4029078" y="796007"/>
                <a:ext cx="38520" cy="392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3595DF6-9A10-437C-2090-A08BB8F489A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011438" y="778367"/>
                  <a:ext cx="741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3453C49-BD8F-9125-C732-471235690063}"/>
                    </a:ext>
                  </a:extLst>
                </p14:cNvPr>
                <p14:cNvContentPartPr/>
                <p14:nvPr/>
              </p14:nvContentPartPr>
              <p14:xfrm>
                <a:off x="4145718" y="837767"/>
                <a:ext cx="95400" cy="185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3453C49-BD8F-9125-C732-47123569006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127718" y="819767"/>
                  <a:ext cx="1310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5CE9398-8C42-0709-D787-E217605269DB}"/>
                    </a:ext>
                  </a:extLst>
                </p14:cNvPr>
                <p14:cNvContentPartPr/>
                <p14:nvPr/>
              </p14:nvContentPartPr>
              <p14:xfrm>
                <a:off x="4224198" y="607727"/>
                <a:ext cx="294480" cy="2707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5CE9398-8C42-0709-D787-E217605269D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206198" y="589727"/>
                  <a:ext cx="33012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9BB070F-F749-7C7A-922D-FE371CFA6BC7}"/>
                    </a:ext>
                  </a:extLst>
                </p14:cNvPr>
                <p14:cNvContentPartPr/>
                <p14:nvPr/>
              </p14:nvContentPartPr>
              <p14:xfrm>
                <a:off x="4408518" y="604847"/>
                <a:ext cx="119520" cy="1249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9BB070F-F749-7C7A-922D-FE371CFA6BC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390878" y="587207"/>
                  <a:ext cx="1551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CC8C29E-77FB-CD12-5CA2-84B7C9CFC31F}"/>
                    </a:ext>
                  </a:extLst>
                </p14:cNvPr>
                <p14:cNvContentPartPr/>
                <p14:nvPr/>
              </p14:nvContentPartPr>
              <p14:xfrm>
                <a:off x="4333638" y="1142327"/>
                <a:ext cx="86760" cy="1569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CC8C29E-77FB-CD12-5CA2-84B7C9CFC31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315638" y="1124327"/>
                  <a:ext cx="1224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41F13E2-7B55-EAD9-645C-2CB614982D7E}"/>
                    </a:ext>
                  </a:extLst>
                </p14:cNvPr>
                <p14:cNvContentPartPr/>
                <p14:nvPr/>
              </p14:nvContentPartPr>
              <p14:xfrm>
                <a:off x="4431558" y="1037207"/>
                <a:ext cx="230040" cy="1652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41F13E2-7B55-EAD9-645C-2CB614982D7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413918" y="1019207"/>
                  <a:ext cx="2656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D5D1374-8A0F-3D55-B31B-247288B08DEC}"/>
                    </a:ext>
                  </a:extLst>
                </p14:cNvPr>
                <p14:cNvContentPartPr/>
                <p14:nvPr/>
              </p14:nvContentPartPr>
              <p14:xfrm>
                <a:off x="4685358" y="970967"/>
                <a:ext cx="65520" cy="900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D5D1374-8A0F-3D55-B31B-247288B08DE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667358" y="953327"/>
                  <a:ext cx="1011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2D4036D-4994-01B8-4E9F-5F4A273C07A5}"/>
                    </a:ext>
                  </a:extLst>
                </p14:cNvPr>
                <p14:cNvContentPartPr/>
                <p14:nvPr/>
              </p14:nvContentPartPr>
              <p14:xfrm>
                <a:off x="4675998" y="783407"/>
                <a:ext cx="161280" cy="1497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2D4036D-4994-01B8-4E9F-5F4A273C07A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658358" y="765407"/>
                  <a:ext cx="1969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6254076-3C42-CAAE-1A4F-C9357C42464A}"/>
                    </a:ext>
                  </a:extLst>
                </p14:cNvPr>
                <p14:cNvContentPartPr/>
                <p14:nvPr/>
              </p14:nvContentPartPr>
              <p14:xfrm>
                <a:off x="4777518" y="812567"/>
                <a:ext cx="107640" cy="93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6254076-3C42-CAAE-1A4F-C9357C42464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759518" y="794567"/>
                  <a:ext cx="1432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BE1594D-CE60-2BF1-6E61-29A324389942}"/>
                    </a:ext>
                  </a:extLst>
                </p14:cNvPr>
                <p14:cNvContentPartPr/>
                <p14:nvPr/>
              </p14:nvContentPartPr>
              <p14:xfrm>
                <a:off x="4915398" y="734087"/>
                <a:ext cx="74520" cy="1839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BE1594D-CE60-2BF1-6E61-29A32438994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897398" y="716087"/>
                  <a:ext cx="1101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4FBD5F6-4B24-158B-5D48-4A3FB77A6DFD}"/>
                    </a:ext>
                  </a:extLst>
                </p14:cNvPr>
                <p14:cNvContentPartPr/>
                <p14:nvPr/>
              </p14:nvContentPartPr>
              <p14:xfrm>
                <a:off x="4991358" y="642287"/>
                <a:ext cx="165240" cy="2646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4FBD5F6-4B24-158B-5D48-4A3FB77A6DF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973718" y="624647"/>
                  <a:ext cx="20088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4F011E6-80B4-A467-B262-EA20C91D57EB}"/>
                    </a:ext>
                  </a:extLst>
                </p14:cNvPr>
                <p14:cNvContentPartPr/>
                <p14:nvPr/>
              </p14:nvContentPartPr>
              <p14:xfrm>
                <a:off x="5277198" y="578207"/>
                <a:ext cx="90000" cy="183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4F011E6-80B4-A467-B262-EA20C91D57E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259558" y="560567"/>
                  <a:ext cx="125640" cy="21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5D1DFFE-24F0-8DBD-0D48-135A43FE18DB}"/>
              </a:ext>
            </a:extLst>
          </p:cNvPr>
          <p:cNvGrpSpPr/>
          <p:nvPr/>
        </p:nvGrpSpPr>
        <p:grpSpPr>
          <a:xfrm>
            <a:off x="3955638" y="2856647"/>
            <a:ext cx="321120" cy="303480"/>
            <a:chOff x="3955638" y="2856647"/>
            <a:chExt cx="321120" cy="30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AD1A44D-B3DA-2389-2FE2-6A252A7FD8D8}"/>
                    </a:ext>
                  </a:extLst>
                </p14:cNvPr>
                <p14:cNvContentPartPr/>
                <p14:nvPr/>
              </p14:nvContentPartPr>
              <p14:xfrm>
                <a:off x="3955638" y="2965367"/>
                <a:ext cx="122760" cy="1947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AD1A44D-B3DA-2389-2FE2-6A252A7FD8D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937638" y="2947727"/>
                  <a:ext cx="15840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5C7B112-BDA5-1CDE-45D0-D45DC042AE3D}"/>
                    </a:ext>
                  </a:extLst>
                </p14:cNvPr>
                <p14:cNvContentPartPr/>
                <p14:nvPr/>
              </p14:nvContentPartPr>
              <p14:xfrm>
                <a:off x="3966438" y="2919287"/>
                <a:ext cx="80280" cy="1317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5C7B112-BDA5-1CDE-45D0-D45DC042AE3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948798" y="2901647"/>
                  <a:ext cx="1159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BF264B1-F8B4-9586-7106-A7546AE00797}"/>
                    </a:ext>
                  </a:extLst>
                </p14:cNvPr>
                <p14:cNvContentPartPr/>
                <p14:nvPr/>
              </p14:nvContentPartPr>
              <p14:xfrm>
                <a:off x="4120878" y="2890847"/>
                <a:ext cx="117720" cy="139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BF264B1-F8B4-9586-7106-A7546AE0079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102878" y="2872847"/>
                  <a:ext cx="1533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CD07F9B-5CA6-A9AB-8E51-08D5A7F11BDF}"/>
                    </a:ext>
                  </a:extLst>
                </p14:cNvPr>
                <p14:cNvContentPartPr/>
                <p14:nvPr/>
              </p14:nvContentPartPr>
              <p14:xfrm>
                <a:off x="4165518" y="2856647"/>
                <a:ext cx="111240" cy="172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CD07F9B-5CA6-A9AB-8E51-08D5A7F11BD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147518" y="2838647"/>
                  <a:ext cx="146880" cy="20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DC542B5-DC0F-3E2A-4E28-5E521DEC1F9D}"/>
              </a:ext>
            </a:extLst>
          </p:cNvPr>
          <p:cNvGrpSpPr/>
          <p:nvPr/>
        </p:nvGrpSpPr>
        <p:grpSpPr>
          <a:xfrm>
            <a:off x="1139358" y="3495815"/>
            <a:ext cx="623880" cy="359640"/>
            <a:chOff x="1139358" y="3495815"/>
            <a:chExt cx="623880" cy="35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431CD66-A91A-E614-BADC-0653CFA30D2F}"/>
                    </a:ext>
                  </a:extLst>
                </p14:cNvPr>
                <p14:cNvContentPartPr/>
                <p14:nvPr/>
              </p14:nvContentPartPr>
              <p14:xfrm>
                <a:off x="1139358" y="3495815"/>
                <a:ext cx="172440" cy="359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431CD66-A91A-E614-BADC-0653CFA30D2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121718" y="3478175"/>
                  <a:ext cx="20808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767A310-4367-BB88-7623-03FD91B86580}"/>
                    </a:ext>
                  </a:extLst>
                </p14:cNvPr>
                <p14:cNvContentPartPr/>
                <p14:nvPr/>
              </p14:nvContentPartPr>
              <p14:xfrm>
                <a:off x="1389918" y="3577895"/>
                <a:ext cx="21600" cy="221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767A310-4367-BB88-7623-03FD91B8658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371918" y="3560255"/>
                  <a:ext cx="5724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3DDC554-6798-B04C-D251-093C4A185D2D}"/>
                    </a:ext>
                  </a:extLst>
                </p14:cNvPr>
                <p14:cNvContentPartPr/>
                <p14:nvPr/>
              </p14:nvContentPartPr>
              <p14:xfrm>
                <a:off x="1365078" y="3544775"/>
                <a:ext cx="153360" cy="198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3DDC554-6798-B04C-D251-093C4A185D2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347078" y="3526775"/>
                  <a:ext cx="18900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3A3358D-6438-1C24-C366-17B3215D6647}"/>
                    </a:ext>
                  </a:extLst>
                </p14:cNvPr>
                <p14:cNvContentPartPr/>
                <p14:nvPr/>
              </p14:nvContentPartPr>
              <p14:xfrm>
                <a:off x="1472358" y="3557735"/>
                <a:ext cx="168480" cy="2466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3A3358D-6438-1C24-C366-17B3215D664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454358" y="3539735"/>
                  <a:ext cx="20412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75F9176-8928-FB45-EA3D-27E7647DA4F2}"/>
                    </a:ext>
                  </a:extLst>
                </p14:cNvPr>
                <p14:cNvContentPartPr/>
                <p14:nvPr/>
              </p14:nvContentPartPr>
              <p14:xfrm>
                <a:off x="1606998" y="3540095"/>
                <a:ext cx="156240" cy="259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75F9176-8928-FB45-EA3D-27E7647DA4F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589358" y="3522095"/>
                  <a:ext cx="191880" cy="29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95D0972-E5D8-6FFE-DA7C-BB9A97E3200E}"/>
              </a:ext>
            </a:extLst>
          </p:cNvPr>
          <p:cNvGrpSpPr/>
          <p:nvPr/>
        </p:nvGrpSpPr>
        <p:grpSpPr>
          <a:xfrm>
            <a:off x="2037558" y="3488255"/>
            <a:ext cx="895680" cy="300240"/>
            <a:chOff x="2037558" y="3488255"/>
            <a:chExt cx="895680" cy="30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ACA7610-489C-6514-762B-26BB61CFA643}"/>
                    </a:ext>
                  </a:extLst>
                </p14:cNvPr>
                <p14:cNvContentPartPr/>
                <p14:nvPr/>
              </p14:nvContentPartPr>
              <p14:xfrm>
                <a:off x="2037558" y="3488255"/>
                <a:ext cx="132840" cy="3002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ACA7610-489C-6514-762B-26BB61CFA64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019918" y="3470615"/>
                  <a:ext cx="16848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D81B9CE-10A1-F2A7-DA8C-58476AA27ACD}"/>
                    </a:ext>
                  </a:extLst>
                </p14:cNvPr>
                <p14:cNvContentPartPr/>
                <p14:nvPr/>
              </p14:nvContentPartPr>
              <p14:xfrm>
                <a:off x="2229798" y="3622535"/>
                <a:ext cx="100080" cy="1278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D81B9CE-10A1-F2A7-DA8C-58476AA27ACD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212158" y="3604535"/>
                  <a:ext cx="1357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5459697-49A6-7645-7A84-8853F9352D1D}"/>
                    </a:ext>
                  </a:extLst>
                </p14:cNvPr>
                <p14:cNvContentPartPr/>
                <p14:nvPr/>
              </p14:nvContentPartPr>
              <p14:xfrm>
                <a:off x="2393238" y="3510935"/>
                <a:ext cx="56880" cy="2066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5459697-49A6-7645-7A84-8853F9352D1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375238" y="3493295"/>
                  <a:ext cx="925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3677334-2D6E-FFF2-9D95-433B9A124782}"/>
                    </a:ext>
                  </a:extLst>
                </p14:cNvPr>
                <p14:cNvContentPartPr/>
                <p14:nvPr/>
              </p14:nvContentPartPr>
              <p14:xfrm>
                <a:off x="2554158" y="3582575"/>
                <a:ext cx="69480" cy="961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3677334-2D6E-FFF2-9D95-433B9A12478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536518" y="3564575"/>
                  <a:ext cx="1051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2B5B8BC-C584-FB40-C668-610BF87797B3}"/>
                    </a:ext>
                  </a:extLst>
                </p14:cNvPr>
                <p14:cNvContentPartPr/>
                <p14:nvPr/>
              </p14:nvContentPartPr>
              <p14:xfrm>
                <a:off x="2732718" y="3507695"/>
                <a:ext cx="200520" cy="132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2B5B8BC-C584-FB40-C668-610BF87797B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715078" y="3490055"/>
                  <a:ext cx="236160" cy="16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7449170-EA09-472F-0746-6D3743712CC2}"/>
              </a:ext>
            </a:extLst>
          </p:cNvPr>
          <p:cNvGrpSpPr/>
          <p:nvPr/>
        </p:nvGrpSpPr>
        <p:grpSpPr>
          <a:xfrm>
            <a:off x="5544678" y="3424895"/>
            <a:ext cx="267120" cy="291600"/>
            <a:chOff x="5544678" y="3424895"/>
            <a:chExt cx="267120" cy="29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3717AE8-0734-BE47-F421-69E0224FE1E7}"/>
                    </a:ext>
                  </a:extLst>
                </p14:cNvPr>
                <p14:cNvContentPartPr/>
                <p14:nvPr/>
              </p14:nvContentPartPr>
              <p14:xfrm>
                <a:off x="5606598" y="3424895"/>
                <a:ext cx="49680" cy="291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3717AE8-0734-BE47-F421-69E0224FE1E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588598" y="3406895"/>
                  <a:ext cx="8532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65968D5-E579-525F-5CF4-D11C4DD4006F}"/>
                    </a:ext>
                  </a:extLst>
                </p14:cNvPr>
                <p14:cNvContentPartPr/>
                <p14:nvPr/>
              </p14:nvContentPartPr>
              <p14:xfrm>
                <a:off x="5544678" y="3524255"/>
                <a:ext cx="267120" cy="1303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65968D5-E579-525F-5CF4-D11C4DD4006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527038" y="3506615"/>
                  <a:ext cx="302760" cy="16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A255775-17C7-0B9A-C6D8-438F014BBB10}"/>
              </a:ext>
            </a:extLst>
          </p:cNvPr>
          <p:cNvGrpSpPr/>
          <p:nvPr/>
        </p:nvGrpSpPr>
        <p:grpSpPr>
          <a:xfrm>
            <a:off x="6098718" y="3457295"/>
            <a:ext cx="870120" cy="232200"/>
            <a:chOff x="6098718" y="3457295"/>
            <a:chExt cx="870120" cy="23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F02AF66-EB68-58DD-8144-446863D50397}"/>
                    </a:ext>
                  </a:extLst>
                </p14:cNvPr>
                <p14:cNvContentPartPr/>
                <p14:nvPr/>
              </p14:nvContentPartPr>
              <p14:xfrm>
                <a:off x="6153078" y="3457295"/>
                <a:ext cx="54000" cy="2322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F02AF66-EB68-58DD-8144-446863D50397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135438" y="3439295"/>
                  <a:ext cx="8964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19A8D70-0F71-21B8-49EF-F15A6B8A98FF}"/>
                    </a:ext>
                  </a:extLst>
                </p14:cNvPr>
                <p14:cNvContentPartPr/>
                <p14:nvPr/>
              </p14:nvContentPartPr>
              <p14:xfrm>
                <a:off x="6098718" y="3546215"/>
                <a:ext cx="346320" cy="134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19A8D70-0F71-21B8-49EF-F15A6B8A98F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080718" y="3528215"/>
                  <a:ext cx="3819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DFFFF13-4CC5-657F-3D65-81E5E979E900}"/>
                    </a:ext>
                  </a:extLst>
                </p14:cNvPr>
                <p14:cNvContentPartPr/>
                <p14:nvPr/>
              </p14:nvContentPartPr>
              <p14:xfrm>
                <a:off x="6585078" y="3522815"/>
                <a:ext cx="59760" cy="1281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DFFFF13-4CC5-657F-3D65-81E5E979E90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567438" y="3504815"/>
                  <a:ext cx="954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1A74278-B535-C849-B823-E0C6DF4C1321}"/>
                    </a:ext>
                  </a:extLst>
                </p14:cNvPr>
                <p14:cNvContentPartPr/>
                <p14:nvPr/>
              </p14:nvContentPartPr>
              <p14:xfrm>
                <a:off x="6744558" y="3523895"/>
                <a:ext cx="224280" cy="1202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1A74278-B535-C849-B823-E0C6DF4C132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726918" y="3505895"/>
                  <a:ext cx="25992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D35C05D-CD3B-C253-95BB-DE9BE3FF45C5}"/>
              </a:ext>
            </a:extLst>
          </p:cNvPr>
          <p:cNvGrpSpPr/>
          <p:nvPr/>
        </p:nvGrpSpPr>
        <p:grpSpPr>
          <a:xfrm>
            <a:off x="7236678" y="3443615"/>
            <a:ext cx="374040" cy="188640"/>
            <a:chOff x="7236678" y="3443615"/>
            <a:chExt cx="374040" cy="18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F27E49C-BA31-30DC-2546-0FFF2D2B1445}"/>
                    </a:ext>
                  </a:extLst>
                </p14:cNvPr>
                <p14:cNvContentPartPr/>
                <p14:nvPr/>
              </p14:nvContentPartPr>
              <p14:xfrm>
                <a:off x="7236678" y="3484295"/>
                <a:ext cx="117000" cy="1479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F27E49C-BA31-30DC-2546-0FFF2D2B1445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218678" y="3466655"/>
                  <a:ext cx="1526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8014BE5-9F87-ED11-125A-559F7B1E2AC5}"/>
                    </a:ext>
                  </a:extLst>
                </p14:cNvPr>
                <p14:cNvContentPartPr/>
                <p14:nvPr/>
              </p14:nvContentPartPr>
              <p14:xfrm>
                <a:off x="7460238" y="3443615"/>
                <a:ext cx="150480" cy="1346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8014BE5-9F87-ED11-125A-559F7B1E2AC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442598" y="3425615"/>
                  <a:ext cx="186120" cy="17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D96087F-6AB2-21D9-D77F-B72BDFFED716}"/>
              </a:ext>
            </a:extLst>
          </p:cNvPr>
          <p:cNvGrpSpPr/>
          <p:nvPr/>
        </p:nvGrpSpPr>
        <p:grpSpPr>
          <a:xfrm>
            <a:off x="4121958" y="4009535"/>
            <a:ext cx="1276200" cy="334080"/>
            <a:chOff x="4121958" y="4009535"/>
            <a:chExt cx="1276200" cy="33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91F8330-F166-FADF-8A2C-A8051BB7F81C}"/>
                    </a:ext>
                  </a:extLst>
                </p14:cNvPr>
                <p14:cNvContentPartPr/>
                <p14:nvPr/>
              </p14:nvContentPartPr>
              <p14:xfrm>
                <a:off x="4121958" y="4050215"/>
                <a:ext cx="123120" cy="2934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91F8330-F166-FADF-8A2C-A8051BB7F81C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104318" y="4032575"/>
                  <a:ext cx="15876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AF32557-B5D6-C4E5-840A-CA11F859A708}"/>
                    </a:ext>
                  </a:extLst>
                </p14:cNvPr>
                <p14:cNvContentPartPr/>
                <p14:nvPr/>
              </p14:nvContentPartPr>
              <p14:xfrm>
                <a:off x="4353798" y="4211495"/>
                <a:ext cx="96120" cy="1227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AF32557-B5D6-C4E5-840A-CA11F859A708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335798" y="4193855"/>
                  <a:ext cx="1317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28CE79D-D19E-CA99-9FE9-B990CA910344}"/>
                    </a:ext>
                  </a:extLst>
                </p14:cNvPr>
                <p14:cNvContentPartPr/>
                <p14:nvPr/>
              </p14:nvContentPartPr>
              <p14:xfrm>
                <a:off x="4517238" y="4162895"/>
                <a:ext cx="168840" cy="1328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28CE79D-D19E-CA99-9FE9-B990CA910344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4499238" y="4145255"/>
                  <a:ext cx="2044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0AD63C8-FD37-5464-0147-767ADECCE85F}"/>
                    </a:ext>
                  </a:extLst>
                </p14:cNvPr>
                <p14:cNvContentPartPr/>
                <p14:nvPr/>
              </p14:nvContentPartPr>
              <p14:xfrm>
                <a:off x="4758078" y="4065335"/>
                <a:ext cx="90720" cy="2127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0AD63C8-FD37-5464-0147-767ADECCE85F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740078" y="4047695"/>
                  <a:ext cx="12636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A816AAB-1CE0-8803-3C99-F3A066CDDEC1}"/>
                    </a:ext>
                  </a:extLst>
                </p14:cNvPr>
                <p14:cNvContentPartPr/>
                <p14:nvPr/>
              </p14:nvContentPartPr>
              <p14:xfrm>
                <a:off x="4798398" y="4127615"/>
                <a:ext cx="287280" cy="1162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A816AAB-1CE0-8803-3C99-F3A066CDDEC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780398" y="4109975"/>
                  <a:ext cx="3229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CE1C329-686D-B6CF-ACEF-DBE228C739A1}"/>
                    </a:ext>
                  </a:extLst>
                </p14:cNvPr>
                <p14:cNvContentPartPr/>
                <p14:nvPr/>
              </p14:nvContentPartPr>
              <p14:xfrm>
                <a:off x="5198718" y="4116095"/>
                <a:ext cx="63360" cy="1148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CE1C329-686D-B6CF-ACEF-DBE228C739A1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5181078" y="4098455"/>
                  <a:ext cx="990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9D6E334-7253-BF39-86C8-B5B8F5DCF740}"/>
                    </a:ext>
                  </a:extLst>
                </p14:cNvPr>
                <p14:cNvContentPartPr/>
                <p14:nvPr/>
              </p14:nvContentPartPr>
              <p14:xfrm>
                <a:off x="5373678" y="4009535"/>
                <a:ext cx="24480" cy="2340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9D6E334-7253-BF39-86C8-B5B8F5DCF740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355678" y="3991535"/>
                  <a:ext cx="60120" cy="26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491A6685-35A5-0F29-A8E8-445E0EB23E37}"/>
              </a:ext>
            </a:extLst>
          </p:cNvPr>
          <p:cNvGrpSpPr/>
          <p:nvPr/>
        </p:nvGrpSpPr>
        <p:grpSpPr>
          <a:xfrm>
            <a:off x="5867238" y="4095215"/>
            <a:ext cx="684360" cy="228240"/>
            <a:chOff x="5867238" y="4095215"/>
            <a:chExt cx="684360" cy="22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FAEF8B5-79BD-6023-C41B-4737B97AE384}"/>
                    </a:ext>
                  </a:extLst>
                </p14:cNvPr>
                <p14:cNvContentPartPr/>
                <p14:nvPr/>
              </p14:nvContentPartPr>
              <p14:xfrm>
                <a:off x="5867238" y="4138055"/>
                <a:ext cx="188640" cy="1710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FAEF8B5-79BD-6023-C41B-4737B97AE384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849238" y="4120415"/>
                  <a:ext cx="22428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081EBBA-174C-C279-5547-01AC3898433C}"/>
                    </a:ext>
                  </a:extLst>
                </p14:cNvPr>
                <p14:cNvContentPartPr/>
                <p14:nvPr/>
              </p14:nvContentPartPr>
              <p14:xfrm>
                <a:off x="6150198" y="4151735"/>
                <a:ext cx="36360" cy="1454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081EBBA-174C-C279-5547-01AC3898433C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132558" y="4133735"/>
                  <a:ext cx="720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D899293-CB2B-3D03-1768-899574BA3E61}"/>
                    </a:ext>
                  </a:extLst>
                </p14:cNvPr>
                <p14:cNvContentPartPr/>
                <p14:nvPr/>
              </p14:nvContentPartPr>
              <p14:xfrm>
                <a:off x="6143358" y="4095215"/>
                <a:ext cx="196200" cy="2282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D899293-CB2B-3D03-1768-899574BA3E61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125358" y="4077215"/>
                  <a:ext cx="23184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6555F24-D9B3-1050-6A25-CEBA1F0FCAFE}"/>
                    </a:ext>
                  </a:extLst>
                </p14:cNvPr>
                <p14:cNvContentPartPr/>
                <p14:nvPr/>
              </p14:nvContentPartPr>
              <p14:xfrm>
                <a:off x="6387078" y="4140575"/>
                <a:ext cx="62640" cy="1461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6555F24-D9B3-1050-6A25-CEBA1F0FCAFE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369078" y="4122575"/>
                  <a:ext cx="982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894C91D-0C59-669C-E304-E9F43188BB03}"/>
                    </a:ext>
                  </a:extLst>
                </p14:cNvPr>
                <p14:cNvContentPartPr/>
                <p14:nvPr/>
              </p14:nvContentPartPr>
              <p14:xfrm>
                <a:off x="6412278" y="4104935"/>
                <a:ext cx="139320" cy="1897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894C91D-0C59-669C-E304-E9F43188BB03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394638" y="4087295"/>
                  <a:ext cx="174960" cy="22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CC16F17A-42B2-C8C7-A694-EB5EF8BE16B7}"/>
              </a:ext>
            </a:extLst>
          </p:cNvPr>
          <p:cNvGrpSpPr/>
          <p:nvPr/>
        </p:nvGrpSpPr>
        <p:grpSpPr>
          <a:xfrm>
            <a:off x="6808998" y="3925295"/>
            <a:ext cx="1148040" cy="321840"/>
            <a:chOff x="6808998" y="3925295"/>
            <a:chExt cx="1148040" cy="32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0206B07-6D0D-5882-E000-AC252BC54EDD}"/>
                    </a:ext>
                  </a:extLst>
                </p14:cNvPr>
                <p14:cNvContentPartPr/>
                <p14:nvPr/>
              </p14:nvContentPartPr>
              <p14:xfrm>
                <a:off x="6808998" y="4121495"/>
                <a:ext cx="65880" cy="1256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0206B07-6D0D-5882-E000-AC252BC54EDD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791358" y="4103855"/>
                  <a:ext cx="1015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21087DB-1983-9D20-0013-5940FA878CE0}"/>
                    </a:ext>
                  </a:extLst>
                </p14:cNvPr>
                <p14:cNvContentPartPr/>
                <p14:nvPr/>
              </p14:nvContentPartPr>
              <p14:xfrm>
                <a:off x="6918798" y="4127615"/>
                <a:ext cx="192960" cy="846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21087DB-1983-9D20-0013-5940FA878CE0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901158" y="4109975"/>
                  <a:ext cx="2286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C671251-5FC0-49A6-AB55-7D81F397FD5B}"/>
                    </a:ext>
                  </a:extLst>
                </p14:cNvPr>
                <p14:cNvContentPartPr/>
                <p14:nvPr/>
              </p14:nvContentPartPr>
              <p14:xfrm>
                <a:off x="7205718" y="4045175"/>
                <a:ext cx="95400" cy="1249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C671251-5FC0-49A6-AB55-7D81F397FD5B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188078" y="4027175"/>
                  <a:ext cx="1310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A639494-40FD-0862-C17F-CB48A10E0F5C}"/>
                    </a:ext>
                  </a:extLst>
                </p14:cNvPr>
                <p14:cNvContentPartPr/>
                <p14:nvPr/>
              </p14:nvContentPartPr>
              <p14:xfrm>
                <a:off x="7358358" y="4038335"/>
                <a:ext cx="140400" cy="1274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A639494-40FD-0862-C17F-CB48A10E0F5C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340718" y="4020695"/>
                  <a:ext cx="1760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72C4951-9267-0AF4-4CBA-9C8CC4DAE04B}"/>
                    </a:ext>
                  </a:extLst>
                </p14:cNvPr>
                <p14:cNvContentPartPr/>
                <p14:nvPr/>
              </p14:nvContentPartPr>
              <p14:xfrm>
                <a:off x="7549878" y="4046975"/>
                <a:ext cx="259920" cy="741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72C4951-9267-0AF4-4CBA-9C8CC4DAE04B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532238" y="4028975"/>
                  <a:ext cx="2955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5FF6FF4-BDD5-A409-C4B9-9418E3AD2D65}"/>
                    </a:ext>
                  </a:extLst>
                </p14:cNvPr>
                <p14:cNvContentPartPr/>
                <p14:nvPr/>
              </p14:nvContentPartPr>
              <p14:xfrm>
                <a:off x="7869198" y="3925295"/>
                <a:ext cx="87840" cy="2764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5FF6FF4-BDD5-A409-C4B9-9418E3AD2D65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851558" y="3907655"/>
                  <a:ext cx="123480" cy="31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01FC0F29-EB15-4675-53C9-C927596597D1}"/>
              </a:ext>
            </a:extLst>
          </p:cNvPr>
          <p:cNvGrpSpPr/>
          <p:nvPr/>
        </p:nvGrpSpPr>
        <p:grpSpPr>
          <a:xfrm>
            <a:off x="8358078" y="3953015"/>
            <a:ext cx="311400" cy="268920"/>
            <a:chOff x="8358078" y="3953015"/>
            <a:chExt cx="311400" cy="26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4C6AE15-4CF2-7BD8-752D-C93582AC4FDA}"/>
                    </a:ext>
                  </a:extLst>
                </p14:cNvPr>
                <p14:cNvContentPartPr/>
                <p14:nvPr/>
              </p14:nvContentPartPr>
              <p14:xfrm>
                <a:off x="8413518" y="3953015"/>
                <a:ext cx="54000" cy="2689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4C6AE15-4CF2-7BD8-752D-C93582AC4FDA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395878" y="3935015"/>
                  <a:ext cx="8964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6376F58-0BC3-4BE1-26B4-D13379CAE14B}"/>
                    </a:ext>
                  </a:extLst>
                </p14:cNvPr>
                <p14:cNvContentPartPr/>
                <p14:nvPr/>
              </p14:nvContentPartPr>
              <p14:xfrm>
                <a:off x="8358078" y="4020335"/>
                <a:ext cx="311400" cy="1123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6376F58-0BC3-4BE1-26B4-D13379CAE14B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340438" y="4002695"/>
                  <a:ext cx="347040" cy="14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9FED7EE8-7724-1298-8D2C-86B7F609543F}"/>
              </a:ext>
            </a:extLst>
          </p:cNvPr>
          <p:cNvGrpSpPr/>
          <p:nvPr/>
        </p:nvGrpSpPr>
        <p:grpSpPr>
          <a:xfrm>
            <a:off x="9022278" y="3900095"/>
            <a:ext cx="955080" cy="333360"/>
            <a:chOff x="9022278" y="3900095"/>
            <a:chExt cx="955080" cy="33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66E9D9A-EEF5-061C-5376-F757E6F197B4}"/>
                    </a:ext>
                  </a:extLst>
                </p14:cNvPr>
                <p14:cNvContentPartPr/>
                <p14:nvPr/>
              </p14:nvContentPartPr>
              <p14:xfrm>
                <a:off x="9022278" y="3900095"/>
                <a:ext cx="321480" cy="2311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66E9D9A-EEF5-061C-5376-F757E6F197B4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004278" y="3882455"/>
                  <a:ext cx="35712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F4C6676-5B32-C9DF-E3EB-B1A83B60D482}"/>
                    </a:ext>
                  </a:extLst>
                </p14:cNvPr>
                <p14:cNvContentPartPr/>
                <p14:nvPr/>
              </p14:nvContentPartPr>
              <p14:xfrm>
                <a:off x="9416838" y="3991175"/>
                <a:ext cx="347760" cy="1090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F4C6676-5B32-C9DF-E3EB-B1A83B60D482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399198" y="3973175"/>
                  <a:ext cx="3834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84444E8-6C45-B5BA-3F3D-14AE97C7A6C7}"/>
                    </a:ext>
                  </a:extLst>
                </p14:cNvPr>
                <p14:cNvContentPartPr/>
                <p14:nvPr/>
              </p14:nvContentPartPr>
              <p14:xfrm>
                <a:off x="9856398" y="3955895"/>
                <a:ext cx="120960" cy="2775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84444E8-6C45-B5BA-3F3D-14AE97C7A6C7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838758" y="3938255"/>
                  <a:ext cx="156600" cy="31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E6AF3424-6398-EE9D-6CC4-023F361E72EC}"/>
              </a:ext>
            </a:extLst>
          </p:cNvPr>
          <p:cNvGrpSpPr/>
          <p:nvPr/>
        </p:nvGrpSpPr>
        <p:grpSpPr>
          <a:xfrm>
            <a:off x="10335558" y="3769055"/>
            <a:ext cx="879840" cy="328320"/>
            <a:chOff x="10335558" y="3769055"/>
            <a:chExt cx="879840" cy="32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1C3BE39-E899-7B1F-63C7-86F8F00A0CDF}"/>
                    </a:ext>
                  </a:extLst>
                </p14:cNvPr>
                <p14:cNvContentPartPr/>
                <p14:nvPr/>
              </p14:nvContentPartPr>
              <p14:xfrm>
                <a:off x="10335558" y="3844655"/>
                <a:ext cx="17640" cy="2080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1C3BE39-E899-7B1F-63C7-86F8F00A0CDF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317918" y="3826655"/>
                  <a:ext cx="5328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DADA31C-1F24-CC0F-D97A-FDE4ABA87902}"/>
                    </a:ext>
                  </a:extLst>
                </p14:cNvPr>
                <p14:cNvContentPartPr/>
                <p14:nvPr/>
              </p14:nvContentPartPr>
              <p14:xfrm>
                <a:off x="10433478" y="3872375"/>
                <a:ext cx="59040" cy="1659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DADA31C-1F24-CC0F-D97A-FDE4ABA87902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415838" y="3854375"/>
                  <a:ext cx="946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7F3DC0A-02AB-0E18-1423-33A3262572BF}"/>
                    </a:ext>
                  </a:extLst>
                </p14:cNvPr>
                <p14:cNvContentPartPr/>
                <p14:nvPr/>
              </p14:nvContentPartPr>
              <p14:xfrm>
                <a:off x="10572438" y="3782735"/>
                <a:ext cx="371160" cy="3146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7F3DC0A-02AB-0E18-1423-33A3262572BF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0554438" y="3764735"/>
                  <a:ext cx="40680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08467E5-F037-E8D1-B2F0-44E44A2325DE}"/>
                    </a:ext>
                  </a:extLst>
                </p14:cNvPr>
                <p14:cNvContentPartPr/>
                <p14:nvPr/>
              </p14:nvContentPartPr>
              <p14:xfrm>
                <a:off x="11035038" y="3769055"/>
                <a:ext cx="180360" cy="2120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08467E5-F037-E8D1-B2F0-44E44A2325D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1017398" y="3751055"/>
                  <a:ext cx="216000" cy="24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168F7687-3D87-A31A-3F6B-EB8EE9ABE09E}"/>
              </a:ext>
            </a:extLst>
          </p:cNvPr>
          <p:cNvGrpSpPr/>
          <p:nvPr/>
        </p:nvGrpSpPr>
        <p:grpSpPr>
          <a:xfrm>
            <a:off x="4878678" y="4499495"/>
            <a:ext cx="1779120" cy="342000"/>
            <a:chOff x="4878678" y="4499495"/>
            <a:chExt cx="1779120" cy="34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3C82E07-1A2C-6AE4-2F2E-FBD43314CF92}"/>
                    </a:ext>
                  </a:extLst>
                </p14:cNvPr>
                <p14:cNvContentPartPr/>
                <p14:nvPr/>
              </p14:nvContentPartPr>
              <p14:xfrm>
                <a:off x="4907838" y="4693535"/>
                <a:ext cx="14040" cy="1479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3C82E07-1A2C-6AE4-2F2E-FBD43314CF92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889838" y="4675535"/>
                  <a:ext cx="496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033E093-59D8-938E-1AA9-ADE408A3CDD2}"/>
                    </a:ext>
                  </a:extLst>
                </p14:cNvPr>
                <p14:cNvContentPartPr/>
                <p14:nvPr/>
              </p14:nvContentPartPr>
              <p14:xfrm>
                <a:off x="4878678" y="4586615"/>
                <a:ext cx="26280" cy="392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033E093-59D8-938E-1AA9-ADE408A3CDD2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860678" y="4568615"/>
                  <a:ext cx="6192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54C3F54-4A38-D8E5-1B88-877F76FEAE84}"/>
                    </a:ext>
                  </a:extLst>
                </p14:cNvPr>
                <p14:cNvContentPartPr/>
                <p14:nvPr/>
              </p14:nvContentPartPr>
              <p14:xfrm>
                <a:off x="5034918" y="4692815"/>
                <a:ext cx="137160" cy="885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54C3F54-4A38-D8E5-1B88-877F76FEAE84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017278" y="4675175"/>
                  <a:ext cx="1728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BB4B317-624A-0AB7-42CB-4ABB4B8305EB}"/>
                    </a:ext>
                  </a:extLst>
                </p14:cNvPr>
                <p14:cNvContentPartPr/>
                <p14:nvPr/>
              </p14:nvContentPartPr>
              <p14:xfrm>
                <a:off x="5298798" y="4579415"/>
                <a:ext cx="83520" cy="1994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BB4B317-624A-0AB7-42CB-4ABB4B8305EB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281158" y="4561775"/>
                  <a:ext cx="1191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E97232E-10EC-6F5F-C9F4-388E29A2227D}"/>
                    </a:ext>
                  </a:extLst>
                </p14:cNvPr>
                <p14:cNvContentPartPr/>
                <p14:nvPr/>
              </p14:nvContentPartPr>
              <p14:xfrm>
                <a:off x="5487798" y="4642415"/>
                <a:ext cx="100440" cy="1260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E97232E-10EC-6F5F-C9F4-388E29A2227D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469798" y="4624775"/>
                  <a:ext cx="13608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6B16F89-E846-1B2A-ED2E-7D13065C5FB5}"/>
                    </a:ext>
                  </a:extLst>
                </p14:cNvPr>
                <p14:cNvContentPartPr/>
                <p14:nvPr/>
              </p14:nvContentPartPr>
              <p14:xfrm>
                <a:off x="5705238" y="4635575"/>
                <a:ext cx="155160" cy="1076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6B16F89-E846-1B2A-ED2E-7D13065C5FB5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687238" y="4617575"/>
                  <a:ext cx="19080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9CA1F0B-3970-F9EE-1F23-1BC2CC3F636E}"/>
                    </a:ext>
                  </a:extLst>
                </p14:cNvPr>
                <p14:cNvContentPartPr/>
                <p14:nvPr/>
              </p14:nvContentPartPr>
              <p14:xfrm>
                <a:off x="5971278" y="4613255"/>
                <a:ext cx="100440" cy="1594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9CA1F0B-3970-F9EE-1F23-1BC2CC3F636E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953278" y="4595615"/>
                  <a:ext cx="1360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2B25EE3-8F2E-25D7-29A6-AE24C8B7BA43}"/>
                    </a:ext>
                  </a:extLst>
                </p14:cNvPr>
                <p14:cNvContentPartPr/>
                <p14:nvPr/>
              </p14:nvContentPartPr>
              <p14:xfrm>
                <a:off x="6128598" y="4518935"/>
                <a:ext cx="45000" cy="2088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2B25EE3-8F2E-25D7-29A6-AE24C8B7BA4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6110958" y="4500935"/>
                  <a:ext cx="8064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1FD8C86-19FE-3C0F-7CBC-FC5D83248AED}"/>
                    </a:ext>
                  </a:extLst>
                </p14:cNvPr>
                <p14:cNvContentPartPr/>
                <p14:nvPr/>
              </p14:nvContentPartPr>
              <p14:xfrm>
                <a:off x="6313998" y="4499495"/>
                <a:ext cx="91440" cy="2372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1FD8C86-19FE-3C0F-7CBC-FC5D83248AED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6296358" y="4481855"/>
                  <a:ext cx="12708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9F138EE-9A1F-E00A-58C4-46C8BF5DD3A7}"/>
                    </a:ext>
                  </a:extLst>
                </p14:cNvPr>
                <p14:cNvContentPartPr/>
                <p14:nvPr/>
              </p14:nvContentPartPr>
              <p14:xfrm>
                <a:off x="6518478" y="4597775"/>
                <a:ext cx="139320" cy="2206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9F138EE-9A1F-E00A-58C4-46C8BF5DD3A7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500478" y="4579775"/>
                  <a:ext cx="174960" cy="25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9A14656-9962-14A2-F2F8-10BBC3E79E1A}"/>
              </a:ext>
            </a:extLst>
          </p:cNvPr>
          <p:cNvGrpSpPr/>
          <p:nvPr/>
        </p:nvGrpSpPr>
        <p:grpSpPr>
          <a:xfrm>
            <a:off x="3216558" y="3398615"/>
            <a:ext cx="2008440" cy="463320"/>
            <a:chOff x="3216558" y="3398615"/>
            <a:chExt cx="2008440" cy="46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4785B8A-EF3E-89C8-C105-68CE2F350703}"/>
                    </a:ext>
                  </a:extLst>
                </p14:cNvPr>
                <p14:cNvContentPartPr/>
                <p14:nvPr/>
              </p14:nvContentPartPr>
              <p14:xfrm>
                <a:off x="3216558" y="3599855"/>
                <a:ext cx="438480" cy="28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4785B8A-EF3E-89C8-C105-68CE2F350703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198918" y="3581855"/>
                  <a:ext cx="47412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9BF967E-CA2C-433B-8D5B-C623FCF395B6}"/>
                    </a:ext>
                  </a:extLst>
                </p14:cNvPr>
                <p14:cNvContentPartPr/>
                <p14:nvPr/>
              </p14:nvContentPartPr>
              <p14:xfrm>
                <a:off x="3543798" y="3539375"/>
                <a:ext cx="117000" cy="1400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9BF967E-CA2C-433B-8D5B-C623FCF395B6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525798" y="3521735"/>
                  <a:ext cx="15264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732FA68-B4C3-60F8-B534-3EDA2CBC63F0}"/>
                    </a:ext>
                  </a:extLst>
                </p14:cNvPr>
                <p14:cNvContentPartPr/>
                <p14:nvPr/>
              </p14:nvContentPartPr>
              <p14:xfrm>
                <a:off x="3994878" y="3483935"/>
                <a:ext cx="266040" cy="464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732FA68-B4C3-60F8-B534-3EDA2CBC63F0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3977238" y="3465935"/>
                  <a:ext cx="3016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C1161E1-3D2B-FD23-0A42-513B4724A595}"/>
                    </a:ext>
                  </a:extLst>
                </p14:cNvPr>
                <p14:cNvContentPartPr/>
                <p14:nvPr/>
              </p14:nvContentPartPr>
              <p14:xfrm>
                <a:off x="4190718" y="3482855"/>
                <a:ext cx="27720" cy="2667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C1161E1-3D2B-FD23-0A42-513B4724A595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4172718" y="3464855"/>
                  <a:ext cx="6336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1627322-57BC-BB89-C773-5AEE1837A91F}"/>
                    </a:ext>
                  </a:extLst>
                </p14:cNvPr>
                <p14:cNvContentPartPr/>
                <p14:nvPr/>
              </p14:nvContentPartPr>
              <p14:xfrm>
                <a:off x="4354158" y="3546935"/>
                <a:ext cx="80640" cy="1594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1627322-57BC-BB89-C773-5AEE1837A91F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336518" y="3528935"/>
                  <a:ext cx="1162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0A35780-550D-9837-206B-7BF5652A1E87}"/>
                    </a:ext>
                  </a:extLst>
                </p14:cNvPr>
                <p14:cNvContentPartPr/>
                <p14:nvPr/>
              </p14:nvContentPartPr>
              <p14:xfrm>
                <a:off x="4521918" y="3469895"/>
                <a:ext cx="42840" cy="2080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0A35780-550D-9837-206B-7BF5652A1E87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503918" y="3451895"/>
                  <a:ext cx="7848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B7E0988-73FB-13E0-BDD1-35DFEE5E55B5}"/>
                    </a:ext>
                  </a:extLst>
                </p14:cNvPr>
                <p14:cNvContentPartPr/>
                <p14:nvPr/>
              </p14:nvContentPartPr>
              <p14:xfrm>
                <a:off x="4661958" y="3526775"/>
                <a:ext cx="115200" cy="1969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B7E0988-73FB-13E0-BDD1-35DFEE5E55B5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643958" y="3509135"/>
                  <a:ext cx="15084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C0FD9FD-B0A2-8582-CCCE-1E7256C39D13}"/>
                    </a:ext>
                  </a:extLst>
                </p14:cNvPr>
                <p14:cNvContentPartPr/>
                <p14:nvPr/>
              </p14:nvContentPartPr>
              <p14:xfrm>
                <a:off x="4858158" y="3550175"/>
                <a:ext cx="88200" cy="1278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C0FD9FD-B0A2-8582-CCCE-1E7256C39D13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4840158" y="3532535"/>
                  <a:ext cx="12384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18F4839-8BA0-D25C-1078-26E85B9B695A}"/>
                    </a:ext>
                  </a:extLst>
                </p14:cNvPr>
                <p14:cNvContentPartPr/>
                <p14:nvPr/>
              </p14:nvContentPartPr>
              <p14:xfrm>
                <a:off x="5039238" y="3499055"/>
                <a:ext cx="185760" cy="1594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18F4839-8BA0-D25C-1078-26E85B9B695A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021598" y="3481055"/>
                  <a:ext cx="2214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5BEE201-6B32-5D58-1F2D-420FD25C8CB5}"/>
                    </a:ext>
                  </a:extLst>
                </p14:cNvPr>
                <p14:cNvContentPartPr/>
                <p14:nvPr/>
              </p14:nvContentPartPr>
              <p14:xfrm>
                <a:off x="3869958" y="3548375"/>
                <a:ext cx="34200" cy="1425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5BEE201-6B32-5D58-1F2D-420FD25C8CB5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3852318" y="3530375"/>
                  <a:ext cx="6984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885A961-A0CC-C64A-A2D5-D296B9303280}"/>
                    </a:ext>
                  </a:extLst>
                </p14:cNvPr>
                <p14:cNvContentPartPr/>
                <p14:nvPr/>
              </p14:nvContentPartPr>
              <p14:xfrm>
                <a:off x="3756918" y="3398615"/>
                <a:ext cx="272520" cy="4633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885A961-A0CC-C64A-A2D5-D296B9303280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3739278" y="3380975"/>
                  <a:ext cx="308160" cy="49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0E016C3A-7C6A-DA19-0352-FCA772B59B73}"/>
              </a:ext>
            </a:extLst>
          </p:cNvPr>
          <p:cNvGrpSpPr/>
          <p:nvPr/>
        </p:nvGrpSpPr>
        <p:grpSpPr>
          <a:xfrm>
            <a:off x="3654678" y="4051295"/>
            <a:ext cx="306000" cy="484560"/>
            <a:chOff x="3654678" y="4051295"/>
            <a:chExt cx="306000" cy="48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6109083-772A-8758-18E8-915160D5C931}"/>
                    </a:ext>
                  </a:extLst>
                </p14:cNvPr>
                <p14:cNvContentPartPr/>
                <p14:nvPr/>
              </p14:nvContentPartPr>
              <p14:xfrm>
                <a:off x="3779598" y="4190615"/>
                <a:ext cx="181080" cy="1407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6109083-772A-8758-18E8-915160D5C931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3761598" y="4172615"/>
                  <a:ext cx="2167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8F6C4BF-4B1C-B0C2-2D0D-208D4A0216B1}"/>
                    </a:ext>
                  </a:extLst>
                </p14:cNvPr>
                <p14:cNvContentPartPr/>
                <p14:nvPr/>
              </p14:nvContentPartPr>
              <p14:xfrm>
                <a:off x="3654678" y="4051295"/>
                <a:ext cx="281160" cy="4845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8F6C4BF-4B1C-B0C2-2D0D-208D4A0216B1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3637038" y="4033295"/>
                  <a:ext cx="316800" cy="52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F623CC45-F0EB-443A-3677-ACC98B512B54}"/>
              </a:ext>
            </a:extLst>
          </p:cNvPr>
          <p:cNvGrpSpPr/>
          <p:nvPr/>
        </p:nvGrpSpPr>
        <p:grpSpPr>
          <a:xfrm>
            <a:off x="1242678" y="5028335"/>
            <a:ext cx="479160" cy="381600"/>
            <a:chOff x="1242678" y="5028335"/>
            <a:chExt cx="479160" cy="38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43881DF-02E2-DB03-3C2A-F6A92AD63C7A}"/>
                    </a:ext>
                  </a:extLst>
                </p14:cNvPr>
                <p14:cNvContentPartPr/>
                <p14:nvPr/>
              </p14:nvContentPartPr>
              <p14:xfrm>
                <a:off x="1278318" y="5028335"/>
                <a:ext cx="33120" cy="3816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43881DF-02E2-DB03-3C2A-F6A92AD63C7A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260678" y="5010335"/>
                  <a:ext cx="6876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367B6E0-4011-72AD-E142-E07A5154BCA1}"/>
                    </a:ext>
                  </a:extLst>
                </p14:cNvPr>
                <p14:cNvContentPartPr/>
                <p14:nvPr/>
              </p14:nvContentPartPr>
              <p14:xfrm>
                <a:off x="1242678" y="5065415"/>
                <a:ext cx="195480" cy="1828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367B6E0-4011-72AD-E142-E07A5154BCA1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224678" y="5047775"/>
                  <a:ext cx="2311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1472C4D-C079-F436-D35F-A88BE98CF3C8}"/>
                    </a:ext>
                  </a:extLst>
                </p14:cNvPr>
                <p14:cNvContentPartPr/>
                <p14:nvPr/>
              </p14:nvContentPartPr>
              <p14:xfrm>
                <a:off x="1573518" y="5038415"/>
                <a:ext cx="11160" cy="3495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1472C4D-C079-F436-D35F-A88BE98CF3C8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555518" y="5020415"/>
                  <a:ext cx="4680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C81A2C4-871C-E9C7-D4A7-3FF196349DFB}"/>
                    </a:ext>
                  </a:extLst>
                </p14:cNvPr>
                <p14:cNvContentPartPr/>
                <p14:nvPr/>
              </p14:nvContentPartPr>
              <p14:xfrm>
                <a:off x="1568838" y="5062895"/>
                <a:ext cx="153000" cy="2728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C81A2C4-871C-E9C7-D4A7-3FF196349DFB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551198" y="5045255"/>
                  <a:ext cx="188640" cy="30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3DB90E60-3D46-408B-841F-82F37058838B}"/>
              </a:ext>
            </a:extLst>
          </p:cNvPr>
          <p:cNvGrpSpPr/>
          <p:nvPr/>
        </p:nvGrpSpPr>
        <p:grpSpPr>
          <a:xfrm>
            <a:off x="2066358" y="4985495"/>
            <a:ext cx="1141920" cy="360360"/>
            <a:chOff x="2066358" y="4985495"/>
            <a:chExt cx="1141920" cy="36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C517A1C-883A-755D-55C5-616B4C69C59A}"/>
                    </a:ext>
                  </a:extLst>
                </p14:cNvPr>
                <p14:cNvContentPartPr/>
                <p14:nvPr/>
              </p14:nvContentPartPr>
              <p14:xfrm>
                <a:off x="2066358" y="5150375"/>
                <a:ext cx="205920" cy="1540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C517A1C-883A-755D-55C5-616B4C69C59A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2048718" y="5132735"/>
                  <a:ext cx="2415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CB3F671-9533-AD0E-FB31-3FD9B47FAE20}"/>
                    </a:ext>
                  </a:extLst>
                </p14:cNvPr>
                <p14:cNvContentPartPr/>
                <p14:nvPr/>
              </p14:nvContentPartPr>
              <p14:xfrm>
                <a:off x="2216118" y="5034455"/>
                <a:ext cx="61560" cy="482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CB3F671-9533-AD0E-FB31-3FD9B47FAE20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2198478" y="5016455"/>
                  <a:ext cx="972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763976F7-C3DA-AA77-D1E0-A0D8C92684DC}"/>
                    </a:ext>
                  </a:extLst>
                </p14:cNvPr>
                <p14:cNvContentPartPr/>
                <p14:nvPr/>
              </p14:nvContentPartPr>
              <p14:xfrm>
                <a:off x="2363718" y="5131655"/>
                <a:ext cx="73440" cy="684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763976F7-C3DA-AA77-D1E0-A0D8C92684DC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2345718" y="5113655"/>
                  <a:ext cx="1090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00A1E64-8C10-0D9F-9A81-C2F4716DFB88}"/>
                    </a:ext>
                  </a:extLst>
                </p14:cNvPr>
                <p14:cNvContentPartPr/>
                <p14:nvPr/>
              </p14:nvContentPartPr>
              <p14:xfrm>
                <a:off x="2557758" y="5112935"/>
                <a:ext cx="290880" cy="1368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00A1E64-8C10-0D9F-9A81-C2F4716DFB88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2539758" y="5095295"/>
                  <a:ext cx="3265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4FFD8C4-4954-F0FB-412D-A78C4209EE78}"/>
                    </a:ext>
                  </a:extLst>
                </p14:cNvPr>
                <p14:cNvContentPartPr/>
                <p14:nvPr/>
              </p14:nvContentPartPr>
              <p14:xfrm>
                <a:off x="2948358" y="5133815"/>
                <a:ext cx="40320" cy="1389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4FFD8C4-4954-F0FB-412D-A78C4209EE78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2930358" y="5116175"/>
                  <a:ext cx="759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5FBC2E0D-8939-7EB2-C8C6-E91FF0FCAEA5}"/>
                    </a:ext>
                  </a:extLst>
                </p14:cNvPr>
                <p14:cNvContentPartPr/>
                <p14:nvPr/>
              </p14:nvContentPartPr>
              <p14:xfrm>
                <a:off x="2934318" y="4985495"/>
                <a:ext cx="23760" cy="482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5FBC2E0D-8939-7EB2-C8C6-E91FF0FCAEA5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2916318" y="4967855"/>
                  <a:ext cx="594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D177ED8-25FA-1D94-8FFB-046ECBB4BC28}"/>
                    </a:ext>
                  </a:extLst>
                </p14:cNvPr>
                <p14:cNvContentPartPr/>
                <p14:nvPr/>
              </p14:nvContentPartPr>
              <p14:xfrm>
                <a:off x="3070758" y="5060375"/>
                <a:ext cx="137520" cy="2854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D177ED8-25FA-1D94-8FFB-046ECBB4BC28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3053118" y="5042375"/>
                  <a:ext cx="173160" cy="32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1AB4216D-FC0F-FFC7-8CF1-0670E382D7CB}"/>
              </a:ext>
            </a:extLst>
          </p:cNvPr>
          <p:cNvGrpSpPr/>
          <p:nvPr/>
        </p:nvGrpSpPr>
        <p:grpSpPr>
          <a:xfrm>
            <a:off x="3715518" y="4897655"/>
            <a:ext cx="502560" cy="584280"/>
            <a:chOff x="3715518" y="4897655"/>
            <a:chExt cx="502560" cy="58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F6CC73A9-B9A4-204A-1CEA-FF4B0BF14F06}"/>
                    </a:ext>
                  </a:extLst>
                </p14:cNvPr>
                <p14:cNvContentPartPr/>
                <p14:nvPr/>
              </p14:nvContentPartPr>
              <p14:xfrm>
                <a:off x="3909918" y="5088815"/>
                <a:ext cx="47160" cy="1918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F6CC73A9-B9A4-204A-1CEA-FF4B0BF14F06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3892278" y="5071175"/>
                  <a:ext cx="828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612FCF65-6CFA-C2ED-5FD4-874A9DFB8534}"/>
                    </a:ext>
                  </a:extLst>
                </p14:cNvPr>
                <p14:cNvContentPartPr/>
                <p14:nvPr/>
              </p14:nvContentPartPr>
              <p14:xfrm>
                <a:off x="3715518" y="4897655"/>
                <a:ext cx="502560" cy="5842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612FCF65-6CFA-C2ED-5FD4-874A9DFB8534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3697518" y="4879655"/>
                  <a:ext cx="538200" cy="61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19B84D6F-26E1-27DB-C491-667A2C8AADD9}"/>
              </a:ext>
            </a:extLst>
          </p:cNvPr>
          <p:cNvGrpSpPr/>
          <p:nvPr/>
        </p:nvGrpSpPr>
        <p:grpSpPr>
          <a:xfrm>
            <a:off x="4518678" y="5042735"/>
            <a:ext cx="1475640" cy="398160"/>
            <a:chOff x="4518678" y="5042735"/>
            <a:chExt cx="1475640" cy="39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C0F26E6-BFDD-F61E-9DE7-8307A1E46E57}"/>
                    </a:ext>
                  </a:extLst>
                </p14:cNvPr>
                <p14:cNvContentPartPr/>
                <p14:nvPr/>
              </p14:nvContentPartPr>
              <p14:xfrm>
                <a:off x="4584558" y="5042735"/>
                <a:ext cx="46080" cy="3830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C0F26E6-BFDD-F61E-9DE7-8307A1E46E57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4566558" y="5025095"/>
                  <a:ext cx="8172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61D7D6D-C9D3-1B88-4944-264A5EE3BB8C}"/>
                    </a:ext>
                  </a:extLst>
                </p14:cNvPr>
                <p14:cNvContentPartPr/>
                <p14:nvPr/>
              </p14:nvContentPartPr>
              <p14:xfrm>
                <a:off x="4518678" y="5073335"/>
                <a:ext cx="163440" cy="2926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61D7D6D-C9D3-1B88-4944-264A5EE3BB8C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4500678" y="5055695"/>
                  <a:ext cx="19908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DC557B57-20CE-3531-530A-0F68E5E24CF3}"/>
                    </a:ext>
                  </a:extLst>
                </p14:cNvPr>
                <p14:cNvContentPartPr/>
                <p14:nvPr/>
              </p14:nvContentPartPr>
              <p14:xfrm>
                <a:off x="4543518" y="5224535"/>
                <a:ext cx="84960" cy="219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DC557B57-20CE-3531-530A-0F68E5E24CF3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4525518" y="5206895"/>
                  <a:ext cx="1206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7550768C-09B7-68D9-F109-2717FB41E8FF}"/>
                    </a:ext>
                  </a:extLst>
                </p14:cNvPr>
                <p14:cNvContentPartPr/>
                <p14:nvPr/>
              </p14:nvContentPartPr>
              <p14:xfrm>
                <a:off x="4781478" y="5194295"/>
                <a:ext cx="230040" cy="1263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550768C-09B7-68D9-F109-2717FB41E8FF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4763478" y="5176655"/>
                  <a:ext cx="2656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B03F244E-AF80-237A-75B0-B69B318465E8}"/>
                    </a:ext>
                  </a:extLst>
                </p14:cNvPr>
                <p14:cNvContentPartPr/>
                <p14:nvPr/>
              </p14:nvContentPartPr>
              <p14:xfrm>
                <a:off x="5088198" y="5188895"/>
                <a:ext cx="37080" cy="302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B03F244E-AF80-237A-75B0-B69B318465E8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5070198" y="5170895"/>
                  <a:ext cx="727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5A7E013-A619-D56D-24C4-9472FC81059C}"/>
                    </a:ext>
                  </a:extLst>
                </p14:cNvPr>
                <p14:cNvContentPartPr/>
                <p14:nvPr/>
              </p14:nvContentPartPr>
              <p14:xfrm>
                <a:off x="5118798" y="5172335"/>
                <a:ext cx="124200" cy="2685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5A7E013-A619-D56D-24C4-9472FC81059C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5100798" y="5154335"/>
                  <a:ext cx="15984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39DFB160-E33B-CE01-C5AD-D5C615ABE1DA}"/>
                    </a:ext>
                  </a:extLst>
                </p14:cNvPr>
                <p14:cNvContentPartPr/>
                <p14:nvPr/>
              </p14:nvContentPartPr>
              <p14:xfrm>
                <a:off x="5321838" y="5103575"/>
                <a:ext cx="67680" cy="2059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39DFB160-E33B-CE01-C5AD-D5C615ABE1DA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5304198" y="5085575"/>
                  <a:ext cx="1033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10B9894-06C1-A868-8211-7AB1D9A428E0}"/>
                    </a:ext>
                  </a:extLst>
                </p14:cNvPr>
                <p14:cNvContentPartPr/>
                <p14:nvPr/>
              </p14:nvContentPartPr>
              <p14:xfrm>
                <a:off x="5442798" y="5066855"/>
                <a:ext cx="60840" cy="2548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10B9894-06C1-A868-8211-7AB1D9A428E0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5424798" y="5048855"/>
                  <a:ext cx="9648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06F7F2F-24EC-918A-7EF5-8F05D93D8542}"/>
                    </a:ext>
                  </a:extLst>
                </p14:cNvPr>
                <p14:cNvContentPartPr/>
                <p14:nvPr/>
              </p14:nvContentPartPr>
              <p14:xfrm>
                <a:off x="5622078" y="5073335"/>
                <a:ext cx="74880" cy="3333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06F7F2F-24EC-918A-7EF5-8F05D93D8542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5604078" y="5055695"/>
                  <a:ext cx="11052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C9BA7DC5-FD8A-94D4-7739-C260F87F5320}"/>
                    </a:ext>
                  </a:extLst>
                </p14:cNvPr>
                <p14:cNvContentPartPr/>
                <p14:nvPr/>
              </p14:nvContentPartPr>
              <p14:xfrm>
                <a:off x="5571678" y="5139215"/>
                <a:ext cx="422640" cy="2833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C9BA7DC5-FD8A-94D4-7739-C260F87F5320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5554038" y="5121575"/>
                  <a:ext cx="458280" cy="31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640C84A2-BDE8-B19E-6C86-D5DD5882F580}"/>
              </a:ext>
            </a:extLst>
          </p:cNvPr>
          <p:cNvGrpSpPr/>
          <p:nvPr/>
        </p:nvGrpSpPr>
        <p:grpSpPr>
          <a:xfrm>
            <a:off x="6317958" y="5004215"/>
            <a:ext cx="1643040" cy="533520"/>
            <a:chOff x="6317958" y="5004215"/>
            <a:chExt cx="1643040" cy="53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2E8BCD9-73F9-E4E6-7829-D024B2E294AB}"/>
                    </a:ext>
                  </a:extLst>
                </p14:cNvPr>
                <p14:cNvContentPartPr/>
                <p14:nvPr/>
              </p14:nvContentPartPr>
              <p14:xfrm>
                <a:off x="6471678" y="5071535"/>
                <a:ext cx="35280" cy="3398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2E8BCD9-73F9-E4E6-7829-D024B2E294AB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6454038" y="5053535"/>
                  <a:ext cx="7092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C25F973D-6E82-8554-D5A6-F1ACB5502657}"/>
                    </a:ext>
                  </a:extLst>
                </p14:cNvPr>
                <p14:cNvContentPartPr/>
                <p14:nvPr/>
              </p14:nvContentPartPr>
              <p14:xfrm>
                <a:off x="6472398" y="5097455"/>
                <a:ext cx="157320" cy="2491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C25F973D-6E82-8554-D5A6-F1ACB5502657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454398" y="5079815"/>
                  <a:ext cx="19296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28ED353-47FB-047B-2203-D4187CC6E68D}"/>
                    </a:ext>
                  </a:extLst>
                </p14:cNvPr>
                <p14:cNvContentPartPr/>
                <p14:nvPr/>
              </p14:nvContentPartPr>
              <p14:xfrm>
                <a:off x="6503718" y="5261975"/>
                <a:ext cx="137160" cy="529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28ED353-47FB-047B-2203-D4187CC6E68D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6486078" y="5244335"/>
                  <a:ext cx="1728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43126917-933A-92BD-4D42-AFDAB3398652}"/>
                    </a:ext>
                  </a:extLst>
                </p14:cNvPr>
                <p14:cNvContentPartPr/>
                <p14:nvPr/>
              </p14:nvContentPartPr>
              <p14:xfrm>
                <a:off x="6719718" y="5103215"/>
                <a:ext cx="357480" cy="2354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43126917-933A-92BD-4D42-AFDAB3398652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6701718" y="5085575"/>
                  <a:ext cx="39312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AF4D48F-E4E1-8874-BFBB-A4BB9CE4D0A0}"/>
                    </a:ext>
                  </a:extLst>
                </p14:cNvPr>
                <p14:cNvContentPartPr/>
                <p14:nvPr/>
              </p14:nvContentPartPr>
              <p14:xfrm>
                <a:off x="6989718" y="5078015"/>
                <a:ext cx="223920" cy="2728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AF4D48F-E4E1-8874-BFBB-A4BB9CE4D0A0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6972078" y="5060375"/>
                  <a:ext cx="25956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C43FFE94-EFE9-FF97-F88D-B2C10A1A766B}"/>
                    </a:ext>
                  </a:extLst>
                </p14:cNvPr>
                <p14:cNvContentPartPr/>
                <p14:nvPr/>
              </p14:nvContentPartPr>
              <p14:xfrm>
                <a:off x="7171518" y="5147855"/>
                <a:ext cx="188640" cy="2494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C43FFE94-EFE9-FF97-F88D-B2C10A1A766B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7153878" y="5129855"/>
                  <a:ext cx="22428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3C5ED87C-22A7-7ACE-62DE-E7C218AA0CFA}"/>
                    </a:ext>
                  </a:extLst>
                </p14:cNvPr>
                <p14:cNvContentPartPr/>
                <p14:nvPr/>
              </p14:nvContentPartPr>
              <p14:xfrm>
                <a:off x="7467078" y="5148215"/>
                <a:ext cx="216720" cy="2552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C5ED87C-22A7-7ACE-62DE-E7C218AA0CFA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7449078" y="5130575"/>
                  <a:ext cx="25236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E59DDA9A-ED64-2CB8-E916-7EFDDCEBC21F}"/>
                    </a:ext>
                  </a:extLst>
                </p14:cNvPr>
                <p14:cNvContentPartPr/>
                <p14:nvPr/>
              </p14:nvContentPartPr>
              <p14:xfrm>
                <a:off x="6317958" y="5009255"/>
                <a:ext cx="254160" cy="5284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E59DDA9A-ED64-2CB8-E916-7EFDDCEBC21F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300318" y="4991255"/>
                  <a:ext cx="289800" cy="56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F56804C-AFDB-5D7D-0D9D-C1DDD61189D5}"/>
                    </a:ext>
                  </a:extLst>
                </p14:cNvPr>
                <p14:cNvContentPartPr/>
                <p14:nvPr/>
              </p14:nvContentPartPr>
              <p14:xfrm>
                <a:off x="7696038" y="5004215"/>
                <a:ext cx="264960" cy="4507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F56804C-AFDB-5D7D-0D9D-C1DDD61189D5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7678398" y="4986575"/>
                  <a:ext cx="300600" cy="48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7861FAE1-3FD7-2AC9-D953-B8BCF58D72CF}"/>
              </a:ext>
            </a:extLst>
          </p:cNvPr>
          <p:cNvGrpSpPr/>
          <p:nvPr/>
        </p:nvGrpSpPr>
        <p:grpSpPr>
          <a:xfrm>
            <a:off x="3899118" y="5539175"/>
            <a:ext cx="413280" cy="435600"/>
            <a:chOff x="3899118" y="5539175"/>
            <a:chExt cx="413280" cy="43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7B8AC373-4D8C-A0B0-5D2B-F5444510F61F}"/>
                    </a:ext>
                  </a:extLst>
                </p14:cNvPr>
                <p14:cNvContentPartPr/>
                <p14:nvPr/>
              </p14:nvContentPartPr>
              <p14:xfrm>
                <a:off x="3998118" y="5669495"/>
                <a:ext cx="167760" cy="1692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7B8AC373-4D8C-A0B0-5D2B-F5444510F61F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3980118" y="5651495"/>
                  <a:ext cx="2034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67196772-BAB4-17FA-D703-CDAABB5BBA47}"/>
                    </a:ext>
                  </a:extLst>
                </p14:cNvPr>
                <p14:cNvContentPartPr/>
                <p14:nvPr/>
              </p14:nvContentPartPr>
              <p14:xfrm>
                <a:off x="3899118" y="5539175"/>
                <a:ext cx="413280" cy="4356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67196772-BAB4-17FA-D703-CDAABB5BBA47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3881118" y="5521535"/>
                  <a:ext cx="448920" cy="47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992B0F74-64F6-D4A9-FA56-D142008508B6}"/>
              </a:ext>
            </a:extLst>
          </p:cNvPr>
          <p:cNvGrpSpPr/>
          <p:nvPr/>
        </p:nvGrpSpPr>
        <p:grpSpPr>
          <a:xfrm>
            <a:off x="4549998" y="5557175"/>
            <a:ext cx="1530360" cy="339840"/>
            <a:chOff x="4549998" y="5557175"/>
            <a:chExt cx="1530360" cy="33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18D1EB4-A41E-8B58-D37B-604C895CD07A}"/>
                    </a:ext>
                  </a:extLst>
                </p14:cNvPr>
                <p14:cNvContentPartPr/>
                <p14:nvPr/>
              </p14:nvContentPartPr>
              <p14:xfrm>
                <a:off x="4549998" y="5559335"/>
                <a:ext cx="26640" cy="3376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18D1EB4-A41E-8B58-D37B-604C895CD07A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4531998" y="5541695"/>
                  <a:ext cx="6228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239599F3-6D25-8C50-462A-1DD85D469246}"/>
                    </a:ext>
                  </a:extLst>
                </p14:cNvPr>
                <p14:cNvContentPartPr/>
                <p14:nvPr/>
              </p14:nvContentPartPr>
              <p14:xfrm>
                <a:off x="4575198" y="5557175"/>
                <a:ext cx="250920" cy="1861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239599F3-6D25-8C50-462A-1DD85D469246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4557558" y="5539535"/>
                  <a:ext cx="28656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C1535AF2-B218-9CF8-A24A-956B236A91DC}"/>
                    </a:ext>
                  </a:extLst>
                </p14:cNvPr>
                <p14:cNvContentPartPr/>
                <p14:nvPr/>
              </p14:nvContentPartPr>
              <p14:xfrm>
                <a:off x="4923318" y="5683175"/>
                <a:ext cx="96840" cy="1065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C1535AF2-B218-9CF8-A24A-956B236A91DC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4905318" y="5665535"/>
                  <a:ext cx="1324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B2B19970-687D-7C5F-29A0-CB52BA6F2C2C}"/>
                    </a:ext>
                  </a:extLst>
                </p14:cNvPr>
                <p14:cNvContentPartPr/>
                <p14:nvPr/>
              </p14:nvContentPartPr>
              <p14:xfrm>
                <a:off x="5093238" y="5672015"/>
                <a:ext cx="163080" cy="1422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B2B19970-687D-7C5F-29A0-CB52BA6F2C2C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5075238" y="5654375"/>
                  <a:ext cx="1987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0D8C1FEA-40B0-BA71-90A9-3428A937471D}"/>
                    </a:ext>
                  </a:extLst>
                </p14:cNvPr>
                <p14:cNvContentPartPr/>
                <p14:nvPr/>
              </p14:nvContentPartPr>
              <p14:xfrm>
                <a:off x="5383758" y="5679215"/>
                <a:ext cx="96480" cy="1134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0D8C1FEA-40B0-BA71-90A9-3428A937471D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5365758" y="5661575"/>
                  <a:ext cx="1321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504BEC68-D713-3DAC-321A-9AC6C96CF0C9}"/>
                    </a:ext>
                  </a:extLst>
                </p14:cNvPr>
                <p14:cNvContentPartPr/>
                <p14:nvPr/>
              </p14:nvContentPartPr>
              <p14:xfrm>
                <a:off x="5615598" y="5672735"/>
                <a:ext cx="186120" cy="1152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504BEC68-D713-3DAC-321A-9AC6C96CF0C9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5597958" y="5655095"/>
                  <a:ext cx="2217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AB83D666-56A5-6CBD-E16B-E36DC7D2706B}"/>
                    </a:ext>
                  </a:extLst>
                </p14:cNvPr>
                <p14:cNvContentPartPr/>
                <p14:nvPr/>
              </p14:nvContentPartPr>
              <p14:xfrm>
                <a:off x="5838078" y="5699015"/>
                <a:ext cx="104400" cy="896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AB83D666-56A5-6CBD-E16B-E36DC7D2706B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5820078" y="5681015"/>
                  <a:ext cx="1400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7709F1D3-4E46-F675-4A3B-6B3B0EF972C3}"/>
                    </a:ext>
                  </a:extLst>
                </p14:cNvPr>
                <p14:cNvContentPartPr/>
                <p14:nvPr/>
              </p14:nvContentPartPr>
              <p14:xfrm>
                <a:off x="6028158" y="5616215"/>
                <a:ext cx="52200" cy="1234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7709F1D3-4E46-F675-4A3B-6B3B0EF972C3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6010518" y="5598575"/>
                  <a:ext cx="87840" cy="15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B2450F39-678C-C0DD-BD24-400C4B46E890}"/>
              </a:ext>
            </a:extLst>
          </p:cNvPr>
          <p:cNvGrpSpPr/>
          <p:nvPr/>
        </p:nvGrpSpPr>
        <p:grpSpPr>
          <a:xfrm>
            <a:off x="6459798" y="5571215"/>
            <a:ext cx="608760" cy="276120"/>
            <a:chOff x="6459798" y="5571215"/>
            <a:chExt cx="608760" cy="27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C1E655C-8655-C289-2562-059547FB8DFB}"/>
                    </a:ext>
                  </a:extLst>
                </p14:cNvPr>
                <p14:cNvContentPartPr/>
                <p14:nvPr/>
              </p14:nvContentPartPr>
              <p14:xfrm>
                <a:off x="6459798" y="5706215"/>
                <a:ext cx="398520" cy="1411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C1E655C-8655-C289-2562-059547FB8DFB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6441798" y="5688215"/>
                  <a:ext cx="4341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FE77EE5F-35A8-8E0A-29B3-5A8A897CB67C}"/>
                    </a:ext>
                  </a:extLst>
                </p14:cNvPr>
                <p14:cNvContentPartPr/>
                <p14:nvPr/>
              </p14:nvContentPartPr>
              <p14:xfrm>
                <a:off x="6915558" y="5571215"/>
                <a:ext cx="153000" cy="2631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FE77EE5F-35A8-8E0A-29B3-5A8A897CB67C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6897558" y="5553215"/>
                  <a:ext cx="188640" cy="29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5DDDBEAC-1E41-28A3-06F8-9EE9428629F1}"/>
              </a:ext>
            </a:extLst>
          </p:cNvPr>
          <p:cNvGrpSpPr/>
          <p:nvPr/>
        </p:nvGrpSpPr>
        <p:grpSpPr>
          <a:xfrm>
            <a:off x="7444038" y="5578775"/>
            <a:ext cx="505080" cy="366480"/>
            <a:chOff x="7444038" y="5578775"/>
            <a:chExt cx="505080" cy="36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A374D48D-F8B9-83A0-FA8D-533BAA7DA452}"/>
                    </a:ext>
                  </a:extLst>
                </p14:cNvPr>
                <p14:cNvContentPartPr/>
                <p14:nvPr/>
              </p14:nvContentPartPr>
              <p14:xfrm>
                <a:off x="7444038" y="5661215"/>
                <a:ext cx="131040" cy="2840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A374D48D-F8B9-83A0-FA8D-533BAA7DA452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7426038" y="5643215"/>
                  <a:ext cx="16668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9B37032-F388-FA77-50FD-DD8C0195BE2A}"/>
                    </a:ext>
                  </a:extLst>
                </p14:cNvPr>
                <p14:cNvContentPartPr/>
                <p14:nvPr/>
              </p14:nvContentPartPr>
              <p14:xfrm>
                <a:off x="7599918" y="5674535"/>
                <a:ext cx="138240" cy="1238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9B37032-F388-FA77-50FD-DD8C0195BE2A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7581918" y="5656535"/>
                  <a:ext cx="1738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866FB629-72DC-C8DA-80F8-59B2C6A138E2}"/>
                    </a:ext>
                  </a:extLst>
                </p14:cNvPr>
                <p14:cNvContentPartPr/>
                <p14:nvPr/>
              </p14:nvContentPartPr>
              <p14:xfrm>
                <a:off x="7836438" y="5578775"/>
                <a:ext cx="112680" cy="2516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866FB629-72DC-C8DA-80F8-59B2C6A138E2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7818798" y="5560775"/>
                  <a:ext cx="148320" cy="28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88C89555-B89D-86BD-FECE-DFA767C68C9C}"/>
              </a:ext>
            </a:extLst>
          </p:cNvPr>
          <p:cNvGrpSpPr/>
          <p:nvPr/>
        </p:nvGrpSpPr>
        <p:grpSpPr>
          <a:xfrm>
            <a:off x="8201838" y="5449535"/>
            <a:ext cx="448200" cy="290520"/>
            <a:chOff x="8201838" y="5449535"/>
            <a:chExt cx="448200" cy="29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97CC2ED8-C840-B238-2A5E-AED4B34F5AD7}"/>
                    </a:ext>
                  </a:extLst>
                </p14:cNvPr>
                <p14:cNvContentPartPr/>
                <p14:nvPr/>
              </p14:nvContentPartPr>
              <p14:xfrm>
                <a:off x="8201838" y="5651495"/>
                <a:ext cx="111960" cy="885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97CC2ED8-C840-B238-2A5E-AED4B34F5AD7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8183838" y="5633495"/>
                  <a:ext cx="1476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A259D89A-116F-A3DF-4FB8-3D375DDE3503}"/>
                    </a:ext>
                  </a:extLst>
                </p14:cNvPr>
                <p14:cNvContentPartPr/>
                <p14:nvPr/>
              </p14:nvContentPartPr>
              <p14:xfrm>
                <a:off x="8382558" y="5515415"/>
                <a:ext cx="61920" cy="1702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A259D89A-116F-A3DF-4FB8-3D375DDE3503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8364918" y="5497415"/>
                  <a:ext cx="975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5ACF6F14-75D8-18CD-8DDF-B7DDB49A0646}"/>
                    </a:ext>
                  </a:extLst>
                </p14:cNvPr>
                <p14:cNvContentPartPr/>
                <p14:nvPr/>
              </p14:nvContentPartPr>
              <p14:xfrm>
                <a:off x="8511798" y="5449535"/>
                <a:ext cx="138240" cy="2674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5ACF6F14-75D8-18CD-8DDF-B7DDB49A0646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8494158" y="5431535"/>
                  <a:ext cx="173880" cy="30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BF35B678-D267-6EA9-5D18-E21A20712918}"/>
              </a:ext>
            </a:extLst>
          </p:cNvPr>
          <p:cNvGrpSpPr/>
          <p:nvPr/>
        </p:nvGrpSpPr>
        <p:grpSpPr>
          <a:xfrm>
            <a:off x="9003918" y="5418935"/>
            <a:ext cx="1481760" cy="324360"/>
            <a:chOff x="9003918" y="5418935"/>
            <a:chExt cx="1481760" cy="32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DC0BD84C-9569-FB7F-5F56-908CD20D6588}"/>
                    </a:ext>
                  </a:extLst>
                </p14:cNvPr>
                <p14:cNvContentPartPr/>
                <p14:nvPr/>
              </p14:nvContentPartPr>
              <p14:xfrm>
                <a:off x="9003918" y="5513255"/>
                <a:ext cx="141840" cy="1922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DC0BD84C-9569-FB7F-5F56-908CD20D6588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8985918" y="5495615"/>
                  <a:ext cx="1774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D57BD6E1-1E0A-5A33-460E-D7543D2E6101}"/>
                    </a:ext>
                  </a:extLst>
                </p14:cNvPr>
                <p14:cNvContentPartPr/>
                <p14:nvPr/>
              </p14:nvContentPartPr>
              <p14:xfrm>
                <a:off x="9276798" y="5436215"/>
                <a:ext cx="59400" cy="3070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D57BD6E1-1E0A-5A33-460E-D7543D2E6101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9259158" y="5418575"/>
                  <a:ext cx="9504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0C348A19-39D1-D0E9-469C-CEE967C130F0}"/>
                    </a:ext>
                  </a:extLst>
                </p14:cNvPr>
                <p14:cNvContentPartPr/>
                <p14:nvPr/>
              </p14:nvContentPartPr>
              <p14:xfrm>
                <a:off x="9264558" y="5454215"/>
                <a:ext cx="242280" cy="26208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0C348A19-39D1-D0E9-469C-CEE967C130F0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9246558" y="5436215"/>
                  <a:ext cx="27792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331738CE-1ADE-AC66-6491-F4BCB67F00DA}"/>
                    </a:ext>
                  </a:extLst>
                </p14:cNvPr>
                <p14:cNvContentPartPr/>
                <p14:nvPr/>
              </p14:nvContentPartPr>
              <p14:xfrm>
                <a:off x="9422598" y="5418935"/>
                <a:ext cx="555840" cy="28764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331738CE-1ADE-AC66-6491-F4BCB67F00DA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9404958" y="5401295"/>
                  <a:ext cx="59148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29365EC8-BF5D-7C12-CBF3-F8C75466D28E}"/>
                    </a:ext>
                  </a:extLst>
                </p14:cNvPr>
                <p14:cNvContentPartPr/>
                <p14:nvPr/>
              </p14:nvContentPartPr>
              <p14:xfrm>
                <a:off x="9948918" y="5455295"/>
                <a:ext cx="180360" cy="2678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29365EC8-BF5D-7C12-CBF3-F8C75466D28E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9931278" y="5437655"/>
                  <a:ext cx="21600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AD9FB4B0-F41E-820D-CDA4-8B4069932BBF}"/>
                    </a:ext>
                  </a:extLst>
                </p14:cNvPr>
                <p14:cNvContentPartPr/>
                <p14:nvPr/>
              </p14:nvContentPartPr>
              <p14:xfrm>
                <a:off x="10279038" y="5496335"/>
                <a:ext cx="206640" cy="1915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AD9FB4B0-F41E-820D-CDA4-8B4069932BBF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0261038" y="5478695"/>
                  <a:ext cx="242280" cy="22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127864B3-03EF-CD7F-746C-4E1E3BD4CB90}"/>
              </a:ext>
            </a:extLst>
          </p:cNvPr>
          <p:cNvGrpSpPr/>
          <p:nvPr/>
        </p:nvGrpSpPr>
        <p:grpSpPr>
          <a:xfrm>
            <a:off x="3938718" y="6041015"/>
            <a:ext cx="461520" cy="517680"/>
            <a:chOff x="3938718" y="6041015"/>
            <a:chExt cx="461520" cy="51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47C88FE1-36DB-D0F9-9627-F7357D06FA87}"/>
                    </a:ext>
                  </a:extLst>
                </p14:cNvPr>
                <p14:cNvContentPartPr/>
                <p14:nvPr/>
              </p14:nvContentPartPr>
              <p14:xfrm>
                <a:off x="4056078" y="6172055"/>
                <a:ext cx="178200" cy="22680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47C88FE1-36DB-D0F9-9627-F7357D06FA87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4038078" y="6154055"/>
                  <a:ext cx="21384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6898F170-F036-5194-850C-9ED654FC9F63}"/>
                    </a:ext>
                  </a:extLst>
                </p14:cNvPr>
                <p14:cNvContentPartPr/>
                <p14:nvPr/>
              </p14:nvContentPartPr>
              <p14:xfrm>
                <a:off x="3938718" y="6041015"/>
                <a:ext cx="461520" cy="5176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6898F170-F036-5194-850C-9ED654FC9F63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3920718" y="6023375"/>
                  <a:ext cx="497160" cy="55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9B98962B-BDDF-BEE3-0269-F6B103446C7D}"/>
              </a:ext>
            </a:extLst>
          </p:cNvPr>
          <p:cNvGrpSpPr/>
          <p:nvPr/>
        </p:nvGrpSpPr>
        <p:grpSpPr>
          <a:xfrm>
            <a:off x="4673838" y="6116615"/>
            <a:ext cx="999360" cy="375840"/>
            <a:chOff x="4673838" y="6116615"/>
            <a:chExt cx="999360" cy="37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A8677045-B315-F53B-6EF4-123285CE84BE}"/>
                    </a:ext>
                  </a:extLst>
                </p14:cNvPr>
                <p14:cNvContentPartPr/>
                <p14:nvPr/>
              </p14:nvContentPartPr>
              <p14:xfrm>
                <a:off x="4673838" y="6128135"/>
                <a:ext cx="19800" cy="24912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A8677045-B315-F53B-6EF4-123285CE84BE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4656198" y="6110135"/>
                  <a:ext cx="5544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CD31ABE4-B960-7EC2-10FA-A50B06107097}"/>
                    </a:ext>
                  </a:extLst>
                </p14:cNvPr>
                <p14:cNvContentPartPr/>
                <p14:nvPr/>
              </p14:nvContentPartPr>
              <p14:xfrm>
                <a:off x="4716678" y="6192935"/>
                <a:ext cx="116280" cy="18144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CD31ABE4-B960-7EC2-10FA-A50B06107097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4698678" y="6174935"/>
                  <a:ext cx="1519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F5B788A0-3949-E34A-6950-44FB24DD656B}"/>
                    </a:ext>
                  </a:extLst>
                </p14:cNvPr>
                <p14:cNvContentPartPr/>
                <p14:nvPr/>
              </p14:nvContentPartPr>
              <p14:xfrm>
                <a:off x="4927998" y="6272495"/>
                <a:ext cx="291600" cy="10512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F5B788A0-3949-E34A-6950-44FB24DD656B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4909998" y="6254495"/>
                  <a:ext cx="3272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EA6DA0D0-CB62-3BAB-3F6D-13061A456210}"/>
                    </a:ext>
                  </a:extLst>
                </p14:cNvPr>
                <p14:cNvContentPartPr/>
                <p14:nvPr/>
              </p14:nvContentPartPr>
              <p14:xfrm>
                <a:off x="5304198" y="6261335"/>
                <a:ext cx="33840" cy="2311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EA6DA0D0-CB62-3BAB-3F6D-13061A456210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5286558" y="6243695"/>
                  <a:ext cx="6948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A80FC705-BFE6-44D1-66EF-F411BE42B8DF}"/>
                    </a:ext>
                  </a:extLst>
                </p14:cNvPr>
                <p14:cNvContentPartPr/>
                <p14:nvPr/>
              </p14:nvContentPartPr>
              <p14:xfrm>
                <a:off x="5304558" y="6179615"/>
                <a:ext cx="250200" cy="2188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A80FC705-BFE6-44D1-66EF-F411BE42B8DF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5286918" y="6161975"/>
                  <a:ext cx="28584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EA37472E-0624-5962-A462-9C961605D432}"/>
                    </a:ext>
                  </a:extLst>
                </p14:cNvPr>
                <p14:cNvContentPartPr/>
                <p14:nvPr/>
              </p14:nvContentPartPr>
              <p14:xfrm>
                <a:off x="5647998" y="6116615"/>
                <a:ext cx="25200" cy="2642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EA37472E-0624-5962-A462-9C961605D432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5629998" y="6098975"/>
                  <a:ext cx="60840" cy="29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187A484E-B175-4F5E-6B96-87A39EA38483}"/>
              </a:ext>
            </a:extLst>
          </p:cNvPr>
          <p:cNvGrpSpPr/>
          <p:nvPr/>
        </p:nvGrpSpPr>
        <p:grpSpPr>
          <a:xfrm>
            <a:off x="5884878" y="6082775"/>
            <a:ext cx="466560" cy="516240"/>
            <a:chOff x="5884878" y="6082775"/>
            <a:chExt cx="466560" cy="51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EFD98E39-0728-54E3-7781-0DDE4150432C}"/>
                    </a:ext>
                  </a:extLst>
                </p14:cNvPr>
                <p14:cNvContentPartPr/>
                <p14:nvPr/>
              </p14:nvContentPartPr>
              <p14:xfrm>
                <a:off x="5884878" y="6082775"/>
                <a:ext cx="192240" cy="36144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EFD98E39-0728-54E3-7781-0DDE4150432C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5867238" y="6065135"/>
                  <a:ext cx="22788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E948D3B7-D491-E5A4-CD62-54CA877C2AF8}"/>
                    </a:ext>
                  </a:extLst>
                </p14:cNvPr>
                <p14:cNvContentPartPr/>
                <p14:nvPr/>
              </p14:nvContentPartPr>
              <p14:xfrm>
                <a:off x="6162798" y="6223535"/>
                <a:ext cx="188640" cy="3754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E948D3B7-D491-E5A4-CD62-54CA877C2AF8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6144798" y="6205535"/>
                  <a:ext cx="224280" cy="41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0CC3C10F-E279-F31B-CD98-D8D0DB6B0097}"/>
              </a:ext>
            </a:extLst>
          </p:cNvPr>
          <p:cNvGrpSpPr/>
          <p:nvPr/>
        </p:nvGrpSpPr>
        <p:grpSpPr>
          <a:xfrm>
            <a:off x="6711438" y="6161255"/>
            <a:ext cx="484920" cy="342000"/>
            <a:chOff x="6711438" y="6161255"/>
            <a:chExt cx="484920" cy="34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61BC0D05-37F7-72B8-1895-1F9BAB8BF230}"/>
                    </a:ext>
                  </a:extLst>
                </p14:cNvPr>
                <p14:cNvContentPartPr/>
                <p14:nvPr/>
              </p14:nvContentPartPr>
              <p14:xfrm>
                <a:off x="6717558" y="6200495"/>
                <a:ext cx="28800" cy="3027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61BC0D05-37F7-72B8-1895-1F9BAB8BF230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6699558" y="6182855"/>
                  <a:ext cx="6444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BAA28C69-1AF9-EFB8-F83D-202FA3346101}"/>
                    </a:ext>
                  </a:extLst>
                </p14:cNvPr>
                <p14:cNvContentPartPr/>
                <p14:nvPr/>
              </p14:nvContentPartPr>
              <p14:xfrm>
                <a:off x="6711438" y="6161255"/>
                <a:ext cx="212760" cy="2667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BAA28C69-1AF9-EFB8-F83D-202FA3346101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6693438" y="6143615"/>
                  <a:ext cx="24840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3E296DDE-E15E-2ABF-B5B7-3FF5A07CB01F}"/>
                    </a:ext>
                  </a:extLst>
                </p14:cNvPr>
                <p14:cNvContentPartPr/>
                <p14:nvPr/>
              </p14:nvContentPartPr>
              <p14:xfrm>
                <a:off x="7019238" y="6230375"/>
                <a:ext cx="177120" cy="1965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3E296DDE-E15E-2ABF-B5B7-3FF5A07CB01F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7001598" y="6212735"/>
                  <a:ext cx="212760" cy="232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229372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2F101-E5EB-C8BF-C585-F8D9B525E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F4703-F6AD-68AB-6069-A08DA4CB2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70891"/>
          </a:xfrm>
        </p:spPr>
        <p:txBody>
          <a:bodyPr/>
          <a:lstStyle/>
          <a:p>
            <a:r>
              <a:rPr lang="en-US" dirty="0"/>
              <a:t>Oximeter readout circuit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636762-21EB-0974-B5B2-1F85B17571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7" name="Picture 6" descr="A close up of a map&#10;&#10;Description automatically generated">
            <a:extLst>
              <a:ext uri="{FF2B5EF4-FFF2-40B4-BE49-F238E27FC236}">
                <a16:creationId xmlns:a16="http://schemas.microsoft.com/office/drawing/2014/main" id="{FE72AAD7-5B75-118D-9247-8E9D9AA9030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1" b="63915"/>
          <a:stretch/>
        </p:blipFill>
        <p:spPr>
          <a:xfrm>
            <a:off x="2592124" y="1040031"/>
            <a:ext cx="7444679" cy="1758828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7E694DB3-D6FC-B2B1-887C-D3DB32B3A1FB}"/>
              </a:ext>
            </a:extLst>
          </p:cNvPr>
          <p:cNvGrpSpPr/>
          <p:nvPr/>
        </p:nvGrpSpPr>
        <p:grpSpPr>
          <a:xfrm>
            <a:off x="3842958" y="578207"/>
            <a:ext cx="1524240" cy="721080"/>
            <a:chOff x="3842958" y="578207"/>
            <a:chExt cx="1524240" cy="72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2648FAA-DB9B-D55C-D034-CD56FFDA6B24}"/>
                    </a:ext>
                  </a:extLst>
                </p14:cNvPr>
                <p14:cNvContentPartPr/>
                <p14:nvPr/>
              </p14:nvContentPartPr>
              <p14:xfrm>
                <a:off x="3862038" y="1024607"/>
                <a:ext cx="2160" cy="28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2648FAA-DB9B-D55C-D034-CD56FFDA6B2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844038" y="1004036"/>
                  <a:ext cx="37800" cy="436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39F9CC6-4152-FC3B-4756-74E567DC4EE7}"/>
                    </a:ext>
                  </a:extLst>
                </p14:cNvPr>
                <p14:cNvContentPartPr/>
                <p14:nvPr/>
              </p14:nvContentPartPr>
              <p14:xfrm>
                <a:off x="3842958" y="952607"/>
                <a:ext cx="200880" cy="1760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39F9CC6-4152-FC3B-4756-74E567DC4EE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824958" y="934607"/>
                  <a:ext cx="2365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2F14DD0-07B0-00E2-BFEF-7DD4FE2003E0}"/>
                    </a:ext>
                  </a:extLst>
                </p14:cNvPr>
                <p14:cNvContentPartPr/>
                <p14:nvPr/>
              </p14:nvContentPartPr>
              <p14:xfrm>
                <a:off x="4042038" y="938567"/>
                <a:ext cx="68400" cy="1119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2F14DD0-07B0-00E2-BFEF-7DD4FE2003E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024038" y="920567"/>
                  <a:ext cx="1040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EE712D8-8704-124C-1BF0-0AAD6268CA37}"/>
                    </a:ext>
                  </a:extLst>
                </p14:cNvPr>
                <p14:cNvContentPartPr/>
                <p14:nvPr/>
              </p14:nvContentPartPr>
              <p14:xfrm>
                <a:off x="4029078" y="796007"/>
                <a:ext cx="38520" cy="392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EE712D8-8704-124C-1BF0-0AAD6268CA3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011078" y="778007"/>
                  <a:ext cx="741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90D6872-1323-E21F-B020-48708553C2FA}"/>
                    </a:ext>
                  </a:extLst>
                </p14:cNvPr>
                <p14:cNvContentPartPr/>
                <p14:nvPr/>
              </p14:nvContentPartPr>
              <p14:xfrm>
                <a:off x="4145718" y="837767"/>
                <a:ext cx="95400" cy="1854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90D6872-1323-E21F-B020-48708553C2F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127718" y="819767"/>
                  <a:ext cx="1310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5DD4EAC-8976-0E6D-0BF0-D65E0E65FF98}"/>
                    </a:ext>
                  </a:extLst>
                </p14:cNvPr>
                <p14:cNvContentPartPr/>
                <p14:nvPr/>
              </p14:nvContentPartPr>
              <p14:xfrm>
                <a:off x="4224198" y="607727"/>
                <a:ext cx="294480" cy="2707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5DD4EAC-8976-0E6D-0BF0-D65E0E65FF9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206198" y="589727"/>
                  <a:ext cx="33012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3DDB3D8-59B9-FBA8-267D-7462E12E4259}"/>
                    </a:ext>
                  </a:extLst>
                </p14:cNvPr>
                <p14:cNvContentPartPr/>
                <p14:nvPr/>
              </p14:nvContentPartPr>
              <p14:xfrm>
                <a:off x="4408518" y="604847"/>
                <a:ext cx="119520" cy="1249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3DDB3D8-59B9-FBA8-267D-7462E12E425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390518" y="586795"/>
                  <a:ext cx="155160" cy="1606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2F4CC94-E1FF-51EF-DED5-835A551AF145}"/>
                    </a:ext>
                  </a:extLst>
                </p14:cNvPr>
                <p14:cNvContentPartPr/>
                <p14:nvPr/>
              </p14:nvContentPartPr>
              <p14:xfrm>
                <a:off x="4333638" y="1142327"/>
                <a:ext cx="86760" cy="1569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2F4CC94-E1FF-51EF-DED5-835A551AF14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315638" y="1124327"/>
                  <a:ext cx="1224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7BD8FE7-F9CA-2F8F-469A-A2FD4BAC1792}"/>
                    </a:ext>
                  </a:extLst>
                </p14:cNvPr>
                <p14:cNvContentPartPr/>
                <p14:nvPr/>
              </p14:nvContentPartPr>
              <p14:xfrm>
                <a:off x="4431558" y="1037207"/>
                <a:ext cx="230040" cy="1652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7BD8FE7-F9CA-2F8F-469A-A2FD4BAC179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413558" y="1019207"/>
                  <a:ext cx="2656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1F2166A-A051-669C-5193-397D0B9AB362}"/>
                    </a:ext>
                  </a:extLst>
                </p14:cNvPr>
                <p14:cNvContentPartPr/>
                <p14:nvPr/>
              </p14:nvContentPartPr>
              <p14:xfrm>
                <a:off x="4685358" y="970967"/>
                <a:ext cx="65520" cy="900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1F2166A-A051-669C-5193-397D0B9AB36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667358" y="952967"/>
                  <a:ext cx="1011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BA584FF-9B3F-4A33-F6E1-486FA2902BA2}"/>
                    </a:ext>
                  </a:extLst>
                </p14:cNvPr>
                <p14:cNvContentPartPr/>
                <p14:nvPr/>
              </p14:nvContentPartPr>
              <p14:xfrm>
                <a:off x="4675998" y="783407"/>
                <a:ext cx="161280" cy="1497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BA584FF-9B3F-4A33-F6E1-486FA2902BA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657958" y="765407"/>
                  <a:ext cx="1970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0B968DB-A0AF-961F-E58D-E32D4DDF0137}"/>
                    </a:ext>
                  </a:extLst>
                </p14:cNvPr>
                <p14:cNvContentPartPr/>
                <p14:nvPr/>
              </p14:nvContentPartPr>
              <p14:xfrm>
                <a:off x="4777518" y="812567"/>
                <a:ext cx="107640" cy="936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0B968DB-A0AF-961F-E58D-E32D4DDF013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759518" y="794567"/>
                  <a:ext cx="1432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916A498-FA56-8169-0B62-5D78A53710A6}"/>
                    </a:ext>
                  </a:extLst>
                </p14:cNvPr>
                <p14:cNvContentPartPr/>
                <p14:nvPr/>
              </p14:nvContentPartPr>
              <p14:xfrm>
                <a:off x="4915398" y="734087"/>
                <a:ext cx="74520" cy="1839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916A498-FA56-8169-0B62-5D78A53710A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897398" y="716087"/>
                  <a:ext cx="1101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6415C67-769C-6645-4DEE-0009DEA02F27}"/>
                    </a:ext>
                  </a:extLst>
                </p14:cNvPr>
                <p14:cNvContentPartPr/>
                <p14:nvPr/>
              </p14:nvContentPartPr>
              <p14:xfrm>
                <a:off x="4991358" y="642287"/>
                <a:ext cx="165240" cy="2646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6415C67-769C-6645-4DEE-0009DEA02F2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973319" y="624287"/>
                  <a:ext cx="200958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371E126-A845-16AD-E49F-9D0245D0B5F9}"/>
                    </a:ext>
                  </a:extLst>
                </p14:cNvPr>
                <p14:cNvContentPartPr/>
                <p14:nvPr/>
              </p14:nvContentPartPr>
              <p14:xfrm>
                <a:off x="5277198" y="578207"/>
                <a:ext cx="90000" cy="1832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371E126-A845-16AD-E49F-9D0245D0B5F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259126" y="560207"/>
                  <a:ext cx="125783" cy="21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8808C4E-AC72-32D7-2FB7-55A754004719}"/>
              </a:ext>
            </a:extLst>
          </p:cNvPr>
          <p:cNvGrpSpPr/>
          <p:nvPr/>
        </p:nvGrpSpPr>
        <p:grpSpPr>
          <a:xfrm>
            <a:off x="3955638" y="2856647"/>
            <a:ext cx="321120" cy="303480"/>
            <a:chOff x="3955638" y="2856647"/>
            <a:chExt cx="321120" cy="30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F61D9B2-4178-31F3-4912-FD14400D14FA}"/>
                    </a:ext>
                  </a:extLst>
                </p14:cNvPr>
                <p14:cNvContentPartPr/>
                <p14:nvPr/>
              </p14:nvContentPartPr>
              <p14:xfrm>
                <a:off x="3955638" y="2965367"/>
                <a:ext cx="122760" cy="1947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F61D9B2-4178-31F3-4912-FD14400D14F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937638" y="2947334"/>
                  <a:ext cx="158400" cy="2304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2F80780-430A-F62E-2E76-C00B2E607D78}"/>
                    </a:ext>
                  </a:extLst>
                </p14:cNvPr>
                <p14:cNvContentPartPr/>
                <p14:nvPr/>
              </p14:nvContentPartPr>
              <p14:xfrm>
                <a:off x="3966438" y="2919287"/>
                <a:ext cx="80280" cy="1317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2F80780-430A-F62E-2E76-C00B2E607D7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948438" y="2901287"/>
                  <a:ext cx="1159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77C6DC3-0FB3-8B2A-3170-4051F65E6CF7}"/>
                    </a:ext>
                  </a:extLst>
                </p14:cNvPr>
                <p14:cNvContentPartPr/>
                <p14:nvPr/>
              </p14:nvContentPartPr>
              <p14:xfrm>
                <a:off x="4120878" y="2890847"/>
                <a:ext cx="117720" cy="1393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77C6DC3-0FB3-8B2A-3170-4051F65E6CF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102878" y="2872847"/>
                  <a:ext cx="1533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430F98A-C23A-6AF2-4734-C31CC40D8A62}"/>
                    </a:ext>
                  </a:extLst>
                </p14:cNvPr>
                <p14:cNvContentPartPr/>
                <p14:nvPr/>
              </p14:nvContentPartPr>
              <p14:xfrm>
                <a:off x="4165518" y="2856647"/>
                <a:ext cx="111240" cy="1720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430F98A-C23A-6AF2-4734-C31CC40D8A6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147518" y="2838647"/>
                  <a:ext cx="146880" cy="20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C57502DD-1CAE-6687-20CE-FEA28BDCE80A}"/>
              </a:ext>
            </a:extLst>
          </p:cNvPr>
          <p:cNvGrpSpPr/>
          <p:nvPr/>
        </p:nvGrpSpPr>
        <p:grpSpPr>
          <a:xfrm>
            <a:off x="530023" y="3048171"/>
            <a:ext cx="11235960" cy="3538080"/>
            <a:chOff x="530023" y="3048171"/>
            <a:chExt cx="11235960" cy="353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A05F1B1-FE73-CEBC-87FE-4C5B23623ECF}"/>
                    </a:ext>
                  </a:extLst>
                </p14:cNvPr>
                <p14:cNvContentPartPr/>
                <p14:nvPr/>
              </p14:nvContentPartPr>
              <p14:xfrm>
                <a:off x="932143" y="3431211"/>
                <a:ext cx="182160" cy="4424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A05F1B1-FE73-CEBC-87FE-4C5B23623EC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14143" y="3413211"/>
                  <a:ext cx="217800" cy="47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110A9F3-4E71-0E29-002D-8E292FC3C424}"/>
                    </a:ext>
                  </a:extLst>
                </p14:cNvPr>
                <p14:cNvContentPartPr/>
                <p14:nvPr/>
              </p14:nvContentPartPr>
              <p14:xfrm>
                <a:off x="1215103" y="3547851"/>
                <a:ext cx="60120" cy="2462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110A9F3-4E71-0E29-002D-8E292FC3C42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197103" y="3529851"/>
                  <a:ext cx="9576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80121EC5-6A35-3910-1DA8-153F24B7EB79}"/>
                    </a:ext>
                  </a:extLst>
                </p14:cNvPr>
                <p14:cNvContentPartPr/>
                <p14:nvPr/>
              </p14:nvContentPartPr>
              <p14:xfrm>
                <a:off x="1223743" y="3479811"/>
                <a:ext cx="163440" cy="993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80121EC5-6A35-3910-1DA8-153F24B7EB7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205743" y="3462171"/>
                  <a:ext cx="1990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5BF53A25-0450-C3FC-86E0-9205511AC3CA}"/>
                    </a:ext>
                  </a:extLst>
                </p14:cNvPr>
                <p14:cNvContentPartPr/>
                <p14:nvPr/>
              </p14:nvContentPartPr>
              <p14:xfrm>
                <a:off x="1292143" y="3579171"/>
                <a:ext cx="94320" cy="723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5BF53A25-0450-C3FC-86E0-9205511AC3CA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274143" y="3561171"/>
                  <a:ext cx="1299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E43E7BB0-79FA-2C26-D93E-8A1E1467D995}"/>
                    </a:ext>
                  </a:extLst>
                </p14:cNvPr>
                <p14:cNvContentPartPr/>
                <p14:nvPr/>
              </p14:nvContentPartPr>
              <p14:xfrm>
                <a:off x="1294663" y="3744411"/>
                <a:ext cx="72720" cy="3924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E43E7BB0-79FA-2C26-D93E-8A1E1467D99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276663" y="3726771"/>
                  <a:ext cx="1083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ED6960DB-A578-040F-4667-1EBEDAE784D5}"/>
                    </a:ext>
                  </a:extLst>
                </p14:cNvPr>
                <p14:cNvContentPartPr/>
                <p14:nvPr/>
              </p14:nvContentPartPr>
              <p14:xfrm>
                <a:off x="1476463" y="3525171"/>
                <a:ext cx="48600" cy="24336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ED6960DB-A578-040F-4667-1EBEDAE784D5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458463" y="3507171"/>
                  <a:ext cx="8424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BB5AB976-A748-6BD3-8DFE-C06BC8A8966B}"/>
                    </a:ext>
                  </a:extLst>
                </p14:cNvPr>
                <p14:cNvContentPartPr/>
                <p14:nvPr/>
              </p14:nvContentPartPr>
              <p14:xfrm>
                <a:off x="1481503" y="3515811"/>
                <a:ext cx="173160" cy="27756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BB5AB976-A748-6BD3-8DFE-C06BC8A8966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463503" y="3497811"/>
                  <a:ext cx="20880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0D9A54BD-3CAB-D2E6-9709-BCFD053EB7D4}"/>
                    </a:ext>
                  </a:extLst>
                </p14:cNvPr>
                <p14:cNvContentPartPr/>
                <p14:nvPr/>
              </p14:nvContentPartPr>
              <p14:xfrm>
                <a:off x="1785343" y="3489891"/>
                <a:ext cx="127800" cy="28332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0D9A54BD-3CAB-D2E6-9709-BCFD053EB7D4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767343" y="3472251"/>
                  <a:ext cx="16344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F6737BB1-5881-04E8-8D4B-A58160752558}"/>
                    </a:ext>
                  </a:extLst>
                </p14:cNvPr>
                <p14:cNvContentPartPr/>
                <p14:nvPr/>
              </p14:nvContentPartPr>
              <p14:xfrm>
                <a:off x="540463" y="3076971"/>
                <a:ext cx="10569960" cy="32292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F6737BB1-5881-04E8-8D4B-A5816075255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22463" y="3059331"/>
                  <a:ext cx="1060560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E7BD50D4-DCC1-C8D5-A2DD-B1239E3BD9D5}"/>
                    </a:ext>
                  </a:extLst>
                </p14:cNvPr>
                <p14:cNvContentPartPr/>
                <p14:nvPr/>
              </p14:nvContentPartPr>
              <p14:xfrm>
                <a:off x="11442703" y="3048171"/>
                <a:ext cx="276120" cy="156996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E7BD50D4-DCC1-C8D5-A2DD-B1239E3BD9D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1425063" y="3030531"/>
                  <a:ext cx="311760" cy="160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12D03ED8-512F-1C9D-63E7-D9A2E6CF3951}"/>
                    </a:ext>
                  </a:extLst>
                </p14:cNvPr>
                <p14:cNvContentPartPr/>
                <p14:nvPr/>
              </p14:nvContentPartPr>
              <p14:xfrm>
                <a:off x="538303" y="4504371"/>
                <a:ext cx="11227680" cy="54396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12D03ED8-512F-1C9D-63E7-D9A2E6CF395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20663" y="4486731"/>
                  <a:ext cx="11263320" cy="57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395CF397-990A-CA22-4C85-E76A1ED4B183}"/>
                    </a:ext>
                  </a:extLst>
                </p14:cNvPr>
                <p14:cNvContentPartPr/>
                <p14:nvPr/>
              </p14:nvContentPartPr>
              <p14:xfrm>
                <a:off x="530023" y="3195411"/>
                <a:ext cx="149760" cy="339084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395CF397-990A-CA22-4C85-E76A1ED4B183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12383" y="3177771"/>
                  <a:ext cx="185400" cy="342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C5C30842-3A0E-5F45-6FA7-745CE1BEE9B4}"/>
                    </a:ext>
                  </a:extLst>
                </p14:cNvPr>
                <p14:cNvContentPartPr/>
                <p14:nvPr/>
              </p14:nvContentPartPr>
              <p14:xfrm>
                <a:off x="606343" y="6304731"/>
                <a:ext cx="10662120" cy="25740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C5C30842-3A0E-5F45-6FA7-745CE1BEE9B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88703" y="6286731"/>
                  <a:ext cx="1069776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3ED0467-E2BE-8E0F-6D77-C2F980D718EC}"/>
                    </a:ext>
                  </a:extLst>
                </p14:cNvPr>
                <p14:cNvContentPartPr/>
                <p14:nvPr/>
              </p14:nvContentPartPr>
              <p14:xfrm>
                <a:off x="11670943" y="4745931"/>
                <a:ext cx="79920" cy="13986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C3ED0467-E2BE-8E0F-6D77-C2F980D718EC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1653303" y="4728291"/>
                  <a:ext cx="115560" cy="143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DEB00D18-632F-3F5B-5D4C-FFA8C26BDE9F}"/>
              </a:ext>
            </a:extLst>
          </p:cNvPr>
          <p:cNvGrpSpPr/>
          <p:nvPr/>
        </p:nvGrpSpPr>
        <p:grpSpPr>
          <a:xfrm>
            <a:off x="1063183" y="5029251"/>
            <a:ext cx="401040" cy="386640"/>
            <a:chOff x="1063183" y="5029251"/>
            <a:chExt cx="401040" cy="38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A729F4A4-3B46-636B-A0DD-E67093770746}"/>
                    </a:ext>
                  </a:extLst>
                </p14:cNvPr>
                <p14:cNvContentPartPr/>
                <p14:nvPr/>
              </p14:nvContentPartPr>
              <p14:xfrm>
                <a:off x="1063183" y="5029251"/>
                <a:ext cx="53280" cy="38664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A729F4A4-3B46-636B-A0DD-E6709377074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45183" y="5011251"/>
                  <a:ext cx="8892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931EFFEF-2D3E-BD8A-BA4E-F82898F93F61}"/>
                    </a:ext>
                  </a:extLst>
                </p14:cNvPr>
                <p14:cNvContentPartPr/>
                <p14:nvPr/>
              </p14:nvContentPartPr>
              <p14:xfrm>
                <a:off x="1099543" y="5060571"/>
                <a:ext cx="130680" cy="15120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931EFFEF-2D3E-BD8A-BA4E-F82898F93F6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81543" y="5042931"/>
                  <a:ext cx="1663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A952EA3A-835A-47F5-B4AC-E030B9430FF9}"/>
                    </a:ext>
                  </a:extLst>
                </p14:cNvPr>
                <p14:cNvContentPartPr/>
                <p14:nvPr/>
              </p14:nvContentPartPr>
              <p14:xfrm>
                <a:off x="1312663" y="5064891"/>
                <a:ext cx="17640" cy="25740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A952EA3A-835A-47F5-B4AC-E030B9430FF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294663" y="5046891"/>
                  <a:ext cx="5328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C42E7DEC-5D4C-7D86-024F-CB5C3043C1C0}"/>
                    </a:ext>
                  </a:extLst>
                </p14:cNvPr>
                <p14:cNvContentPartPr/>
                <p14:nvPr/>
              </p14:nvContentPartPr>
              <p14:xfrm>
                <a:off x="1324183" y="5051931"/>
                <a:ext cx="140040" cy="32364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C42E7DEC-5D4C-7D86-024F-CB5C3043C1C0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306183" y="5034291"/>
                  <a:ext cx="175680" cy="35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C7B836F2-1A1A-D99F-5491-F8E8CCE5FCEF}"/>
                  </a:ext>
                </a:extLst>
              </p14:cNvPr>
              <p14:cNvContentPartPr/>
              <p14:nvPr/>
            </p14:nvContentPartPr>
            <p14:xfrm>
              <a:off x="1675543" y="5209971"/>
              <a:ext cx="91800" cy="230040"/>
            </p14:xfrm>
          </p:contentPart>
        </mc:Choice>
        <mc:Fallback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C7B836F2-1A1A-D99F-5491-F8E8CCE5FCEF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657543" y="5191971"/>
                <a:ext cx="127440" cy="265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6" name="Group 215">
            <a:extLst>
              <a:ext uri="{FF2B5EF4-FFF2-40B4-BE49-F238E27FC236}">
                <a16:creationId xmlns:a16="http://schemas.microsoft.com/office/drawing/2014/main" id="{4F46DE47-19B5-B1B3-9944-6F95F97F681E}"/>
              </a:ext>
            </a:extLst>
          </p:cNvPr>
          <p:cNvGrpSpPr/>
          <p:nvPr/>
        </p:nvGrpSpPr>
        <p:grpSpPr>
          <a:xfrm>
            <a:off x="2389063" y="3507891"/>
            <a:ext cx="563400" cy="640440"/>
            <a:chOff x="2389063" y="3507891"/>
            <a:chExt cx="563400" cy="64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6044D7DC-16B4-DEA8-AED7-B73CD8BB1D54}"/>
                    </a:ext>
                  </a:extLst>
                </p14:cNvPr>
                <p14:cNvContentPartPr/>
                <p14:nvPr/>
              </p14:nvContentPartPr>
              <p14:xfrm>
                <a:off x="2636383" y="3690411"/>
                <a:ext cx="22680" cy="22644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6044D7DC-16B4-DEA8-AED7-B73CD8BB1D5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618383" y="3672411"/>
                  <a:ext cx="5832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B0A964D4-C4EA-7E15-BEC4-C942E1D32FEA}"/>
                    </a:ext>
                  </a:extLst>
                </p14:cNvPr>
                <p14:cNvContentPartPr/>
                <p14:nvPr/>
              </p14:nvContentPartPr>
              <p14:xfrm>
                <a:off x="2389063" y="3507891"/>
                <a:ext cx="563400" cy="64044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B0A964D4-C4EA-7E15-BEC4-C942E1D32FEA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371063" y="3489891"/>
                  <a:ext cx="599040" cy="67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5A2F5AEC-B21B-126B-C8E0-3501FF24C55E}"/>
              </a:ext>
            </a:extLst>
          </p:cNvPr>
          <p:cNvGrpSpPr/>
          <p:nvPr/>
        </p:nvGrpSpPr>
        <p:grpSpPr>
          <a:xfrm>
            <a:off x="3218143" y="3668091"/>
            <a:ext cx="884160" cy="262080"/>
            <a:chOff x="3218143" y="3668091"/>
            <a:chExt cx="884160" cy="26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872D5225-8FA6-7C1C-F9D5-0F5B1957E4C1}"/>
                    </a:ext>
                  </a:extLst>
                </p14:cNvPr>
                <p14:cNvContentPartPr/>
                <p14:nvPr/>
              </p14:nvContentPartPr>
              <p14:xfrm>
                <a:off x="3218143" y="3668091"/>
                <a:ext cx="301320" cy="2736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872D5225-8FA6-7C1C-F9D5-0F5B1957E4C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200503" y="3650091"/>
                  <a:ext cx="33696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B2D329C3-A19A-95E9-D169-5F643F736582}"/>
                    </a:ext>
                  </a:extLst>
                </p14:cNvPr>
                <p14:cNvContentPartPr/>
                <p14:nvPr/>
              </p14:nvContentPartPr>
              <p14:xfrm>
                <a:off x="3351703" y="3679971"/>
                <a:ext cx="42480" cy="23544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B2D329C3-A19A-95E9-D169-5F643F736582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333703" y="3662331"/>
                  <a:ext cx="7812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85D4796B-C97D-E46F-F6DB-7ECB6C4EEEE5}"/>
                    </a:ext>
                  </a:extLst>
                </p14:cNvPr>
                <p14:cNvContentPartPr/>
                <p14:nvPr/>
              </p14:nvContentPartPr>
              <p14:xfrm>
                <a:off x="3481663" y="3799491"/>
                <a:ext cx="203760" cy="13068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85D4796B-C97D-E46F-F6DB-7ECB6C4EEEE5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463663" y="3781491"/>
                  <a:ext cx="23940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FDC27F8D-B736-1371-5ECE-02FAAB4527A5}"/>
                    </a:ext>
                  </a:extLst>
                </p14:cNvPr>
                <p14:cNvContentPartPr/>
                <p14:nvPr/>
              </p14:nvContentPartPr>
              <p14:xfrm>
                <a:off x="3721423" y="3757011"/>
                <a:ext cx="78480" cy="10224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FDC27F8D-B736-1371-5ECE-02FAAB4527A5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703423" y="3739011"/>
                  <a:ext cx="1141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897D6F31-3C3A-D1A1-69ED-321A629DBF45}"/>
                    </a:ext>
                  </a:extLst>
                </p14:cNvPr>
                <p14:cNvContentPartPr/>
                <p14:nvPr/>
              </p14:nvContentPartPr>
              <p14:xfrm>
                <a:off x="3920143" y="3725331"/>
                <a:ext cx="182160" cy="10800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897D6F31-3C3A-D1A1-69ED-321A629DBF45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902143" y="3707331"/>
                  <a:ext cx="217800" cy="14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9AE684CF-2F06-2097-3C10-8D79D0FA6FC2}"/>
              </a:ext>
            </a:extLst>
          </p:cNvPr>
          <p:cNvGrpSpPr/>
          <p:nvPr/>
        </p:nvGrpSpPr>
        <p:grpSpPr>
          <a:xfrm>
            <a:off x="4383463" y="3476931"/>
            <a:ext cx="1178280" cy="459360"/>
            <a:chOff x="4383463" y="3476931"/>
            <a:chExt cx="1178280" cy="45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B55F632B-8F42-F3A7-1A2E-79F0094D2180}"/>
                    </a:ext>
                  </a:extLst>
                </p14:cNvPr>
                <p14:cNvContentPartPr/>
                <p14:nvPr/>
              </p14:nvContentPartPr>
              <p14:xfrm>
                <a:off x="4383463" y="3661251"/>
                <a:ext cx="138960" cy="17784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B55F632B-8F42-F3A7-1A2E-79F0094D2180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365463" y="3643611"/>
                  <a:ext cx="1746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DF50C753-F1B6-3EFE-7F48-68A7EF0A7AF6}"/>
                    </a:ext>
                  </a:extLst>
                </p14:cNvPr>
                <p14:cNvContentPartPr/>
                <p14:nvPr/>
              </p14:nvContentPartPr>
              <p14:xfrm>
                <a:off x="4565623" y="3679971"/>
                <a:ext cx="192600" cy="9648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DF50C753-F1B6-3EFE-7F48-68A7EF0A7AF6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547983" y="3661971"/>
                  <a:ext cx="2282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6A081DE3-39C7-CCCB-EDBA-841E3EDCEC64}"/>
                    </a:ext>
                  </a:extLst>
                </p14:cNvPr>
                <p14:cNvContentPartPr/>
                <p14:nvPr/>
              </p14:nvContentPartPr>
              <p14:xfrm>
                <a:off x="4850743" y="3476931"/>
                <a:ext cx="117720" cy="45936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6A081DE3-39C7-CCCB-EDBA-841E3EDCEC6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833103" y="3459291"/>
                  <a:ext cx="153360" cy="49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F1E64D4A-8896-8C6B-D0D3-C6ED8B77B500}"/>
                    </a:ext>
                  </a:extLst>
                </p14:cNvPr>
                <p14:cNvContentPartPr/>
                <p14:nvPr/>
              </p14:nvContentPartPr>
              <p14:xfrm>
                <a:off x="5023183" y="3668811"/>
                <a:ext cx="119520" cy="16956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F1E64D4A-8896-8C6B-D0D3-C6ED8B77B500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005183" y="3650811"/>
                  <a:ext cx="1551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36F6090F-D9C5-B16C-F8AB-77F64F725443}"/>
                    </a:ext>
                  </a:extLst>
                </p14:cNvPr>
                <p14:cNvContentPartPr/>
                <p14:nvPr/>
              </p14:nvContentPartPr>
              <p14:xfrm>
                <a:off x="5279143" y="3574131"/>
                <a:ext cx="60120" cy="35676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36F6090F-D9C5-B16C-F8AB-77F64F725443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261143" y="3556131"/>
                  <a:ext cx="9576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25EED3A0-D9C6-9B5C-EB62-72A5D292D037}"/>
                    </a:ext>
                  </a:extLst>
                </p14:cNvPr>
                <p14:cNvContentPartPr/>
                <p14:nvPr/>
              </p14:nvContentPartPr>
              <p14:xfrm>
                <a:off x="5181583" y="3683571"/>
                <a:ext cx="185400" cy="10224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25EED3A0-D9C6-9B5C-EB62-72A5D292D037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163583" y="3665931"/>
                  <a:ext cx="2210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BE958057-BCD3-1A0C-DD64-320099E1B269}"/>
                    </a:ext>
                  </a:extLst>
                </p14:cNvPr>
                <p14:cNvContentPartPr/>
                <p14:nvPr/>
              </p14:nvContentPartPr>
              <p14:xfrm>
                <a:off x="5469943" y="3590691"/>
                <a:ext cx="76680" cy="25920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BE958057-BCD3-1A0C-DD64-320099E1B269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451943" y="3572691"/>
                  <a:ext cx="11232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0C88C6F5-5441-519D-C697-A00F6B41F2A8}"/>
                    </a:ext>
                  </a:extLst>
                </p14:cNvPr>
                <p14:cNvContentPartPr/>
                <p14:nvPr/>
              </p14:nvContentPartPr>
              <p14:xfrm>
                <a:off x="5439343" y="3725331"/>
                <a:ext cx="122400" cy="6372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0C88C6F5-5441-519D-C697-A00F6B41F2A8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421703" y="3707691"/>
                  <a:ext cx="158040" cy="9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020C25CF-CEBE-9206-D002-5E1F989B53B0}"/>
              </a:ext>
            </a:extLst>
          </p:cNvPr>
          <p:cNvGrpSpPr/>
          <p:nvPr/>
        </p:nvGrpSpPr>
        <p:grpSpPr>
          <a:xfrm>
            <a:off x="6117583" y="3542451"/>
            <a:ext cx="234360" cy="227520"/>
            <a:chOff x="6117583" y="3542451"/>
            <a:chExt cx="234360" cy="22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B457E825-C9BF-A976-2B39-0DF6FA734D50}"/>
                    </a:ext>
                  </a:extLst>
                </p14:cNvPr>
                <p14:cNvContentPartPr/>
                <p14:nvPr/>
              </p14:nvContentPartPr>
              <p14:xfrm>
                <a:off x="6117583" y="3660891"/>
                <a:ext cx="11880" cy="10908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B457E825-C9BF-A976-2B39-0DF6FA734D50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099583" y="3642891"/>
                  <a:ext cx="475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15F5B8B2-FA00-47D6-7091-AC3DCEF8405F}"/>
                    </a:ext>
                  </a:extLst>
                </p14:cNvPr>
                <p14:cNvContentPartPr/>
                <p14:nvPr/>
              </p14:nvContentPartPr>
              <p14:xfrm>
                <a:off x="6136663" y="3542451"/>
                <a:ext cx="19440" cy="2052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15F5B8B2-FA00-47D6-7091-AC3DCEF8405F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118663" y="3524811"/>
                  <a:ext cx="550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B722B49E-6CAE-AD1C-87A5-6FF29B5F8049}"/>
                    </a:ext>
                  </a:extLst>
                </p14:cNvPr>
                <p14:cNvContentPartPr/>
                <p14:nvPr/>
              </p14:nvContentPartPr>
              <p14:xfrm>
                <a:off x="6228823" y="3643971"/>
                <a:ext cx="123120" cy="8496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B722B49E-6CAE-AD1C-87A5-6FF29B5F804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211183" y="3626331"/>
                  <a:ext cx="158760" cy="12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96B1382C-545B-04AB-54C8-AAC1C2B550A1}"/>
              </a:ext>
            </a:extLst>
          </p:cNvPr>
          <p:cNvGrpSpPr/>
          <p:nvPr/>
        </p:nvGrpSpPr>
        <p:grpSpPr>
          <a:xfrm>
            <a:off x="6665863" y="3469371"/>
            <a:ext cx="1734120" cy="352440"/>
            <a:chOff x="6665863" y="3469371"/>
            <a:chExt cx="1734120" cy="35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24402371-441B-D9AA-2370-080CE0951D93}"/>
                    </a:ext>
                  </a:extLst>
                </p14:cNvPr>
                <p14:cNvContentPartPr/>
                <p14:nvPr/>
              </p14:nvContentPartPr>
              <p14:xfrm>
                <a:off x="6665863" y="3566211"/>
                <a:ext cx="96120" cy="17388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24402371-441B-D9AA-2370-080CE0951D9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647863" y="3548571"/>
                  <a:ext cx="13176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2DE56244-A307-391C-0314-D4713E894AA0}"/>
                    </a:ext>
                  </a:extLst>
                </p14:cNvPr>
                <p14:cNvContentPartPr/>
                <p14:nvPr/>
              </p14:nvContentPartPr>
              <p14:xfrm>
                <a:off x="6791503" y="3596091"/>
                <a:ext cx="130680" cy="14472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2DE56244-A307-391C-0314-D4713E894AA0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773503" y="3578091"/>
                  <a:ext cx="1663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84E9329C-77CD-51D6-2335-CF784D3E3213}"/>
                    </a:ext>
                  </a:extLst>
                </p14:cNvPr>
                <p14:cNvContentPartPr/>
                <p14:nvPr/>
              </p14:nvContentPartPr>
              <p14:xfrm>
                <a:off x="6972943" y="3600411"/>
                <a:ext cx="249480" cy="22140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84E9329C-77CD-51D6-2335-CF784D3E3213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954943" y="3582771"/>
                  <a:ext cx="28512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62CC35A0-3ADA-116A-C7B5-E57897AEDC71}"/>
                    </a:ext>
                  </a:extLst>
                </p14:cNvPr>
                <p14:cNvContentPartPr/>
                <p14:nvPr/>
              </p14:nvContentPartPr>
              <p14:xfrm>
                <a:off x="7293343" y="3601851"/>
                <a:ext cx="169560" cy="9828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62CC35A0-3ADA-116A-C7B5-E57897AEDC71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275703" y="3584211"/>
                  <a:ext cx="2052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4AD53379-E110-27F8-85B7-153E9AE4767C}"/>
                    </a:ext>
                  </a:extLst>
                </p14:cNvPr>
                <p14:cNvContentPartPr/>
                <p14:nvPr/>
              </p14:nvContentPartPr>
              <p14:xfrm>
                <a:off x="7534183" y="3581691"/>
                <a:ext cx="342720" cy="11124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4AD53379-E110-27F8-85B7-153E9AE4767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516543" y="3564051"/>
                  <a:ext cx="3783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31900F5F-561F-B726-7C30-68109C5EDCD4}"/>
                    </a:ext>
                  </a:extLst>
                </p14:cNvPr>
                <p14:cNvContentPartPr/>
                <p14:nvPr/>
              </p14:nvContentPartPr>
              <p14:xfrm>
                <a:off x="7959343" y="3533811"/>
                <a:ext cx="126000" cy="15984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31900F5F-561F-B726-7C30-68109C5EDCD4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941343" y="3515811"/>
                  <a:ext cx="16164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6AC0F2FF-FD5F-28CB-17F5-6E873FAF90D6}"/>
                    </a:ext>
                  </a:extLst>
                </p14:cNvPr>
                <p14:cNvContentPartPr/>
                <p14:nvPr/>
              </p14:nvContentPartPr>
              <p14:xfrm>
                <a:off x="8149783" y="3469371"/>
                <a:ext cx="250200" cy="19800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6AC0F2FF-FD5F-28CB-17F5-6E873FAF90D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131783" y="3451731"/>
                  <a:ext cx="285840" cy="23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E29E70B5-E56D-89B2-7EA0-00981E636E94}"/>
              </a:ext>
            </a:extLst>
          </p:cNvPr>
          <p:cNvGrpSpPr/>
          <p:nvPr/>
        </p:nvGrpSpPr>
        <p:grpSpPr>
          <a:xfrm>
            <a:off x="2420383" y="4144011"/>
            <a:ext cx="638280" cy="645480"/>
            <a:chOff x="2420383" y="4144011"/>
            <a:chExt cx="638280" cy="64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09D9EAF2-F12C-790C-1973-E369AF7CCCAB}"/>
                    </a:ext>
                  </a:extLst>
                </p14:cNvPr>
                <p14:cNvContentPartPr/>
                <p14:nvPr/>
              </p14:nvContentPartPr>
              <p14:xfrm>
                <a:off x="2620183" y="4355691"/>
                <a:ext cx="331560" cy="19368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09D9EAF2-F12C-790C-1973-E369AF7CCCAB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602543" y="4338051"/>
                  <a:ext cx="36720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B857E1EE-A2F2-2286-D1D7-64E8EB72DAEA}"/>
                    </a:ext>
                  </a:extLst>
                </p14:cNvPr>
                <p14:cNvContentPartPr/>
                <p14:nvPr/>
              </p14:nvContentPartPr>
              <p14:xfrm>
                <a:off x="2420383" y="4144011"/>
                <a:ext cx="638280" cy="64548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B857E1EE-A2F2-2286-D1D7-64E8EB72DAEA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2402383" y="4126011"/>
                  <a:ext cx="673920" cy="68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C29C502A-CB71-DB9C-3036-B0B7EE7C744A}"/>
              </a:ext>
            </a:extLst>
          </p:cNvPr>
          <p:cNvGrpSpPr/>
          <p:nvPr/>
        </p:nvGrpSpPr>
        <p:grpSpPr>
          <a:xfrm>
            <a:off x="3504343" y="4317531"/>
            <a:ext cx="1322640" cy="353520"/>
            <a:chOff x="3504343" y="4317531"/>
            <a:chExt cx="1322640" cy="35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24D9763D-9D26-5DA1-E323-4228B8BA5DA1}"/>
                    </a:ext>
                  </a:extLst>
                </p14:cNvPr>
                <p14:cNvContentPartPr/>
                <p14:nvPr/>
              </p14:nvContentPartPr>
              <p14:xfrm>
                <a:off x="3504343" y="4360731"/>
                <a:ext cx="197280" cy="31032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24D9763D-9D26-5DA1-E323-4228B8BA5DA1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486343" y="4342731"/>
                  <a:ext cx="23292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BA73341D-41A6-838F-D281-1EABF7965695}"/>
                    </a:ext>
                  </a:extLst>
                </p14:cNvPr>
                <p14:cNvContentPartPr/>
                <p14:nvPr/>
              </p14:nvContentPartPr>
              <p14:xfrm>
                <a:off x="3773623" y="4501491"/>
                <a:ext cx="108000" cy="14616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BA73341D-41A6-838F-D281-1EABF7965695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3755983" y="4483851"/>
                  <a:ext cx="1436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980766BD-B7E4-4924-1356-A969F6D4B0E7}"/>
                    </a:ext>
                  </a:extLst>
                </p14:cNvPr>
                <p14:cNvContentPartPr/>
                <p14:nvPr/>
              </p14:nvContentPartPr>
              <p14:xfrm>
                <a:off x="3937783" y="4455411"/>
                <a:ext cx="196200" cy="11520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980766BD-B7E4-4924-1356-A969F6D4B0E7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919783" y="4437771"/>
                  <a:ext cx="2318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CD9609E3-C83F-73D5-EB55-2021420E9C09}"/>
                    </a:ext>
                  </a:extLst>
                </p14:cNvPr>
                <p14:cNvContentPartPr/>
                <p14:nvPr/>
              </p14:nvContentPartPr>
              <p14:xfrm>
                <a:off x="4204183" y="4329411"/>
                <a:ext cx="87120" cy="25776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CD9609E3-C83F-73D5-EB55-2021420E9C09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186543" y="4311411"/>
                  <a:ext cx="1227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D76932D7-B3AC-1446-5E00-C55C2F9ACF61}"/>
                    </a:ext>
                  </a:extLst>
                </p14:cNvPr>
                <p14:cNvContentPartPr/>
                <p14:nvPr/>
              </p14:nvContentPartPr>
              <p14:xfrm>
                <a:off x="4241983" y="4423731"/>
                <a:ext cx="84960" cy="3960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D76932D7-B3AC-1446-5E00-C55C2F9ACF61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223983" y="4406091"/>
                  <a:ext cx="1206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C3D4D589-AAC1-E314-1174-2E5F4C250AEF}"/>
                    </a:ext>
                  </a:extLst>
                </p14:cNvPr>
                <p14:cNvContentPartPr/>
                <p14:nvPr/>
              </p14:nvContentPartPr>
              <p14:xfrm>
                <a:off x="4397863" y="4389171"/>
                <a:ext cx="107280" cy="12960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C3D4D589-AAC1-E314-1174-2E5F4C250AEF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380223" y="4371531"/>
                  <a:ext cx="1429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13B564E4-4E2D-4B20-7E01-FF06A985170C}"/>
                    </a:ext>
                  </a:extLst>
                </p14:cNvPr>
                <p14:cNvContentPartPr/>
                <p14:nvPr/>
              </p14:nvContentPartPr>
              <p14:xfrm>
                <a:off x="4609903" y="4405731"/>
                <a:ext cx="92880" cy="12708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13B564E4-4E2D-4B20-7E01-FF06A985170C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591903" y="4387731"/>
                  <a:ext cx="1285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150F237B-B79C-5569-F50C-601D9400BC5F}"/>
                    </a:ext>
                  </a:extLst>
                </p14:cNvPr>
                <p14:cNvContentPartPr/>
                <p14:nvPr/>
              </p14:nvContentPartPr>
              <p14:xfrm>
                <a:off x="4770823" y="4317531"/>
                <a:ext cx="56160" cy="30816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150F237B-B79C-5569-F50C-601D9400BC5F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753183" y="4299531"/>
                  <a:ext cx="91800" cy="34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C26F1EF4-5932-1CA0-DE24-2D8E297D85A2}"/>
              </a:ext>
            </a:extLst>
          </p:cNvPr>
          <p:cNvGrpSpPr/>
          <p:nvPr/>
        </p:nvGrpSpPr>
        <p:grpSpPr>
          <a:xfrm>
            <a:off x="5394343" y="4201971"/>
            <a:ext cx="1908000" cy="408960"/>
            <a:chOff x="5394343" y="4201971"/>
            <a:chExt cx="1908000" cy="40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08EE53D4-BC8D-FCC9-8D1C-592BDA9EDD17}"/>
                    </a:ext>
                  </a:extLst>
                </p14:cNvPr>
                <p14:cNvContentPartPr/>
                <p14:nvPr/>
              </p14:nvContentPartPr>
              <p14:xfrm>
                <a:off x="5394343" y="4312131"/>
                <a:ext cx="24120" cy="25344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08EE53D4-BC8D-FCC9-8D1C-592BDA9EDD17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5376343" y="4294491"/>
                  <a:ext cx="5976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65346F22-7174-A944-0792-A79E2C82837C}"/>
                    </a:ext>
                  </a:extLst>
                </p14:cNvPr>
                <p14:cNvContentPartPr/>
                <p14:nvPr/>
              </p14:nvContentPartPr>
              <p14:xfrm>
                <a:off x="5443303" y="4460091"/>
                <a:ext cx="84960" cy="15084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65346F22-7174-A944-0792-A79E2C82837C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425663" y="4442451"/>
                  <a:ext cx="12060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BF28AE81-404A-6553-CEF5-E746343809E2}"/>
                    </a:ext>
                  </a:extLst>
                </p14:cNvPr>
                <p14:cNvContentPartPr/>
                <p14:nvPr/>
              </p14:nvContentPartPr>
              <p14:xfrm>
                <a:off x="5581183" y="4409691"/>
                <a:ext cx="87480" cy="12492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BF28AE81-404A-6553-CEF5-E746343809E2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563543" y="4392051"/>
                  <a:ext cx="12312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F9C6E45B-FFE7-45FD-0F4D-DC4A06DDAB39}"/>
                    </a:ext>
                  </a:extLst>
                </p14:cNvPr>
                <p14:cNvContentPartPr/>
                <p14:nvPr/>
              </p14:nvContentPartPr>
              <p14:xfrm>
                <a:off x="5804023" y="4362891"/>
                <a:ext cx="39240" cy="11628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F9C6E45B-FFE7-45FD-0F4D-DC4A06DDAB39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5786023" y="4344891"/>
                  <a:ext cx="748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9D3D631B-5D93-9F73-DE38-2D20B9E70708}"/>
                    </a:ext>
                  </a:extLst>
                </p14:cNvPr>
                <p14:cNvContentPartPr/>
                <p14:nvPr/>
              </p14:nvContentPartPr>
              <p14:xfrm>
                <a:off x="5791423" y="4252731"/>
                <a:ext cx="16200" cy="756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9D3D631B-5D93-9F73-DE38-2D20B9E70708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5773783" y="4235091"/>
                  <a:ext cx="518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FEF1EFDE-0A37-11B9-9313-EF73CDC455C9}"/>
                    </a:ext>
                  </a:extLst>
                </p14:cNvPr>
                <p14:cNvContentPartPr/>
                <p14:nvPr/>
              </p14:nvContentPartPr>
              <p14:xfrm>
                <a:off x="5934703" y="4373331"/>
                <a:ext cx="113760" cy="23508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FEF1EFDE-0A37-11B9-9313-EF73CDC455C9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5917063" y="4355691"/>
                  <a:ext cx="14940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1D49D909-C777-A896-0B9F-FDA8C307CEBC}"/>
                    </a:ext>
                  </a:extLst>
                </p14:cNvPr>
                <p14:cNvContentPartPr/>
                <p14:nvPr/>
              </p14:nvContentPartPr>
              <p14:xfrm>
                <a:off x="6131983" y="4226091"/>
                <a:ext cx="189360" cy="21168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1D49D909-C777-A896-0B9F-FDA8C307CEBC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113983" y="4208091"/>
                  <a:ext cx="22500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CC492BC6-ADC7-9E41-17DB-6A9F81A76511}"/>
                    </a:ext>
                  </a:extLst>
                </p14:cNvPr>
                <p14:cNvContentPartPr/>
                <p14:nvPr/>
              </p14:nvContentPartPr>
              <p14:xfrm>
                <a:off x="6392263" y="4201971"/>
                <a:ext cx="84960" cy="24984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CC492BC6-ADC7-9E41-17DB-6A9F81A76511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374263" y="4183971"/>
                  <a:ext cx="12060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53D2BFC9-C7D1-F987-C566-6EBA30EE727D}"/>
                    </a:ext>
                  </a:extLst>
                </p14:cNvPr>
                <p14:cNvContentPartPr/>
                <p14:nvPr/>
              </p14:nvContentPartPr>
              <p14:xfrm>
                <a:off x="6396223" y="4291251"/>
                <a:ext cx="127800" cy="6048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53D2BFC9-C7D1-F987-C566-6EBA30EE727D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6378583" y="4273611"/>
                  <a:ext cx="1634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F48BBCB1-4540-A8A2-B022-A795DC2DFEF5}"/>
                    </a:ext>
                  </a:extLst>
                </p14:cNvPr>
                <p14:cNvContentPartPr/>
                <p14:nvPr/>
              </p14:nvContentPartPr>
              <p14:xfrm>
                <a:off x="6632743" y="4327251"/>
                <a:ext cx="163080" cy="10296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F48BBCB1-4540-A8A2-B022-A795DC2DFEF5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6615103" y="4309611"/>
                  <a:ext cx="1987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8397CD2F-6333-A85E-649F-BE2762F792FA}"/>
                    </a:ext>
                  </a:extLst>
                </p14:cNvPr>
                <p14:cNvContentPartPr/>
                <p14:nvPr/>
              </p14:nvContentPartPr>
              <p14:xfrm>
                <a:off x="6849823" y="4299891"/>
                <a:ext cx="84960" cy="16128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8397CD2F-6333-A85E-649F-BE2762F792FA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6832183" y="4281891"/>
                  <a:ext cx="1206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0D48E112-CC2F-D5CF-3296-3703E56FBAA7}"/>
                    </a:ext>
                  </a:extLst>
                </p14:cNvPr>
                <p14:cNvContentPartPr/>
                <p14:nvPr/>
              </p14:nvContentPartPr>
              <p14:xfrm>
                <a:off x="6976183" y="4289451"/>
                <a:ext cx="147600" cy="22140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0D48E112-CC2F-D5CF-3296-3703E56FBAA7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6958183" y="4271811"/>
                  <a:ext cx="18324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E67B293F-4375-E84C-EC3E-D03FDFF1022C}"/>
                    </a:ext>
                  </a:extLst>
                </p14:cNvPr>
                <p14:cNvContentPartPr/>
                <p14:nvPr/>
              </p14:nvContentPartPr>
              <p14:xfrm>
                <a:off x="7186783" y="4307811"/>
                <a:ext cx="115560" cy="29016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E67B293F-4375-E84C-EC3E-D03FDFF1022C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7169143" y="4289811"/>
                  <a:ext cx="151200" cy="32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394BB508-1CED-7188-5752-21E952D05824}"/>
              </a:ext>
            </a:extLst>
          </p:cNvPr>
          <p:cNvGrpSpPr/>
          <p:nvPr/>
        </p:nvGrpSpPr>
        <p:grpSpPr>
          <a:xfrm>
            <a:off x="8785543" y="3449211"/>
            <a:ext cx="2546640" cy="1059480"/>
            <a:chOff x="8785543" y="3449211"/>
            <a:chExt cx="2546640" cy="105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29B1AEA5-9900-75AE-D720-F862D426A3EF}"/>
                    </a:ext>
                  </a:extLst>
                </p14:cNvPr>
                <p14:cNvContentPartPr/>
                <p14:nvPr/>
              </p14:nvContentPartPr>
              <p14:xfrm>
                <a:off x="9164983" y="3671331"/>
                <a:ext cx="27000" cy="56232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29B1AEA5-9900-75AE-D720-F862D426A3EF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9146983" y="3653691"/>
                  <a:ext cx="62640" cy="59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50F7CB57-8F20-3A5D-29A8-F5EE867552C7}"/>
                    </a:ext>
                  </a:extLst>
                </p14:cNvPr>
                <p14:cNvContentPartPr/>
                <p14:nvPr/>
              </p14:nvContentPartPr>
              <p14:xfrm>
                <a:off x="9148783" y="3731811"/>
                <a:ext cx="295920" cy="33084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50F7CB57-8F20-3A5D-29A8-F5EE867552C7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9131143" y="3714171"/>
                  <a:ext cx="33156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806DDB0B-E0D0-AD31-2903-4C139857B417}"/>
                    </a:ext>
                  </a:extLst>
                </p14:cNvPr>
                <p14:cNvContentPartPr/>
                <p14:nvPr/>
              </p14:nvContentPartPr>
              <p14:xfrm>
                <a:off x="9625063" y="3776451"/>
                <a:ext cx="33120" cy="31644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806DDB0B-E0D0-AD31-2903-4C139857B417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607063" y="3758811"/>
                  <a:ext cx="6876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EDB600ED-63E7-4E74-7132-6659DCD0839E}"/>
                    </a:ext>
                  </a:extLst>
                </p14:cNvPr>
                <p14:cNvContentPartPr/>
                <p14:nvPr/>
              </p14:nvContentPartPr>
              <p14:xfrm>
                <a:off x="9590863" y="3709131"/>
                <a:ext cx="254160" cy="25884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EDB600ED-63E7-4E74-7132-6659DCD0839E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573223" y="3691491"/>
                  <a:ext cx="28980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E50E0B9B-5617-F53B-FC30-C8C9A64589B7}"/>
                    </a:ext>
                  </a:extLst>
                </p14:cNvPr>
                <p14:cNvContentPartPr/>
                <p14:nvPr/>
              </p14:nvContentPartPr>
              <p14:xfrm>
                <a:off x="10048063" y="3748011"/>
                <a:ext cx="22680" cy="27504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E50E0B9B-5617-F53B-FC30-C8C9A64589B7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0030063" y="3730371"/>
                  <a:ext cx="5832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C7CC7A04-18D6-5701-E799-0A4C6C64EB7A}"/>
                    </a:ext>
                  </a:extLst>
                </p14:cNvPr>
                <p14:cNvContentPartPr/>
                <p14:nvPr/>
              </p14:nvContentPartPr>
              <p14:xfrm>
                <a:off x="10199983" y="3782931"/>
                <a:ext cx="209160" cy="24048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C7CC7A04-18D6-5701-E799-0A4C6C64EB7A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0182343" y="3764931"/>
                  <a:ext cx="24480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ED9DC7FC-70F1-C26F-38CB-4A77AFF60EFD}"/>
                    </a:ext>
                  </a:extLst>
                </p14:cNvPr>
                <p14:cNvContentPartPr/>
                <p14:nvPr/>
              </p14:nvContentPartPr>
              <p14:xfrm>
                <a:off x="10688503" y="3772491"/>
                <a:ext cx="22320" cy="27576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ED9DC7FC-70F1-C26F-38CB-4A77AFF60EFD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0670863" y="3754491"/>
                  <a:ext cx="5796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B9C93D15-9FED-4852-AFE2-11581815A3C0}"/>
                    </a:ext>
                  </a:extLst>
                </p14:cNvPr>
                <p14:cNvContentPartPr/>
                <p14:nvPr/>
              </p14:nvContentPartPr>
              <p14:xfrm>
                <a:off x="10661863" y="3661611"/>
                <a:ext cx="126000" cy="3744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B9C93D15-9FED-4852-AFE2-11581815A3C0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0643863" y="3643611"/>
                  <a:ext cx="1616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095AD517-EF31-D440-2070-4BBF66355B34}"/>
                    </a:ext>
                  </a:extLst>
                </p14:cNvPr>
                <p14:cNvContentPartPr/>
                <p14:nvPr/>
              </p14:nvContentPartPr>
              <p14:xfrm>
                <a:off x="10676623" y="3823611"/>
                <a:ext cx="135360" cy="9036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095AD517-EF31-D440-2070-4BBF66355B34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0658623" y="3805611"/>
                  <a:ext cx="171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3A489BB7-2D75-D720-7A4A-EADCCD1CE610}"/>
                    </a:ext>
                  </a:extLst>
                </p14:cNvPr>
                <p14:cNvContentPartPr/>
                <p14:nvPr/>
              </p14:nvContentPartPr>
              <p14:xfrm>
                <a:off x="10732423" y="3978051"/>
                <a:ext cx="189000" cy="6300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3A489BB7-2D75-D720-7A4A-EADCCD1CE610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0714783" y="3960051"/>
                  <a:ext cx="2246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3EDAD9AA-BD01-BB32-6220-73538261CA77}"/>
                    </a:ext>
                  </a:extLst>
                </p14:cNvPr>
                <p14:cNvContentPartPr/>
                <p14:nvPr/>
              </p14:nvContentPartPr>
              <p14:xfrm>
                <a:off x="8993983" y="3571971"/>
                <a:ext cx="2148120" cy="93672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3EDAD9AA-BD01-BB32-6220-73538261CA77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975983" y="3554331"/>
                  <a:ext cx="2183760" cy="9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F5BCB717-1A03-E53E-7A32-EAA47D8FBAA0}"/>
                    </a:ext>
                  </a:extLst>
                </p14:cNvPr>
                <p14:cNvContentPartPr/>
                <p14:nvPr/>
              </p14:nvContentPartPr>
              <p14:xfrm>
                <a:off x="8817943" y="3849171"/>
                <a:ext cx="118080" cy="63144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F5BCB717-1A03-E53E-7A32-EAA47D8FBAA0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799943" y="3831171"/>
                  <a:ext cx="153720" cy="66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ED1C6E10-4609-D59D-59FD-8D6366A366CD}"/>
                    </a:ext>
                  </a:extLst>
                </p14:cNvPr>
                <p14:cNvContentPartPr/>
                <p14:nvPr/>
              </p14:nvContentPartPr>
              <p14:xfrm>
                <a:off x="8785543" y="3449211"/>
                <a:ext cx="2546640" cy="25236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ED1C6E10-4609-D59D-59FD-8D6366A366CD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767903" y="3431211"/>
                  <a:ext cx="2582280" cy="28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3" name="Group 312">
            <a:extLst>
              <a:ext uri="{FF2B5EF4-FFF2-40B4-BE49-F238E27FC236}">
                <a16:creationId xmlns:a16="http://schemas.microsoft.com/office/drawing/2014/main" id="{2DBA76D3-AC1F-E287-0C01-778594461DD1}"/>
              </a:ext>
            </a:extLst>
          </p:cNvPr>
          <p:cNvGrpSpPr/>
          <p:nvPr/>
        </p:nvGrpSpPr>
        <p:grpSpPr>
          <a:xfrm>
            <a:off x="2235703" y="5209971"/>
            <a:ext cx="1752480" cy="1683720"/>
            <a:chOff x="2235703" y="5209971"/>
            <a:chExt cx="1752480" cy="168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3422BA9E-B466-4E8C-8F6C-25174D883048}"/>
                    </a:ext>
                  </a:extLst>
                </p14:cNvPr>
                <p14:cNvContentPartPr/>
                <p14:nvPr/>
              </p14:nvContentPartPr>
              <p14:xfrm>
                <a:off x="2256943" y="5614971"/>
                <a:ext cx="34920" cy="60372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3422BA9E-B466-4E8C-8F6C-25174D883048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2239303" y="5596971"/>
                  <a:ext cx="70560" cy="63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F072561A-6D31-589D-9229-37B25F28D3EF}"/>
                    </a:ext>
                  </a:extLst>
                </p14:cNvPr>
                <p14:cNvContentPartPr/>
                <p14:nvPr/>
              </p14:nvContentPartPr>
              <p14:xfrm>
                <a:off x="2271343" y="5209971"/>
                <a:ext cx="630360" cy="41796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F072561A-6D31-589D-9229-37B25F28D3EF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2253703" y="5192331"/>
                  <a:ext cx="666000" cy="4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ACFB44BF-D09C-C1EB-4DD7-958FE3B9A377}"/>
                    </a:ext>
                  </a:extLst>
                </p14:cNvPr>
                <p14:cNvContentPartPr/>
                <p14:nvPr/>
              </p14:nvContentPartPr>
              <p14:xfrm>
                <a:off x="2956783" y="5523531"/>
                <a:ext cx="61200" cy="68472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ACFB44BF-D09C-C1EB-4DD7-958FE3B9A377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2939143" y="5505531"/>
                  <a:ext cx="96840" cy="72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6C01A900-C218-3377-A719-70B4B17DF38E}"/>
                    </a:ext>
                  </a:extLst>
                </p14:cNvPr>
                <p14:cNvContentPartPr/>
                <p14:nvPr/>
              </p14:nvContentPartPr>
              <p14:xfrm>
                <a:off x="2235703" y="6178011"/>
                <a:ext cx="781200" cy="7668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6C01A900-C218-3377-A719-70B4B17DF38E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2218063" y="6160011"/>
                  <a:ext cx="8168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83EE462F-8A60-33A7-CBCF-EA1F23797EDB}"/>
                    </a:ext>
                  </a:extLst>
                </p14:cNvPr>
                <p14:cNvContentPartPr/>
                <p14:nvPr/>
              </p14:nvContentPartPr>
              <p14:xfrm>
                <a:off x="2482663" y="6659691"/>
                <a:ext cx="70200" cy="12024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83EE462F-8A60-33A7-CBCF-EA1F23797EDB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2464663" y="6642051"/>
                  <a:ext cx="1058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AA57D86C-234B-9955-C448-2EB84611C1DE}"/>
                    </a:ext>
                  </a:extLst>
                </p14:cNvPr>
                <p14:cNvContentPartPr/>
                <p14:nvPr/>
              </p14:nvContentPartPr>
              <p14:xfrm>
                <a:off x="2364223" y="6474651"/>
                <a:ext cx="343440" cy="41904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AA57D86C-234B-9955-C448-2EB84611C1DE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2346583" y="6457011"/>
                  <a:ext cx="379080" cy="45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0FF1536A-44C7-8787-DF3D-F798F66FF5F7}"/>
                    </a:ext>
                  </a:extLst>
                </p14:cNvPr>
                <p14:cNvContentPartPr/>
                <p14:nvPr/>
              </p14:nvContentPartPr>
              <p14:xfrm>
                <a:off x="2814583" y="6608211"/>
                <a:ext cx="106920" cy="16776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0FF1536A-44C7-8787-DF3D-F798F66FF5F7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2796583" y="6590211"/>
                  <a:ext cx="1425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7F43F8EE-E6DC-D58E-4DB5-0B7E5A07BB52}"/>
                    </a:ext>
                  </a:extLst>
                </p14:cNvPr>
                <p14:cNvContentPartPr/>
                <p14:nvPr/>
              </p14:nvContentPartPr>
              <p14:xfrm>
                <a:off x="2939503" y="6581571"/>
                <a:ext cx="74160" cy="13140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7F43F8EE-E6DC-D58E-4DB5-0B7E5A07BB52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2921503" y="6563931"/>
                  <a:ext cx="1098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88238E3B-A050-80A8-7F44-E511D18AADAA}"/>
                    </a:ext>
                  </a:extLst>
                </p14:cNvPr>
                <p14:cNvContentPartPr/>
                <p14:nvPr/>
              </p14:nvContentPartPr>
              <p14:xfrm>
                <a:off x="3017983" y="6453411"/>
                <a:ext cx="101880" cy="18972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88238E3B-A050-80A8-7F44-E511D18AADAA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3000343" y="6435411"/>
                  <a:ext cx="1375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43F965D4-0AEB-7BCF-00AC-6DDB827587AE}"/>
                    </a:ext>
                  </a:extLst>
                </p14:cNvPr>
                <p14:cNvContentPartPr/>
                <p14:nvPr/>
              </p14:nvContentPartPr>
              <p14:xfrm>
                <a:off x="3067303" y="6521451"/>
                <a:ext cx="47160" cy="7020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43F965D4-0AEB-7BCF-00AC-6DDB827587AE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3049663" y="6503451"/>
                  <a:ext cx="8280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344F1C70-91C0-9B19-5B53-8BAAF71F3CC5}"/>
                    </a:ext>
                  </a:extLst>
                </p14:cNvPr>
                <p14:cNvContentPartPr/>
                <p14:nvPr/>
              </p14:nvContentPartPr>
              <p14:xfrm>
                <a:off x="3270343" y="6567171"/>
                <a:ext cx="93960" cy="19764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344F1C70-91C0-9B19-5B53-8BAAF71F3CC5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3252703" y="6549531"/>
                  <a:ext cx="12960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63C519B4-E25A-BEE4-0439-46268E2E4EBB}"/>
                    </a:ext>
                  </a:extLst>
                </p14:cNvPr>
                <p14:cNvContentPartPr/>
                <p14:nvPr/>
              </p14:nvContentPartPr>
              <p14:xfrm>
                <a:off x="3383023" y="6611811"/>
                <a:ext cx="44280" cy="5148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63C519B4-E25A-BEE4-0439-46268E2E4EBB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3365023" y="6593811"/>
                  <a:ext cx="799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AECBCF4B-05C4-89FB-1E4D-8AB172E912AB}"/>
                    </a:ext>
                  </a:extLst>
                </p14:cNvPr>
                <p14:cNvContentPartPr/>
                <p14:nvPr/>
              </p14:nvContentPartPr>
              <p14:xfrm>
                <a:off x="3348463" y="6504171"/>
                <a:ext cx="20880" cy="3204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AECBCF4B-05C4-89FB-1E4D-8AB172E912AB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3330463" y="6486531"/>
                  <a:ext cx="565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7CB5E16A-8C3D-5C92-EED5-F5354839DFD9}"/>
                    </a:ext>
                  </a:extLst>
                </p14:cNvPr>
                <p14:cNvContentPartPr/>
                <p14:nvPr/>
              </p14:nvContentPartPr>
              <p14:xfrm>
                <a:off x="3500023" y="6515691"/>
                <a:ext cx="219600" cy="23184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7CB5E16A-8C3D-5C92-EED5-F5354839DFD9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3482383" y="6497691"/>
                  <a:ext cx="25524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0305A848-A4E1-B3EF-77B2-C32415B2BBD2}"/>
                    </a:ext>
                  </a:extLst>
                </p14:cNvPr>
                <p14:cNvContentPartPr/>
                <p14:nvPr/>
              </p14:nvContentPartPr>
              <p14:xfrm>
                <a:off x="3800623" y="6316971"/>
                <a:ext cx="187560" cy="24048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0305A848-A4E1-B3EF-77B2-C32415B2BBD2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3782983" y="6299331"/>
                  <a:ext cx="223200" cy="27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9" name="Group 328">
            <a:extLst>
              <a:ext uri="{FF2B5EF4-FFF2-40B4-BE49-F238E27FC236}">
                <a16:creationId xmlns:a16="http://schemas.microsoft.com/office/drawing/2014/main" id="{52312CA1-3431-1F8A-E741-FA036D740F33}"/>
              </a:ext>
            </a:extLst>
          </p:cNvPr>
          <p:cNvGrpSpPr/>
          <p:nvPr/>
        </p:nvGrpSpPr>
        <p:grpSpPr>
          <a:xfrm>
            <a:off x="4006543" y="4788771"/>
            <a:ext cx="1413720" cy="2105280"/>
            <a:chOff x="4006543" y="4788771"/>
            <a:chExt cx="1413720" cy="210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6D7D75C2-943F-0FBA-1321-7B7D91C82EDF}"/>
                    </a:ext>
                  </a:extLst>
                </p14:cNvPr>
                <p14:cNvContentPartPr/>
                <p14:nvPr/>
              </p14:nvContentPartPr>
              <p14:xfrm>
                <a:off x="4006543" y="4788771"/>
                <a:ext cx="953280" cy="137052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6D7D75C2-943F-0FBA-1321-7B7D91C82EDF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3988543" y="4771131"/>
                  <a:ext cx="988920" cy="140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06669CEA-C80D-909E-F255-7EA2DD2AAC27}"/>
                    </a:ext>
                  </a:extLst>
                </p14:cNvPr>
                <p14:cNvContentPartPr/>
                <p14:nvPr/>
              </p14:nvContentPartPr>
              <p14:xfrm>
                <a:off x="4040023" y="5418771"/>
                <a:ext cx="924120" cy="79848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06669CEA-C80D-909E-F255-7EA2DD2AAC27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022383" y="5400771"/>
                  <a:ext cx="959760" cy="83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23E42313-5D38-B731-C055-2467E5E2A7C4}"/>
                    </a:ext>
                  </a:extLst>
                </p14:cNvPr>
                <p14:cNvContentPartPr/>
                <p14:nvPr/>
              </p14:nvContentPartPr>
              <p14:xfrm>
                <a:off x="4285183" y="6582291"/>
                <a:ext cx="51840" cy="6768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23E42313-5D38-B731-C055-2467E5E2A7C4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267543" y="6564651"/>
                  <a:ext cx="874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F8C5E514-E9AB-EB85-7DF0-18589045A37D}"/>
                    </a:ext>
                  </a:extLst>
                </p14:cNvPr>
                <p14:cNvContentPartPr/>
                <p14:nvPr/>
              </p14:nvContentPartPr>
              <p14:xfrm>
                <a:off x="4231543" y="6566451"/>
                <a:ext cx="267840" cy="21888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F8C5E514-E9AB-EB85-7DF0-18589045A37D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4213903" y="6548811"/>
                  <a:ext cx="30348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21A431F1-2DDE-DE7C-7EDC-44F3EEE828C0}"/>
                    </a:ext>
                  </a:extLst>
                </p14:cNvPr>
                <p14:cNvContentPartPr/>
                <p14:nvPr/>
              </p14:nvContentPartPr>
              <p14:xfrm>
                <a:off x="4176103" y="6438651"/>
                <a:ext cx="406800" cy="45540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21A431F1-2DDE-DE7C-7EDC-44F3EEE828C0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4158103" y="6420651"/>
                  <a:ext cx="44244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5AEE6B9F-568A-52B7-FCF5-AEC6B5109CE8}"/>
                    </a:ext>
                  </a:extLst>
                </p14:cNvPr>
                <p14:cNvContentPartPr/>
                <p14:nvPr/>
              </p14:nvContentPartPr>
              <p14:xfrm>
                <a:off x="4566343" y="6476451"/>
                <a:ext cx="80280" cy="14148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5AEE6B9F-568A-52B7-FCF5-AEC6B5109CE8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4548343" y="6458811"/>
                  <a:ext cx="1159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B2555208-D961-CD25-5D7C-AE175547E76A}"/>
                    </a:ext>
                  </a:extLst>
                </p14:cNvPr>
                <p14:cNvContentPartPr/>
                <p14:nvPr/>
              </p14:nvContentPartPr>
              <p14:xfrm>
                <a:off x="4558423" y="6408771"/>
                <a:ext cx="156600" cy="11268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B2555208-D961-CD25-5D7C-AE175547E76A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4540783" y="6391131"/>
                  <a:ext cx="1922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AFC2D9F1-DF49-90C2-AFEB-EFC71FA934C1}"/>
                    </a:ext>
                  </a:extLst>
                </p14:cNvPr>
                <p14:cNvContentPartPr/>
                <p14:nvPr/>
              </p14:nvContentPartPr>
              <p14:xfrm>
                <a:off x="4625023" y="6270171"/>
                <a:ext cx="318600" cy="21384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AFC2D9F1-DF49-90C2-AFEB-EFC71FA934C1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4607383" y="6252171"/>
                  <a:ext cx="35424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57A04832-DAA6-E682-C5B2-374F9540CCEA}"/>
                    </a:ext>
                  </a:extLst>
                </p14:cNvPr>
                <p14:cNvContentPartPr/>
                <p14:nvPr/>
              </p14:nvContentPartPr>
              <p14:xfrm>
                <a:off x="4958383" y="6226611"/>
                <a:ext cx="70560" cy="13212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57A04832-DAA6-E682-C5B2-374F9540CCEA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4940383" y="6208611"/>
                  <a:ext cx="1062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87127DA1-5587-21BF-86A5-41AD07AB116B}"/>
                    </a:ext>
                  </a:extLst>
                </p14:cNvPr>
                <p14:cNvContentPartPr/>
                <p14:nvPr/>
              </p14:nvContentPartPr>
              <p14:xfrm>
                <a:off x="4943263" y="6146691"/>
                <a:ext cx="59760" cy="7884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87127DA1-5587-21BF-86A5-41AD07AB116B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4925623" y="6129051"/>
                  <a:ext cx="954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F24531E0-68D2-AFB3-3C05-BEF3DC5713A5}"/>
                    </a:ext>
                  </a:extLst>
                </p14:cNvPr>
                <p14:cNvContentPartPr/>
                <p14:nvPr/>
              </p14:nvContentPartPr>
              <p14:xfrm>
                <a:off x="5007343" y="6000891"/>
                <a:ext cx="122400" cy="12348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F24531E0-68D2-AFB3-3C05-BEF3DC5713A5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4989343" y="5982891"/>
                  <a:ext cx="1580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FB891328-374D-DCF5-CCD7-A2B1DC07E072}"/>
                    </a:ext>
                  </a:extLst>
                </p14:cNvPr>
                <p14:cNvContentPartPr/>
                <p14:nvPr/>
              </p14:nvContentPartPr>
              <p14:xfrm>
                <a:off x="5148823" y="6012771"/>
                <a:ext cx="55440" cy="6696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FB891328-374D-DCF5-CCD7-A2B1DC07E072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5131183" y="5995131"/>
                  <a:ext cx="910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834D69EB-16FC-9128-BE46-0227AB4688A9}"/>
                    </a:ext>
                  </a:extLst>
                </p14:cNvPr>
                <p14:cNvContentPartPr/>
                <p14:nvPr/>
              </p14:nvContentPartPr>
              <p14:xfrm>
                <a:off x="5096623" y="5852571"/>
                <a:ext cx="20520" cy="3240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834D69EB-16FC-9128-BE46-0227AB4688A9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5078983" y="5834571"/>
                  <a:ext cx="561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D56496B0-10DD-AA48-8406-1A0846293EAA}"/>
                    </a:ext>
                  </a:extLst>
                </p14:cNvPr>
                <p14:cNvContentPartPr/>
                <p14:nvPr/>
              </p14:nvContentPartPr>
              <p14:xfrm>
                <a:off x="5178703" y="5762211"/>
                <a:ext cx="155880" cy="29628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D56496B0-10DD-AA48-8406-1A0846293EAA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5160703" y="5744571"/>
                  <a:ext cx="19152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A3FA7873-3EF6-B36A-B083-773A16CF1369}"/>
                    </a:ext>
                  </a:extLst>
                </p14:cNvPr>
                <p14:cNvContentPartPr/>
                <p14:nvPr/>
              </p14:nvContentPartPr>
              <p14:xfrm>
                <a:off x="5202823" y="5757891"/>
                <a:ext cx="217440" cy="20196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A3FA7873-3EF6-B36A-B083-773A16CF1369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5184823" y="5739891"/>
                  <a:ext cx="253080" cy="237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1">
            <p14:nvContentPartPr>
              <p14:cNvPr id="344" name="Ink 343">
                <a:extLst>
                  <a:ext uri="{FF2B5EF4-FFF2-40B4-BE49-F238E27FC236}">
                    <a16:creationId xmlns:a16="http://schemas.microsoft.com/office/drawing/2014/main" id="{409E44C0-40E7-9050-45EA-4825FDBC4BF6}"/>
                  </a:ext>
                </a:extLst>
              </p14:cNvPr>
              <p14:cNvContentPartPr/>
              <p14:nvPr/>
            </p14:nvContentPartPr>
            <p14:xfrm>
              <a:off x="7420423" y="5079651"/>
              <a:ext cx="833040" cy="905760"/>
            </p14:xfrm>
          </p:contentPart>
        </mc:Choice>
        <mc:Fallback>
          <p:pic>
            <p:nvPicPr>
              <p:cNvPr id="344" name="Ink 343">
                <a:extLst>
                  <a:ext uri="{FF2B5EF4-FFF2-40B4-BE49-F238E27FC236}">
                    <a16:creationId xmlns:a16="http://schemas.microsoft.com/office/drawing/2014/main" id="{409E44C0-40E7-9050-45EA-4825FDBC4BF6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7402783" y="5062011"/>
                <a:ext cx="868680" cy="94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49" name="Group 348">
            <a:extLst>
              <a:ext uri="{FF2B5EF4-FFF2-40B4-BE49-F238E27FC236}">
                <a16:creationId xmlns:a16="http://schemas.microsoft.com/office/drawing/2014/main" id="{F0EDF737-E3EA-E1AB-97CD-A406656C87C9}"/>
              </a:ext>
            </a:extLst>
          </p:cNvPr>
          <p:cNvGrpSpPr/>
          <p:nvPr/>
        </p:nvGrpSpPr>
        <p:grpSpPr>
          <a:xfrm>
            <a:off x="5800063" y="5418051"/>
            <a:ext cx="1451880" cy="1334160"/>
            <a:chOff x="5800063" y="5418051"/>
            <a:chExt cx="1451880" cy="133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E688DF0A-0DA8-75D5-E648-39A364F88DF3}"/>
                    </a:ext>
                  </a:extLst>
                </p14:cNvPr>
                <p14:cNvContentPartPr/>
                <p14:nvPr/>
              </p14:nvContentPartPr>
              <p14:xfrm>
                <a:off x="5932183" y="5418051"/>
                <a:ext cx="630720" cy="41688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E688DF0A-0DA8-75D5-E648-39A364F88DF3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5914543" y="5400411"/>
                  <a:ext cx="666360" cy="45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E6B24DC4-EA2E-1024-22C1-CAECA5F2BB25}"/>
                    </a:ext>
                  </a:extLst>
                </p14:cNvPr>
                <p14:cNvContentPartPr/>
                <p14:nvPr/>
              </p14:nvContentPartPr>
              <p14:xfrm>
                <a:off x="5962423" y="5851851"/>
                <a:ext cx="597600" cy="4032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E6B24DC4-EA2E-1024-22C1-CAECA5F2BB25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5944783" y="5834211"/>
                  <a:ext cx="6332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F253C17A-22CE-17F6-1CBF-68357C760222}"/>
                    </a:ext>
                  </a:extLst>
                </p14:cNvPr>
                <p14:cNvContentPartPr/>
                <p14:nvPr/>
              </p14:nvContentPartPr>
              <p14:xfrm>
                <a:off x="5860543" y="6440811"/>
                <a:ext cx="182160" cy="16848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F253C17A-22CE-17F6-1CBF-68357C760222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5842543" y="6422811"/>
                  <a:ext cx="2178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8B912AF6-22E0-9827-BEC9-F3C2C96CF348}"/>
                    </a:ext>
                  </a:extLst>
                </p14:cNvPr>
                <p14:cNvContentPartPr/>
                <p14:nvPr/>
              </p14:nvContentPartPr>
              <p14:xfrm>
                <a:off x="5800063" y="6235251"/>
                <a:ext cx="393840" cy="51696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8B912AF6-22E0-9827-BEC9-F3C2C96CF348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5782423" y="6217611"/>
                  <a:ext cx="429480" cy="55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C4E4EE8E-6BDF-57A8-FBE6-C706DEC61E5A}"/>
                    </a:ext>
                  </a:extLst>
                </p14:cNvPr>
                <p14:cNvContentPartPr/>
                <p14:nvPr/>
              </p14:nvContentPartPr>
              <p14:xfrm>
                <a:off x="6333583" y="6180531"/>
                <a:ext cx="141120" cy="19872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C4E4EE8E-6BDF-57A8-FBE6-C706DEC61E5A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6315583" y="6162531"/>
                  <a:ext cx="1767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522CFB41-F52F-7F24-9882-1665B7F817B1}"/>
                    </a:ext>
                  </a:extLst>
                </p14:cNvPr>
                <p14:cNvContentPartPr/>
                <p14:nvPr/>
              </p14:nvContentPartPr>
              <p14:xfrm>
                <a:off x="6531583" y="6117171"/>
                <a:ext cx="126360" cy="11844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522CFB41-F52F-7F24-9882-1665B7F817B1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6513943" y="6099531"/>
                  <a:ext cx="16200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79F4A979-9E40-74CA-97F1-F105F7324B0C}"/>
                    </a:ext>
                  </a:extLst>
                </p14:cNvPr>
                <p14:cNvContentPartPr/>
                <p14:nvPr/>
              </p14:nvContentPartPr>
              <p14:xfrm>
                <a:off x="6618343" y="5930331"/>
                <a:ext cx="174960" cy="23508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79F4A979-9E40-74CA-97F1-F105F7324B0C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6600343" y="5912691"/>
                  <a:ext cx="21060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5705BA00-BE1F-2511-8696-836DD34D20F6}"/>
                    </a:ext>
                  </a:extLst>
                </p14:cNvPr>
                <p14:cNvContentPartPr/>
                <p14:nvPr/>
              </p14:nvContentPartPr>
              <p14:xfrm>
                <a:off x="6655783" y="6015291"/>
                <a:ext cx="56520" cy="8208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5705BA00-BE1F-2511-8696-836DD34D20F6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6637783" y="5997291"/>
                  <a:ext cx="9216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A13B2354-8E00-D301-838A-BCC9E5F2DEBB}"/>
                    </a:ext>
                  </a:extLst>
                </p14:cNvPr>
                <p14:cNvContentPartPr/>
                <p14:nvPr/>
              </p14:nvContentPartPr>
              <p14:xfrm>
                <a:off x="6979063" y="5632251"/>
                <a:ext cx="176760" cy="18936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A13B2354-8E00-D301-838A-BCC9E5F2DEBB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6961423" y="5614251"/>
                  <a:ext cx="2124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CCA4F70B-4AB1-0DCC-1356-C357D42CC4E7}"/>
                    </a:ext>
                  </a:extLst>
                </p14:cNvPr>
                <p14:cNvContentPartPr/>
                <p14:nvPr/>
              </p14:nvContentPartPr>
              <p14:xfrm>
                <a:off x="6902023" y="5791371"/>
                <a:ext cx="349920" cy="32724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CCA4F70B-4AB1-0DCC-1356-C357D42CC4E7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6884383" y="5773731"/>
                  <a:ext cx="38556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FE656996-0237-3EC9-7A0A-E4BBAEF760A7}"/>
                    </a:ext>
                  </a:extLst>
                </p14:cNvPr>
                <p14:cNvContentPartPr/>
                <p14:nvPr/>
              </p14:nvContentPartPr>
              <p14:xfrm>
                <a:off x="6790783" y="5839971"/>
                <a:ext cx="84240" cy="24876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FE656996-0237-3EC9-7A0A-E4BBAEF760A7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6773143" y="5822331"/>
                  <a:ext cx="11988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7DFE36AF-5172-9A41-1741-5D176C3828C4}"/>
                    </a:ext>
                  </a:extLst>
                </p14:cNvPr>
                <p14:cNvContentPartPr/>
                <p14:nvPr/>
              </p14:nvContentPartPr>
              <p14:xfrm>
                <a:off x="6813823" y="5816211"/>
                <a:ext cx="186480" cy="12240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7DFE36AF-5172-9A41-1741-5D176C3828C4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6795823" y="5798211"/>
                  <a:ext cx="22212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670F27B8-E05B-2494-ED21-C6CA33B0D74B}"/>
                    </a:ext>
                  </a:extLst>
                </p14:cNvPr>
                <p14:cNvContentPartPr/>
                <p14:nvPr/>
              </p14:nvContentPartPr>
              <p14:xfrm>
                <a:off x="6877543" y="5926731"/>
                <a:ext cx="49320" cy="7416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670F27B8-E05B-2494-ED21-C6CA33B0D74B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6859543" y="5909091"/>
                  <a:ext cx="84960" cy="10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6" name="Group 365">
            <a:extLst>
              <a:ext uri="{FF2B5EF4-FFF2-40B4-BE49-F238E27FC236}">
                <a16:creationId xmlns:a16="http://schemas.microsoft.com/office/drawing/2014/main" id="{81DD5E6D-9344-BB65-C998-AF61A77B9DF0}"/>
              </a:ext>
            </a:extLst>
          </p:cNvPr>
          <p:cNvGrpSpPr/>
          <p:nvPr/>
        </p:nvGrpSpPr>
        <p:grpSpPr>
          <a:xfrm>
            <a:off x="7715263" y="4883091"/>
            <a:ext cx="3660480" cy="1891440"/>
            <a:chOff x="7715263" y="4883091"/>
            <a:chExt cx="3660480" cy="189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D1284300-DE2D-A934-68DF-6D12964372FE}"/>
                    </a:ext>
                  </a:extLst>
                </p14:cNvPr>
                <p14:cNvContentPartPr/>
                <p14:nvPr/>
              </p14:nvContentPartPr>
              <p14:xfrm>
                <a:off x="9223303" y="5168211"/>
                <a:ext cx="59400" cy="53820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D1284300-DE2D-A934-68DF-6D12964372FE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9205303" y="5150211"/>
                  <a:ext cx="95040" cy="57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61264EE4-3C21-FF3F-27D9-1455D9FD6C0F}"/>
                    </a:ext>
                  </a:extLst>
                </p14:cNvPr>
                <p14:cNvContentPartPr/>
                <p14:nvPr/>
              </p14:nvContentPartPr>
              <p14:xfrm>
                <a:off x="9187663" y="5179011"/>
                <a:ext cx="316080" cy="33156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61264EE4-3C21-FF3F-27D9-1455D9FD6C0F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9169663" y="5161011"/>
                  <a:ext cx="35172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5015DB98-6D85-06B2-7AC0-0147634D9357}"/>
                    </a:ext>
                  </a:extLst>
                </p14:cNvPr>
                <p14:cNvContentPartPr/>
                <p14:nvPr/>
              </p14:nvContentPartPr>
              <p14:xfrm>
                <a:off x="9608143" y="5235531"/>
                <a:ext cx="114480" cy="31680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5015DB98-6D85-06B2-7AC0-0147634D9357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9590503" y="5217531"/>
                  <a:ext cx="15012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7CBF2F3B-1932-286A-9E0D-56D0D3CFEA7D}"/>
                    </a:ext>
                  </a:extLst>
                </p14:cNvPr>
                <p14:cNvContentPartPr/>
                <p14:nvPr/>
              </p14:nvContentPartPr>
              <p14:xfrm>
                <a:off x="9629383" y="5174691"/>
                <a:ext cx="153360" cy="12240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7CBF2F3B-1932-286A-9E0D-56D0D3CFEA7D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9611383" y="5156691"/>
                  <a:ext cx="1890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65CA1B45-7074-B0F5-E624-B30334EECF71}"/>
                    </a:ext>
                  </a:extLst>
                </p14:cNvPr>
                <p14:cNvContentPartPr/>
                <p14:nvPr/>
              </p14:nvContentPartPr>
              <p14:xfrm>
                <a:off x="9685543" y="5397171"/>
                <a:ext cx="210600" cy="17964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65CA1B45-7074-B0F5-E624-B30334EECF71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9667903" y="5379171"/>
                  <a:ext cx="2462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1FB2EED4-4EC9-82A4-D3E9-A4DAF9E343B3}"/>
                    </a:ext>
                  </a:extLst>
                </p14:cNvPr>
                <p14:cNvContentPartPr/>
                <p14:nvPr/>
              </p14:nvContentPartPr>
              <p14:xfrm>
                <a:off x="10026103" y="5282691"/>
                <a:ext cx="23040" cy="34164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1FB2EED4-4EC9-82A4-D3E9-A4DAF9E343B3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0008103" y="5265051"/>
                  <a:ext cx="5868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07F6EAD1-1F68-4B1D-638D-2CBBF155F51E}"/>
                    </a:ext>
                  </a:extLst>
                </p14:cNvPr>
                <p14:cNvContentPartPr/>
                <p14:nvPr/>
              </p14:nvContentPartPr>
              <p14:xfrm>
                <a:off x="9973543" y="5206011"/>
                <a:ext cx="296280" cy="32580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07F6EAD1-1F68-4B1D-638D-2CBBF155F51E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9955903" y="5188011"/>
                  <a:ext cx="33192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0AE0225E-F5D2-5DE7-5F6D-B1E2ADE8437C}"/>
                    </a:ext>
                  </a:extLst>
                </p14:cNvPr>
                <p14:cNvContentPartPr/>
                <p14:nvPr/>
              </p14:nvContentPartPr>
              <p14:xfrm>
                <a:off x="10000183" y="5400411"/>
                <a:ext cx="219240" cy="6768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0AE0225E-F5D2-5DE7-5F6D-B1E2ADE8437C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9982183" y="5382771"/>
                  <a:ext cx="2548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209DC037-61D1-67A8-46B7-03F2C1D8F650}"/>
                    </a:ext>
                  </a:extLst>
                </p14:cNvPr>
                <p14:cNvContentPartPr/>
                <p14:nvPr/>
              </p14:nvContentPartPr>
              <p14:xfrm>
                <a:off x="10396903" y="5203851"/>
                <a:ext cx="79200" cy="42336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209DC037-61D1-67A8-46B7-03F2C1D8F650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0378903" y="5185851"/>
                  <a:ext cx="11484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EB3DFDE0-E520-D0A2-0A85-7C68C9E9FCFF}"/>
                    </a:ext>
                  </a:extLst>
                </p14:cNvPr>
                <p14:cNvContentPartPr/>
                <p14:nvPr/>
              </p14:nvContentPartPr>
              <p14:xfrm>
                <a:off x="10328143" y="5162091"/>
                <a:ext cx="338040" cy="43452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EB3DFDE0-E520-D0A2-0A85-7C68C9E9FCFF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0310143" y="5144451"/>
                  <a:ext cx="373680" cy="4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8AE99E56-A104-1357-4DA6-291A07DB29C6}"/>
                    </a:ext>
                  </a:extLst>
                </p14:cNvPr>
                <p14:cNvContentPartPr/>
                <p14:nvPr/>
              </p14:nvContentPartPr>
              <p14:xfrm>
                <a:off x="8913343" y="4883091"/>
                <a:ext cx="2462400" cy="143568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8AE99E56-A104-1357-4DA6-291A07DB29C6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8895343" y="4865451"/>
                  <a:ext cx="2498040" cy="147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9EF3EF13-5C33-E0FB-D9DE-BABBD52EE144}"/>
                    </a:ext>
                  </a:extLst>
                </p14:cNvPr>
                <p14:cNvContentPartPr/>
                <p14:nvPr/>
              </p14:nvContentPartPr>
              <p14:xfrm>
                <a:off x="8875183" y="5143731"/>
                <a:ext cx="249480" cy="103680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9EF3EF13-5C33-E0FB-D9DE-BABBD52EE144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8857183" y="5125731"/>
                  <a:ext cx="285120" cy="10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0133BD56-C05E-99BA-F32D-7136B7D86086}"/>
                    </a:ext>
                  </a:extLst>
                </p14:cNvPr>
                <p14:cNvContentPartPr/>
                <p14:nvPr/>
              </p14:nvContentPartPr>
              <p14:xfrm>
                <a:off x="7786903" y="6379611"/>
                <a:ext cx="179280" cy="16668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0133BD56-C05E-99BA-F32D-7136B7D86086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7769263" y="6361971"/>
                  <a:ext cx="2149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77C608FB-D798-32D6-AA71-BF0CDA930C06}"/>
                    </a:ext>
                  </a:extLst>
                </p14:cNvPr>
                <p14:cNvContentPartPr/>
                <p14:nvPr/>
              </p14:nvContentPartPr>
              <p14:xfrm>
                <a:off x="7894543" y="6413451"/>
                <a:ext cx="130320" cy="11664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77C608FB-D798-32D6-AA71-BF0CDA930C06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7876543" y="6395451"/>
                  <a:ext cx="1659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2DDFEF9C-A81D-B06D-7055-8B5D234B6290}"/>
                    </a:ext>
                  </a:extLst>
                </p14:cNvPr>
                <p14:cNvContentPartPr/>
                <p14:nvPr/>
              </p14:nvContentPartPr>
              <p14:xfrm>
                <a:off x="7715263" y="6246411"/>
                <a:ext cx="468000" cy="52812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2DDFEF9C-A81D-B06D-7055-8B5D234B6290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7697623" y="6228411"/>
                  <a:ext cx="503640" cy="56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4DB51267-710B-3DE4-9F40-1F1A1941C9C9}"/>
                    </a:ext>
                  </a:extLst>
                </p14:cNvPr>
                <p14:cNvContentPartPr/>
                <p14:nvPr/>
              </p14:nvContentPartPr>
              <p14:xfrm>
                <a:off x="8165623" y="6147771"/>
                <a:ext cx="92880" cy="20880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4DB51267-710B-3DE4-9F40-1F1A1941C9C9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8147983" y="6130131"/>
                  <a:ext cx="12852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40A83777-6A3B-C993-2F6A-30B551CA2C80}"/>
                    </a:ext>
                  </a:extLst>
                </p14:cNvPr>
                <p14:cNvContentPartPr/>
                <p14:nvPr/>
              </p14:nvContentPartPr>
              <p14:xfrm>
                <a:off x="8161303" y="6130131"/>
                <a:ext cx="131040" cy="15768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40A83777-6A3B-C993-2F6A-30B551CA2C80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8143663" y="6112131"/>
                  <a:ext cx="1666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C7DCFA6E-8961-1314-83DF-0632048AC9F6}"/>
                    </a:ext>
                  </a:extLst>
                </p14:cNvPr>
                <p14:cNvContentPartPr/>
                <p14:nvPr/>
              </p14:nvContentPartPr>
              <p14:xfrm>
                <a:off x="8216743" y="6008451"/>
                <a:ext cx="273960" cy="24912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C7DCFA6E-8961-1314-83DF-0632048AC9F6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8199103" y="5990451"/>
                  <a:ext cx="30960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5F5210E2-2E3B-556B-4EF8-0C33E3381AB3}"/>
                    </a:ext>
                  </a:extLst>
                </p14:cNvPr>
                <p14:cNvContentPartPr/>
                <p14:nvPr/>
              </p14:nvContentPartPr>
              <p14:xfrm>
                <a:off x="8473423" y="5922051"/>
                <a:ext cx="111600" cy="12132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5F5210E2-2E3B-556B-4EF8-0C33E3381AB3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8455423" y="5904411"/>
                  <a:ext cx="1472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19F3197C-3A8D-CA2E-8FE9-0B14C8E2FC79}"/>
                    </a:ext>
                  </a:extLst>
                </p14:cNvPr>
                <p14:cNvContentPartPr/>
                <p14:nvPr/>
              </p14:nvContentPartPr>
              <p14:xfrm>
                <a:off x="8475583" y="5863731"/>
                <a:ext cx="83880" cy="11448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19F3197C-3A8D-CA2E-8FE9-0B14C8E2FC79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8457943" y="5846091"/>
                  <a:ext cx="1195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2366767B-2C2F-2C55-5136-0775195CE494}"/>
                    </a:ext>
                  </a:extLst>
                </p14:cNvPr>
                <p14:cNvContentPartPr/>
                <p14:nvPr/>
              </p14:nvContentPartPr>
              <p14:xfrm>
                <a:off x="8506903" y="5748891"/>
                <a:ext cx="174960" cy="9792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2366767B-2C2F-2C55-5136-0775195CE494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8489263" y="5730891"/>
                  <a:ext cx="2106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B179C410-FB9A-8988-1DB3-DE24DA4C24CD}"/>
                    </a:ext>
                  </a:extLst>
                </p14:cNvPr>
                <p14:cNvContentPartPr/>
                <p14:nvPr/>
              </p14:nvContentPartPr>
              <p14:xfrm>
                <a:off x="8576743" y="5640891"/>
                <a:ext cx="22680" cy="2376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B179C410-FB9A-8988-1DB3-DE24DA4C24CD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8558743" y="5622891"/>
                  <a:ext cx="583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CEA897B6-11CD-73D2-75AD-AE2A7925E82A}"/>
                    </a:ext>
                  </a:extLst>
                </p14:cNvPr>
                <p14:cNvContentPartPr/>
                <p14:nvPr/>
              </p14:nvContentPartPr>
              <p14:xfrm>
                <a:off x="8668903" y="5551611"/>
                <a:ext cx="162720" cy="15984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CEA897B6-11CD-73D2-75AD-AE2A7925E82A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8651263" y="5533611"/>
                  <a:ext cx="1983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94F89380-0DFB-2B24-BCB2-CBB8EFB71DD1}"/>
                    </a:ext>
                  </a:extLst>
                </p14:cNvPr>
                <p14:cNvContentPartPr/>
                <p14:nvPr/>
              </p14:nvContentPartPr>
              <p14:xfrm>
                <a:off x="8717863" y="5470251"/>
                <a:ext cx="249840" cy="20916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94F89380-0DFB-2B24-BCB2-CBB8EFB71DD1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8700223" y="5452251"/>
                  <a:ext cx="28548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DD7C817E-4684-B230-7D38-D5A974A78F7A}"/>
                    </a:ext>
                  </a:extLst>
                </p14:cNvPr>
                <p14:cNvContentPartPr/>
                <p14:nvPr/>
              </p14:nvContentPartPr>
              <p14:xfrm>
                <a:off x="8543983" y="6284931"/>
                <a:ext cx="140040" cy="23220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DD7C817E-4684-B230-7D38-D5A974A78F7A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8525983" y="6266931"/>
                  <a:ext cx="17568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CB08E9F4-AA5D-2B98-9BDF-8C65FB7EF913}"/>
                    </a:ext>
                  </a:extLst>
                </p14:cNvPr>
                <p14:cNvContentPartPr/>
                <p14:nvPr/>
              </p14:nvContentPartPr>
              <p14:xfrm>
                <a:off x="8573143" y="6297171"/>
                <a:ext cx="177480" cy="8028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CB08E9F4-AA5D-2B98-9BDF-8C65FB7EF913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8555503" y="6279171"/>
                  <a:ext cx="2131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880A679C-A627-91DE-61C0-37E6E7ADDCAA}"/>
                    </a:ext>
                  </a:extLst>
                </p14:cNvPr>
                <p14:cNvContentPartPr/>
                <p14:nvPr/>
              </p14:nvContentPartPr>
              <p14:xfrm>
                <a:off x="8628943" y="6263691"/>
                <a:ext cx="103320" cy="14724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880A679C-A627-91DE-61C0-37E6E7ADDCAA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8611303" y="6245691"/>
                  <a:ext cx="1389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3CAEEC7F-EA99-9962-451C-9B1DEE1BAEC0}"/>
                    </a:ext>
                  </a:extLst>
                </p14:cNvPr>
                <p14:cNvContentPartPr/>
                <p14:nvPr/>
              </p14:nvContentPartPr>
              <p14:xfrm>
                <a:off x="8763583" y="6092691"/>
                <a:ext cx="173880" cy="18216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3CAEEC7F-EA99-9962-451C-9B1DEE1BAEC0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8745583" y="6074691"/>
                  <a:ext cx="209520" cy="217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990453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159AC-4A41-4458-8A5C-85F06A988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70891"/>
          </a:xfrm>
        </p:spPr>
        <p:txBody>
          <a:bodyPr/>
          <a:lstStyle/>
          <a:p>
            <a:r>
              <a:rPr lang="en-US" dirty="0"/>
              <a:t>Oximeter readout circuit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AD96DC-F438-4B2D-82C1-18F26244A0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7" name="Picture 6" descr="A close up of a map&#10;&#10;Description automatically generated">
            <a:extLst>
              <a:ext uri="{FF2B5EF4-FFF2-40B4-BE49-F238E27FC236}">
                <a16:creationId xmlns:a16="http://schemas.microsoft.com/office/drawing/2014/main" id="{C95D2615-0F5A-436F-937A-4E99FEAC66B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9" b="1598"/>
          <a:stretch/>
        </p:blipFill>
        <p:spPr>
          <a:xfrm>
            <a:off x="2107096" y="1040031"/>
            <a:ext cx="7929707" cy="479622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32D20BB-195C-D65E-AD71-2450E3F3E441}"/>
                  </a:ext>
                </a:extLst>
              </p14:cNvPr>
              <p14:cNvContentPartPr/>
              <p14:nvPr/>
            </p14:nvContentPartPr>
            <p14:xfrm>
              <a:off x="2177598" y="2790047"/>
              <a:ext cx="1645200" cy="15865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32D20BB-195C-D65E-AD71-2450E3F3E4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59958" y="2772047"/>
                <a:ext cx="1680840" cy="162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2F55158-2E33-3E45-74FB-E94EABBA39BA}"/>
                  </a:ext>
                </a:extLst>
              </p14:cNvPr>
              <p14:cNvContentPartPr/>
              <p14:nvPr/>
            </p14:nvContentPartPr>
            <p14:xfrm>
              <a:off x="4291878" y="3764567"/>
              <a:ext cx="1069560" cy="1194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2F55158-2E33-3E45-74FB-E94EABBA39B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273878" y="3746927"/>
                <a:ext cx="1105200" cy="123012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29CCB80E-C254-9930-BAFB-B1052558ABA3}"/>
              </a:ext>
            </a:extLst>
          </p:cNvPr>
          <p:cNvGrpSpPr/>
          <p:nvPr/>
        </p:nvGrpSpPr>
        <p:grpSpPr>
          <a:xfrm>
            <a:off x="2082558" y="2325647"/>
            <a:ext cx="322560" cy="475920"/>
            <a:chOff x="2082558" y="2325647"/>
            <a:chExt cx="322560" cy="47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4071214-9D38-FF67-0E9D-3CB72528A0EC}"/>
                    </a:ext>
                  </a:extLst>
                </p14:cNvPr>
                <p14:cNvContentPartPr/>
                <p14:nvPr/>
              </p14:nvContentPartPr>
              <p14:xfrm>
                <a:off x="2201358" y="2449487"/>
                <a:ext cx="61920" cy="2437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4071214-9D38-FF67-0E9D-3CB72528A0E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183358" y="2431847"/>
                  <a:ext cx="9756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7EBDE38-60FF-FB65-B47F-F3D69C3DFBD4}"/>
                    </a:ext>
                  </a:extLst>
                </p14:cNvPr>
                <p14:cNvContentPartPr/>
                <p14:nvPr/>
              </p14:nvContentPartPr>
              <p14:xfrm>
                <a:off x="2082558" y="2325647"/>
                <a:ext cx="322560" cy="4759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7EBDE38-60FF-FB65-B47F-F3D69C3DFBD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064918" y="2307647"/>
                  <a:ext cx="358200" cy="51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4D27E37-EEF1-3361-AD1C-A0331F39C781}"/>
              </a:ext>
            </a:extLst>
          </p:cNvPr>
          <p:cNvGrpSpPr/>
          <p:nvPr/>
        </p:nvGrpSpPr>
        <p:grpSpPr>
          <a:xfrm>
            <a:off x="5270358" y="3724607"/>
            <a:ext cx="284040" cy="340200"/>
            <a:chOff x="5270358" y="3724607"/>
            <a:chExt cx="284040" cy="34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DF73DE6-4868-A8D4-F14B-54F54D0C6606}"/>
                    </a:ext>
                  </a:extLst>
                </p14:cNvPr>
                <p14:cNvContentPartPr/>
                <p14:nvPr/>
              </p14:nvContentPartPr>
              <p14:xfrm>
                <a:off x="5320038" y="3797687"/>
                <a:ext cx="177480" cy="1760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DF73DE6-4868-A8D4-F14B-54F54D0C660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302038" y="3780047"/>
                  <a:ext cx="2131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40C8086-65B6-DB7B-AAC3-AC01D81EC83B}"/>
                    </a:ext>
                  </a:extLst>
                </p14:cNvPr>
                <p14:cNvContentPartPr/>
                <p14:nvPr/>
              </p14:nvContentPartPr>
              <p14:xfrm>
                <a:off x="5270358" y="3724607"/>
                <a:ext cx="284040" cy="340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40C8086-65B6-DB7B-AAC3-AC01D81EC83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252358" y="3706607"/>
                  <a:ext cx="319680" cy="37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F344AC5-74CD-1C66-455A-848F22EE3858}"/>
              </a:ext>
            </a:extLst>
          </p:cNvPr>
          <p:cNvGrpSpPr/>
          <p:nvPr/>
        </p:nvGrpSpPr>
        <p:grpSpPr>
          <a:xfrm>
            <a:off x="161238" y="3020447"/>
            <a:ext cx="2081160" cy="1755000"/>
            <a:chOff x="161238" y="3020447"/>
            <a:chExt cx="2081160" cy="175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E8C41D1-D1B1-5BB9-8FF2-A7312735E3DB}"/>
                    </a:ext>
                  </a:extLst>
                </p14:cNvPr>
                <p14:cNvContentPartPr/>
                <p14:nvPr/>
              </p14:nvContentPartPr>
              <p14:xfrm>
                <a:off x="310638" y="3682487"/>
                <a:ext cx="91080" cy="2818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E8C41D1-D1B1-5BB9-8FF2-A7312735E3D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92638" y="3664847"/>
                  <a:ext cx="12672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4AA52F4-0D00-A289-1591-0F4F51E21CC5}"/>
                    </a:ext>
                  </a:extLst>
                </p14:cNvPr>
                <p14:cNvContentPartPr/>
                <p14:nvPr/>
              </p14:nvContentPartPr>
              <p14:xfrm>
                <a:off x="161238" y="3496007"/>
                <a:ext cx="389520" cy="5479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4AA52F4-0D00-A289-1591-0F4F51E21CC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43598" y="3478367"/>
                  <a:ext cx="425160" cy="58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C0686A4-298C-2709-51B5-40EF3B06854E}"/>
                    </a:ext>
                  </a:extLst>
                </p14:cNvPr>
                <p14:cNvContentPartPr/>
                <p14:nvPr/>
              </p14:nvContentPartPr>
              <p14:xfrm>
                <a:off x="664158" y="3422927"/>
                <a:ext cx="171360" cy="119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C0686A4-298C-2709-51B5-40EF3B06854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46518" y="3404927"/>
                  <a:ext cx="2070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2AF4DB5-BF76-3EA4-B2C6-5475D8355E7D}"/>
                    </a:ext>
                  </a:extLst>
                </p14:cNvPr>
                <p14:cNvContentPartPr/>
                <p14:nvPr/>
              </p14:nvContentPartPr>
              <p14:xfrm>
                <a:off x="729678" y="3525887"/>
                <a:ext cx="111600" cy="156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2AF4DB5-BF76-3EA4-B2C6-5475D8355E7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11678" y="3508247"/>
                  <a:ext cx="1472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507747B-9731-65CB-8D1F-7F3C68E1D9C8}"/>
                    </a:ext>
                  </a:extLst>
                </p14:cNvPr>
                <p14:cNvContentPartPr/>
                <p14:nvPr/>
              </p14:nvContentPartPr>
              <p14:xfrm>
                <a:off x="879438" y="3542807"/>
                <a:ext cx="118440" cy="914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507747B-9731-65CB-8D1F-7F3C68E1D9C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61438" y="3525167"/>
                  <a:ext cx="1540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67B6020-2A17-A8B5-4BF9-75D740C3E663}"/>
                    </a:ext>
                  </a:extLst>
                </p14:cNvPr>
                <p14:cNvContentPartPr/>
                <p14:nvPr/>
              </p14:nvContentPartPr>
              <p14:xfrm>
                <a:off x="1031718" y="3368927"/>
                <a:ext cx="73080" cy="1818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67B6020-2A17-A8B5-4BF9-75D740C3E66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13718" y="3351287"/>
                  <a:ext cx="1087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A823979-2E5B-9613-DA32-657514365D85}"/>
                    </a:ext>
                  </a:extLst>
                </p14:cNvPr>
                <p14:cNvContentPartPr/>
                <p14:nvPr/>
              </p14:nvContentPartPr>
              <p14:xfrm>
                <a:off x="1129998" y="3315647"/>
                <a:ext cx="98280" cy="149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A823979-2E5B-9613-DA32-657514365D8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111998" y="3297647"/>
                  <a:ext cx="1339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ED93E98-79BD-2A0A-0D8E-E60F96F1246B}"/>
                    </a:ext>
                  </a:extLst>
                </p14:cNvPr>
                <p14:cNvContentPartPr/>
                <p14:nvPr/>
              </p14:nvContentPartPr>
              <p14:xfrm>
                <a:off x="1301358" y="3192167"/>
                <a:ext cx="40320" cy="824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ED93E98-79BD-2A0A-0D8E-E60F96F1246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283718" y="3174527"/>
                  <a:ext cx="759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B0E52BB-26B4-CE9F-7DEE-3E119FEFE366}"/>
                    </a:ext>
                  </a:extLst>
                </p14:cNvPr>
                <p14:cNvContentPartPr/>
                <p14:nvPr/>
              </p14:nvContentPartPr>
              <p14:xfrm>
                <a:off x="1346718" y="3173447"/>
                <a:ext cx="105480" cy="2350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B0E52BB-26B4-CE9F-7DEE-3E119FEFE36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329078" y="3155447"/>
                  <a:ext cx="1411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F6C7A4B-9036-4B46-7DA0-077485B79748}"/>
                    </a:ext>
                  </a:extLst>
                </p14:cNvPr>
                <p14:cNvContentPartPr/>
                <p14:nvPr/>
              </p14:nvContentPartPr>
              <p14:xfrm>
                <a:off x="1468038" y="3020447"/>
                <a:ext cx="103680" cy="1864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F6C7A4B-9036-4B46-7DA0-077485B7974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450398" y="3002447"/>
                  <a:ext cx="13932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D61303D-7A05-8EA6-0AD9-1A3373BC1225}"/>
                    </a:ext>
                  </a:extLst>
                </p14:cNvPr>
                <p14:cNvContentPartPr/>
                <p14:nvPr/>
              </p14:nvContentPartPr>
              <p14:xfrm>
                <a:off x="520518" y="4306727"/>
                <a:ext cx="182880" cy="1724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D61303D-7A05-8EA6-0AD9-1A3373BC122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02878" y="4288727"/>
                  <a:ext cx="2185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4F003C6-E907-E2CF-3994-BA2DCE0BDCBE}"/>
                    </a:ext>
                  </a:extLst>
                </p14:cNvPr>
                <p14:cNvContentPartPr/>
                <p14:nvPr/>
              </p14:nvContentPartPr>
              <p14:xfrm>
                <a:off x="429078" y="4152287"/>
                <a:ext cx="411840" cy="6231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4F003C6-E907-E2CF-3994-BA2DCE0BDCB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11438" y="4134647"/>
                  <a:ext cx="447480" cy="65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3B1D375-9123-A5F6-6B7D-8CB2BFE5C7F3}"/>
                    </a:ext>
                  </a:extLst>
                </p14:cNvPr>
                <p14:cNvContentPartPr/>
                <p14:nvPr/>
              </p14:nvContentPartPr>
              <p14:xfrm>
                <a:off x="948918" y="4028447"/>
                <a:ext cx="128880" cy="2620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3B1D375-9123-A5F6-6B7D-8CB2BFE5C7F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31278" y="4010447"/>
                  <a:ext cx="16452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1CD38C7-8A28-D288-C95E-938DD8F8E4E0}"/>
                    </a:ext>
                  </a:extLst>
                </p14:cNvPr>
                <p14:cNvContentPartPr/>
                <p14:nvPr/>
              </p14:nvContentPartPr>
              <p14:xfrm>
                <a:off x="1076718" y="4105487"/>
                <a:ext cx="121680" cy="1119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1CD38C7-8A28-D288-C95E-938DD8F8E4E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58718" y="4087487"/>
                  <a:ext cx="1573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1F61586-33B9-4B2B-061C-13B5B6B72E63}"/>
                    </a:ext>
                  </a:extLst>
                </p14:cNvPr>
                <p14:cNvContentPartPr/>
                <p14:nvPr/>
              </p14:nvContentPartPr>
              <p14:xfrm>
                <a:off x="1207758" y="4029167"/>
                <a:ext cx="122040" cy="124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1F61586-33B9-4B2B-061C-13B5B6B72E63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189758" y="4011167"/>
                  <a:ext cx="1576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B86B406-421A-6B36-8EE9-4008B561245E}"/>
                    </a:ext>
                  </a:extLst>
                </p14:cNvPr>
                <p14:cNvContentPartPr/>
                <p14:nvPr/>
              </p14:nvContentPartPr>
              <p14:xfrm>
                <a:off x="1307478" y="3870767"/>
                <a:ext cx="142560" cy="2242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B86B406-421A-6B36-8EE9-4008B561245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289478" y="3853127"/>
                  <a:ext cx="17820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ABC2072-5569-E83F-5B13-2BDC86CC9E6B}"/>
                    </a:ext>
                  </a:extLst>
                </p14:cNvPr>
                <p14:cNvContentPartPr/>
                <p14:nvPr/>
              </p14:nvContentPartPr>
              <p14:xfrm>
                <a:off x="1382718" y="3949607"/>
                <a:ext cx="44640" cy="360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ABC2072-5569-E83F-5B13-2BDC86CC9E6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364718" y="3931967"/>
                  <a:ext cx="8028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A50CA27-341D-A9AA-9250-707E26E27E62}"/>
                    </a:ext>
                  </a:extLst>
                </p14:cNvPr>
                <p14:cNvContentPartPr/>
                <p14:nvPr/>
              </p14:nvContentPartPr>
              <p14:xfrm>
                <a:off x="1472358" y="3916847"/>
                <a:ext cx="70920" cy="831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A50CA27-341D-A9AA-9250-707E26E27E6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454718" y="3898847"/>
                  <a:ext cx="1065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1A09D75-19B0-40C2-E0EE-D16EA201CD2D}"/>
                    </a:ext>
                  </a:extLst>
                </p14:cNvPr>
                <p14:cNvContentPartPr/>
                <p14:nvPr/>
              </p14:nvContentPartPr>
              <p14:xfrm>
                <a:off x="1592238" y="3651887"/>
                <a:ext cx="156600" cy="2451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1A09D75-19B0-40C2-E0EE-D16EA201CD2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574238" y="3633887"/>
                  <a:ext cx="19224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DCC4C80-3D81-B283-A004-79CFE3DE5F1F}"/>
                    </a:ext>
                  </a:extLst>
                </p14:cNvPr>
                <p14:cNvContentPartPr/>
                <p14:nvPr/>
              </p14:nvContentPartPr>
              <p14:xfrm>
                <a:off x="1731558" y="3558287"/>
                <a:ext cx="159120" cy="1548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DCC4C80-3D81-B283-A004-79CFE3DE5F1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713918" y="3540647"/>
                  <a:ext cx="1947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B7CBDFA-DD6D-9A8F-ADF8-E10F051820F7}"/>
                    </a:ext>
                  </a:extLst>
                </p14:cNvPr>
                <p14:cNvContentPartPr/>
                <p14:nvPr/>
              </p14:nvContentPartPr>
              <p14:xfrm>
                <a:off x="1829838" y="3521207"/>
                <a:ext cx="22680" cy="24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B7CBDFA-DD6D-9A8F-ADF8-E10F051820F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812198" y="3503207"/>
                  <a:ext cx="583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76F53F2-3787-3E8F-364D-D3682E75F293}"/>
                    </a:ext>
                  </a:extLst>
                </p14:cNvPr>
                <p14:cNvContentPartPr/>
                <p14:nvPr/>
              </p14:nvContentPartPr>
              <p14:xfrm>
                <a:off x="1927038" y="3490247"/>
                <a:ext cx="81000" cy="122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76F53F2-3787-3E8F-364D-D3682E75F29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909038" y="3472607"/>
                  <a:ext cx="1166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3298CC9-7163-AC29-5452-54F237DECBC5}"/>
                    </a:ext>
                  </a:extLst>
                </p14:cNvPr>
                <p14:cNvContentPartPr/>
                <p14:nvPr/>
              </p14:nvContentPartPr>
              <p14:xfrm>
                <a:off x="2046198" y="3421487"/>
                <a:ext cx="120960" cy="1490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3298CC9-7163-AC29-5452-54F237DECBC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028558" y="3403487"/>
                  <a:ext cx="1566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6833B8B-75C4-42A0-B0DD-88B55C54D420}"/>
                    </a:ext>
                  </a:extLst>
                </p14:cNvPr>
                <p14:cNvContentPartPr/>
                <p14:nvPr/>
              </p14:nvContentPartPr>
              <p14:xfrm>
                <a:off x="1458678" y="4236527"/>
                <a:ext cx="73080" cy="1393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6833B8B-75C4-42A0-B0DD-88B55C54D420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441038" y="4218527"/>
                  <a:ext cx="1087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69F5721-7E5D-69A2-F0DD-0CE6FD68E865}"/>
                    </a:ext>
                  </a:extLst>
                </p14:cNvPr>
                <p14:cNvContentPartPr/>
                <p14:nvPr/>
              </p14:nvContentPartPr>
              <p14:xfrm>
                <a:off x="1528158" y="4203767"/>
                <a:ext cx="128160" cy="936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69F5721-7E5D-69A2-F0DD-0CE6FD68E86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510158" y="4186127"/>
                  <a:ext cx="1638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F487579-44C0-A198-532C-0D4F89A1ACC3}"/>
                    </a:ext>
                  </a:extLst>
                </p14:cNvPr>
                <p14:cNvContentPartPr/>
                <p14:nvPr/>
              </p14:nvContentPartPr>
              <p14:xfrm>
                <a:off x="1666758" y="4081007"/>
                <a:ext cx="97560" cy="105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F487579-44C0-A198-532C-0D4F89A1ACC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649118" y="4063367"/>
                  <a:ext cx="1332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9FFA997-CE0F-8198-CFFD-ED9CE43E5F12}"/>
                    </a:ext>
                  </a:extLst>
                </p14:cNvPr>
                <p14:cNvContentPartPr/>
                <p14:nvPr/>
              </p14:nvContentPartPr>
              <p14:xfrm>
                <a:off x="1814358" y="3997487"/>
                <a:ext cx="64440" cy="968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9FFA997-CE0F-8198-CFFD-ED9CE43E5F12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796358" y="3979847"/>
                  <a:ext cx="1000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38FDCF5-FC28-874D-F7A9-47192C752DD3}"/>
                    </a:ext>
                  </a:extLst>
                </p14:cNvPr>
                <p14:cNvContentPartPr/>
                <p14:nvPr/>
              </p14:nvContentPartPr>
              <p14:xfrm>
                <a:off x="1942878" y="3856367"/>
                <a:ext cx="197280" cy="1861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38FDCF5-FC28-874D-F7A9-47192C752DD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925238" y="3838727"/>
                  <a:ext cx="23292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F37DC7D-5701-05F0-EDD5-6B9AAD211CAD}"/>
                    </a:ext>
                  </a:extLst>
                </p14:cNvPr>
                <p14:cNvContentPartPr/>
                <p14:nvPr/>
              </p14:nvContentPartPr>
              <p14:xfrm>
                <a:off x="2106318" y="3750527"/>
                <a:ext cx="109800" cy="1425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F37DC7D-5701-05F0-EDD5-6B9AAD211CAD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088318" y="3732887"/>
                  <a:ext cx="14544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3A2E892-AE2B-D139-DE11-A8BA6C88BEAB}"/>
                    </a:ext>
                  </a:extLst>
                </p14:cNvPr>
                <p14:cNvContentPartPr/>
                <p14:nvPr/>
              </p14:nvContentPartPr>
              <p14:xfrm>
                <a:off x="2148078" y="3694727"/>
                <a:ext cx="94320" cy="849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3A2E892-AE2B-D139-DE11-A8BA6C88BEA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130438" y="3676727"/>
                  <a:ext cx="129960" cy="12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AF065D2-1D4E-4DAE-0755-DDC6BF49C37A}"/>
              </a:ext>
            </a:extLst>
          </p:cNvPr>
          <p:cNvGrpSpPr/>
          <p:nvPr/>
        </p:nvGrpSpPr>
        <p:grpSpPr>
          <a:xfrm>
            <a:off x="2598078" y="2497727"/>
            <a:ext cx="3467520" cy="2981880"/>
            <a:chOff x="2598078" y="2497727"/>
            <a:chExt cx="3467520" cy="298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D685BAC-D701-BEDC-0A5B-1D309E6AC7A5}"/>
                    </a:ext>
                  </a:extLst>
                </p14:cNvPr>
                <p14:cNvContentPartPr/>
                <p14:nvPr/>
              </p14:nvContentPartPr>
              <p14:xfrm>
                <a:off x="4088118" y="2666567"/>
                <a:ext cx="1594800" cy="13525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D685BAC-D701-BEDC-0A5B-1D309E6AC7A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070118" y="2648567"/>
                  <a:ext cx="1630440" cy="138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F241FA8-0373-3BD6-8FF9-7E629669A4CF}"/>
                    </a:ext>
                  </a:extLst>
                </p14:cNvPr>
                <p14:cNvContentPartPr/>
                <p14:nvPr/>
              </p14:nvContentPartPr>
              <p14:xfrm>
                <a:off x="2598078" y="4186487"/>
                <a:ext cx="1451880" cy="12931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F241FA8-0373-3BD6-8FF9-7E629669A4CF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580078" y="4168487"/>
                  <a:ext cx="1487520" cy="13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B6418DA-9749-2B45-D601-F8C4D0261BCC}"/>
                    </a:ext>
                  </a:extLst>
                </p14:cNvPr>
                <p14:cNvContentPartPr/>
                <p14:nvPr/>
              </p14:nvContentPartPr>
              <p14:xfrm>
                <a:off x="5835918" y="2646407"/>
                <a:ext cx="55800" cy="2077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B6418DA-9749-2B45-D601-F8C4D0261BC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818278" y="2628407"/>
                  <a:ext cx="914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A6675DE-FF8C-3477-B4E5-3DCAE66C64B0}"/>
                    </a:ext>
                  </a:extLst>
                </p14:cNvPr>
                <p14:cNvContentPartPr/>
                <p14:nvPr/>
              </p14:nvContentPartPr>
              <p14:xfrm>
                <a:off x="5715318" y="2497727"/>
                <a:ext cx="350280" cy="4399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A6675DE-FF8C-3477-B4E5-3DCAE66C64B0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697318" y="2479727"/>
                  <a:ext cx="385920" cy="47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59C2FF8-19D4-64F7-A0CF-4804ED35BA03}"/>
              </a:ext>
            </a:extLst>
          </p:cNvPr>
          <p:cNvGrpSpPr/>
          <p:nvPr/>
        </p:nvGrpSpPr>
        <p:grpSpPr>
          <a:xfrm>
            <a:off x="284718" y="2963207"/>
            <a:ext cx="300600" cy="457920"/>
            <a:chOff x="284718" y="2963207"/>
            <a:chExt cx="300600" cy="45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491540A-72BB-237B-8D88-E185DA8740D6}"/>
                    </a:ext>
                  </a:extLst>
                </p14:cNvPr>
                <p14:cNvContentPartPr/>
                <p14:nvPr/>
              </p14:nvContentPartPr>
              <p14:xfrm>
                <a:off x="452478" y="3144287"/>
                <a:ext cx="28440" cy="1278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491540A-72BB-237B-8D88-E185DA8740D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34478" y="3126287"/>
                  <a:ext cx="640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D1A9FCA-F798-8FBF-F9A7-B386A2319CEC}"/>
                    </a:ext>
                  </a:extLst>
                </p14:cNvPr>
                <p14:cNvContentPartPr/>
                <p14:nvPr/>
              </p14:nvContentPartPr>
              <p14:xfrm>
                <a:off x="284718" y="2963207"/>
                <a:ext cx="300600" cy="4579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D1A9FCA-F798-8FBF-F9A7-B386A2319CEC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67078" y="2945567"/>
                  <a:ext cx="336240" cy="49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4CEED3EB-1784-89B6-BC9F-0365E5BDC41E}"/>
              </a:ext>
            </a:extLst>
          </p:cNvPr>
          <p:cNvGrpSpPr/>
          <p:nvPr/>
        </p:nvGrpSpPr>
        <p:grpSpPr>
          <a:xfrm>
            <a:off x="916518" y="4361447"/>
            <a:ext cx="455400" cy="573120"/>
            <a:chOff x="916518" y="4361447"/>
            <a:chExt cx="455400" cy="57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F184E3C-9773-D066-129A-B92C452D9343}"/>
                    </a:ext>
                  </a:extLst>
                </p14:cNvPr>
                <p14:cNvContentPartPr/>
                <p14:nvPr/>
              </p14:nvContentPartPr>
              <p14:xfrm>
                <a:off x="1055478" y="4587887"/>
                <a:ext cx="138600" cy="1717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F184E3C-9773-D066-129A-B92C452D9343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37478" y="4570247"/>
                  <a:ext cx="17424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E0732FA-28B2-37C9-79FD-BBF770DA8E3B}"/>
                    </a:ext>
                  </a:extLst>
                </p14:cNvPr>
                <p14:cNvContentPartPr/>
                <p14:nvPr/>
              </p14:nvContentPartPr>
              <p14:xfrm>
                <a:off x="916518" y="4361447"/>
                <a:ext cx="455400" cy="5731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E0732FA-28B2-37C9-79FD-BBF770DA8E3B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98518" y="4343447"/>
                  <a:ext cx="491040" cy="60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DAF9A1A-F9B9-47D7-86E5-86363B171F49}"/>
              </a:ext>
            </a:extLst>
          </p:cNvPr>
          <p:cNvGrpSpPr/>
          <p:nvPr/>
        </p:nvGrpSpPr>
        <p:grpSpPr>
          <a:xfrm>
            <a:off x="8443398" y="2835407"/>
            <a:ext cx="928080" cy="523440"/>
            <a:chOff x="8443398" y="2835407"/>
            <a:chExt cx="928080" cy="52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A7966F4-5E9B-099D-9245-B474FCD593D9}"/>
                    </a:ext>
                  </a:extLst>
                </p14:cNvPr>
                <p14:cNvContentPartPr/>
                <p14:nvPr/>
              </p14:nvContentPartPr>
              <p14:xfrm>
                <a:off x="8443398" y="3053927"/>
                <a:ext cx="153360" cy="3049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A7966F4-5E9B-099D-9245-B474FCD593D9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425758" y="3036287"/>
                  <a:ext cx="18900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74CF10B-AA19-E83A-E2FF-E4899C703BAC}"/>
                    </a:ext>
                  </a:extLst>
                </p14:cNvPr>
                <p14:cNvContentPartPr/>
                <p14:nvPr/>
              </p14:nvContentPartPr>
              <p14:xfrm>
                <a:off x="8608278" y="3098927"/>
                <a:ext cx="123840" cy="1728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74CF10B-AA19-E83A-E2FF-E4899C703BAC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590638" y="3080927"/>
                  <a:ext cx="1594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4AA4BD8-7CA4-0CC5-A9BB-133BCA988F03}"/>
                    </a:ext>
                  </a:extLst>
                </p14:cNvPr>
                <p14:cNvContentPartPr/>
                <p14:nvPr/>
              </p14:nvContentPartPr>
              <p14:xfrm>
                <a:off x="8685678" y="3126287"/>
                <a:ext cx="50400" cy="756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4AA4BD8-7CA4-0CC5-A9BB-133BCA988F03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667678" y="3108647"/>
                  <a:ext cx="860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034EC42-FE8C-33E9-DF4D-97082232785B}"/>
                    </a:ext>
                  </a:extLst>
                </p14:cNvPr>
                <p14:cNvContentPartPr/>
                <p14:nvPr/>
              </p14:nvContentPartPr>
              <p14:xfrm>
                <a:off x="8767758" y="3082367"/>
                <a:ext cx="124560" cy="932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034EC42-FE8C-33E9-DF4D-97082232785B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750118" y="3064727"/>
                  <a:ext cx="1602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5676DB9-D1A7-1995-7B06-9E704C26C1C4}"/>
                    </a:ext>
                  </a:extLst>
                </p14:cNvPr>
                <p14:cNvContentPartPr/>
                <p14:nvPr/>
              </p14:nvContentPartPr>
              <p14:xfrm>
                <a:off x="8922918" y="2995607"/>
                <a:ext cx="111600" cy="1695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5676DB9-D1A7-1995-7B06-9E704C26C1C4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905278" y="2977967"/>
                  <a:ext cx="1472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1D63167-1782-083C-978B-2DF4423DBDEC}"/>
                    </a:ext>
                  </a:extLst>
                </p14:cNvPr>
                <p14:cNvContentPartPr/>
                <p14:nvPr/>
              </p14:nvContentPartPr>
              <p14:xfrm>
                <a:off x="9069078" y="2954207"/>
                <a:ext cx="88920" cy="1126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1D63167-1782-083C-978B-2DF4423DBDEC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051438" y="2936207"/>
                  <a:ext cx="1245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C7D8C66-9F88-F3DB-188B-36374A0A1248}"/>
                    </a:ext>
                  </a:extLst>
                </p14:cNvPr>
                <p14:cNvContentPartPr/>
                <p14:nvPr/>
              </p14:nvContentPartPr>
              <p14:xfrm>
                <a:off x="9222078" y="2835407"/>
                <a:ext cx="149400" cy="1533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C7D8C66-9F88-F3DB-188B-36374A0A1248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204078" y="2817407"/>
                  <a:ext cx="185040" cy="18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A9AB1852-9EE7-5307-78F8-B54947D5F968}"/>
              </a:ext>
            </a:extLst>
          </p:cNvPr>
          <p:cNvGrpSpPr/>
          <p:nvPr/>
        </p:nvGrpSpPr>
        <p:grpSpPr>
          <a:xfrm>
            <a:off x="6550878" y="2697887"/>
            <a:ext cx="1119240" cy="2658960"/>
            <a:chOff x="6550878" y="2697887"/>
            <a:chExt cx="1119240" cy="265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EC59D29-0D1E-B87E-0C2A-021331BFC25B}"/>
                    </a:ext>
                  </a:extLst>
                </p14:cNvPr>
                <p14:cNvContentPartPr/>
                <p14:nvPr/>
              </p14:nvContentPartPr>
              <p14:xfrm>
                <a:off x="6708558" y="2943047"/>
                <a:ext cx="100800" cy="2984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EC59D29-0D1E-B87E-0C2A-021331BFC25B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690558" y="2925047"/>
                  <a:ext cx="13644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2AFB618-03D6-4019-6887-9BDE74CD2F81}"/>
                    </a:ext>
                  </a:extLst>
                </p14:cNvPr>
                <p14:cNvContentPartPr/>
                <p14:nvPr/>
              </p14:nvContentPartPr>
              <p14:xfrm>
                <a:off x="6814398" y="2946647"/>
                <a:ext cx="131760" cy="2044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2AFB618-03D6-4019-6887-9BDE74CD2F81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796398" y="2928647"/>
                  <a:ext cx="16740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1412434-4812-9EFD-987A-0D185D65134B}"/>
                    </a:ext>
                  </a:extLst>
                </p14:cNvPr>
                <p14:cNvContentPartPr/>
                <p14:nvPr/>
              </p14:nvContentPartPr>
              <p14:xfrm>
                <a:off x="6842478" y="2935847"/>
                <a:ext cx="212040" cy="1177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1412434-4812-9EFD-987A-0D185D65134B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824478" y="2917847"/>
                  <a:ext cx="2476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FACC1B9-F2D4-D484-4C8E-7581E359FE3F}"/>
                    </a:ext>
                  </a:extLst>
                </p14:cNvPr>
                <p14:cNvContentPartPr/>
                <p14:nvPr/>
              </p14:nvContentPartPr>
              <p14:xfrm>
                <a:off x="7117518" y="2882567"/>
                <a:ext cx="86040" cy="1551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FACC1B9-F2D4-D484-4C8E-7581E359FE3F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099878" y="2864567"/>
                  <a:ext cx="1216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08CD224-DA65-C630-7927-6A487B0326D1}"/>
                    </a:ext>
                  </a:extLst>
                </p14:cNvPr>
                <p14:cNvContentPartPr/>
                <p14:nvPr/>
              </p14:nvContentPartPr>
              <p14:xfrm>
                <a:off x="7230198" y="2697887"/>
                <a:ext cx="235080" cy="2412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08CD224-DA65-C630-7927-6A487B0326D1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212558" y="2679887"/>
                  <a:ext cx="27072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5622B3E-CF1C-11AA-FC7C-652A26662C1A}"/>
                    </a:ext>
                  </a:extLst>
                </p14:cNvPr>
                <p14:cNvContentPartPr/>
                <p14:nvPr/>
              </p14:nvContentPartPr>
              <p14:xfrm>
                <a:off x="7084758" y="3093527"/>
                <a:ext cx="97560" cy="14328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5622B3E-CF1C-11AA-FC7C-652A26662C1A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067118" y="3075887"/>
                  <a:ext cx="133200" cy="146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DB2CB7C-F02E-4B71-C32E-45C2FD8701DD}"/>
                    </a:ext>
                  </a:extLst>
                </p14:cNvPr>
                <p14:cNvContentPartPr/>
                <p14:nvPr/>
              </p14:nvContentPartPr>
              <p14:xfrm>
                <a:off x="7055598" y="4477007"/>
                <a:ext cx="177480" cy="1396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DB2CB7C-F02E-4B71-C32E-45C2FD8701DD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037598" y="4459007"/>
                  <a:ext cx="2131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09A0D10-E6C8-1C5A-3043-C3D8FD9B429D}"/>
                    </a:ext>
                  </a:extLst>
                </p14:cNvPr>
                <p14:cNvContentPartPr/>
                <p14:nvPr/>
              </p14:nvContentPartPr>
              <p14:xfrm>
                <a:off x="6550878" y="4603367"/>
                <a:ext cx="1119240" cy="7534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09A0D10-E6C8-1C5A-3043-C3D8FD9B429D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533238" y="4585727"/>
                  <a:ext cx="1154880" cy="78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1FF8ABE-AA38-8D53-A631-49669022100E}"/>
              </a:ext>
            </a:extLst>
          </p:cNvPr>
          <p:cNvGrpSpPr/>
          <p:nvPr/>
        </p:nvGrpSpPr>
        <p:grpSpPr>
          <a:xfrm>
            <a:off x="6286998" y="24887"/>
            <a:ext cx="1869480" cy="1462680"/>
            <a:chOff x="6286998" y="24887"/>
            <a:chExt cx="1869480" cy="146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D8C44FE-6A9A-9646-62F1-604E5978BBA9}"/>
                    </a:ext>
                  </a:extLst>
                </p14:cNvPr>
                <p14:cNvContentPartPr/>
                <p14:nvPr/>
              </p14:nvContentPartPr>
              <p14:xfrm>
                <a:off x="6629718" y="216407"/>
                <a:ext cx="466200" cy="4089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D8C44FE-6A9A-9646-62F1-604E5978BBA9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611718" y="198407"/>
                  <a:ext cx="50184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ED03486-A359-3D3E-FD66-D76E491FC440}"/>
                    </a:ext>
                  </a:extLst>
                </p14:cNvPr>
                <p14:cNvContentPartPr/>
                <p14:nvPr/>
              </p14:nvContentPartPr>
              <p14:xfrm>
                <a:off x="6647718" y="608087"/>
                <a:ext cx="9720" cy="68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ED03486-A359-3D3E-FD66-D76E491FC440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629718" y="590447"/>
                  <a:ext cx="453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51E4FF6-BF24-8D0E-B354-810D3151B7F7}"/>
                    </a:ext>
                  </a:extLst>
                </p14:cNvPr>
                <p14:cNvContentPartPr/>
                <p14:nvPr/>
              </p14:nvContentPartPr>
              <p14:xfrm>
                <a:off x="6629718" y="601247"/>
                <a:ext cx="15480" cy="7146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51E4FF6-BF24-8D0E-B354-810D3151B7F7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611718" y="583247"/>
                  <a:ext cx="51120" cy="75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F27B9F8-35BC-2A4D-DE74-6627B99F0413}"/>
                    </a:ext>
                  </a:extLst>
                </p14:cNvPr>
                <p14:cNvContentPartPr/>
                <p14:nvPr/>
              </p14:nvContentPartPr>
              <p14:xfrm>
                <a:off x="7114638" y="544007"/>
                <a:ext cx="15840" cy="6735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F27B9F8-35BC-2A4D-DE74-6627B99F0413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096998" y="526007"/>
                  <a:ext cx="51480" cy="70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7BB575F-AC69-E542-AE45-0DC4A333206E}"/>
                    </a:ext>
                  </a:extLst>
                </p14:cNvPr>
                <p14:cNvContentPartPr/>
                <p14:nvPr/>
              </p14:nvContentPartPr>
              <p14:xfrm>
                <a:off x="6600558" y="1190927"/>
                <a:ext cx="551520" cy="432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7BB575F-AC69-E542-AE45-0DC4A333206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582918" y="1173287"/>
                  <a:ext cx="5871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101214D-7A40-37B6-7176-90CDC74175F1}"/>
                    </a:ext>
                  </a:extLst>
                </p14:cNvPr>
                <p14:cNvContentPartPr/>
                <p14:nvPr/>
              </p14:nvContentPartPr>
              <p14:xfrm>
                <a:off x="6607038" y="569207"/>
                <a:ext cx="595800" cy="928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101214D-7A40-37B6-7176-90CDC74175F1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589038" y="551567"/>
                  <a:ext cx="6314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CC40802-FD8F-5D3B-C9D3-510FEB7A1453}"/>
                    </a:ext>
                  </a:extLst>
                </p14:cNvPr>
                <p14:cNvContentPartPr/>
                <p14:nvPr/>
              </p14:nvContentPartPr>
              <p14:xfrm>
                <a:off x="6295998" y="449327"/>
                <a:ext cx="77400" cy="153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CC40802-FD8F-5D3B-C9D3-510FEB7A145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6277998" y="431687"/>
                  <a:ext cx="11304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6FAABA4-CC59-A58A-3676-F4B5FE3995ED}"/>
                    </a:ext>
                  </a:extLst>
                </p14:cNvPr>
                <p14:cNvContentPartPr/>
                <p14:nvPr/>
              </p14:nvContentPartPr>
              <p14:xfrm>
                <a:off x="6286998" y="424127"/>
                <a:ext cx="127440" cy="867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6FAABA4-CC59-A58A-3676-F4B5FE3995ED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6269358" y="406487"/>
                  <a:ext cx="16308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80B2721-C49F-2B87-EE1F-F7E00A9DE488}"/>
                    </a:ext>
                  </a:extLst>
                </p14:cNvPr>
                <p14:cNvContentPartPr/>
                <p14:nvPr/>
              </p14:nvContentPartPr>
              <p14:xfrm>
                <a:off x="6348558" y="269687"/>
                <a:ext cx="194400" cy="2728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80B2721-C49F-2B87-EE1F-F7E00A9DE488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6330918" y="251687"/>
                  <a:ext cx="23004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60E93B9-C2AA-3A03-73DE-26DB11F20A1E}"/>
                    </a:ext>
                  </a:extLst>
                </p14:cNvPr>
                <p14:cNvContentPartPr/>
                <p14:nvPr/>
              </p14:nvContentPartPr>
              <p14:xfrm>
                <a:off x="6292038" y="1001207"/>
                <a:ext cx="124560" cy="1105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60E93B9-C2AA-3A03-73DE-26DB11F20A1E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6274398" y="983207"/>
                  <a:ext cx="1602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A46A8FA-162C-E30A-01FD-6BD9CFCA5880}"/>
                    </a:ext>
                  </a:extLst>
                </p14:cNvPr>
                <p14:cNvContentPartPr/>
                <p14:nvPr/>
              </p14:nvContentPartPr>
              <p14:xfrm>
                <a:off x="6296358" y="945047"/>
                <a:ext cx="89280" cy="1508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A46A8FA-162C-E30A-01FD-6BD9CFCA5880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278358" y="927407"/>
                  <a:ext cx="1249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4026BF8-DAB8-53AD-EAF2-ABA36084F2D8}"/>
                    </a:ext>
                  </a:extLst>
                </p14:cNvPr>
                <p14:cNvContentPartPr/>
                <p14:nvPr/>
              </p14:nvContentPartPr>
              <p14:xfrm>
                <a:off x="6414438" y="894647"/>
                <a:ext cx="82080" cy="993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4026BF8-DAB8-53AD-EAF2-ABA36084F2D8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396798" y="876647"/>
                  <a:ext cx="1177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14EA1DC-62FE-B131-C6A9-A065BE0C0ACE}"/>
                    </a:ext>
                  </a:extLst>
                </p14:cNvPr>
                <p14:cNvContentPartPr/>
                <p14:nvPr/>
              </p14:nvContentPartPr>
              <p14:xfrm>
                <a:off x="7456638" y="279047"/>
                <a:ext cx="14400" cy="8528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14EA1DC-62FE-B131-C6A9-A065BE0C0ACE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7438638" y="261407"/>
                  <a:ext cx="50040" cy="88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228C4D2-960D-EB5F-DD22-5DE8CC792DA5}"/>
                    </a:ext>
                  </a:extLst>
                </p14:cNvPr>
                <p14:cNvContentPartPr/>
                <p14:nvPr/>
              </p14:nvContentPartPr>
              <p14:xfrm>
                <a:off x="7442238" y="24887"/>
                <a:ext cx="425160" cy="3344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228C4D2-960D-EB5F-DD22-5DE8CC792DA5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7424238" y="7247"/>
                  <a:ext cx="46080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CED08DE-E944-3146-314D-4E8559049200}"/>
                    </a:ext>
                  </a:extLst>
                </p14:cNvPr>
                <p14:cNvContentPartPr/>
                <p14:nvPr/>
              </p14:nvContentPartPr>
              <p14:xfrm>
                <a:off x="7487238" y="501887"/>
                <a:ext cx="254880" cy="21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CED08DE-E944-3146-314D-4E8559049200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7469238" y="483887"/>
                  <a:ext cx="2905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BA673DA-DEE6-2E83-9948-26C3DCF6F453}"/>
                    </a:ext>
                  </a:extLst>
                </p14:cNvPr>
                <p14:cNvContentPartPr/>
                <p14:nvPr/>
              </p14:nvContentPartPr>
              <p14:xfrm>
                <a:off x="7750038" y="511967"/>
                <a:ext cx="129240" cy="108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BA673DA-DEE6-2E83-9948-26C3DCF6F453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732038" y="493967"/>
                  <a:ext cx="1648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7A91F1D-24DB-79AF-E505-2625147CEA88}"/>
                    </a:ext>
                  </a:extLst>
                </p14:cNvPr>
                <p14:cNvContentPartPr/>
                <p14:nvPr/>
              </p14:nvContentPartPr>
              <p14:xfrm>
                <a:off x="7864158" y="499727"/>
                <a:ext cx="26640" cy="9010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7A91F1D-24DB-79AF-E505-2625147CEA88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846158" y="481727"/>
                  <a:ext cx="62280" cy="9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B89D992-BA06-E42C-7A1A-0E5285616620}"/>
                    </a:ext>
                  </a:extLst>
                </p14:cNvPr>
                <p14:cNvContentPartPr/>
                <p14:nvPr/>
              </p14:nvContentPartPr>
              <p14:xfrm>
                <a:off x="7433238" y="1089767"/>
                <a:ext cx="37800" cy="3978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B89D992-BA06-E42C-7A1A-0E5285616620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415598" y="1072127"/>
                  <a:ext cx="7344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EF61BE2-EE01-AC53-A2AE-BF5824969648}"/>
                    </a:ext>
                  </a:extLst>
                </p14:cNvPr>
                <p14:cNvContentPartPr/>
                <p14:nvPr/>
              </p14:nvContentPartPr>
              <p14:xfrm>
                <a:off x="7469238" y="1418087"/>
                <a:ext cx="392760" cy="457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EF61BE2-EE01-AC53-A2AE-BF5824969648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451598" y="1400447"/>
                  <a:ext cx="4284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BC90608-C2CC-B150-333A-262B943B6244}"/>
                    </a:ext>
                  </a:extLst>
                </p14:cNvPr>
                <p14:cNvContentPartPr/>
                <p14:nvPr/>
              </p14:nvContentPartPr>
              <p14:xfrm>
                <a:off x="7877838" y="382007"/>
                <a:ext cx="31320" cy="572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BC90608-C2CC-B150-333A-262B943B6244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7859838" y="364007"/>
                  <a:ext cx="669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DA60025-26F4-8C9A-C4A4-C74028007B81}"/>
                    </a:ext>
                  </a:extLst>
                </p14:cNvPr>
                <p14:cNvContentPartPr/>
                <p14:nvPr/>
              </p14:nvContentPartPr>
              <p14:xfrm>
                <a:off x="7899798" y="438527"/>
                <a:ext cx="15840" cy="1720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DA60025-26F4-8C9A-C4A4-C74028007B81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7881798" y="420887"/>
                  <a:ext cx="514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0225298-6797-D5A7-27E5-4506A091B82B}"/>
                    </a:ext>
                  </a:extLst>
                </p14:cNvPr>
                <p14:cNvContentPartPr/>
                <p14:nvPr/>
              </p14:nvContentPartPr>
              <p14:xfrm>
                <a:off x="7203198" y="227927"/>
                <a:ext cx="89280" cy="1638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0225298-6797-D5A7-27E5-4506A091B82B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7185198" y="209927"/>
                  <a:ext cx="1249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F9CEED8-B0BA-3BC0-CFC1-5534F6C3A5EC}"/>
                    </a:ext>
                  </a:extLst>
                </p14:cNvPr>
                <p14:cNvContentPartPr/>
                <p14:nvPr/>
              </p14:nvContentPartPr>
              <p14:xfrm>
                <a:off x="7201038" y="196607"/>
                <a:ext cx="131040" cy="734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F9CEED8-B0BA-3BC0-CFC1-5534F6C3A5EC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7183398" y="178607"/>
                  <a:ext cx="1666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0A8B644-21CB-AF52-A6CF-D44F1D5FBC78}"/>
                    </a:ext>
                  </a:extLst>
                </p14:cNvPr>
                <p14:cNvContentPartPr/>
                <p14:nvPr/>
              </p14:nvContentPartPr>
              <p14:xfrm>
                <a:off x="7264758" y="78527"/>
                <a:ext cx="96840" cy="2289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0A8B644-21CB-AF52-A6CF-D44F1D5FBC78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7246758" y="60887"/>
                  <a:ext cx="13248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062EC60-89C5-D82C-7547-F943C12393FF}"/>
                    </a:ext>
                  </a:extLst>
                </p14:cNvPr>
                <p14:cNvContentPartPr/>
                <p14:nvPr/>
              </p14:nvContentPartPr>
              <p14:xfrm>
                <a:off x="7157118" y="911927"/>
                <a:ext cx="172440" cy="1069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062EC60-89C5-D82C-7547-F943C12393FF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7139478" y="894287"/>
                  <a:ext cx="2080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8AF74A5-A1F1-E19F-7D6F-A8CD97569A8B}"/>
                    </a:ext>
                  </a:extLst>
                </p14:cNvPr>
                <p14:cNvContentPartPr/>
                <p14:nvPr/>
              </p14:nvContentPartPr>
              <p14:xfrm>
                <a:off x="7172598" y="833447"/>
                <a:ext cx="119880" cy="1861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8AF74A5-A1F1-E19F-7D6F-A8CD97569A8B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7154598" y="815807"/>
                  <a:ext cx="15552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B108978-17E6-C139-1761-8BDB8ACDF68B}"/>
                    </a:ext>
                  </a:extLst>
                </p14:cNvPr>
                <p14:cNvContentPartPr/>
                <p14:nvPr/>
              </p14:nvContentPartPr>
              <p14:xfrm>
                <a:off x="7270518" y="728327"/>
                <a:ext cx="118800" cy="1292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B108978-17E6-C139-1761-8BDB8ACDF68B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7252518" y="710687"/>
                  <a:ext cx="1544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EB973794-4E62-70DE-B6B2-DB5DF58B9EF1}"/>
                    </a:ext>
                  </a:extLst>
                </p14:cNvPr>
                <p14:cNvContentPartPr/>
                <p14:nvPr/>
              </p14:nvContentPartPr>
              <p14:xfrm>
                <a:off x="8043798" y="537167"/>
                <a:ext cx="28440" cy="7484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B973794-4E62-70DE-B6B2-DB5DF58B9EF1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8025798" y="519527"/>
                  <a:ext cx="64080" cy="78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2186E30-AA62-EC33-3F30-527A7CFF29B1}"/>
                    </a:ext>
                  </a:extLst>
                </p14:cNvPr>
                <p14:cNvContentPartPr/>
                <p14:nvPr/>
              </p14:nvContentPartPr>
              <p14:xfrm>
                <a:off x="7962438" y="1278767"/>
                <a:ext cx="114840" cy="626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2186E30-AA62-EC33-3F30-527A7CFF29B1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7944438" y="1260767"/>
                  <a:ext cx="1504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2C1E7D8-D1DF-A224-F247-6B6303D29FBC}"/>
                    </a:ext>
                  </a:extLst>
                </p14:cNvPr>
                <p14:cNvContentPartPr/>
                <p14:nvPr/>
              </p14:nvContentPartPr>
              <p14:xfrm>
                <a:off x="8015358" y="527807"/>
                <a:ext cx="141120" cy="1256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2C1E7D8-D1DF-A224-F247-6B6303D29FBC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7997718" y="509807"/>
                  <a:ext cx="176760" cy="161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734E7614-C510-57C5-946D-C66D96B27927}"/>
                  </a:ext>
                </a:extLst>
              </p14:cNvPr>
              <p14:cNvContentPartPr/>
              <p14:nvPr/>
            </p14:nvContentPartPr>
            <p14:xfrm>
              <a:off x="6391398" y="1338887"/>
              <a:ext cx="578520" cy="137412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734E7614-C510-57C5-946D-C66D96B27927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6385278" y="1332767"/>
                <a:ext cx="590760" cy="138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2" name="Group 121">
            <a:extLst>
              <a:ext uri="{FF2B5EF4-FFF2-40B4-BE49-F238E27FC236}">
                <a16:creationId xmlns:a16="http://schemas.microsoft.com/office/drawing/2014/main" id="{464FBE6B-1084-B493-C8D9-73A373F6DDE1}"/>
              </a:ext>
            </a:extLst>
          </p:cNvPr>
          <p:cNvGrpSpPr/>
          <p:nvPr/>
        </p:nvGrpSpPr>
        <p:grpSpPr>
          <a:xfrm>
            <a:off x="6303198" y="1281647"/>
            <a:ext cx="1783440" cy="1526760"/>
            <a:chOff x="6303198" y="1281647"/>
            <a:chExt cx="1783440" cy="152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1A3AD85-5E11-E368-0E58-410C420FAFD3}"/>
                    </a:ext>
                  </a:extLst>
                </p14:cNvPr>
                <p14:cNvContentPartPr/>
                <p14:nvPr/>
              </p14:nvContentPartPr>
              <p14:xfrm>
                <a:off x="6397878" y="1472447"/>
                <a:ext cx="674280" cy="13057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1A3AD85-5E11-E368-0E58-410C420FAFD3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391758" y="1466327"/>
                  <a:ext cx="686520" cy="13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95A08C6-E485-EC42-FA96-C74D36F54F13}"/>
                    </a:ext>
                  </a:extLst>
                </p14:cNvPr>
                <p14:cNvContentPartPr/>
                <p14:nvPr/>
              </p14:nvContentPartPr>
              <p14:xfrm>
                <a:off x="7093038" y="1372007"/>
                <a:ext cx="993600" cy="14338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95A08C6-E485-EC42-FA96-C74D36F54F13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086918" y="1365887"/>
                  <a:ext cx="1005840" cy="144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0512071-2C8C-4FCE-F25C-E50D67AF2F0C}"/>
                    </a:ext>
                  </a:extLst>
                </p14:cNvPr>
                <p14:cNvContentPartPr/>
                <p14:nvPr/>
              </p14:nvContentPartPr>
              <p14:xfrm>
                <a:off x="6303198" y="1281647"/>
                <a:ext cx="649800" cy="15267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0512071-2C8C-4FCE-F25C-E50D67AF2F0C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6285558" y="1263647"/>
                  <a:ext cx="685440" cy="156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6758132-DAAF-7DB3-20C7-B714A8ABEC86}"/>
                    </a:ext>
                  </a:extLst>
                </p14:cNvPr>
                <p14:cNvContentPartPr/>
                <p14:nvPr/>
              </p14:nvContentPartPr>
              <p14:xfrm>
                <a:off x="7223718" y="1503047"/>
                <a:ext cx="848880" cy="11401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6758132-DAAF-7DB3-20C7-B714A8ABEC86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7205718" y="1485407"/>
                  <a:ext cx="884520" cy="1175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1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09F82556-5F60-54B8-F7C9-B2236286BC4D}"/>
                  </a:ext>
                </a:extLst>
              </p14:cNvPr>
              <p14:cNvContentPartPr/>
              <p14:nvPr/>
            </p14:nvContentPartPr>
            <p14:xfrm>
              <a:off x="8920398" y="2797247"/>
              <a:ext cx="15840" cy="1224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09F82556-5F60-54B8-F7C9-B2236286BC4D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8902398" y="2779607"/>
                <a:ext cx="51480" cy="4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0" name="Group 139">
            <a:extLst>
              <a:ext uri="{FF2B5EF4-FFF2-40B4-BE49-F238E27FC236}">
                <a16:creationId xmlns:a16="http://schemas.microsoft.com/office/drawing/2014/main" id="{4023FA5E-7F1F-9659-4495-DF86B149AFE3}"/>
              </a:ext>
            </a:extLst>
          </p:cNvPr>
          <p:cNvGrpSpPr/>
          <p:nvPr/>
        </p:nvGrpSpPr>
        <p:grpSpPr>
          <a:xfrm>
            <a:off x="9539958" y="1948007"/>
            <a:ext cx="2498760" cy="1607040"/>
            <a:chOff x="9539958" y="1948007"/>
            <a:chExt cx="2498760" cy="160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F77D6EF-9770-0465-FA1A-5FF414D53B9D}"/>
                    </a:ext>
                  </a:extLst>
                </p14:cNvPr>
                <p14:cNvContentPartPr/>
                <p14:nvPr/>
              </p14:nvContentPartPr>
              <p14:xfrm>
                <a:off x="9539958" y="2292527"/>
                <a:ext cx="1321560" cy="6303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F77D6EF-9770-0465-FA1A-5FF414D53B9D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9521958" y="2274527"/>
                  <a:ext cx="1357200" cy="66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957E781-EA9C-27C3-7C4E-A333CF008362}"/>
                    </a:ext>
                  </a:extLst>
                </p14:cNvPr>
                <p14:cNvContentPartPr/>
                <p14:nvPr/>
              </p14:nvContentPartPr>
              <p14:xfrm>
                <a:off x="9562998" y="3042767"/>
                <a:ext cx="1351800" cy="5122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957E781-EA9C-27C3-7C4E-A333CF008362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9545358" y="3024767"/>
                  <a:ext cx="1387440" cy="54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7325C635-5FB4-66D2-69B6-A26594C9DE29}"/>
                    </a:ext>
                  </a:extLst>
                </p14:cNvPr>
                <p14:cNvContentPartPr/>
                <p14:nvPr/>
              </p14:nvContentPartPr>
              <p14:xfrm>
                <a:off x="10794918" y="2565767"/>
                <a:ext cx="481680" cy="3344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7325C635-5FB4-66D2-69B6-A26594C9DE29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0776918" y="2548127"/>
                  <a:ext cx="51732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C365DBB5-0556-DB76-EA32-6F6E1C0559FD}"/>
                    </a:ext>
                  </a:extLst>
                </p14:cNvPr>
                <p14:cNvContentPartPr/>
                <p14:nvPr/>
              </p14:nvContentPartPr>
              <p14:xfrm>
                <a:off x="11377398" y="1948007"/>
                <a:ext cx="661320" cy="9158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C365DBB5-0556-DB76-EA32-6F6E1C0559FD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1359398" y="1930007"/>
                  <a:ext cx="696960" cy="9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0BC08968-3D39-CADB-1110-6665130F8A9C}"/>
                    </a:ext>
                  </a:extLst>
                </p14:cNvPr>
                <p14:cNvContentPartPr/>
                <p14:nvPr/>
              </p14:nvContentPartPr>
              <p14:xfrm>
                <a:off x="11375238" y="2770607"/>
                <a:ext cx="85320" cy="1404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0BC08968-3D39-CADB-1110-6665130F8A9C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1357238" y="2752967"/>
                  <a:ext cx="12096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6A0CA0E9-9CA6-DDF2-B6EE-2DA66C1834B3}"/>
                    </a:ext>
                  </a:extLst>
                </p14:cNvPr>
                <p14:cNvContentPartPr/>
                <p14:nvPr/>
              </p14:nvContentPartPr>
              <p14:xfrm>
                <a:off x="10417278" y="2732807"/>
                <a:ext cx="27720" cy="1346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6A0CA0E9-9CA6-DDF2-B6EE-2DA66C1834B3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0399638" y="2715167"/>
                  <a:ext cx="633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287D57B-F5F6-59A0-FAB9-D0521A162BAB}"/>
                    </a:ext>
                  </a:extLst>
                </p14:cNvPr>
                <p14:cNvContentPartPr/>
                <p14:nvPr/>
              </p14:nvContentPartPr>
              <p14:xfrm>
                <a:off x="10413318" y="2691407"/>
                <a:ext cx="111600" cy="766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287D57B-F5F6-59A0-FAB9-D0521A162BAB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0395678" y="2673407"/>
                  <a:ext cx="1472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BD78712A-E37B-01FD-1703-B024DCA2F44B}"/>
                    </a:ext>
                  </a:extLst>
                </p14:cNvPr>
                <p14:cNvContentPartPr/>
                <p14:nvPr/>
              </p14:nvContentPartPr>
              <p14:xfrm>
                <a:off x="10462638" y="2639207"/>
                <a:ext cx="249120" cy="1285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BD78712A-E37B-01FD-1703-B024DCA2F44B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0444998" y="2621207"/>
                  <a:ext cx="2847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5B7BD91B-25AB-B8B3-90E8-0101E62EDC76}"/>
                    </a:ext>
                  </a:extLst>
                </p14:cNvPr>
                <p14:cNvContentPartPr/>
                <p14:nvPr/>
              </p14:nvContentPartPr>
              <p14:xfrm>
                <a:off x="11138718" y="2250767"/>
                <a:ext cx="23040" cy="1746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5B7BD91B-25AB-B8B3-90E8-0101E62EDC76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1121078" y="2233127"/>
                  <a:ext cx="586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B863C814-C65F-266C-460F-AB954F5BF4F3}"/>
                    </a:ext>
                  </a:extLst>
                </p14:cNvPr>
                <p14:cNvContentPartPr/>
                <p14:nvPr/>
              </p14:nvContentPartPr>
              <p14:xfrm>
                <a:off x="11145918" y="2242847"/>
                <a:ext cx="90720" cy="792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B863C814-C65F-266C-460F-AB954F5BF4F3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1127918" y="2225207"/>
                  <a:ext cx="1263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EDFB75B7-2049-A14B-1C6E-9DCB73FC95FC}"/>
                    </a:ext>
                  </a:extLst>
                </p14:cNvPr>
                <p14:cNvContentPartPr/>
                <p14:nvPr/>
              </p14:nvContentPartPr>
              <p14:xfrm>
                <a:off x="11183358" y="2187407"/>
                <a:ext cx="216360" cy="1573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EDFB75B7-2049-A14B-1C6E-9DCB73FC95FC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1165718" y="2169407"/>
                  <a:ext cx="25200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471F94E4-FB21-10DC-CFDF-9CF69E2873B5}"/>
                    </a:ext>
                  </a:extLst>
                </p14:cNvPr>
                <p14:cNvContentPartPr/>
                <p14:nvPr/>
              </p14:nvContentPartPr>
              <p14:xfrm>
                <a:off x="10778718" y="2947007"/>
                <a:ext cx="447120" cy="468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471F94E4-FB21-10DC-CFDF-9CF69E2873B5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0761078" y="2929007"/>
                  <a:ext cx="4827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1ECF3C0-550F-1408-ABE8-6148FCDF1D82}"/>
                    </a:ext>
                  </a:extLst>
                </p14:cNvPr>
                <p14:cNvContentPartPr/>
                <p14:nvPr/>
              </p14:nvContentPartPr>
              <p14:xfrm>
                <a:off x="11531118" y="2885447"/>
                <a:ext cx="483840" cy="432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1ECF3C0-550F-1408-ABE8-6148FCDF1D82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1513118" y="2867447"/>
                  <a:ext cx="519480" cy="78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9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A4F26F77-11EA-7EB6-D7A5-33E7423E14E3}"/>
                  </a:ext>
                </a:extLst>
              </p14:cNvPr>
              <p14:cNvContentPartPr/>
              <p14:nvPr/>
            </p14:nvContentPartPr>
            <p14:xfrm>
              <a:off x="10718598" y="4681127"/>
              <a:ext cx="360" cy="36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A4F26F77-11EA-7EB6-D7A5-33E7423E14E3}"/>
                  </a:ext>
                </a:extLst>
              </p:cNvPr>
              <p:cNvPicPr/>
              <p:nvPr/>
            </p:nvPicPr>
            <p:blipFill>
              <a:blip r:embed="rId220"/>
              <a:stretch>
                <a:fillRect/>
              </a:stretch>
            </p:blipFill>
            <p:spPr>
              <a:xfrm>
                <a:off x="10700958" y="4663487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1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290E43BE-500B-E927-875A-2BFBD832BEE1}"/>
                  </a:ext>
                </a:extLst>
              </p14:cNvPr>
              <p14:cNvContentPartPr/>
              <p14:nvPr/>
            </p14:nvContentPartPr>
            <p14:xfrm>
              <a:off x="8652198" y="5868767"/>
              <a:ext cx="42480" cy="74376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290E43BE-500B-E927-875A-2BFBD832BEE1}"/>
                  </a:ext>
                </a:extLst>
              </p:cNvPr>
              <p:cNvPicPr/>
              <p:nvPr/>
            </p:nvPicPr>
            <p:blipFill>
              <a:blip r:embed="rId222"/>
              <a:stretch>
                <a:fillRect/>
              </a:stretch>
            </p:blipFill>
            <p:spPr>
              <a:xfrm>
                <a:off x="8634198" y="5850767"/>
                <a:ext cx="78120" cy="77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3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6D8307B0-352A-B3B1-F33A-60B4DF5294A3}"/>
                  </a:ext>
                </a:extLst>
              </p14:cNvPr>
              <p14:cNvContentPartPr/>
              <p14:nvPr/>
            </p14:nvContentPartPr>
            <p14:xfrm>
              <a:off x="8650758" y="5888927"/>
              <a:ext cx="654120" cy="81684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6D8307B0-352A-B3B1-F33A-60B4DF5294A3}"/>
                  </a:ext>
                </a:extLst>
              </p:cNvPr>
              <p:cNvPicPr/>
              <p:nvPr/>
            </p:nvPicPr>
            <p:blipFill>
              <a:blip r:embed="rId224"/>
              <a:stretch>
                <a:fillRect/>
              </a:stretch>
            </p:blipFill>
            <p:spPr>
              <a:xfrm>
                <a:off x="8632758" y="5871287"/>
                <a:ext cx="689760" cy="85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5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6553D9A4-BC93-6B74-0230-C3EBD690CBBF}"/>
                  </a:ext>
                </a:extLst>
              </p14:cNvPr>
              <p14:cNvContentPartPr/>
              <p14:nvPr/>
            </p14:nvContentPartPr>
            <p14:xfrm>
              <a:off x="8755878" y="6154607"/>
              <a:ext cx="132480" cy="3924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6553D9A4-BC93-6B74-0230-C3EBD690CBBF}"/>
                  </a:ext>
                </a:extLst>
              </p:cNvPr>
              <p:cNvPicPr/>
              <p:nvPr/>
            </p:nvPicPr>
            <p:blipFill>
              <a:blip r:embed="rId226"/>
              <a:stretch>
                <a:fillRect/>
              </a:stretch>
            </p:blipFill>
            <p:spPr>
              <a:xfrm>
                <a:off x="8738238" y="6136967"/>
                <a:ext cx="16812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7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0ED8E713-9E1B-9FD1-1565-EFAFF103A79C}"/>
                  </a:ext>
                </a:extLst>
              </p14:cNvPr>
              <p14:cNvContentPartPr/>
              <p14:nvPr/>
            </p14:nvContentPartPr>
            <p14:xfrm>
              <a:off x="8810958" y="6122207"/>
              <a:ext cx="25560" cy="12888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0ED8E713-9E1B-9FD1-1565-EFAFF103A79C}"/>
                  </a:ext>
                </a:extLst>
              </p:cNvPr>
              <p:cNvPicPr/>
              <p:nvPr/>
            </p:nvPicPr>
            <p:blipFill>
              <a:blip r:embed="rId228"/>
              <a:stretch>
                <a:fillRect/>
              </a:stretch>
            </p:blipFill>
            <p:spPr>
              <a:xfrm>
                <a:off x="8792958" y="6104567"/>
                <a:ext cx="6120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9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E23C7A3D-4D5E-5EA6-B82D-F84BDC587582}"/>
                  </a:ext>
                </a:extLst>
              </p14:cNvPr>
              <p14:cNvContentPartPr/>
              <p14:nvPr/>
            </p14:nvContentPartPr>
            <p14:xfrm>
              <a:off x="8774958" y="6487247"/>
              <a:ext cx="166680" cy="6048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E23C7A3D-4D5E-5EA6-B82D-F84BDC587582}"/>
                  </a:ext>
                </a:extLst>
              </p:cNvPr>
              <p:cNvPicPr/>
              <p:nvPr/>
            </p:nvPicPr>
            <p:blipFill>
              <a:blip r:embed="rId230"/>
              <a:stretch>
                <a:fillRect/>
              </a:stretch>
            </p:blipFill>
            <p:spPr>
              <a:xfrm>
                <a:off x="8757318" y="6469247"/>
                <a:ext cx="20232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1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BD25D407-D359-18D0-A01B-9B6DADB7444B}"/>
                  </a:ext>
                </a:extLst>
              </p14:cNvPr>
              <p14:cNvContentPartPr/>
              <p14:nvPr/>
            </p14:nvContentPartPr>
            <p14:xfrm>
              <a:off x="8208318" y="6144527"/>
              <a:ext cx="453960" cy="6408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BD25D407-D359-18D0-A01B-9B6DADB7444B}"/>
                  </a:ext>
                </a:extLst>
              </p:cNvPr>
              <p:cNvPicPr/>
              <p:nvPr/>
            </p:nvPicPr>
            <p:blipFill>
              <a:blip r:embed="rId232"/>
              <a:stretch>
                <a:fillRect/>
              </a:stretch>
            </p:blipFill>
            <p:spPr>
              <a:xfrm>
                <a:off x="8190678" y="6126527"/>
                <a:ext cx="48960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3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C180E906-E7AB-E386-3DCC-83FA550C4CCC}"/>
                  </a:ext>
                </a:extLst>
              </p14:cNvPr>
              <p14:cNvContentPartPr/>
              <p14:nvPr/>
            </p14:nvContentPartPr>
            <p14:xfrm>
              <a:off x="8193198" y="6484727"/>
              <a:ext cx="458640" cy="5328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C180E906-E7AB-E386-3DCC-83FA550C4CCC}"/>
                  </a:ext>
                </a:extLst>
              </p:cNvPr>
              <p:cNvPicPr/>
              <p:nvPr/>
            </p:nvPicPr>
            <p:blipFill>
              <a:blip r:embed="rId234"/>
              <a:stretch>
                <a:fillRect/>
              </a:stretch>
            </p:blipFill>
            <p:spPr>
              <a:xfrm>
                <a:off x="8175558" y="6467087"/>
                <a:ext cx="49428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5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AA56981E-E0A7-0061-C224-5BE6341C230C}"/>
                  </a:ext>
                </a:extLst>
              </p14:cNvPr>
              <p14:cNvContentPartPr/>
              <p14:nvPr/>
            </p14:nvContentPartPr>
            <p14:xfrm>
              <a:off x="8149278" y="6472487"/>
              <a:ext cx="118080" cy="17028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AA56981E-E0A7-0061-C224-5BE6341C230C}"/>
                  </a:ext>
                </a:extLst>
              </p:cNvPr>
              <p:cNvPicPr/>
              <p:nvPr/>
            </p:nvPicPr>
            <p:blipFill>
              <a:blip r:embed="rId236"/>
              <a:stretch>
                <a:fillRect/>
              </a:stretch>
            </p:blipFill>
            <p:spPr>
              <a:xfrm>
                <a:off x="8131278" y="6454847"/>
                <a:ext cx="15372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7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197BEFDD-FC8B-C3CE-1C99-2B76FD14704A}"/>
                  </a:ext>
                </a:extLst>
              </p14:cNvPr>
              <p14:cNvContentPartPr/>
              <p14:nvPr/>
            </p14:nvContentPartPr>
            <p14:xfrm>
              <a:off x="8148198" y="6049847"/>
              <a:ext cx="79560" cy="14904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197BEFDD-FC8B-C3CE-1C99-2B76FD14704A}"/>
                  </a:ext>
                </a:extLst>
              </p:cNvPr>
              <p:cNvPicPr/>
              <p:nvPr/>
            </p:nvPicPr>
            <p:blipFill>
              <a:blip r:embed="rId238"/>
              <a:stretch>
                <a:fillRect/>
              </a:stretch>
            </p:blipFill>
            <p:spPr>
              <a:xfrm>
                <a:off x="8130198" y="6031847"/>
                <a:ext cx="11520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9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6E0E27A7-BBDB-F311-753B-71B231A010E7}"/>
                  </a:ext>
                </a:extLst>
              </p14:cNvPr>
              <p14:cNvContentPartPr/>
              <p14:nvPr/>
            </p14:nvContentPartPr>
            <p14:xfrm>
              <a:off x="7622958" y="5957327"/>
              <a:ext cx="164160" cy="17784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6E0E27A7-BBDB-F311-753B-71B231A010E7}"/>
                  </a:ext>
                </a:extLst>
              </p:cNvPr>
              <p:cNvPicPr/>
              <p:nvPr/>
            </p:nvPicPr>
            <p:blipFill>
              <a:blip r:embed="rId240"/>
              <a:stretch>
                <a:fillRect/>
              </a:stretch>
            </p:blipFill>
            <p:spPr>
              <a:xfrm>
                <a:off x="7605318" y="5939687"/>
                <a:ext cx="19980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1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A1A8031C-3C80-1481-B65C-093B8EBFECEC}"/>
                  </a:ext>
                </a:extLst>
              </p14:cNvPr>
              <p14:cNvContentPartPr/>
              <p14:nvPr/>
            </p14:nvContentPartPr>
            <p14:xfrm>
              <a:off x="7869918" y="6062087"/>
              <a:ext cx="125280" cy="51480"/>
            </p14:xfrm>
          </p:contentPart>
        </mc:Choice>
        <mc:Fallback xmlns=""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A1A8031C-3C80-1481-B65C-093B8EBFECEC}"/>
                  </a:ext>
                </a:extLst>
              </p:cNvPr>
              <p:cNvPicPr/>
              <p:nvPr/>
            </p:nvPicPr>
            <p:blipFill>
              <a:blip r:embed="rId242"/>
              <a:stretch>
                <a:fillRect/>
              </a:stretch>
            </p:blipFill>
            <p:spPr>
              <a:xfrm>
                <a:off x="7851918" y="6044447"/>
                <a:ext cx="16092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3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90C0E046-5DB3-D899-F8BD-56E022542A80}"/>
                  </a:ext>
                </a:extLst>
              </p14:cNvPr>
              <p14:cNvContentPartPr/>
              <p14:nvPr/>
            </p14:nvContentPartPr>
            <p14:xfrm>
              <a:off x="7929318" y="6021407"/>
              <a:ext cx="65160" cy="11988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90C0E046-5DB3-D899-F8BD-56E022542A80}"/>
                  </a:ext>
                </a:extLst>
              </p:cNvPr>
              <p:cNvPicPr/>
              <p:nvPr/>
            </p:nvPicPr>
            <p:blipFill>
              <a:blip r:embed="rId244"/>
              <a:stretch>
                <a:fillRect/>
              </a:stretch>
            </p:blipFill>
            <p:spPr>
              <a:xfrm>
                <a:off x="7911678" y="6003767"/>
                <a:ext cx="100800" cy="1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5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C01FC072-424D-2CE3-243B-D5F0494A722B}"/>
                  </a:ext>
                </a:extLst>
              </p14:cNvPr>
              <p14:cNvContentPartPr/>
              <p14:nvPr/>
            </p14:nvContentPartPr>
            <p14:xfrm>
              <a:off x="7696758" y="6531887"/>
              <a:ext cx="113040" cy="20700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C01FC072-424D-2CE3-243B-D5F0494A722B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7678758" y="6513887"/>
                <a:ext cx="14868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7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E1DD4B7D-D056-DA00-5BF3-A2C146828467}"/>
                  </a:ext>
                </a:extLst>
              </p14:cNvPr>
              <p14:cNvContentPartPr/>
              <p14:nvPr/>
            </p14:nvContentPartPr>
            <p14:xfrm>
              <a:off x="7884678" y="6641687"/>
              <a:ext cx="85320" cy="5544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E1DD4B7D-D056-DA00-5BF3-A2C146828467}"/>
                  </a:ext>
                </a:extLst>
              </p:cNvPr>
              <p:cNvPicPr/>
              <p:nvPr/>
            </p:nvPicPr>
            <p:blipFill>
              <a:blip r:embed="rId248"/>
              <a:stretch>
                <a:fillRect/>
              </a:stretch>
            </p:blipFill>
            <p:spPr>
              <a:xfrm>
                <a:off x="7867038" y="6623687"/>
                <a:ext cx="120960" cy="91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4" name="Group 213">
            <a:extLst>
              <a:ext uri="{FF2B5EF4-FFF2-40B4-BE49-F238E27FC236}">
                <a16:creationId xmlns:a16="http://schemas.microsoft.com/office/drawing/2014/main" id="{3723AFC5-BA8A-5537-2538-B0436137D22D}"/>
              </a:ext>
            </a:extLst>
          </p:cNvPr>
          <p:cNvGrpSpPr/>
          <p:nvPr/>
        </p:nvGrpSpPr>
        <p:grpSpPr>
          <a:xfrm>
            <a:off x="9317838" y="5567807"/>
            <a:ext cx="2713680" cy="725040"/>
            <a:chOff x="9317838" y="5567807"/>
            <a:chExt cx="2713680" cy="72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73739C6C-95FE-AC12-7DEC-21A71457F0A4}"/>
                    </a:ext>
                  </a:extLst>
                </p14:cNvPr>
                <p14:cNvContentPartPr/>
                <p14:nvPr/>
              </p14:nvContentPartPr>
              <p14:xfrm>
                <a:off x="9317838" y="6244247"/>
                <a:ext cx="423360" cy="144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73739C6C-95FE-AC12-7DEC-21A71457F0A4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9300198" y="6226607"/>
                  <a:ext cx="4590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9284BA5C-3ABA-99FE-BDE6-7FA54570D062}"/>
                    </a:ext>
                  </a:extLst>
                </p14:cNvPr>
                <p14:cNvContentPartPr/>
                <p14:nvPr/>
              </p14:nvContentPartPr>
              <p14:xfrm>
                <a:off x="9672078" y="6181607"/>
                <a:ext cx="48960" cy="853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9284BA5C-3ABA-99FE-BDE6-7FA54570D062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9654078" y="6163967"/>
                  <a:ext cx="846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B8B766A0-DDFF-4914-4E2B-37C847932CE0}"/>
                    </a:ext>
                  </a:extLst>
                </p14:cNvPr>
                <p14:cNvContentPartPr/>
                <p14:nvPr/>
              </p14:nvContentPartPr>
              <p14:xfrm>
                <a:off x="9814998" y="5901527"/>
                <a:ext cx="154440" cy="18900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B8B766A0-DDFF-4914-4E2B-37C847932CE0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9797358" y="5883887"/>
                  <a:ext cx="1900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8B565024-64D0-6DD4-24E9-2645109F35EE}"/>
                    </a:ext>
                  </a:extLst>
                </p14:cNvPr>
                <p14:cNvContentPartPr/>
                <p14:nvPr/>
              </p14:nvContentPartPr>
              <p14:xfrm>
                <a:off x="10093638" y="6089807"/>
                <a:ext cx="48960" cy="1155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8B565024-64D0-6DD4-24E9-2645109F35EE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0075638" y="6071807"/>
                  <a:ext cx="846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65D8476C-52A0-DEE9-6A3E-FC190E4BBCA0}"/>
                    </a:ext>
                  </a:extLst>
                </p14:cNvPr>
                <p14:cNvContentPartPr/>
                <p14:nvPr/>
              </p14:nvContentPartPr>
              <p14:xfrm>
                <a:off x="10238718" y="6063527"/>
                <a:ext cx="140760" cy="900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65D8476C-52A0-DEE9-6A3E-FC190E4BBCA0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0220718" y="6045527"/>
                  <a:ext cx="1764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B85E4E06-1BFA-0441-6D52-E63170877242}"/>
                    </a:ext>
                  </a:extLst>
                </p14:cNvPr>
                <p14:cNvContentPartPr/>
                <p14:nvPr/>
              </p14:nvContentPartPr>
              <p14:xfrm>
                <a:off x="10471998" y="6004487"/>
                <a:ext cx="55440" cy="1159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B85E4E06-1BFA-0441-6D52-E63170877242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0454358" y="5986487"/>
                  <a:ext cx="910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D93B188D-6C8E-2025-559F-95AAC15534B8}"/>
                    </a:ext>
                  </a:extLst>
                </p14:cNvPr>
                <p14:cNvContentPartPr/>
                <p14:nvPr/>
              </p14:nvContentPartPr>
              <p14:xfrm>
                <a:off x="10473078" y="6003047"/>
                <a:ext cx="300960" cy="9288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D93B188D-6C8E-2025-559F-95AAC15534B8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0455438" y="5985047"/>
                  <a:ext cx="33660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4358B70B-1720-B48E-8592-FCB6F5D07FFB}"/>
                    </a:ext>
                  </a:extLst>
                </p14:cNvPr>
                <p14:cNvContentPartPr/>
                <p14:nvPr/>
              </p14:nvContentPartPr>
              <p14:xfrm>
                <a:off x="10964478" y="5869847"/>
                <a:ext cx="148680" cy="25308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4358B70B-1720-B48E-8592-FCB6F5D07FFB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0946838" y="5851847"/>
                  <a:ext cx="18432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C2BF2380-DF50-F9D3-DCEF-94DAC8868A0A}"/>
                    </a:ext>
                  </a:extLst>
                </p14:cNvPr>
                <p14:cNvContentPartPr/>
                <p14:nvPr/>
              </p14:nvContentPartPr>
              <p14:xfrm>
                <a:off x="11159598" y="6067847"/>
                <a:ext cx="131760" cy="295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C2BF2380-DF50-F9D3-DCEF-94DAC8868A0A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1141598" y="6050207"/>
                  <a:ext cx="1674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9C8AF8B4-0EAE-C9ED-3F69-7BA5A847D240}"/>
                    </a:ext>
                  </a:extLst>
                </p14:cNvPr>
                <p14:cNvContentPartPr/>
                <p14:nvPr/>
              </p14:nvContentPartPr>
              <p14:xfrm>
                <a:off x="11213238" y="5995127"/>
                <a:ext cx="359640" cy="14076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9C8AF8B4-0EAE-C9ED-3F69-7BA5A847D240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1195238" y="5977127"/>
                  <a:ext cx="3952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33D71941-723A-F0AC-EB2E-E63C40A7009F}"/>
                    </a:ext>
                  </a:extLst>
                </p14:cNvPr>
                <p14:cNvContentPartPr/>
                <p14:nvPr/>
              </p14:nvContentPartPr>
              <p14:xfrm>
                <a:off x="11719038" y="5797487"/>
                <a:ext cx="136800" cy="24552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33D71941-723A-F0AC-EB2E-E63C40A7009F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1701398" y="5779487"/>
                  <a:ext cx="17244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EC17CCE8-C1E2-C9BF-224F-CB31DB46D4F6}"/>
                    </a:ext>
                  </a:extLst>
                </p14:cNvPr>
                <p14:cNvContentPartPr/>
                <p14:nvPr/>
              </p14:nvContentPartPr>
              <p14:xfrm>
                <a:off x="11896518" y="5991887"/>
                <a:ext cx="135000" cy="432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EC17CCE8-C1E2-C9BF-224F-CB31DB46D4F6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1878518" y="5973887"/>
                  <a:ext cx="1706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27C6E4FD-791D-2009-2A1D-3099D01DB5D9}"/>
                    </a:ext>
                  </a:extLst>
                </p14:cNvPr>
                <p14:cNvContentPartPr/>
                <p14:nvPr/>
              </p14:nvContentPartPr>
              <p14:xfrm>
                <a:off x="10865118" y="5830967"/>
                <a:ext cx="98280" cy="46188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27C6E4FD-791D-2009-2A1D-3099D01DB5D9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0847118" y="5813327"/>
                  <a:ext cx="133920" cy="4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C009BFC7-1DFD-F5C8-B537-FF99F3FA232A}"/>
                    </a:ext>
                  </a:extLst>
                </p14:cNvPr>
                <p14:cNvContentPartPr/>
                <p14:nvPr/>
              </p14:nvContentPartPr>
              <p14:xfrm>
                <a:off x="11983278" y="5764367"/>
                <a:ext cx="34920" cy="39960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C009BFC7-1DFD-F5C8-B537-FF99F3FA232A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1965278" y="5746727"/>
                  <a:ext cx="70560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3A849C47-38E8-AFE8-E4DD-6F9463C608E2}"/>
                    </a:ext>
                  </a:extLst>
                </p14:cNvPr>
                <p14:cNvContentPartPr/>
                <p14:nvPr/>
              </p14:nvContentPartPr>
              <p14:xfrm>
                <a:off x="10602318" y="5625407"/>
                <a:ext cx="30960" cy="17856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3A849C47-38E8-AFE8-E4DD-6F9463C608E2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0584678" y="5607767"/>
                  <a:ext cx="6660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0BE4473C-EA1A-6E19-6004-A81664993AA8}"/>
                    </a:ext>
                  </a:extLst>
                </p14:cNvPr>
                <p14:cNvContentPartPr/>
                <p14:nvPr/>
              </p14:nvContentPartPr>
              <p14:xfrm>
                <a:off x="10659918" y="5567807"/>
                <a:ext cx="104040" cy="21348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0BE4473C-EA1A-6E19-6004-A81664993AA8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0642278" y="5549807"/>
                  <a:ext cx="1396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382D160B-A459-A85E-AB22-BD00AA8C09F4}"/>
                    </a:ext>
                  </a:extLst>
                </p14:cNvPr>
                <p14:cNvContentPartPr/>
                <p14:nvPr/>
              </p14:nvContentPartPr>
              <p14:xfrm>
                <a:off x="10611678" y="5691287"/>
                <a:ext cx="112680" cy="446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382D160B-A459-A85E-AB22-BD00AA8C09F4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0593678" y="5673287"/>
                  <a:ext cx="148320" cy="8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8A5E8838-D58A-DBF7-7094-9AF4AC670E4D}"/>
              </a:ext>
            </a:extLst>
          </p:cNvPr>
          <p:cNvGrpSpPr/>
          <p:nvPr/>
        </p:nvGrpSpPr>
        <p:grpSpPr>
          <a:xfrm>
            <a:off x="7726998" y="3689327"/>
            <a:ext cx="4318560" cy="1728360"/>
            <a:chOff x="7726998" y="3689327"/>
            <a:chExt cx="4318560" cy="172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306835BD-AB9E-89ED-A575-409A2785D6D1}"/>
                    </a:ext>
                  </a:extLst>
                </p14:cNvPr>
                <p14:cNvContentPartPr/>
                <p14:nvPr/>
              </p14:nvContentPartPr>
              <p14:xfrm>
                <a:off x="10146558" y="3805247"/>
                <a:ext cx="124560" cy="3520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306835BD-AB9E-89ED-A575-409A2785D6D1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0128918" y="3787247"/>
                  <a:ext cx="16020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3439053-EED4-B5E1-A6A1-5BA16FCE96D1}"/>
                    </a:ext>
                  </a:extLst>
                </p14:cNvPr>
                <p14:cNvContentPartPr/>
                <p14:nvPr/>
              </p14:nvContentPartPr>
              <p14:xfrm>
                <a:off x="10329798" y="3889487"/>
                <a:ext cx="66600" cy="1666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3439053-EED4-B5E1-A6A1-5BA16FCE96D1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0312158" y="3871487"/>
                  <a:ext cx="1022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DA50ACD-26FE-59CF-02C9-6DE98BA44963}"/>
                    </a:ext>
                  </a:extLst>
                </p14:cNvPr>
                <p14:cNvContentPartPr/>
                <p14:nvPr/>
              </p14:nvContentPartPr>
              <p14:xfrm>
                <a:off x="10476318" y="3904607"/>
                <a:ext cx="35280" cy="1166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EDA50ACD-26FE-59CF-02C9-6DE98BA44963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0458318" y="3886967"/>
                  <a:ext cx="709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94EFDB4B-E8BF-AFD5-AAF0-AB3EE88F104B}"/>
                    </a:ext>
                  </a:extLst>
                </p14:cNvPr>
                <p14:cNvContentPartPr/>
                <p14:nvPr/>
              </p14:nvContentPartPr>
              <p14:xfrm>
                <a:off x="10482078" y="3759527"/>
                <a:ext cx="36000" cy="3258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94EFDB4B-E8BF-AFD5-AAF0-AB3EE88F104B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0464078" y="3741527"/>
                  <a:ext cx="7164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028C30F-6BB7-4E68-14E3-62EBE18A5400}"/>
                    </a:ext>
                  </a:extLst>
                </p14:cNvPr>
                <p14:cNvContentPartPr/>
                <p14:nvPr/>
              </p14:nvContentPartPr>
              <p14:xfrm>
                <a:off x="10434198" y="3885887"/>
                <a:ext cx="153360" cy="594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8028C30F-6BB7-4E68-14E3-62EBE18A5400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0416558" y="3867887"/>
                  <a:ext cx="18900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4C6AF1BE-7D55-C99F-7B2C-79E10166F5E7}"/>
                    </a:ext>
                  </a:extLst>
                </p14:cNvPr>
                <p14:cNvContentPartPr/>
                <p14:nvPr/>
              </p14:nvContentPartPr>
              <p14:xfrm>
                <a:off x="10738038" y="3882287"/>
                <a:ext cx="74880" cy="1134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4C6AF1BE-7D55-C99F-7B2C-79E10166F5E7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0720038" y="3864647"/>
                  <a:ext cx="1105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E3C391C5-0548-D4EE-2880-E87E61BB89B2}"/>
                    </a:ext>
                  </a:extLst>
                </p14:cNvPr>
                <p14:cNvContentPartPr/>
                <p14:nvPr/>
              </p14:nvContentPartPr>
              <p14:xfrm>
                <a:off x="10895358" y="3772127"/>
                <a:ext cx="32400" cy="1814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E3C391C5-0548-D4EE-2880-E87E61BB89B2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0877358" y="3754127"/>
                  <a:ext cx="680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813ABA8B-39D4-C034-437B-D1F99EBBEE6F}"/>
                    </a:ext>
                  </a:extLst>
                </p14:cNvPr>
                <p14:cNvContentPartPr/>
                <p14:nvPr/>
              </p14:nvContentPartPr>
              <p14:xfrm>
                <a:off x="10997958" y="3703007"/>
                <a:ext cx="106200" cy="2019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813ABA8B-39D4-C034-437B-D1F99EBBEE6F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0979958" y="3685007"/>
                  <a:ext cx="1418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929FA359-DDD4-20AD-FA8F-B942FF4F9400}"/>
                    </a:ext>
                  </a:extLst>
                </p14:cNvPr>
                <p14:cNvContentPartPr/>
                <p14:nvPr/>
              </p14:nvContentPartPr>
              <p14:xfrm>
                <a:off x="11343558" y="3835847"/>
                <a:ext cx="71280" cy="1058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929FA359-DDD4-20AD-FA8F-B942FF4F9400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1325558" y="3818207"/>
                  <a:ext cx="1069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3D007B32-37FC-758F-D7E4-AC0AD1A63FC8}"/>
                    </a:ext>
                  </a:extLst>
                </p14:cNvPr>
                <p14:cNvContentPartPr/>
                <p14:nvPr/>
              </p14:nvContentPartPr>
              <p14:xfrm>
                <a:off x="11499438" y="3721367"/>
                <a:ext cx="55080" cy="1929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3D007B32-37FC-758F-D7E4-AC0AD1A63FC8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1481438" y="3703367"/>
                  <a:ext cx="9072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E58DD15-8D2C-7FF5-82D3-63ECC6D1BEEE}"/>
                    </a:ext>
                  </a:extLst>
                </p14:cNvPr>
                <p14:cNvContentPartPr/>
                <p14:nvPr/>
              </p14:nvContentPartPr>
              <p14:xfrm>
                <a:off x="11446518" y="3689327"/>
                <a:ext cx="234720" cy="2192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E58DD15-8D2C-7FF5-82D3-63ECC6D1BEEE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1428878" y="3671687"/>
                  <a:ext cx="27036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E5ACBF8B-EAA2-DD91-4A36-8A44CFA8EF20}"/>
                    </a:ext>
                  </a:extLst>
                </p14:cNvPr>
                <p14:cNvContentPartPr/>
                <p14:nvPr/>
              </p14:nvContentPartPr>
              <p14:xfrm>
                <a:off x="11616438" y="3760607"/>
                <a:ext cx="149760" cy="1000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E5ACBF8B-EAA2-DD91-4A36-8A44CFA8EF20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1598798" y="3742967"/>
                  <a:ext cx="1854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83C6092A-83FB-D524-EB17-9BCF78B7C891}"/>
                    </a:ext>
                  </a:extLst>
                </p14:cNvPr>
                <p14:cNvContentPartPr/>
                <p14:nvPr/>
              </p14:nvContentPartPr>
              <p14:xfrm>
                <a:off x="11122878" y="4350287"/>
                <a:ext cx="327240" cy="1224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83C6092A-83FB-D524-EB17-9BCF78B7C891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1105238" y="4332287"/>
                  <a:ext cx="3628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6C6D30DA-B32B-EB5B-1EF9-C3D06D9F7C66}"/>
                    </a:ext>
                  </a:extLst>
                </p14:cNvPr>
                <p14:cNvContentPartPr/>
                <p14:nvPr/>
              </p14:nvContentPartPr>
              <p14:xfrm>
                <a:off x="11537238" y="4320767"/>
                <a:ext cx="40680" cy="1695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6C6D30DA-B32B-EB5B-1EF9-C3D06D9F7C66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1519238" y="4303127"/>
                  <a:ext cx="763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8E218BA2-2CDF-A21F-327A-C73BA971FD54}"/>
                    </a:ext>
                  </a:extLst>
                </p14:cNvPr>
                <p14:cNvContentPartPr/>
                <p14:nvPr/>
              </p14:nvContentPartPr>
              <p14:xfrm>
                <a:off x="11550198" y="4308167"/>
                <a:ext cx="63000" cy="950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8E218BA2-2CDF-A21F-327A-C73BA971FD54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1532558" y="4290167"/>
                  <a:ext cx="986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3BE0EDF6-F58D-96D2-96FB-84DE3678A8A4}"/>
                    </a:ext>
                  </a:extLst>
                </p14:cNvPr>
                <p14:cNvContentPartPr/>
                <p14:nvPr/>
              </p14:nvContentPartPr>
              <p14:xfrm>
                <a:off x="11667198" y="4213847"/>
                <a:ext cx="104400" cy="1641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3BE0EDF6-F58D-96D2-96FB-84DE3678A8A4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1649198" y="4196207"/>
                  <a:ext cx="1400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3B9398BE-E4AA-B8A2-2E25-48755E07C006}"/>
                    </a:ext>
                  </a:extLst>
                </p14:cNvPr>
                <p14:cNvContentPartPr/>
                <p14:nvPr/>
              </p14:nvContentPartPr>
              <p14:xfrm>
                <a:off x="11729118" y="4171367"/>
                <a:ext cx="158040" cy="2181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3B9398BE-E4AA-B8A2-2E25-48755E07C006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1711478" y="4153367"/>
                  <a:ext cx="19368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1CEA03D-AD50-4F5D-97BD-F50295520A2D}"/>
                    </a:ext>
                  </a:extLst>
                </p14:cNvPr>
                <p14:cNvContentPartPr/>
                <p14:nvPr/>
              </p14:nvContentPartPr>
              <p14:xfrm>
                <a:off x="11800398" y="4273607"/>
                <a:ext cx="73080" cy="450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1CEA03D-AD50-4F5D-97BD-F50295520A2D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1782758" y="4255607"/>
                  <a:ext cx="1087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82252659-641D-9535-95CC-875C75099638}"/>
                    </a:ext>
                  </a:extLst>
                </p14:cNvPr>
                <p14:cNvContentPartPr/>
                <p14:nvPr/>
              </p14:nvContentPartPr>
              <p14:xfrm>
                <a:off x="11941878" y="4223567"/>
                <a:ext cx="103680" cy="1980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82252659-641D-9535-95CC-875C75099638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1924238" y="4205927"/>
                  <a:ext cx="13932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EEA51804-D42E-4784-9B17-E22A6FA58485}"/>
                    </a:ext>
                  </a:extLst>
                </p14:cNvPr>
                <p14:cNvContentPartPr/>
                <p14:nvPr/>
              </p14:nvContentPartPr>
              <p14:xfrm>
                <a:off x="11837478" y="4149767"/>
                <a:ext cx="33840" cy="399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EEA51804-D42E-4784-9B17-E22A6FA58485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1819838" y="4131767"/>
                  <a:ext cx="694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5863621E-D4CB-D2B3-3F9F-92F9B1E83B06}"/>
                    </a:ext>
                  </a:extLst>
                </p14:cNvPr>
                <p14:cNvContentPartPr/>
                <p14:nvPr/>
              </p14:nvContentPartPr>
              <p14:xfrm>
                <a:off x="11885718" y="4370447"/>
                <a:ext cx="25200" cy="1098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5863621E-D4CB-D2B3-3F9F-92F9B1E83B06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11867718" y="4352447"/>
                  <a:ext cx="608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D6F13E32-DFDD-469A-7C66-D9F764E2236F}"/>
                    </a:ext>
                  </a:extLst>
                </p14:cNvPr>
                <p14:cNvContentPartPr/>
                <p14:nvPr/>
              </p14:nvContentPartPr>
              <p14:xfrm>
                <a:off x="10797078" y="4918727"/>
                <a:ext cx="136440" cy="1569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D6F13E32-DFDD-469A-7C66-D9F764E2236F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10779438" y="4901087"/>
                  <a:ext cx="1720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20A5BAD4-F5F9-DD96-45A8-9D4264A374D9}"/>
                    </a:ext>
                  </a:extLst>
                </p14:cNvPr>
                <p14:cNvContentPartPr/>
                <p14:nvPr/>
              </p14:nvContentPartPr>
              <p14:xfrm>
                <a:off x="11021718" y="4878407"/>
                <a:ext cx="130320" cy="1832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20A5BAD4-F5F9-DD96-45A8-9D4264A374D9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11004078" y="4860767"/>
                  <a:ext cx="1659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6DDC8A1C-69F1-E7DF-2859-F9F0FF7B250D}"/>
                    </a:ext>
                  </a:extLst>
                </p14:cNvPr>
                <p14:cNvContentPartPr/>
                <p14:nvPr/>
              </p14:nvContentPartPr>
              <p14:xfrm>
                <a:off x="10699518" y="5269727"/>
                <a:ext cx="605520" cy="1908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6DDC8A1C-69F1-E7DF-2859-F9F0FF7B250D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10681518" y="5251727"/>
                  <a:ext cx="6411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61B74493-3674-ED41-41AB-381A2E0EAAC5}"/>
                    </a:ext>
                  </a:extLst>
                </p14:cNvPr>
                <p14:cNvContentPartPr/>
                <p14:nvPr/>
              </p14:nvContentPartPr>
              <p14:xfrm>
                <a:off x="7973958" y="4515527"/>
                <a:ext cx="594360" cy="7279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61B74493-3674-ED41-41AB-381A2E0EAAC5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7956318" y="4497527"/>
                  <a:ext cx="630000" cy="76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67A627C4-D2B8-C31A-4350-94F36CD0943C}"/>
                    </a:ext>
                  </a:extLst>
                </p14:cNvPr>
                <p14:cNvContentPartPr/>
                <p14:nvPr/>
              </p14:nvContentPartPr>
              <p14:xfrm>
                <a:off x="8380398" y="4257047"/>
                <a:ext cx="1730880" cy="11606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67A627C4-D2B8-C31A-4350-94F36CD0943C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8362758" y="4239407"/>
                  <a:ext cx="1766520" cy="11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8D432EB6-5266-D5D0-886B-656AB98A711D}"/>
                    </a:ext>
                  </a:extLst>
                </p14:cNvPr>
                <p14:cNvContentPartPr/>
                <p14:nvPr/>
              </p14:nvContentPartPr>
              <p14:xfrm>
                <a:off x="10004718" y="4196207"/>
                <a:ext cx="170280" cy="1411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8D432EB6-5266-D5D0-886B-656AB98A711D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9986718" y="4178207"/>
                  <a:ext cx="20592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E54B005A-A070-19BA-028C-5D1E642186A0}"/>
                    </a:ext>
                  </a:extLst>
                </p14:cNvPr>
                <p14:cNvContentPartPr/>
                <p14:nvPr/>
              </p14:nvContentPartPr>
              <p14:xfrm>
                <a:off x="10463718" y="4361447"/>
                <a:ext cx="45000" cy="2754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E54B005A-A070-19BA-028C-5D1E642186A0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0445718" y="4343447"/>
                  <a:ext cx="8064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D04B43FC-FB6D-4B3D-45F0-1A4FCC802000}"/>
                    </a:ext>
                  </a:extLst>
                </p14:cNvPr>
                <p14:cNvContentPartPr/>
                <p14:nvPr/>
              </p14:nvContentPartPr>
              <p14:xfrm>
                <a:off x="10484238" y="4373687"/>
                <a:ext cx="120960" cy="2120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D04B43FC-FB6D-4B3D-45F0-1A4FCC802000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10466598" y="4355687"/>
                  <a:ext cx="15660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CF0E0CD3-1A21-C520-715D-0CAD537CE7B2}"/>
                    </a:ext>
                  </a:extLst>
                </p14:cNvPr>
                <p14:cNvContentPartPr/>
                <p14:nvPr/>
              </p14:nvContentPartPr>
              <p14:xfrm>
                <a:off x="10720398" y="4356767"/>
                <a:ext cx="127080" cy="1465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CF0E0CD3-1A21-C520-715D-0CAD537CE7B2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0702398" y="4339127"/>
                  <a:ext cx="16272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92162015-A95E-0725-03DD-D0A2DD5784A4}"/>
                    </a:ext>
                  </a:extLst>
                </p14:cNvPr>
                <p14:cNvContentPartPr/>
                <p14:nvPr/>
              </p14:nvContentPartPr>
              <p14:xfrm>
                <a:off x="7726998" y="4122047"/>
                <a:ext cx="719640" cy="60804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92162015-A95E-0725-03DD-D0A2DD5784A4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7709358" y="4104047"/>
                  <a:ext cx="755280" cy="64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144275F1-8DFB-8FB6-9705-7FCA66A17160}"/>
              </a:ext>
            </a:extLst>
          </p:cNvPr>
          <p:cNvGrpSpPr/>
          <p:nvPr/>
        </p:nvGrpSpPr>
        <p:grpSpPr>
          <a:xfrm>
            <a:off x="274423" y="607371"/>
            <a:ext cx="2017800" cy="1937160"/>
            <a:chOff x="274423" y="607371"/>
            <a:chExt cx="2017800" cy="193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A14A4CB-BAFF-4DD3-4DC4-73C63355DF23}"/>
                    </a:ext>
                  </a:extLst>
                </p14:cNvPr>
                <p14:cNvContentPartPr/>
                <p14:nvPr/>
              </p14:nvContentPartPr>
              <p14:xfrm>
                <a:off x="569263" y="1015611"/>
                <a:ext cx="72000" cy="225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A14A4CB-BAFF-4DD3-4DC4-73C63355DF23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551263" y="997611"/>
                  <a:ext cx="10764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E210795-7E99-5AB3-EBBE-A6EB1FDA0F1D}"/>
                    </a:ext>
                  </a:extLst>
                </p14:cNvPr>
                <p14:cNvContentPartPr/>
                <p14:nvPr/>
              </p14:nvContentPartPr>
              <p14:xfrm>
                <a:off x="450823" y="770811"/>
                <a:ext cx="474120" cy="5731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E210795-7E99-5AB3-EBBE-A6EB1FDA0F1D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433183" y="753171"/>
                  <a:ext cx="509760" cy="60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390928D-BE02-EDA4-ED00-DB7D1BD23C4B}"/>
                    </a:ext>
                  </a:extLst>
                </p14:cNvPr>
                <p14:cNvContentPartPr/>
                <p14:nvPr/>
              </p14:nvContentPartPr>
              <p14:xfrm>
                <a:off x="1057783" y="880251"/>
                <a:ext cx="151560" cy="237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390928D-BE02-EDA4-ED00-DB7D1BD23C4B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039783" y="862611"/>
                  <a:ext cx="1872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35D5DAC-8FF3-8B8C-3CB2-11D0D783357B}"/>
                    </a:ext>
                  </a:extLst>
                </p14:cNvPr>
                <p14:cNvContentPartPr/>
                <p14:nvPr/>
              </p14:nvContentPartPr>
              <p14:xfrm>
                <a:off x="1301143" y="808251"/>
                <a:ext cx="177840" cy="2415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35D5DAC-8FF3-8B8C-3CB2-11D0D783357B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283503" y="790251"/>
                  <a:ext cx="21348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F1A2BE4-895F-0256-CC31-03EE225E3DD5}"/>
                    </a:ext>
                  </a:extLst>
                </p14:cNvPr>
                <p14:cNvContentPartPr/>
                <p14:nvPr/>
              </p14:nvContentPartPr>
              <p14:xfrm>
                <a:off x="1574383" y="662091"/>
                <a:ext cx="40680" cy="3434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F1A2BE4-895F-0256-CC31-03EE225E3DD5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556743" y="644091"/>
                  <a:ext cx="7632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742C04C-EF86-6008-31DB-03F3BC547639}"/>
                    </a:ext>
                  </a:extLst>
                </p14:cNvPr>
                <p14:cNvContentPartPr/>
                <p14:nvPr/>
              </p14:nvContentPartPr>
              <p14:xfrm>
                <a:off x="1693903" y="757851"/>
                <a:ext cx="138600" cy="1630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742C04C-EF86-6008-31DB-03F3BC547639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676263" y="739851"/>
                  <a:ext cx="1742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114C445-CFAD-C4EB-5871-B6B8550EDC0D}"/>
                    </a:ext>
                  </a:extLst>
                </p14:cNvPr>
                <p14:cNvContentPartPr/>
                <p14:nvPr/>
              </p14:nvContentPartPr>
              <p14:xfrm>
                <a:off x="1876783" y="707811"/>
                <a:ext cx="112320" cy="1774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114C445-CFAD-C4EB-5871-B6B8550EDC0D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858783" y="690171"/>
                  <a:ext cx="14796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10D0166-1E51-C9CA-2EC6-7F0901938E7C}"/>
                    </a:ext>
                  </a:extLst>
                </p14:cNvPr>
                <p14:cNvContentPartPr/>
                <p14:nvPr/>
              </p14:nvContentPartPr>
              <p14:xfrm>
                <a:off x="1915303" y="650211"/>
                <a:ext cx="43560" cy="331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10D0166-1E51-C9CA-2EC6-7F0901938E7C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1897663" y="632571"/>
                  <a:ext cx="7920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4F286FA-8FE2-5124-04D8-2EAD584BB9F1}"/>
                    </a:ext>
                  </a:extLst>
                </p14:cNvPr>
                <p14:cNvContentPartPr/>
                <p14:nvPr/>
              </p14:nvContentPartPr>
              <p14:xfrm>
                <a:off x="1953823" y="732651"/>
                <a:ext cx="66960" cy="691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4F286FA-8FE2-5124-04D8-2EAD584BB9F1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1935823" y="715011"/>
                  <a:ext cx="10260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389F7DF8-E434-157B-1F31-A6702E9CDE17}"/>
                    </a:ext>
                  </a:extLst>
                </p14:cNvPr>
                <p14:cNvContentPartPr/>
                <p14:nvPr/>
              </p14:nvContentPartPr>
              <p14:xfrm>
                <a:off x="2094583" y="689451"/>
                <a:ext cx="81000" cy="1746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389F7DF8-E434-157B-1F31-A6702E9CDE17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2076583" y="671451"/>
                  <a:ext cx="1166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D46E7B8-1D99-5C3D-2706-B93839CB32ED}"/>
                    </a:ext>
                  </a:extLst>
                </p14:cNvPr>
                <p14:cNvContentPartPr/>
                <p14:nvPr/>
              </p14:nvContentPartPr>
              <p14:xfrm>
                <a:off x="2096743" y="607371"/>
                <a:ext cx="60480" cy="720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D46E7B8-1D99-5C3D-2706-B93839CB32ED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2078743" y="589731"/>
                  <a:ext cx="961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2735F13F-E92A-B84A-3C3E-C6FAA366D45C}"/>
                    </a:ext>
                  </a:extLst>
                </p14:cNvPr>
                <p14:cNvContentPartPr/>
                <p14:nvPr/>
              </p14:nvContentPartPr>
              <p14:xfrm>
                <a:off x="2166943" y="670371"/>
                <a:ext cx="125280" cy="964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2735F13F-E92A-B84A-3C3E-C6FAA366D45C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2149303" y="652371"/>
                  <a:ext cx="1609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0C9918E-C4D0-B371-E0BD-D3373CD80DFC}"/>
                    </a:ext>
                  </a:extLst>
                </p14:cNvPr>
                <p14:cNvContentPartPr/>
                <p14:nvPr/>
              </p14:nvContentPartPr>
              <p14:xfrm>
                <a:off x="658903" y="1667931"/>
                <a:ext cx="221400" cy="1936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0C9918E-C4D0-B371-E0BD-D3373CD80DFC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640903" y="1650291"/>
                  <a:ext cx="2570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4C20C52-9DC1-8EC9-3740-B7004575482A}"/>
                    </a:ext>
                  </a:extLst>
                </p14:cNvPr>
                <p14:cNvContentPartPr/>
                <p14:nvPr/>
              </p14:nvContentPartPr>
              <p14:xfrm>
                <a:off x="555223" y="1489011"/>
                <a:ext cx="487800" cy="6206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4C20C52-9DC1-8EC9-3740-B7004575482A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537223" y="1471371"/>
                  <a:ext cx="523440" cy="65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C879647-FCC8-C495-681C-F5119AD17757}"/>
                    </a:ext>
                  </a:extLst>
                </p14:cNvPr>
                <p14:cNvContentPartPr/>
                <p14:nvPr/>
              </p14:nvContentPartPr>
              <p14:xfrm>
                <a:off x="1197463" y="1526091"/>
                <a:ext cx="93240" cy="1854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C879647-FCC8-C495-681C-F5119AD17757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1179823" y="1508091"/>
                  <a:ext cx="1288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C27375A-610E-4997-AB22-D72D0D7AB53C}"/>
                    </a:ext>
                  </a:extLst>
                </p14:cNvPr>
                <p14:cNvContentPartPr/>
                <p14:nvPr/>
              </p14:nvContentPartPr>
              <p14:xfrm>
                <a:off x="1341823" y="1533651"/>
                <a:ext cx="98280" cy="1141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C27375A-610E-4997-AB22-D72D0D7AB53C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1323823" y="1516011"/>
                  <a:ext cx="1339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66F8C8BD-388D-4FFE-B3A7-F5C79A376AFF}"/>
                    </a:ext>
                  </a:extLst>
                </p14:cNvPr>
                <p14:cNvContentPartPr/>
                <p14:nvPr/>
              </p14:nvContentPartPr>
              <p14:xfrm>
                <a:off x="1468543" y="1469931"/>
                <a:ext cx="173520" cy="1350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66F8C8BD-388D-4FFE-B3A7-F5C79A376AFF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450903" y="1451931"/>
                  <a:ext cx="2091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F55D9021-6973-CE22-15DB-9742176605AA}"/>
                    </a:ext>
                  </a:extLst>
                </p14:cNvPr>
                <p14:cNvContentPartPr/>
                <p14:nvPr/>
              </p14:nvContentPartPr>
              <p14:xfrm>
                <a:off x="1622623" y="1350771"/>
                <a:ext cx="140040" cy="18144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F55D9021-6973-CE22-15DB-9742176605AA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604983" y="1332771"/>
                  <a:ext cx="1756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50B4890E-8DC8-2214-C34D-511179423A1F}"/>
                    </a:ext>
                  </a:extLst>
                </p14:cNvPr>
                <p14:cNvContentPartPr/>
                <p14:nvPr/>
              </p14:nvContentPartPr>
              <p14:xfrm>
                <a:off x="1684903" y="1393971"/>
                <a:ext cx="138240" cy="622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50B4890E-8DC8-2214-C34D-511179423A1F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666903" y="1375971"/>
                  <a:ext cx="1738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06E3B5DC-4FBC-9C74-B791-D3B7A19996A6}"/>
                    </a:ext>
                  </a:extLst>
                </p14:cNvPr>
                <p14:cNvContentPartPr/>
                <p14:nvPr/>
              </p14:nvContentPartPr>
              <p14:xfrm>
                <a:off x="1829623" y="1344651"/>
                <a:ext cx="21600" cy="669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06E3B5DC-4FBC-9C74-B791-D3B7A19996A6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811983" y="1327011"/>
                  <a:ext cx="572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92B40376-EA1E-6C97-B5CD-51B43ECF8AEA}"/>
                    </a:ext>
                  </a:extLst>
                </p14:cNvPr>
                <p14:cNvContentPartPr/>
                <p14:nvPr/>
              </p14:nvContentPartPr>
              <p14:xfrm>
                <a:off x="1921783" y="1288851"/>
                <a:ext cx="83520" cy="1026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92B40376-EA1E-6C97-B5CD-51B43ECF8AEA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904143" y="1271211"/>
                  <a:ext cx="1191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185E46E9-0804-C025-6333-2241A9C6A3D1}"/>
                    </a:ext>
                  </a:extLst>
                </p14:cNvPr>
                <p14:cNvContentPartPr/>
                <p14:nvPr/>
              </p14:nvContentPartPr>
              <p14:xfrm>
                <a:off x="1993063" y="1120371"/>
                <a:ext cx="167760" cy="3088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185E46E9-0804-C025-6333-2241A9C6A3D1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975063" y="1102371"/>
                  <a:ext cx="20340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95F9202-CD61-4264-116F-11BA2ECB7135}"/>
                    </a:ext>
                  </a:extLst>
                </p14:cNvPr>
                <p14:cNvContentPartPr/>
                <p14:nvPr/>
              </p14:nvContentPartPr>
              <p14:xfrm>
                <a:off x="274423" y="1279851"/>
                <a:ext cx="1664280" cy="12646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95F9202-CD61-4264-116F-11BA2ECB7135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256423" y="1262211"/>
                  <a:ext cx="1699920" cy="13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FA9DE403-0B52-2B6E-8E88-4FDF3D66C5CA}"/>
                    </a:ext>
                  </a:extLst>
                </p14:cNvPr>
                <p14:cNvContentPartPr/>
                <p14:nvPr/>
              </p14:nvContentPartPr>
              <p14:xfrm>
                <a:off x="1763383" y="2196051"/>
                <a:ext cx="240120" cy="21312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FA9DE403-0B52-2B6E-8E88-4FDF3D66C5CA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745743" y="2178051"/>
                  <a:ext cx="275760" cy="24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39517951-B029-F32A-A7F4-8F15E9030489}"/>
              </a:ext>
            </a:extLst>
          </p:cNvPr>
          <p:cNvGrpSpPr/>
          <p:nvPr/>
        </p:nvGrpSpPr>
        <p:grpSpPr>
          <a:xfrm>
            <a:off x="5927863" y="2559651"/>
            <a:ext cx="5177880" cy="4163040"/>
            <a:chOff x="5927863" y="2559651"/>
            <a:chExt cx="5177880" cy="416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233DA0F5-D9CD-1E86-2E92-3D01DC9C42C7}"/>
                    </a:ext>
                  </a:extLst>
                </p14:cNvPr>
                <p14:cNvContentPartPr/>
                <p14:nvPr/>
              </p14:nvContentPartPr>
              <p14:xfrm>
                <a:off x="5927863" y="2635251"/>
                <a:ext cx="246240" cy="348084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233DA0F5-D9CD-1E86-2E92-3D01DC9C42C7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5909863" y="2617251"/>
                  <a:ext cx="281880" cy="351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C2F45170-81D3-9CDE-AB47-D5A5515EC3AC}"/>
                    </a:ext>
                  </a:extLst>
                </p14:cNvPr>
                <p14:cNvContentPartPr/>
                <p14:nvPr/>
              </p14:nvContentPartPr>
              <p14:xfrm>
                <a:off x="6072943" y="2559651"/>
                <a:ext cx="4868640" cy="13356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C2F45170-81D3-9CDE-AB47-D5A5515EC3AC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6055303" y="2542011"/>
                  <a:ext cx="49042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1292E7A2-7C50-F6B8-7537-37DE11F35A42}"/>
                    </a:ext>
                  </a:extLst>
                </p14:cNvPr>
                <p14:cNvContentPartPr/>
                <p14:nvPr/>
              </p14:nvContentPartPr>
              <p14:xfrm>
                <a:off x="6008863" y="2583051"/>
                <a:ext cx="5096880" cy="35942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1292E7A2-7C50-F6B8-7537-37DE11F35A42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5991223" y="2565051"/>
                  <a:ext cx="5132520" cy="36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1A9816D5-E7E5-6D4F-853C-E16DE1335793}"/>
                    </a:ext>
                  </a:extLst>
                </p14:cNvPr>
                <p14:cNvContentPartPr/>
                <p14:nvPr/>
              </p14:nvContentPartPr>
              <p14:xfrm>
                <a:off x="6156823" y="6442971"/>
                <a:ext cx="104400" cy="27972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1A9816D5-E7E5-6D4F-853C-E16DE1335793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6138823" y="6424971"/>
                  <a:ext cx="14004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BD74D028-577F-E700-243E-21943AB86408}"/>
                    </a:ext>
                  </a:extLst>
                </p14:cNvPr>
                <p14:cNvContentPartPr/>
                <p14:nvPr/>
              </p14:nvContentPartPr>
              <p14:xfrm>
                <a:off x="6169063" y="6388971"/>
                <a:ext cx="295200" cy="22140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BD74D028-577F-E700-243E-21943AB86408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6151063" y="6371331"/>
                  <a:ext cx="33084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35E84E01-13E0-B844-6319-3C6F78BCE2FE}"/>
                    </a:ext>
                  </a:extLst>
                </p14:cNvPr>
                <p14:cNvContentPartPr/>
                <p14:nvPr/>
              </p14:nvContentPartPr>
              <p14:xfrm>
                <a:off x="6451303" y="6358731"/>
                <a:ext cx="119880" cy="27684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35E84E01-13E0-B844-6319-3C6F78BCE2FE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6433303" y="6340731"/>
                  <a:ext cx="15552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8D9E12E5-3559-5AD9-79C0-BB8AC0CA5BC7}"/>
                    </a:ext>
                  </a:extLst>
                </p14:cNvPr>
                <p14:cNvContentPartPr/>
                <p14:nvPr/>
              </p14:nvContentPartPr>
              <p14:xfrm>
                <a:off x="6490543" y="6296811"/>
                <a:ext cx="92520" cy="11952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8D9E12E5-3559-5AD9-79C0-BB8AC0CA5BC7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6472543" y="6279171"/>
                  <a:ext cx="1281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9BE1E6E0-22B1-1755-1C5B-49B701F6C8C5}"/>
                    </a:ext>
                  </a:extLst>
                </p14:cNvPr>
                <p14:cNvContentPartPr/>
                <p14:nvPr/>
              </p14:nvContentPartPr>
              <p14:xfrm>
                <a:off x="6539863" y="6470331"/>
                <a:ext cx="46080" cy="9720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9BE1E6E0-22B1-1755-1C5B-49B701F6C8C5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6522223" y="6452691"/>
                  <a:ext cx="817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83DF4820-AAD0-D222-493E-434B43CAE38C}"/>
                    </a:ext>
                  </a:extLst>
                </p14:cNvPr>
                <p14:cNvContentPartPr/>
                <p14:nvPr/>
              </p14:nvContentPartPr>
              <p14:xfrm>
                <a:off x="6632743" y="6528651"/>
                <a:ext cx="118080" cy="4968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83DF4820-AAD0-D222-493E-434B43CAE38C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6615103" y="6510651"/>
                  <a:ext cx="1537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3696E99F-9B3B-3B39-3923-2BAF8BA3E71A}"/>
                    </a:ext>
                  </a:extLst>
                </p14:cNvPr>
                <p14:cNvContentPartPr/>
                <p14:nvPr/>
              </p14:nvContentPartPr>
              <p14:xfrm>
                <a:off x="6764143" y="6301851"/>
                <a:ext cx="35280" cy="3157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3696E99F-9B3B-3B39-3923-2BAF8BA3E71A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6746503" y="6284211"/>
                  <a:ext cx="7092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5C8A7D41-C92B-B559-6505-75CA7F7B99D8}"/>
                    </a:ext>
                  </a:extLst>
                </p14:cNvPr>
                <p14:cNvContentPartPr/>
                <p14:nvPr/>
              </p14:nvContentPartPr>
              <p14:xfrm>
                <a:off x="6759463" y="6307611"/>
                <a:ext cx="208080" cy="20052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5C8A7D41-C92B-B559-6505-75CA7F7B99D8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6741463" y="6289611"/>
                  <a:ext cx="24372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3452FF39-BAC7-E5E6-C422-85A3E57EAEC3}"/>
                    </a:ext>
                  </a:extLst>
                </p14:cNvPr>
                <p14:cNvContentPartPr/>
                <p14:nvPr/>
              </p14:nvContentPartPr>
              <p14:xfrm>
                <a:off x="6801943" y="6458451"/>
                <a:ext cx="144360" cy="3744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3452FF39-BAC7-E5E6-C422-85A3E57EAEC3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6784303" y="6440451"/>
                  <a:ext cx="1800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34B5BFBC-48F8-BB9C-2C1F-3B363E22A13D}"/>
                    </a:ext>
                  </a:extLst>
                </p14:cNvPr>
                <p14:cNvContentPartPr/>
                <p14:nvPr/>
              </p14:nvContentPartPr>
              <p14:xfrm>
                <a:off x="6995623" y="6281691"/>
                <a:ext cx="98640" cy="30024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34B5BFBC-48F8-BB9C-2C1F-3B363E22A13D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6977983" y="6264051"/>
                  <a:ext cx="13428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866231BB-8CA2-6D3A-A04A-B378F8B8660F}"/>
                    </a:ext>
                  </a:extLst>
                </p14:cNvPr>
                <p14:cNvContentPartPr/>
                <p14:nvPr/>
              </p14:nvContentPartPr>
              <p14:xfrm>
                <a:off x="7029103" y="6344331"/>
                <a:ext cx="155160" cy="27504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866231BB-8CA2-6D3A-A04A-B378F8B8660F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7011103" y="6326331"/>
                  <a:ext cx="190800" cy="310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793054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822960"/>
          </a:xfrm>
        </p:spPr>
        <p:txBody>
          <a:bodyPr>
            <a:normAutofit/>
          </a:bodyPr>
          <a:lstStyle/>
          <a:p>
            <a:r>
              <a:rPr lang="en-US" sz="3600" dirty="0"/>
              <a:t>Transmission vs. reflectance oximetry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982" y="754104"/>
            <a:ext cx="6605854" cy="3085658"/>
          </a:xfrm>
          <a:prstGeom prst="rect">
            <a:avLst/>
          </a:prstGeom>
        </p:spPr>
      </p:pic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A17202BC-5888-4EC9-9540-3A542D19B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01440" y="1021142"/>
            <a:ext cx="4647600" cy="2134752"/>
          </a:xfrm>
        </p:spPr>
        <p:txBody>
          <a:bodyPr>
            <a:normAutofit/>
          </a:bodyPr>
          <a:lstStyle/>
          <a:p>
            <a:r>
              <a:rPr lang="en-US" sz="1800" dirty="0"/>
              <a:t>Transmission-mode pulse oximetry is limited only to tissues that can be </a:t>
            </a:r>
            <a:r>
              <a:rPr lang="en-US" sz="1800" dirty="0" err="1"/>
              <a:t>transilluminated</a:t>
            </a:r>
            <a:r>
              <a:rPr lang="en-US" sz="1800" dirty="0"/>
              <a:t>, such as the earlobes and the fingers.</a:t>
            </a:r>
          </a:p>
          <a:p>
            <a:r>
              <a:rPr lang="en-US" sz="1800" dirty="0"/>
              <a:t>If reflected light is used as the signal, the sensor can be used beyond the conventional sensing locations.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517ECE-22FD-4198-92B3-A673C25D348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703"/>
          <a:stretch/>
        </p:blipFill>
        <p:spPr>
          <a:xfrm>
            <a:off x="6611194" y="3211978"/>
            <a:ext cx="4389423" cy="31955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033CADD-3BC2-43DC-9EFD-C8AD97DAC0DE}"/>
              </a:ext>
            </a:extLst>
          </p:cNvPr>
          <p:cNvSpPr txBox="1"/>
          <p:nvPr/>
        </p:nvSpPr>
        <p:spPr>
          <a:xfrm>
            <a:off x="264008" y="4317509"/>
            <a:ext cx="58319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326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 signal is the highest at the forehead for both Red and NIR channels.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326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Arms provide mid-range AC amplitude, while signal strength is low in the legs and chest area.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326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Forehead is the best location for reflectance pulse oximetry.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4D6D93D-6DD9-4AE2-E893-B3D8C4BF4641}"/>
              </a:ext>
            </a:extLst>
          </p:cNvPr>
          <p:cNvGrpSpPr/>
          <p:nvPr/>
        </p:nvGrpSpPr>
        <p:grpSpPr>
          <a:xfrm>
            <a:off x="3106903" y="796731"/>
            <a:ext cx="788400" cy="516960"/>
            <a:chOff x="3106903" y="796731"/>
            <a:chExt cx="788400" cy="51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DCB3CBF-E5FE-62B5-1089-ECF658F9CB38}"/>
                    </a:ext>
                  </a:extLst>
                </p14:cNvPr>
                <p14:cNvContentPartPr/>
                <p14:nvPr/>
              </p14:nvContentPartPr>
              <p14:xfrm>
                <a:off x="3106903" y="796731"/>
                <a:ext cx="347760" cy="3362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DCB3CBF-E5FE-62B5-1089-ECF658F9CB3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088903" y="778731"/>
                  <a:ext cx="38340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4AEAE60-1E91-3A31-9B83-54A36A6B35E9}"/>
                    </a:ext>
                  </a:extLst>
                </p14:cNvPr>
                <p14:cNvContentPartPr/>
                <p14:nvPr/>
              </p14:nvContentPartPr>
              <p14:xfrm>
                <a:off x="3279343" y="891411"/>
                <a:ext cx="269640" cy="4222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4AEAE60-1E91-3A31-9B83-54A36A6B35E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261343" y="873411"/>
                  <a:ext cx="30528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78EB729-70BD-92EB-B76C-B4B2B27A689F}"/>
                    </a:ext>
                  </a:extLst>
                </p14:cNvPr>
                <p14:cNvContentPartPr/>
                <p14:nvPr/>
              </p14:nvContentPartPr>
              <p14:xfrm>
                <a:off x="3566983" y="873051"/>
                <a:ext cx="328320" cy="1382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78EB729-70BD-92EB-B76C-B4B2B27A689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549343" y="855411"/>
                  <a:ext cx="3639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4249307-4DAC-4A63-36F9-D33B5CE9B417}"/>
                    </a:ext>
                  </a:extLst>
                </p14:cNvPr>
                <p14:cNvContentPartPr/>
                <p14:nvPr/>
              </p14:nvContentPartPr>
              <p14:xfrm>
                <a:off x="3751663" y="817611"/>
                <a:ext cx="82440" cy="3286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4249307-4DAC-4A63-36F9-D33B5CE9B41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734023" y="799971"/>
                  <a:ext cx="118080" cy="36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C269847-B6BD-8574-1A8F-BBFF212814B5}"/>
              </a:ext>
            </a:extLst>
          </p:cNvPr>
          <p:cNvGrpSpPr/>
          <p:nvPr/>
        </p:nvGrpSpPr>
        <p:grpSpPr>
          <a:xfrm>
            <a:off x="5247103" y="748851"/>
            <a:ext cx="598680" cy="528120"/>
            <a:chOff x="5247103" y="748851"/>
            <a:chExt cx="598680" cy="52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3709062-2BC8-0AF2-0814-CDAE46A7EB6E}"/>
                    </a:ext>
                  </a:extLst>
                </p14:cNvPr>
                <p14:cNvContentPartPr/>
                <p14:nvPr/>
              </p14:nvContentPartPr>
              <p14:xfrm>
                <a:off x="5280583" y="868731"/>
                <a:ext cx="161280" cy="4082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3709062-2BC8-0AF2-0814-CDAE46A7EB6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262943" y="850731"/>
                  <a:ext cx="196920" cy="44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F201552-FB7A-969F-D0C0-C808C7C2054E}"/>
                    </a:ext>
                  </a:extLst>
                </p14:cNvPr>
                <p14:cNvContentPartPr/>
                <p14:nvPr/>
              </p14:nvContentPartPr>
              <p14:xfrm>
                <a:off x="5247103" y="748851"/>
                <a:ext cx="349560" cy="3391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F201552-FB7A-969F-D0C0-C808C7C2054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229103" y="730851"/>
                  <a:ext cx="38520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781FF63-B7D9-08ED-8D6D-6E5C05843950}"/>
                    </a:ext>
                  </a:extLst>
                </p14:cNvPr>
                <p14:cNvContentPartPr/>
                <p14:nvPr/>
              </p14:nvContentPartPr>
              <p14:xfrm>
                <a:off x="5600263" y="877371"/>
                <a:ext cx="245520" cy="1098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781FF63-B7D9-08ED-8D6D-6E5C0584395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582263" y="859371"/>
                  <a:ext cx="2811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6952A99-930D-01CE-B2ED-21AC3431631D}"/>
                    </a:ext>
                  </a:extLst>
                </p14:cNvPr>
                <p14:cNvContentPartPr/>
                <p14:nvPr/>
              </p14:nvContentPartPr>
              <p14:xfrm>
                <a:off x="5707183" y="815091"/>
                <a:ext cx="57600" cy="3304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6952A99-930D-01CE-B2ED-21AC3431631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689543" y="797451"/>
                  <a:ext cx="93240" cy="366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2282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A206D-1FF1-9D12-4437-EBEF8A4E6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 PPG signal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373A21-FA87-6AD5-F252-9D21819603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26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938C8DDA-C928-F5B9-170D-5A833D49ED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8027" y="1483763"/>
            <a:ext cx="7615946" cy="292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5618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034BF-2686-DAF0-E0CD-9752F4950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Upload </a:t>
            </a:r>
            <a:r>
              <a:rPr lang="en-US" dirty="0" err="1"/>
              <a:t>ard</a:t>
            </a:r>
            <a:r>
              <a:rPr lang="en-US" dirty="0"/>
              <a:t> code</a:t>
            </a:r>
          </a:p>
        </p:txBody>
      </p:sp>
      <p:pic>
        <p:nvPicPr>
          <p:cNvPr id="6" name="Content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1A1BBAA9-261A-F473-A73B-15211D9FBA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3535" y="1825625"/>
            <a:ext cx="6024930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168167-F4CA-A98C-BF92-F909613D32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27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75514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00A08-4F9F-CFE0-FD7F-ABC6109B8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python IDLE – open python file</a:t>
            </a:r>
          </a:p>
        </p:txBody>
      </p:sp>
      <p:pic>
        <p:nvPicPr>
          <p:cNvPr id="6" name="Content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13F89A96-445D-C52A-4E39-2C7F99EAED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682" y="1539578"/>
            <a:ext cx="4268502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FEEADB-918A-851B-7398-D5F842C40D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28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E312600A-8300-3C97-A2E4-51FD34552A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4708" y="1844702"/>
            <a:ext cx="5903827" cy="3741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4386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56ADD-7922-EBA7-A60E-D8D68D42B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main.py</a:t>
            </a:r>
          </a:p>
        </p:txBody>
      </p:sp>
      <p:pic>
        <p:nvPicPr>
          <p:cNvPr id="6" name="Content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D738BEC4-A2FA-623C-F727-1CE8498E8F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921" y="1825625"/>
            <a:ext cx="6784157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91503D-DAD0-D1CB-C81A-B965FDDB5E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29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07240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79F57-AEE7-9294-08D1-4CB743350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module</a:t>
            </a:r>
          </a:p>
        </p:txBody>
      </p:sp>
      <p:pic>
        <p:nvPicPr>
          <p:cNvPr id="6" name="Content Placeholder 5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FABA3727-EBF2-7669-AB30-5A4AA0B4AA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603" y="1253331"/>
            <a:ext cx="4041220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488C25-835F-A5F4-202C-149F9F88FF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30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Picture 7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BDD2CC3D-F18A-880A-9679-48F16B684C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9624" y="1253331"/>
            <a:ext cx="402257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6089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E93C3-DFF7-8809-C0BB-68A53836D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in which port – check where your Ard in connected</a:t>
            </a:r>
          </a:p>
        </p:txBody>
      </p:sp>
      <p:pic>
        <p:nvPicPr>
          <p:cNvPr id="6" name="Content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BBAD64DA-4184-65EF-4913-9194D3FA12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4262" y="1157715"/>
            <a:ext cx="4911627" cy="500760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BF95A2-6A85-1DC6-1C9E-8F15A82AD5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31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3850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E9372-F175-40D2-4640-F6FA91F73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 – m3ppg</a:t>
            </a:r>
          </a:p>
        </p:txBody>
      </p:sp>
      <p:pic>
        <p:nvPicPr>
          <p:cNvPr id="6" name="Content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81A93B15-0D68-5C2F-2122-E1942D3E45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9996" y="879420"/>
            <a:ext cx="5360780" cy="549649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6F500-4994-F90A-5855-EB63C113FE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32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80712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6AE40-B9CB-6EDB-BE4B-731DFA95F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Opens a recording window</a:t>
            </a:r>
          </a:p>
        </p:txBody>
      </p:sp>
      <p:pic>
        <p:nvPicPr>
          <p:cNvPr id="6" name="Content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B75A896F-9EFE-73E6-E7C2-520A6EBD83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0506" y="1038444"/>
            <a:ext cx="7024647" cy="508405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17EA6-6576-FD47-7FA5-17909A325C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33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44568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AF2FB-6543-5F81-F5C4-5DB63C796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Press capture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0B2861-0C15-C72D-FEBC-8847014EEF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34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A6622BFA-9248-DF86-338A-4CE5625938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557" y="703445"/>
            <a:ext cx="8141932" cy="590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3786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BB9B1-C229-E83E-E508-755551A4B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Keep your finger gently on the sensor </a:t>
            </a:r>
          </a:p>
        </p:txBody>
      </p:sp>
      <p:pic>
        <p:nvPicPr>
          <p:cNvPr id="6" name="Content Placeholder 5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F8B8FBBC-370F-46B2-120C-0EA230F916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1224" y="1364449"/>
            <a:ext cx="6047553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A8BCF-12B8-348E-3EAD-64221422AF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35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Picture 7" descr="A finger on a circuit board&#10;&#10;Description automatically generated">
            <a:extLst>
              <a:ext uri="{FF2B5EF4-FFF2-40B4-BE49-F238E27FC236}">
                <a16:creationId xmlns:a16="http://schemas.microsoft.com/office/drawing/2014/main" id="{4D7C8A15-9A3A-6531-B95B-B02DDB3633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892" y="793342"/>
            <a:ext cx="4136321" cy="5493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0628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A6776-DEC1-A337-9054-E2CCFE8DB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save – a new file will be saved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EC479-306B-5BC5-5C19-67FEDCA14A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36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7" name="Content Placeholder 5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D1BDCE7A-1DFC-97BE-35A9-57977AFC16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42" y="1388304"/>
            <a:ext cx="6047553" cy="4351338"/>
          </a:xfrm>
          <a:prstGeom prst="rect">
            <a:avLst/>
          </a:prstGeom>
        </p:spPr>
      </p:pic>
      <p:pic>
        <p:nvPicPr>
          <p:cNvPr id="8" name="Content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5C51E12A-BB8E-332C-BF25-430F0EE985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2926" y="1944895"/>
            <a:ext cx="5055905" cy="339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1094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A181D-A24A-4A11-1FD6-915348ED9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073425"/>
          </a:xfrm>
        </p:spPr>
        <p:txBody>
          <a:bodyPr>
            <a:normAutofit/>
          </a:bodyPr>
          <a:lstStyle/>
          <a:p>
            <a:r>
              <a:rPr lang="en-US" dirty="0"/>
              <a:t>Open </a:t>
            </a:r>
            <a:r>
              <a:rPr lang="en-US" dirty="0" err="1"/>
              <a:t>jupyter</a:t>
            </a:r>
            <a:r>
              <a:rPr lang="en-US" dirty="0"/>
              <a:t> notebook select the new csv file – check the raw data on notebook</a:t>
            </a:r>
          </a:p>
        </p:txBody>
      </p:sp>
      <p:pic>
        <p:nvPicPr>
          <p:cNvPr id="6" name="Content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F50B6983-FD16-EE1E-0837-A78B073A2B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40" y="1630417"/>
            <a:ext cx="5364191" cy="359716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FBED64-861B-B5B1-5607-571BA5BBA0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37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Picture 7" descr="A red and blue graph&#10;&#10;Description automatically generated">
            <a:extLst>
              <a:ext uri="{FF2B5EF4-FFF2-40B4-BE49-F238E27FC236}">
                <a16:creationId xmlns:a16="http://schemas.microsoft.com/office/drawing/2014/main" id="{44B1F048-AD20-C136-9589-9BBA00A4F2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7576" y="2342479"/>
            <a:ext cx="5935687" cy="187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2990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C1135-23CD-40AE-B7A6-B7FE8BE45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55983"/>
          </a:xfrm>
        </p:spPr>
        <p:txBody>
          <a:bodyPr/>
          <a:lstStyle/>
          <a:p>
            <a:r>
              <a:rPr lang="en-US" dirty="0"/>
              <a:t>Pulse oximeter basics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942A38-DC6C-4147-A6F2-714B17D068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38</a:t>
            </a:fld>
            <a:endParaRPr lang="en-US" dirty="0"/>
          </a:p>
        </p:txBody>
      </p:sp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8B0543F4-BD83-4BF3-8C0D-7E3ED300B5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1114"/>
            <a:ext cx="6289078" cy="3311251"/>
          </a:xfrm>
          <a:prstGeom prst="rect">
            <a:avLst/>
          </a:prstGeom>
        </p:spPr>
      </p:pic>
      <p:pic>
        <p:nvPicPr>
          <p:cNvPr id="9" name="Picture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954DE82F-3862-40FE-86B6-4D24915458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3453" y="1103228"/>
            <a:ext cx="5566268" cy="390609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BAF4422E-E4B7-2CA8-3006-D517C544A2C1}"/>
              </a:ext>
            </a:extLst>
          </p:cNvPr>
          <p:cNvGrpSpPr/>
          <p:nvPr/>
        </p:nvGrpSpPr>
        <p:grpSpPr>
          <a:xfrm>
            <a:off x="10950574" y="3945068"/>
            <a:ext cx="407520" cy="447840"/>
            <a:chOff x="10950574" y="3945068"/>
            <a:chExt cx="407520" cy="44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D273588-6764-9F45-A5ED-0F4122E65728}"/>
                    </a:ext>
                  </a:extLst>
                </p14:cNvPr>
                <p14:cNvContentPartPr/>
                <p14:nvPr/>
              </p14:nvContentPartPr>
              <p14:xfrm>
                <a:off x="10950574" y="3984668"/>
                <a:ext cx="30240" cy="4082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D273588-6764-9F45-A5ED-0F4122E6572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932574" y="3966668"/>
                  <a:ext cx="65880" cy="44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FAA5857-60B0-5D6C-3D89-4EA5E292A768}"/>
                    </a:ext>
                  </a:extLst>
                </p14:cNvPr>
                <p14:cNvContentPartPr/>
                <p14:nvPr/>
              </p14:nvContentPartPr>
              <p14:xfrm>
                <a:off x="10960294" y="3945068"/>
                <a:ext cx="91440" cy="2412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FAA5857-60B0-5D6C-3D89-4EA5E292A76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942654" y="3927068"/>
                  <a:ext cx="12708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9121970-6E3E-FB25-730D-1411A28A93EE}"/>
                    </a:ext>
                  </a:extLst>
                </p14:cNvPr>
                <p14:cNvContentPartPr/>
                <p14:nvPr/>
              </p14:nvContentPartPr>
              <p14:xfrm>
                <a:off x="11160094" y="4142708"/>
                <a:ext cx="81720" cy="1339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9121970-6E3E-FB25-730D-1411A28A93E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142094" y="4125068"/>
                  <a:ext cx="1173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2746CC0-1578-4653-35E6-7FD472015F11}"/>
                    </a:ext>
                  </a:extLst>
                </p14:cNvPr>
                <p14:cNvContentPartPr/>
                <p14:nvPr/>
              </p14:nvContentPartPr>
              <p14:xfrm>
                <a:off x="11288614" y="4068908"/>
                <a:ext cx="69480" cy="2379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2746CC0-1578-4653-35E6-7FD472015F1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270614" y="4051268"/>
                  <a:ext cx="105120" cy="27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BAD3160-8D61-7977-30A6-3578D26872BA}"/>
              </a:ext>
            </a:extLst>
          </p:cNvPr>
          <p:cNvGrpSpPr/>
          <p:nvPr/>
        </p:nvGrpSpPr>
        <p:grpSpPr>
          <a:xfrm>
            <a:off x="930198" y="1080767"/>
            <a:ext cx="621720" cy="649440"/>
            <a:chOff x="930198" y="1080767"/>
            <a:chExt cx="621720" cy="64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5A8C5B6-5CC0-BBDB-6E3A-C7BBD8DE9503}"/>
                    </a:ext>
                  </a:extLst>
                </p14:cNvPr>
                <p14:cNvContentPartPr/>
                <p14:nvPr/>
              </p14:nvContentPartPr>
              <p14:xfrm>
                <a:off x="930198" y="1490807"/>
                <a:ext cx="247320" cy="2394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5A8C5B6-5CC0-BBDB-6E3A-C7BBD8DE950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12198" y="1472807"/>
                  <a:ext cx="28296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D856017-E5A4-0A98-D2EE-E792C33A3093}"/>
                    </a:ext>
                  </a:extLst>
                </p14:cNvPr>
                <p14:cNvContentPartPr/>
                <p14:nvPr/>
              </p14:nvContentPartPr>
              <p14:xfrm>
                <a:off x="938118" y="1376687"/>
                <a:ext cx="210240" cy="243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D856017-E5A4-0A98-D2EE-E792C33A309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20478" y="1359047"/>
                  <a:ext cx="24588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F010790-13BB-F098-6037-65F16D952997}"/>
                    </a:ext>
                  </a:extLst>
                </p14:cNvPr>
                <p14:cNvContentPartPr/>
                <p14:nvPr/>
              </p14:nvContentPartPr>
              <p14:xfrm>
                <a:off x="1199838" y="1080767"/>
                <a:ext cx="352080" cy="3891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F010790-13BB-F098-6037-65F16D95299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82198" y="1063127"/>
                  <a:ext cx="387720" cy="42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1183372-7E01-E172-B28A-68C871508B96}"/>
              </a:ext>
            </a:extLst>
          </p:cNvPr>
          <p:cNvGrpSpPr/>
          <p:nvPr/>
        </p:nvGrpSpPr>
        <p:grpSpPr>
          <a:xfrm>
            <a:off x="2297478" y="1747487"/>
            <a:ext cx="689040" cy="713880"/>
            <a:chOff x="2297478" y="1747487"/>
            <a:chExt cx="689040" cy="71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7928920-D38B-6652-B3DD-B26830CD431D}"/>
                    </a:ext>
                  </a:extLst>
                </p14:cNvPr>
                <p14:cNvContentPartPr/>
                <p14:nvPr/>
              </p14:nvContentPartPr>
              <p14:xfrm>
                <a:off x="2466318" y="1908767"/>
                <a:ext cx="226080" cy="3110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7928920-D38B-6652-B3DD-B26830CD431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448678" y="1891127"/>
                  <a:ext cx="26172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1C0E8EF-3CC9-7E59-99A9-8C546C44B28C}"/>
                    </a:ext>
                  </a:extLst>
                </p14:cNvPr>
                <p14:cNvContentPartPr/>
                <p14:nvPr/>
              </p14:nvContentPartPr>
              <p14:xfrm>
                <a:off x="2567478" y="1845767"/>
                <a:ext cx="218160" cy="2617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1C0E8EF-3CC9-7E59-99A9-8C546C44B28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49478" y="1828127"/>
                  <a:ext cx="25380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429C2FC-EEC2-4D36-A042-94E0B27EE428}"/>
                    </a:ext>
                  </a:extLst>
                </p14:cNvPr>
                <p14:cNvContentPartPr/>
                <p14:nvPr/>
              </p14:nvContentPartPr>
              <p14:xfrm>
                <a:off x="2556318" y="1747487"/>
                <a:ext cx="298440" cy="225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429C2FC-EEC2-4D36-A042-94E0B27EE42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538318" y="1729487"/>
                  <a:ext cx="33408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49A8E39-2C04-7160-94FE-5E23EA1BEACD}"/>
                    </a:ext>
                  </a:extLst>
                </p14:cNvPr>
                <p14:cNvContentPartPr/>
                <p14:nvPr/>
              </p14:nvContentPartPr>
              <p14:xfrm>
                <a:off x="2297478" y="2143487"/>
                <a:ext cx="216720" cy="2721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49A8E39-2C04-7160-94FE-5E23EA1BEAC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279478" y="2125487"/>
                  <a:ext cx="25236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56396EE-C435-3645-21B2-C3E66018B352}"/>
                    </a:ext>
                  </a:extLst>
                </p14:cNvPr>
                <p14:cNvContentPartPr/>
                <p14:nvPr/>
              </p14:nvContentPartPr>
              <p14:xfrm>
                <a:off x="2329518" y="1980407"/>
                <a:ext cx="226080" cy="198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56396EE-C435-3645-21B2-C3E66018B35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311878" y="1962767"/>
                  <a:ext cx="26172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A1A723C-BC7E-2DF9-39A2-84379F23145D}"/>
                    </a:ext>
                  </a:extLst>
                </p14:cNvPr>
                <p14:cNvContentPartPr/>
                <p14:nvPr/>
              </p14:nvContentPartPr>
              <p14:xfrm>
                <a:off x="2607078" y="1996247"/>
                <a:ext cx="379440" cy="4651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A1A723C-BC7E-2DF9-39A2-84379F23145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589438" y="1978247"/>
                  <a:ext cx="415080" cy="50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D60BD0F6-8049-44C5-800F-CCC63CCADF9C}"/>
              </a:ext>
            </a:extLst>
          </p:cNvPr>
          <p:cNvGrpSpPr/>
          <p:nvPr/>
        </p:nvGrpSpPr>
        <p:grpSpPr>
          <a:xfrm>
            <a:off x="5239398" y="4391687"/>
            <a:ext cx="657720" cy="2144160"/>
            <a:chOff x="5239398" y="4391687"/>
            <a:chExt cx="657720" cy="214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BAA3461-9129-3092-133A-62C7D7F8E46D}"/>
                    </a:ext>
                  </a:extLst>
                </p14:cNvPr>
                <p14:cNvContentPartPr/>
                <p14:nvPr/>
              </p14:nvContentPartPr>
              <p14:xfrm>
                <a:off x="5239398" y="4948607"/>
                <a:ext cx="48600" cy="2167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BAA3461-9129-3092-133A-62C7D7F8E46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221758" y="4930967"/>
                  <a:ext cx="8424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2A1C4DD-8CCD-6A77-DAB7-AA6F5844FF77}"/>
                    </a:ext>
                  </a:extLst>
                </p14:cNvPr>
                <p14:cNvContentPartPr/>
                <p14:nvPr/>
              </p14:nvContentPartPr>
              <p14:xfrm>
                <a:off x="5255238" y="4924127"/>
                <a:ext cx="614880" cy="914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2A1C4DD-8CCD-6A77-DAB7-AA6F5844FF7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37238" y="4906127"/>
                  <a:ext cx="6505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B3A37B6-6E28-483E-F8CF-D08A6620A2C6}"/>
                    </a:ext>
                  </a:extLst>
                </p14:cNvPr>
                <p14:cNvContentPartPr/>
                <p14:nvPr/>
              </p14:nvContentPartPr>
              <p14:xfrm>
                <a:off x="5835198" y="4932767"/>
                <a:ext cx="18720" cy="1800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B3A37B6-6E28-483E-F8CF-D08A6620A2C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17198" y="4915127"/>
                  <a:ext cx="543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0038C73-AE58-ED0E-0270-E1A17476EE1C}"/>
                    </a:ext>
                  </a:extLst>
                </p14:cNvPr>
                <p14:cNvContentPartPr/>
                <p14:nvPr/>
              </p14:nvContentPartPr>
              <p14:xfrm>
                <a:off x="5253798" y="5095487"/>
                <a:ext cx="486360" cy="586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0038C73-AE58-ED0E-0270-E1A17476EE1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236158" y="5077847"/>
                  <a:ext cx="5220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68415AB-47AC-CEC0-5564-4C7311A1F7DB}"/>
                    </a:ext>
                  </a:extLst>
                </p14:cNvPr>
                <p14:cNvContentPartPr/>
                <p14:nvPr/>
              </p14:nvContentPartPr>
              <p14:xfrm>
                <a:off x="5385918" y="4953287"/>
                <a:ext cx="390960" cy="1375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68415AB-47AC-CEC0-5564-4C7311A1F7D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367918" y="4935647"/>
                  <a:ext cx="4266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589EFA6-8424-7DEF-0C42-5E4530F43FE3}"/>
                    </a:ext>
                  </a:extLst>
                </p14:cNvPr>
                <p14:cNvContentPartPr/>
                <p14:nvPr/>
              </p14:nvContentPartPr>
              <p14:xfrm>
                <a:off x="5413638" y="4734407"/>
                <a:ext cx="124920" cy="1360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589EFA6-8424-7DEF-0C42-5E4530F43FE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395638" y="4716407"/>
                  <a:ext cx="1605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5DD14E8-154C-9938-99E1-C9092023E9AF}"/>
                    </a:ext>
                  </a:extLst>
                </p14:cNvPr>
                <p14:cNvContentPartPr/>
                <p14:nvPr/>
              </p14:nvContentPartPr>
              <p14:xfrm>
                <a:off x="5460078" y="4668887"/>
                <a:ext cx="121680" cy="1051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5DD14E8-154C-9938-99E1-C9092023E9A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442438" y="4651247"/>
                  <a:ext cx="1573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7C5E74B-FFC4-695A-5718-25940F62259C}"/>
                    </a:ext>
                  </a:extLst>
                </p14:cNvPr>
                <p14:cNvContentPartPr/>
                <p14:nvPr/>
              </p14:nvContentPartPr>
              <p14:xfrm>
                <a:off x="5626398" y="4557647"/>
                <a:ext cx="101160" cy="1069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7C5E74B-FFC4-695A-5718-25940F62259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608398" y="4540007"/>
                  <a:ext cx="1368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EF61607-5B84-1E6D-8D99-82DDCD2FF61E}"/>
                    </a:ext>
                  </a:extLst>
                </p14:cNvPr>
                <p14:cNvContentPartPr/>
                <p14:nvPr/>
              </p14:nvContentPartPr>
              <p14:xfrm>
                <a:off x="5699478" y="4477727"/>
                <a:ext cx="136440" cy="914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EF61607-5B84-1E6D-8D99-82DDCD2FF61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681478" y="4459727"/>
                  <a:ext cx="1720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D0ED21F-67FF-2A3E-7119-DB5DBC76CE19}"/>
                    </a:ext>
                  </a:extLst>
                </p14:cNvPr>
                <p14:cNvContentPartPr/>
                <p14:nvPr/>
              </p14:nvContentPartPr>
              <p14:xfrm>
                <a:off x="5709918" y="4391687"/>
                <a:ext cx="187200" cy="943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D0ED21F-67FF-2A3E-7119-DB5DBC76CE1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691918" y="4373687"/>
                  <a:ext cx="2228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C70CC85-7A8B-B123-8964-53EBF759AC3C}"/>
                    </a:ext>
                  </a:extLst>
                </p14:cNvPr>
                <p14:cNvContentPartPr/>
                <p14:nvPr/>
              </p14:nvContentPartPr>
              <p14:xfrm>
                <a:off x="5504358" y="5063807"/>
                <a:ext cx="84600" cy="14400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C70CC85-7A8B-B123-8964-53EBF759AC3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486718" y="5045807"/>
                  <a:ext cx="120240" cy="147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9616E3D-3D6E-5CCB-1DF4-71F72DA2756F}"/>
                    </a:ext>
                  </a:extLst>
                </p14:cNvPr>
                <p14:cNvContentPartPr/>
                <p14:nvPr/>
              </p14:nvContentPartPr>
              <p14:xfrm>
                <a:off x="5412558" y="6408407"/>
                <a:ext cx="184320" cy="1274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9616E3D-3D6E-5CCB-1DF4-71F72DA2756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394918" y="6390407"/>
                  <a:ext cx="219960" cy="16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01754ED0-AE16-3A3E-D417-E3BA81F344B7}"/>
              </a:ext>
            </a:extLst>
          </p:cNvPr>
          <p:cNvGrpSpPr/>
          <p:nvPr/>
        </p:nvGrpSpPr>
        <p:grpSpPr>
          <a:xfrm>
            <a:off x="5890998" y="5276567"/>
            <a:ext cx="927360" cy="745200"/>
            <a:chOff x="5890998" y="5276567"/>
            <a:chExt cx="927360" cy="74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9C050CD-B6CF-E733-BD89-A5C0A5BF8CDF}"/>
                    </a:ext>
                  </a:extLst>
                </p14:cNvPr>
                <p14:cNvContentPartPr/>
                <p14:nvPr/>
              </p14:nvContentPartPr>
              <p14:xfrm>
                <a:off x="5908998" y="5830967"/>
                <a:ext cx="108360" cy="1908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9C050CD-B6CF-E733-BD89-A5C0A5BF8CD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891358" y="5813327"/>
                  <a:ext cx="1440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064F5E3-B01D-133A-21F8-1A86C3E6D5F8}"/>
                    </a:ext>
                  </a:extLst>
                </p14:cNvPr>
                <p14:cNvContentPartPr/>
                <p14:nvPr/>
              </p14:nvContentPartPr>
              <p14:xfrm>
                <a:off x="5890998" y="5634047"/>
                <a:ext cx="226080" cy="3459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064F5E3-B01D-133A-21F8-1A86C3E6D5F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73358" y="5616407"/>
                  <a:ext cx="26172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D978336-CFE7-01A2-D436-D017408AFC0F}"/>
                    </a:ext>
                  </a:extLst>
                </p14:cNvPr>
                <p14:cNvContentPartPr/>
                <p14:nvPr/>
              </p14:nvContentPartPr>
              <p14:xfrm>
                <a:off x="6132558" y="5799287"/>
                <a:ext cx="91800" cy="1936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D978336-CFE7-01A2-D436-D017408AFC0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114558" y="5781287"/>
                  <a:ext cx="1274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3AE26A7-BA24-32F1-DF66-AE522333DF2F}"/>
                    </a:ext>
                  </a:extLst>
                </p14:cNvPr>
                <p14:cNvContentPartPr/>
                <p14:nvPr/>
              </p14:nvContentPartPr>
              <p14:xfrm>
                <a:off x="6146958" y="5734127"/>
                <a:ext cx="118800" cy="1155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3AE26A7-BA24-32F1-DF66-AE522333DF2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128958" y="5716127"/>
                  <a:ext cx="1544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87553C5-3272-04A8-E3A4-8E1453DDD85C}"/>
                    </a:ext>
                  </a:extLst>
                </p14:cNvPr>
                <p14:cNvContentPartPr/>
                <p14:nvPr/>
              </p14:nvContentPartPr>
              <p14:xfrm>
                <a:off x="6316518" y="5702807"/>
                <a:ext cx="82080" cy="1317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87553C5-3272-04A8-E3A4-8E1453DDD85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298518" y="5685167"/>
                  <a:ext cx="1177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1A5B4BB-09D6-AA9E-70C8-BC1899F63413}"/>
                    </a:ext>
                  </a:extLst>
                </p14:cNvPr>
                <p14:cNvContentPartPr/>
                <p14:nvPr/>
              </p14:nvContentPartPr>
              <p14:xfrm>
                <a:off x="6377358" y="5633687"/>
                <a:ext cx="120600" cy="1321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1A5B4BB-09D6-AA9E-70C8-BC1899F6341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359358" y="5615687"/>
                  <a:ext cx="1562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0ABE91F-E5A2-CA37-D520-8F7154F38595}"/>
                    </a:ext>
                  </a:extLst>
                </p14:cNvPr>
                <p14:cNvContentPartPr/>
                <p14:nvPr/>
              </p14:nvContentPartPr>
              <p14:xfrm>
                <a:off x="6394638" y="5537567"/>
                <a:ext cx="163440" cy="1069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0ABE91F-E5A2-CA37-D520-8F7154F3859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376998" y="5519567"/>
                  <a:ext cx="1990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158ADFC-ACD5-B476-80CE-3C5A4E0C8FF3}"/>
                    </a:ext>
                  </a:extLst>
                </p14:cNvPr>
                <p14:cNvContentPartPr/>
                <p14:nvPr/>
              </p14:nvContentPartPr>
              <p14:xfrm>
                <a:off x="6496878" y="5276567"/>
                <a:ext cx="321480" cy="2912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158ADFC-ACD5-B476-80CE-3C5A4E0C8FF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479238" y="5258567"/>
                  <a:ext cx="357120" cy="32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E70BF6CF-9E98-8A66-9AA5-AAF7A46F454E}"/>
              </a:ext>
            </a:extLst>
          </p:cNvPr>
          <p:cNvGrpSpPr/>
          <p:nvPr/>
        </p:nvGrpSpPr>
        <p:grpSpPr>
          <a:xfrm>
            <a:off x="1428438" y="4107647"/>
            <a:ext cx="4440240" cy="1842840"/>
            <a:chOff x="1428438" y="4107647"/>
            <a:chExt cx="4440240" cy="184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EF64522-CB83-A0FE-5DDB-D946FF2CA902}"/>
                    </a:ext>
                  </a:extLst>
                </p14:cNvPr>
                <p14:cNvContentPartPr/>
                <p14:nvPr/>
              </p14:nvContentPartPr>
              <p14:xfrm>
                <a:off x="1428438" y="5509487"/>
                <a:ext cx="274680" cy="3402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EF64522-CB83-A0FE-5DDB-D946FF2CA90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410798" y="5491847"/>
                  <a:ext cx="31032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B21EC34-6FAE-69E5-405C-0BAFFC207BA2}"/>
                    </a:ext>
                  </a:extLst>
                </p14:cNvPr>
                <p14:cNvContentPartPr/>
                <p14:nvPr/>
              </p14:nvContentPartPr>
              <p14:xfrm>
                <a:off x="1478118" y="5430647"/>
                <a:ext cx="129240" cy="2689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B21EC34-6FAE-69E5-405C-0BAFFC207BA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460118" y="5412647"/>
                  <a:ext cx="16488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B38E7BB-37A2-CA1E-6826-375BD0E41CA8}"/>
                    </a:ext>
                  </a:extLst>
                </p14:cNvPr>
                <p14:cNvContentPartPr/>
                <p14:nvPr/>
              </p14:nvContentPartPr>
              <p14:xfrm>
                <a:off x="1671078" y="5371967"/>
                <a:ext cx="181800" cy="2840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B38E7BB-37A2-CA1E-6826-375BD0E41CA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653438" y="5353967"/>
                  <a:ext cx="21744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0F84132-A34A-D346-2E03-F919E18189F1}"/>
                    </a:ext>
                  </a:extLst>
                </p14:cNvPr>
                <p14:cNvContentPartPr/>
                <p14:nvPr/>
              </p14:nvContentPartPr>
              <p14:xfrm>
                <a:off x="1651998" y="5250287"/>
                <a:ext cx="167400" cy="1422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0F84132-A34A-D346-2E03-F919E18189F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633998" y="5232287"/>
                  <a:ext cx="2030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11E09D0-CBF4-07E3-617C-97927F889DA1}"/>
                    </a:ext>
                  </a:extLst>
                </p14:cNvPr>
                <p14:cNvContentPartPr/>
                <p14:nvPr/>
              </p14:nvContentPartPr>
              <p14:xfrm>
                <a:off x="1888158" y="5148047"/>
                <a:ext cx="311760" cy="323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11E09D0-CBF4-07E3-617C-97927F889DA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870518" y="5130407"/>
                  <a:ext cx="34740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3898196-2CF0-F7FA-9435-7077E4959830}"/>
                    </a:ext>
                  </a:extLst>
                </p14:cNvPr>
                <p14:cNvContentPartPr/>
                <p14:nvPr/>
              </p14:nvContentPartPr>
              <p14:xfrm>
                <a:off x="2313678" y="5379527"/>
                <a:ext cx="134640" cy="2145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3898196-2CF0-F7FA-9435-7077E495983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296038" y="5361527"/>
                  <a:ext cx="17028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5A57384-BD73-AA61-C87D-05F370758AF4}"/>
                    </a:ext>
                  </a:extLst>
                </p14:cNvPr>
                <p14:cNvContentPartPr/>
                <p14:nvPr/>
              </p14:nvContentPartPr>
              <p14:xfrm>
                <a:off x="2335278" y="5337767"/>
                <a:ext cx="141480" cy="1026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5A57384-BD73-AA61-C87D-05F370758AF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317638" y="5319767"/>
                  <a:ext cx="1771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E42E835-ADB5-ECFA-0DD2-BCB4169AB1A3}"/>
                    </a:ext>
                  </a:extLst>
                </p14:cNvPr>
                <p14:cNvContentPartPr/>
                <p14:nvPr/>
              </p14:nvContentPartPr>
              <p14:xfrm>
                <a:off x="2459478" y="5247407"/>
                <a:ext cx="109440" cy="1573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E42E835-ADB5-ECFA-0DD2-BCB4169AB1A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441478" y="5229767"/>
                  <a:ext cx="14508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F8D3497-68A2-E4FA-DB9C-4F48C248EA15}"/>
                    </a:ext>
                  </a:extLst>
                </p14:cNvPr>
                <p14:cNvContentPartPr/>
                <p14:nvPr/>
              </p14:nvContentPartPr>
              <p14:xfrm>
                <a:off x="2529678" y="5202407"/>
                <a:ext cx="163080" cy="1688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F8D3497-68A2-E4FA-DB9C-4F48C248EA1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511678" y="5184407"/>
                  <a:ext cx="1987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DD9C229-4CC9-FBEC-9E63-CCB08830E520}"/>
                    </a:ext>
                  </a:extLst>
                </p14:cNvPr>
                <p14:cNvContentPartPr/>
                <p14:nvPr/>
              </p14:nvContentPartPr>
              <p14:xfrm>
                <a:off x="2577918" y="5142287"/>
                <a:ext cx="207360" cy="817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DD9C229-4CC9-FBEC-9E63-CCB08830E52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559918" y="5124287"/>
                  <a:ext cx="2430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4180B1D-9CEB-45F1-D9C0-30AB67BDC5B5}"/>
                    </a:ext>
                  </a:extLst>
                </p14:cNvPr>
                <p14:cNvContentPartPr/>
                <p14:nvPr/>
              </p14:nvContentPartPr>
              <p14:xfrm>
                <a:off x="2428518" y="4748087"/>
                <a:ext cx="442440" cy="2527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4180B1D-9CEB-45F1-D9C0-30AB67BDC5B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410878" y="4730087"/>
                  <a:ext cx="47808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B83F420-5140-246B-4359-7865CE01FAC0}"/>
                    </a:ext>
                  </a:extLst>
                </p14:cNvPr>
                <p14:cNvContentPartPr/>
                <p14:nvPr/>
              </p14:nvContentPartPr>
              <p14:xfrm>
                <a:off x="2908398" y="4591487"/>
                <a:ext cx="222480" cy="2664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B83F420-5140-246B-4359-7865CE01FAC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890758" y="4573847"/>
                  <a:ext cx="25812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C1E3A72-DEB1-86C7-6F75-279FC58FBE43}"/>
                    </a:ext>
                  </a:extLst>
                </p14:cNvPr>
                <p14:cNvContentPartPr/>
                <p14:nvPr/>
              </p14:nvContentPartPr>
              <p14:xfrm>
                <a:off x="2920638" y="4524167"/>
                <a:ext cx="110880" cy="1710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C1E3A72-DEB1-86C7-6F75-279FC58FBE4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902638" y="4506167"/>
                  <a:ext cx="1465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4877A47-9FDF-031B-1F61-BB8A0654DE86}"/>
                    </a:ext>
                  </a:extLst>
                </p14:cNvPr>
                <p14:cNvContentPartPr/>
                <p14:nvPr/>
              </p14:nvContentPartPr>
              <p14:xfrm>
                <a:off x="3103158" y="4425887"/>
                <a:ext cx="178920" cy="2160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4877A47-9FDF-031B-1F61-BB8A0654DE8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085518" y="4407887"/>
                  <a:ext cx="21456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832EBBC-E997-C3FC-AB51-BDFB39BF4404}"/>
                    </a:ext>
                  </a:extLst>
                </p14:cNvPr>
                <p14:cNvContentPartPr/>
                <p14:nvPr/>
              </p14:nvContentPartPr>
              <p14:xfrm>
                <a:off x="3117918" y="4373327"/>
                <a:ext cx="107640" cy="107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832EBBC-E997-C3FC-AB51-BDFB39BF440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099918" y="4355687"/>
                  <a:ext cx="1432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9367642-8403-B97A-94A3-784327EF7565}"/>
                    </a:ext>
                  </a:extLst>
                </p14:cNvPr>
                <p14:cNvContentPartPr/>
                <p14:nvPr/>
              </p14:nvContentPartPr>
              <p14:xfrm>
                <a:off x="3329598" y="4215287"/>
                <a:ext cx="290880" cy="2649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9367642-8403-B97A-94A3-784327EF756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311958" y="4197647"/>
                  <a:ext cx="32652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3B9D488-E9E7-6B69-231A-BD1AED100877}"/>
                    </a:ext>
                  </a:extLst>
                </p14:cNvPr>
                <p14:cNvContentPartPr/>
                <p14:nvPr/>
              </p14:nvContentPartPr>
              <p14:xfrm>
                <a:off x="3748278" y="4402847"/>
                <a:ext cx="119520" cy="1288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3B9D488-E9E7-6B69-231A-BD1AED10087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730278" y="4384847"/>
                  <a:ext cx="1551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71FB139-4749-3085-BC8B-98BB0D4618D8}"/>
                    </a:ext>
                  </a:extLst>
                </p14:cNvPr>
                <p14:cNvContentPartPr/>
                <p14:nvPr/>
              </p14:nvContentPartPr>
              <p14:xfrm>
                <a:off x="3736038" y="4355687"/>
                <a:ext cx="140040" cy="1245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71FB139-4749-3085-BC8B-98BB0D4618D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718398" y="4337687"/>
                  <a:ext cx="1756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8A293FA-ECD2-5CF9-E3D7-44CD080B8029}"/>
                    </a:ext>
                  </a:extLst>
                </p14:cNvPr>
                <p14:cNvContentPartPr/>
                <p14:nvPr/>
              </p14:nvContentPartPr>
              <p14:xfrm>
                <a:off x="3953478" y="4277567"/>
                <a:ext cx="66960" cy="957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8A293FA-ECD2-5CF9-E3D7-44CD080B802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935838" y="4259927"/>
                  <a:ext cx="1026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E41A129-132B-787A-93BB-A331CE05B96D}"/>
                    </a:ext>
                  </a:extLst>
                </p14:cNvPr>
                <p14:cNvContentPartPr/>
                <p14:nvPr/>
              </p14:nvContentPartPr>
              <p14:xfrm>
                <a:off x="4007478" y="4107647"/>
                <a:ext cx="148320" cy="2048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E41A129-132B-787A-93BB-A331CE05B96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989838" y="4090007"/>
                  <a:ext cx="18396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FE95176-670B-53A6-7157-A89B4776B528}"/>
                    </a:ext>
                  </a:extLst>
                </p14:cNvPr>
                <p14:cNvContentPartPr/>
                <p14:nvPr/>
              </p14:nvContentPartPr>
              <p14:xfrm>
                <a:off x="4070478" y="4992887"/>
                <a:ext cx="1503000" cy="2325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FE95176-670B-53A6-7157-A89B4776B52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052478" y="4974887"/>
                  <a:ext cx="153864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C9C1F9C-E1CB-39DF-F608-9AB5132C17D3}"/>
                    </a:ext>
                  </a:extLst>
                </p14:cNvPr>
                <p14:cNvContentPartPr/>
                <p14:nvPr/>
              </p14:nvContentPartPr>
              <p14:xfrm>
                <a:off x="4479798" y="5648087"/>
                <a:ext cx="163080" cy="3024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C9C1F9C-E1CB-39DF-F608-9AB5132C17D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461798" y="5630087"/>
                  <a:ext cx="19872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DCA3CC4-C0EF-3EFD-1199-C6C6AF4AB639}"/>
                    </a:ext>
                  </a:extLst>
                </p14:cNvPr>
                <p14:cNvContentPartPr/>
                <p14:nvPr/>
              </p14:nvContentPartPr>
              <p14:xfrm>
                <a:off x="4664478" y="5668247"/>
                <a:ext cx="131760" cy="2055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DCA3CC4-C0EF-3EFD-1199-C6C6AF4AB63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646478" y="5650607"/>
                  <a:ext cx="16740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08B3592-B29D-C0F5-E1C1-C3A73D8DC249}"/>
                    </a:ext>
                  </a:extLst>
                </p14:cNvPr>
                <p14:cNvContentPartPr/>
                <p14:nvPr/>
              </p14:nvContentPartPr>
              <p14:xfrm>
                <a:off x="4749798" y="5699207"/>
                <a:ext cx="90360" cy="1112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08B3592-B29D-C0F5-E1C1-C3A73D8DC24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731798" y="5681207"/>
                  <a:ext cx="12600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8F10ACD-9BAA-E193-E726-5937DB50DC60}"/>
                    </a:ext>
                  </a:extLst>
                </p14:cNvPr>
                <p14:cNvContentPartPr/>
                <p14:nvPr/>
              </p14:nvContentPartPr>
              <p14:xfrm>
                <a:off x="4832958" y="5533607"/>
                <a:ext cx="120960" cy="2534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8F10ACD-9BAA-E193-E726-5937DB50DC6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814958" y="5515607"/>
                  <a:ext cx="15660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EBBD063-55AE-4451-EC0E-D6A73F0FEB27}"/>
                    </a:ext>
                  </a:extLst>
                </p14:cNvPr>
                <p14:cNvContentPartPr/>
                <p14:nvPr/>
              </p14:nvContentPartPr>
              <p14:xfrm>
                <a:off x="4960038" y="5582567"/>
                <a:ext cx="125640" cy="669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EBBD063-55AE-4451-EC0E-D6A73F0FEB2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942038" y="5564927"/>
                  <a:ext cx="1612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8EB5405-1F72-48CD-9141-AF7D7D0A12C9}"/>
                    </a:ext>
                  </a:extLst>
                </p14:cNvPr>
                <p14:cNvContentPartPr/>
                <p14:nvPr/>
              </p14:nvContentPartPr>
              <p14:xfrm>
                <a:off x="4234638" y="4943567"/>
                <a:ext cx="64080" cy="3114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8EB5405-1F72-48CD-9141-AF7D7D0A12C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216638" y="4925927"/>
                  <a:ext cx="9972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237659C-3237-5BD6-85C5-88B3878311D1}"/>
                    </a:ext>
                  </a:extLst>
                </p14:cNvPr>
                <p14:cNvContentPartPr/>
                <p14:nvPr/>
              </p14:nvContentPartPr>
              <p14:xfrm>
                <a:off x="4224918" y="5014487"/>
                <a:ext cx="622800" cy="284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237659C-3237-5BD6-85C5-88B3878311D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207278" y="4996487"/>
                  <a:ext cx="6584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C99E787-7CD3-2956-3B72-53F102E1BFD0}"/>
                    </a:ext>
                  </a:extLst>
                </p14:cNvPr>
                <p14:cNvContentPartPr/>
                <p14:nvPr/>
              </p14:nvContentPartPr>
              <p14:xfrm>
                <a:off x="4760598" y="4998287"/>
                <a:ext cx="31680" cy="1828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C99E787-7CD3-2956-3B72-53F102E1BFD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742958" y="4980287"/>
                  <a:ext cx="673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FF93C6E-8113-6DBF-15C9-C4E5DAF7D7F7}"/>
                    </a:ext>
                  </a:extLst>
                </p14:cNvPr>
                <p14:cNvContentPartPr/>
                <p14:nvPr/>
              </p14:nvContentPartPr>
              <p14:xfrm>
                <a:off x="4366398" y="5145527"/>
                <a:ext cx="477720" cy="579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FF93C6E-8113-6DBF-15C9-C4E5DAF7D7F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348758" y="5127887"/>
                  <a:ext cx="5133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93FCAC4-254E-08CE-F57A-5F58F749ACEB}"/>
                    </a:ext>
                  </a:extLst>
                </p14:cNvPr>
                <p14:cNvContentPartPr/>
                <p14:nvPr/>
              </p14:nvContentPartPr>
              <p14:xfrm>
                <a:off x="4277838" y="5036447"/>
                <a:ext cx="419400" cy="1364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93FCAC4-254E-08CE-F57A-5F58F749ACE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260198" y="5018807"/>
                  <a:ext cx="4550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72F1EED-044E-F364-B07F-52B87CC093A8}"/>
                    </a:ext>
                  </a:extLst>
                </p14:cNvPr>
                <p14:cNvContentPartPr/>
                <p14:nvPr/>
              </p14:nvContentPartPr>
              <p14:xfrm>
                <a:off x="4439838" y="4705607"/>
                <a:ext cx="169200" cy="1940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72F1EED-044E-F364-B07F-52B87CC093A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422198" y="4687607"/>
                  <a:ext cx="2048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315F47F-C0F4-2C28-6B68-1C64DCC7F51A}"/>
                    </a:ext>
                  </a:extLst>
                </p14:cNvPr>
                <p14:cNvContentPartPr/>
                <p14:nvPr/>
              </p14:nvContentPartPr>
              <p14:xfrm>
                <a:off x="4482318" y="4722527"/>
                <a:ext cx="176400" cy="1040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315F47F-C0F4-2C28-6B68-1C64DCC7F51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464678" y="4704527"/>
                  <a:ext cx="2120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3CAAEE1-F12B-3F0C-917A-A1D9E227804A}"/>
                    </a:ext>
                  </a:extLst>
                </p14:cNvPr>
                <p14:cNvContentPartPr/>
                <p14:nvPr/>
              </p14:nvContentPartPr>
              <p14:xfrm>
                <a:off x="4689678" y="4471967"/>
                <a:ext cx="237960" cy="3150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3CAAEE1-F12B-3F0C-917A-A1D9E227804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671678" y="4453967"/>
                  <a:ext cx="27360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FBB80F9-4ADE-DD5B-BD80-5A5C5595DC84}"/>
                    </a:ext>
                  </a:extLst>
                </p14:cNvPr>
                <p14:cNvContentPartPr/>
                <p14:nvPr/>
              </p14:nvContentPartPr>
              <p14:xfrm>
                <a:off x="5202318" y="4946087"/>
                <a:ext cx="63360" cy="2156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FBB80F9-4ADE-DD5B-BD80-5A5C5595DC8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184678" y="4928087"/>
                  <a:ext cx="990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740D0BE-9AEB-3D0B-9631-9A1C2576EBA0}"/>
                    </a:ext>
                  </a:extLst>
                </p14:cNvPr>
                <p14:cNvContentPartPr/>
                <p14:nvPr/>
              </p14:nvContentPartPr>
              <p14:xfrm>
                <a:off x="5195838" y="4964447"/>
                <a:ext cx="672840" cy="266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740D0BE-9AEB-3D0B-9631-9A1C2576EBA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178198" y="4946807"/>
                  <a:ext cx="7084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80640BF-C19A-F8AF-37B8-4F2878EA04F1}"/>
                    </a:ext>
                  </a:extLst>
                </p14:cNvPr>
                <p14:cNvContentPartPr/>
                <p14:nvPr/>
              </p14:nvContentPartPr>
              <p14:xfrm>
                <a:off x="5816838" y="4927367"/>
                <a:ext cx="34560" cy="1828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80640BF-C19A-F8AF-37B8-4F2878EA04F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799198" y="4909367"/>
                  <a:ext cx="702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3150C2A-94D2-61F9-A7DD-981B6277F1A2}"/>
                    </a:ext>
                  </a:extLst>
                </p14:cNvPr>
                <p14:cNvContentPartPr/>
                <p14:nvPr/>
              </p14:nvContentPartPr>
              <p14:xfrm>
                <a:off x="5199798" y="5095847"/>
                <a:ext cx="630000" cy="482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3150C2A-94D2-61F9-A7DD-981B6277F1A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182158" y="5078207"/>
                  <a:ext cx="6656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A7EC0BD-3099-05E9-BFF0-B118BC6E5079}"/>
                    </a:ext>
                  </a:extLst>
                </p14:cNvPr>
                <p14:cNvContentPartPr/>
                <p14:nvPr/>
              </p14:nvContentPartPr>
              <p14:xfrm>
                <a:off x="5252358" y="4970927"/>
                <a:ext cx="529920" cy="1454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A7EC0BD-3099-05E9-BFF0-B118BC6E507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234358" y="4952927"/>
                  <a:ext cx="5655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591DF7F-17A2-4BCF-344D-12BC46310CEE}"/>
                    </a:ext>
                  </a:extLst>
                </p14:cNvPr>
                <p14:cNvContentPartPr/>
                <p14:nvPr/>
              </p14:nvContentPartPr>
              <p14:xfrm>
                <a:off x="4564398" y="5162087"/>
                <a:ext cx="30600" cy="4388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591DF7F-17A2-4BCF-344D-12BC46310CE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546758" y="5144447"/>
                  <a:ext cx="66240" cy="47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0159458-11C9-2589-A912-93E7C9905486}"/>
                    </a:ext>
                  </a:extLst>
                </p14:cNvPr>
                <p14:cNvContentPartPr/>
                <p14:nvPr/>
              </p14:nvContentPartPr>
              <p14:xfrm>
                <a:off x="4487358" y="5441087"/>
                <a:ext cx="156600" cy="684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0159458-11C9-2589-A912-93E7C990548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469358" y="5423447"/>
                  <a:ext cx="192240" cy="10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5BEA8972-E7F8-C1B9-5DC8-19C97AB51235}"/>
              </a:ext>
            </a:extLst>
          </p:cNvPr>
          <p:cNvGrpSpPr/>
          <p:nvPr/>
        </p:nvGrpSpPr>
        <p:grpSpPr>
          <a:xfrm>
            <a:off x="7058478" y="4988567"/>
            <a:ext cx="771840" cy="363960"/>
            <a:chOff x="7058478" y="4988567"/>
            <a:chExt cx="771840" cy="36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52D5D77-09F9-A4EB-39BB-D1931228872B}"/>
                    </a:ext>
                  </a:extLst>
                </p14:cNvPr>
                <p14:cNvContentPartPr/>
                <p14:nvPr/>
              </p14:nvContentPartPr>
              <p14:xfrm>
                <a:off x="7058478" y="5081807"/>
                <a:ext cx="237240" cy="2707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52D5D77-09F9-A4EB-39BB-D1931228872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040838" y="5063807"/>
                  <a:ext cx="27288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407670D-7741-611B-055A-2AC06BBE5107}"/>
                    </a:ext>
                  </a:extLst>
                </p14:cNvPr>
                <p14:cNvContentPartPr/>
                <p14:nvPr/>
              </p14:nvContentPartPr>
              <p14:xfrm>
                <a:off x="7424958" y="5198087"/>
                <a:ext cx="132480" cy="1411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407670D-7741-611B-055A-2AC06BBE510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407318" y="5180447"/>
                  <a:ext cx="16812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99D32CA-DE6A-7397-84DE-66280EA26951}"/>
                    </a:ext>
                  </a:extLst>
                </p14:cNvPr>
                <p14:cNvContentPartPr/>
                <p14:nvPr/>
              </p14:nvContentPartPr>
              <p14:xfrm>
                <a:off x="7442238" y="5158487"/>
                <a:ext cx="126360" cy="1342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99D32CA-DE6A-7397-84DE-66280EA2695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424598" y="5140487"/>
                  <a:ext cx="1620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CD6F7F9-6273-A6B2-4CDF-C706F95C2A49}"/>
                    </a:ext>
                  </a:extLst>
                </p14:cNvPr>
                <p14:cNvContentPartPr/>
                <p14:nvPr/>
              </p14:nvContentPartPr>
              <p14:xfrm>
                <a:off x="7604598" y="4988567"/>
                <a:ext cx="225720" cy="2754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CD6F7F9-6273-A6B2-4CDF-C706F95C2A4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586598" y="4970567"/>
                  <a:ext cx="261360" cy="31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B2C58473-1A3A-C4D5-C409-38D28C410A44}"/>
              </a:ext>
            </a:extLst>
          </p:cNvPr>
          <p:cNvGrpSpPr/>
          <p:nvPr/>
        </p:nvGrpSpPr>
        <p:grpSpPr>
          <a:xfrm>
            <a:off x="2715078" y="2430767"/>
            <a:ext cx="794880" cy="921600"/>
            <a:chOff x="2715078" y="2430767"/>
            <a:chExt cx="794880" cy="92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E8B7132F-A1CB-4398-D23D-03C9E3A55CA5}"/>
                    </a:ext>
                  </a:extLst>
                </p14:cNvPr>
                <p14:cNvContentPartPr/>
                <p14:nvPr/>
              </p14:nvContentPartPr>
              <p14:xfrm>
                <a:off x="2786718" y="2480087"/>
                <a:ext cx="23040" cy="8722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E8B7132F-A1CB-4398-D23D-03C9E3A55CA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768718" y="2462087"/>
                  <a:ext cx="58680" cy="90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6578E34-B7C9-35A9-0FB5-C7F02358BF85}"/>
                    </a:ext>
                  </a:extLst>
                </p14:cNvPr>
                <p14:cNvContentPartPr/>
                <p14:nvPr/>
              </p14:nvContentPartPr>
              <p14:xfrm>
                <a:off x="2715078" y="3308087"/>
                <a:ext cx="115560" cy="363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6578E34-B7C9-35A9-0FB5-C7F02358BF8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697438" y="3290447"/>
                  <a:ext cx="1512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B0C91965-F418-C965-0C33-1177FD5B30EA}"/>
                    </a:ext>
                  </a:extLst>
                </p14:cNvPr>
                <p14:cNvContentPartPr/>
                <p14:nvPr/>
              </p14:nvContentPartPr>
              <p14:xfrm>
                <a:off x="2723718" y="2430767"/>
                <a:ext cx="168840" cy="1353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B0C91965-F418-C965-0C33-1177FD5B30E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706078" y="2413127"/>
                  <a:ext cx="2044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15DD564-2EE0-75E3-5037-E8C77AB3507A}"/>
                    </a:ext>
                  </a:extLst>
                </p14:cNvPr>
                <p14:cNvContentPartPr/>
                <p14:nvPr/>
              </p14:nvContentPartPr>
              <p14:xfrm>
                <a:off x="2954478" y="3046007"/>
                <a:ext cx="120600" cy="1573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15DD564-2EE0-75E3-5037-E8C77AB3507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936478" y="3028367"/>
                  <a:ext cx="1562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8A1AAB0-05B3-376B-D7CE-FCB532CD93BC}"/>
                    </a:ext>
                  </a:extLst>
                </p14:cNvPr>
                <p14:cNvContentPartPr/>
                <p14:nvPr/>
              </p14:nvContentPartPr>
              <p14:xfrm>
                <a:off x="2962758" y="2975807"/>
                <a:ext cx="130680" cy="896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8A1AAB0-05B3-376B-D7CE-FCB532CD93B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945118" y="2958167"/>
                  <a:ext cx="1663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06EAA82B-4CCE-04A8-3351-0643F3C98660}"/>
                    </a:ext>
                  </a:extLst>
                </p14:cNvPr>
                <p14:cNvContentPartPr/>
                <p14:nvPr/>
              </p14:nvContentPartPr>
              <p14:xfrm>
                <a:off x="3054918" y="2905247"/>
                <a:ext cx="124200" cy="914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06EAA82B-4CCE-04A8-3351-0643F3C98660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036918" y="2887607"/>
                  <a:ext cx="1598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0B4B680-AFEC-3734-742D-7C582E796A4F}"/>
                    </a:ext>
                  </a:extLst>
                </p14:cNvPr>
                <p14:cNvContentPartPr/>
                <p14:nvPr/>
              </p14:nvContentPartPr>
              <p14:xfrm>
                <a:off x="3105318" y="2808047"/>
                <a:ext cx="146520" cy="1130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0B4B680-AFEC-3734-742D-7C582E796A4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087318" y="2790407"/>
                  <a:ext cx="18216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16235AB-3257-958E-5E8E-AF09FDF57413}"/>
                    </a:ext>
                  </a:extLst>
                </p14:cNvPr>
                <p14:cNvContentPartPr/>
                <p14:nvPr/>
              </p14:nvContentPartPr>
              <p14:xfrm>
                <a:off x="3129078" y="2732447"/>
                <a:ext cx="100800" cy="1090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16235AB-3257-958E-5E8E-AF09FDF5741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111078" y="2714447"/>
                  <a:ext cx="1364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D39B8A8-A404-62F8-386C-BCDC4EA64666}"/>
                    </a:ext>
                  </a:extLst>
                </p14:cNvPr>
                <p14:cNvContentPartPr/>
                <p14:nvPr/>
              </p14:nvContentPartPr>
              <p14:xfrm>
                <a:off x="3278838" y="2583767"/>
                <a:ext cx="134640" cy="1857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D39B8A8-A404-62F8-386C-BCDC4EA6466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260838" y="2566127"/>
                  <a:ext cx="1702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1CE8B87-65F7-FB93-8C9F-BA126F6B338F}"/>
                    </a:ext>
                  </a:extLst>
                </p14:cNvPr>
                <p14:cNvContentPartPr/>
                <p14:nvPr/>
              </p14:nvContentPartPr>
              <p14:xfrm>
                <a:off x="3403758" y="2533367"/>
                <a:ext cx="106200" cy="1022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1CE8B87-65F7-FB93-8C9F-BA126F6B338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385758" y="2515727"/>
                  <a:ext cx="141840" cy="13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9D447EAC-3E07-25FE-66C6-14EF572CB6ED}"/>
              </a:ext>
            </a:extLst>
          </p:cNvPr>
          <p:cNvGrpSpPr/>
          <p:nvPr/>
        </p:nvGrpSpPr>
        <p:grpSpPr>
          <a:xfrm>
            <a:off x="1721478" y="2242847"/>
            <a:ext cx="107640" cy="255960"/>
            <a:chOff x="1721478" y="2242847"/>
            <a:chExt cx="107640" cy="25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26C8ABA-8A83-284A-8115-4A7820A09592}"/>
                    </a:ext>
                  </a:extLst>
                </p14:cNvPr>
                <p14:cNvContentPartPr/>
                <p14:nvPr/>
              </p14:nvContentPartPr>
              <p14:xfrm>
                <a:off x="1763958" y="2279567"/>
                <a:ext cx="16560" cy="1893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26C8ABA-8A83-284A-8115-4A7820A0959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746318" y="2261567"/>
                  <a:ext cx="522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9BB4A03-DCA3-E81B-FBB7-A320322A969F}"/>
                    </a:ext>
                  </a:extLst>
                </p14:cNvPr>
                <p14:cNvContentPartPr/>
                <p14:nvPr/>
              </p14:nvContentPartPr>
              <p14:xfrm>
                <a:off x="1721478" y="2450567"/>
                <a:ext cx="59040" cy="482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9BB4A03-DCA3-E81B-FBB7-A320322A969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703838" y="2432567"/>
                  <a:ext cx="946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84698D0A-3F5B-05A6-6780-15C56C50B984}"/>
                    </a:ext>
                  </a:extLst>
                </p14:cNvPr>
                <p14:cNvContentPartPr/>
                <p14:nvPr/>
              </p14:nvContentPartPr>
              <p14:xfrm>
                <a:off x="1751358" y="2242847"/>
                <a:ext cx="77760" cy="903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84698D0A-3F5B-05A6-6780-15C56C50B98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733718" y="2225207"/>
                  <a:ext cx="113400" cy="12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A0581205-288D-E6E8-3C0B-188B31DFA9FC}"/>
              </a:ext>
            </a:extLst>
          </p:cNvPr>
          <p:cNvGrpSpPr/>
          <p:nvPr/>
        </p:nvGrpSpPr>
        <p:grpSpPr>
          <a:xfrm>
            <a:off x="1603758" y="1573607"/>
            <a:ext cx="518040" cy="523080"/>
            <a:chOff x="1603758" y="1573607"/>
            <a:chExt cx="518040" cy="52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4A86F3F-5536-A708-E400-117BC784AE2A}"/>
                    </a:ext>
                  </a:extLst>
                </p14:cNvPr>
                <p14:cNvContentPartPr/>
                <p14:nvPr/>
              </p14:nvContentPartPr>
              <p14:xfrm>
                <a:off x="1603758" y="1993727"/>
                <a:ext cx="73800" cy="1029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4A86F3F-5536-A708-E400-117BC784AE2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586118" y="1975727"/>
                  <a:ext cx="1094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C2D8EF8-E9DE-45D5-D3A9-6E1A30C86738}"/>
                    </a:ext>
                  </a:extLst>
                </p14:cNvPr>
                <p14:cNvContentPartPr/>
                <p14:nvPr/>
              </p14:nvContentPartPr>
              <p14:xfrm>
                <a:off x="1606278" y="1886447"/>
                <a:ext cx="131760" cy="1321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C2D8EF8-E9DE-45D5-D3A9-6E1A30C8673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588638" y="1868447"/>
                  <a:ext cx="1674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FF5E07D-5FCA-23B2-E780-26C7395C9CAD}"/>
                    </a:ext>
                  </a:extLst>
                </p14:cNvPr>
                <p14:cNvContentPartPr/>
                <p14:nvPr/>
              </p14:nvContentPartPr>
              <p14:xfrm>
                <a:off x="1762158" y="1791047"/>
                <a:ext cx="75960" cy="774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FF5E07D-5FCA-23B2-E780-26C7395C9CAD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744518" y="1773047"/>
                  <a:ext cx="1116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5E21A0C-FEFF-00B0-7DCC-2AA847D51DDA}"/>
                    </a:ext>
                  </a:extLst>
                </p14:cNvPr>
                <p14:cNvContentPartPr/>
                <p14:nvPr/>
              </p14:nvContentPartPr>
              <p14:xfrm>
                <a:off x="1774398" y="1723367"/>
                <a:ext cx="95760" cy="871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5E21A0C-FEFF-00B0-7DCC-2AA847D51DD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756758" y="1705727"/>
                  <a:ext cx="1314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C1CB32E-7742-F18D-6E59-D57F22F57B5D}"/>
                    </a:ext>
                  </a:extLst>
                </p14:cNvPr>
                <p14:cNvContentPartPr/>
                <p14:nvPr/>
              </p14:nvContentPartPr>
              <p14:xfrm>
                <a:off x="1713198" y="1823807"/>
                <a:ext cx="85680" cy="921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C1CB32E-7742-F18D-6E59-D57F22F57B5D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695558" y="1805807"/>
                  <a:ext cx="1213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156C46A4-F4C6-FF44-EA2D-D46FF0AA6467}"/>
                    </a:ext>
                  </a:extLst>
                </p14:cNvPr>
                <p14:cNvContentPartPr/>
                <p14:nvPr/>
              </p14:nvContentPartPr>
              <p14:xfrm>
                <a:off x="1924518" y="1663247"/>
                <a:ext cx="93240" cy="986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56C46A4-F4C6-FF44-EA2D-D46FF0AA6467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906518" y="1645607"/>
                  <a:ext cx="1288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5B200E1-1F10-4407-931F-FF6B6F240500}"/>
                    </a:ext>
                  </a:extLst>
                </p14:cNvPr>
                <p14:cNvContentPartPr/>
                <p14:nvPr/>
              </p14:nvContentPartPr>
              <p14:xfrm>
                <a:off x="2019198" y="1573607"/>
                <a:ext cx="102600" cy="954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5B200E1-1F10-4407-931F-FF6B6F24050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001198" y="1555607"/>
                  <a:ext cx="138240" cy="13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330EDD89-03D8-032D-BC2A-AC36BE156F47}"/>
              </a:ext>
            </a:extLst>
          </p:cNvPr>
          <p:cNvGrpSpPr/>
          <p:nvPr/>
        </p:nvGrpSpPr>
        <p:grpSpPr>
          <a:xfrm>
            <a:off x="155838" y="2851607"/>
            <a:ext cx="550080" cy="501840"/>
            <a:chOff x="155838" y="2851607"/>
            <a:chExt cx="550080" cy="50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770A2FD-412A-8B80-B9DA-02AEF47C4673}"/>
                    </a:ext>
                  </a:extLst>
                </p14:cNvPr>
                <p14:cNvContentPartPr/>
                <p14:nvPr/>
              </p14:nvContentPartPr>
              <p14:xfrm>
                <a:off x="661998" y="2851607"/>
                <a:ext cx="19080" cy="5018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770A2FD-412A-8B80-B9DA-02AEF47C467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43998" y="2833967"/>
                  <a:ext cx="54720" cy="53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6EDCD15E-27F9-F43C-ECC7-DD8F84AD9CEE}"/>
                    </a:ext>
                  </a:extLst>
                </p14:cNvPr>
                <p14:cNvContentPartPr/>
                <p14:nvPr/>
              </p14:nvContentPartPr>
              <p14:xfrm>
                <a:off x="632478" y="3297287"/>
                <a:ext cx="58680" cy="399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6EDCD15E-27F9-F43C-ECC7-DD8F84AD9CE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14478" y="3279647"/>
                  <a:ext cx="943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0867366-90A6-6EB6-F2D1-170A7919FEB4}"/>
                    </a:ext>
                  </a:extLst>
                </p14:cNvPr>
                <p14:cNvContentPartPr/>
                <p14:nvPr/>
              </p14:nvContentPartPr>
              <p14:xfrm>
                <a:off x="625638" y="2856647"/>
                <a:ext cx="80280" cy="788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0867366-90A6-6EB6-F2D1-170A7919FEB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07998" y="2838647"/>
                  <a:ext cx="1159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0718BB5E-0FAF-6FFF-9243-B6F25F889232}"/>
                    </a:ext>
                  </a:extLst>
                </p14:cNvPr>
                <p14:cNvContentPartPr/>
                <p14:nvPr/>
              </p14:nvContentPartPr>
              <p14:xfrm>
                <a:off x="186438" y="3216647"/>
                <a:ext cx="154800" cy="957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0718BB5E-0FAF-6FFF-9243-B6F25F88923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68438" y="3198647"/>
                  <a:ext cx="1904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EBFE2BEE-825A-B722-01A7-001A6945F011}"/>
                    </a:ext>
                  </a:extLst>
                </p14:cNvPr>
                <p14:cNvContentPartPr/>
                <p14:nvPr/>
              </p14:nvContentPartPr>
              <p14:xfrm>
                <a:off x="155838" y="3139967"/>
                <a:ext cx="165600" cy="1040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EBFE2BEE-825A-B722-01A7-001A6945F01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38198" y="3121967"/>
                  <a:ext cx="2012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2B265C6-7C9C-D6C4-C408-479756BEBBC4}"/>
                    </a:ext>
                  </a:extLst>
                </p14:cNvPr>
                <p14:cNvContentPartPr/>
                <p14:nvPr/>
              </p14:nvContentPartPr>
              <p14:xfrm>
                <a:off x="349518" y="3070487"/>
                <a:ext cx="64440" cy="1004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2B265C6-7C9C-D6C4-C408-479756BEBBC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31878" y="3052487"/>
                  <a:ext cx="1000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D41231B-52A5-75D0-F2BC-F1E235F9EFAA}"/>
                    </a:ext>
                  </a:extLst>
                </p14:cNvPr>
                <p14:cNvContentPartPr/>
                <p14:nvPr/>
              </p14:nvContentPartPr>
              <p14:xfrm>
                <a:off x="361398" y="2936927"/>
                <a:ext cx="186120" cy="1411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D41231B-52A5-75D0-F2BC-F1E235F9EFAA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43398" y="2918927"/>
                  <a:ext cx="2217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414EF7F-B0F4-7E1F-B01F-D5334FE4DCBF}"/>
                    </a:ext>
                  </a:extLst>
                </p14:cNvPr>
                <p14:cNvContentPartPr/>
                <p14:nvPr/>
              </p14:nvContentPartPr>
              <p14:xfrm>
                <a:off x="490998" y="3052127"/>
                <a:ext cx="119520" cy="1389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414EF7F-B0F4-7E1F-B01F-D5334FE4DCBF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73358" y="3034127"/>
                  <a:ext cx="1551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E37FF95A-BDF8-FE2F-30D4-D15137F28FB5}"/>
                    </a:ext>
                  </a:extLst>
                </p14:cNvPr>
                <p14:cNvContentPartPr/>
                <p14:nvPr/>
              </p14:nvContentPartPr>
              <p14:xfrm>
                <a:off x="588198" y="3011807"/>
                <a:ext cx="65880" cy="738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E37FF95A-BDF8-FE2F-30D4-D15137F28FB5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70198" y="2994167"/>
                  <a:ext cx="101520" cy="10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65F07D03-BF77-789E-9563-7B72684B8C95}"/>
              </a:ext>
            </a:extLst>
          </p:cNvPr>
          <p:cNvGrpSpPr/>
          <p:nvPr/>
        </p:nvGrpSpPr>
        <p:grpSpPr>
          <a:xfrm>
            <a:off x="1209918" y="2255807"/>
            <a:ext cx="403560" cy="582480"/>
            <a:chOff x="1209918" y="2255807"/>
            <a:chExt cx="403560" cy="58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7C3322E3-4AB3-7662-DECD-A8A06A57B932}"/>
                    </a:ext>
                  </a:extLst>
                </p14:cNvPr>
                <p14:cNvContentPartPr/>
                <p14:nvPr/>
              </p14:nvContentPartPr>
              <p14:xfrm>
                <a:off x="1513038" y="2752967"/>
                <a:ext cx="17280" cy="853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7C3322E3-4AB3-7662-DECD-A8A06A57B932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495038" y="2735327"/>
                  <a:ext cx="529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D4436C5-5F93-768E-6695-29B1F673AD3D}"/>
                    </a:ext>
                  </a:extLst>
                </p14:cNvPr>
                <p14:cNvContentPartPr/>
                <p14:nvPr/>
              </p14:nvContentPartPr>
              <p14:xfrm>
                <a:off x="1491798" y="2794007"/>
                <a:ext cx="23760" cy="201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D4436C5-5F93-768E-6695-29B1F673AD3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473798" y="2776367"/>
                  <a:ext cx="594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D2E86B03-E5D7-7BA2-3E04-FEDEAF73A3EF}"/>
                    </a:ext>
                  </a:extLst>
                </p14:cNvPr>
                <p14:cNvContentPartPr/>
                <p14:nvPr/>
              </p14:nvContentPartPr>
              <p14:xfrm>
                <a:off x="1497198" y="2711567"/>
                <a:ext cx="51840" cy="370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D2E86B03-E5D7-7BA2-3E04-FEDEAF73A3E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479558" y="2693567"/>
                  <a:ext cx="874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46B2B8B-6859-B2CE-A5F1-81F16E577B2E}"/>
                    </a:ext>
                  </a:extLst>
                </p14:cNvPr>
                <p14:cNvContentPartPr/>
                <p14:nvPr/>
              </p14:nvContentPartPr>
              <p14:xfrm>
                <a:off x="1209918" y="2557847"/>
                <a:ext cx="111600" cy="756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46B2B8B-6859-B2CE-A5F1-81F16E577B2E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92278" y="2540207"/>
                  <a:ext cx="1472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2476B639-D5F3-9E98-CDB9-D94B80CA15AE}"/>
                    </a:ext>
                  </a:extLst>
                </p14:cNvPr>
                <p14:cNvContentPartPr/>
                <p14:nvPr/>
              </p14:nvContentPartPr>
              <p14:xfrm>
                <a:off x="1217118" y="2496647"/>
                <a:ext cx="93240" cy="810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2476B639-D5F3-9E98-CDB9-D94B80CA15AE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199118" y="2479007"/>
                  <a:ext cx="1288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6A812629-031C-2D52-FEE7-130CD2302392}"/>
                    </a:ext>
                  </a:extLst>
                </p14:cNvPr>
                <p14:cNvContentPartPr/>
                <p14:nvPr/>
              </p14:nvContentPartPr>
              <p14:xfrm>
                <a:off x="1336998" y="2441927"/>
                <a:ext cx="46080" cy="680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6A812629-031C-2D52-FEE7-130CD230239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319358" y="2424287"/>
                  <a:ext cx="817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4348A3D-C45E-8408-CB42-9C689FFE19CF}"/>
                    </a:ext>
                  </a:extLst>
                </p14:cNvPr>
                <p14:cNvContentPartPr/>
                <p14:nvPr/>
              </p14:nvContentPartPr>
              <p14:xfrm>
                <a:off x="1343478" y="2314847"/>
                <a:ext cx="123480" cy="1209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4348A3D-C45E-8408-CB42-9C689FFE19C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325478" y="2297207"/>
                  <a:ext cx="1591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CD8B740-6BD8-86FF-DF7B-D837459D5EB5}"/>
                    </a:ext>
                  </a:extLst>
                </p14:cNvPr>
                <p14:cNvContentPartPr/>
                <p14:nvPr/>
              </p14:nvContentPartPr>
              <p14:xfrm>
                <a:off x="1508358" y="2353007"/>
                <a:ext cx="72000" cy="792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CD8B740-6BD8-86FF-DF7B-D837459D5EB5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490718" y="2335367"/>
                  <a:ext cx="1076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A7D29C49-CFFF-C635-87F8-126A957E85B5}"/>
                    </a:ext>
                  </a:extLst>
                </p14:cNvPr>
                <p14:cNvContentPartPr/>
                <p14:nvPr/>
              </p14:nvContentPartPr>
              <p14:xfrm>
                <a:off x="1559838" y="2255807"/>
                <a:ext cx="53640" cy="392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A7D29C49-CFFF-C635-87F8-126A957E85B5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542198" y="2238167"/>
                  <a:ext cx="89280" cy="7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65FA9456-AEE2-97D8-062F-020808101D62}"/>
              </a:ext>
            </a:extLst>
          </p:cNvPr>
          <p:cNvGrpSpPr/>
          <p:nvPr/>
        </p:nvGrpSpPr>
        <p:grpSpPr>
          <a:xfrm>
            <a:off x="4503558" y="457967"/>
            <a:ext cx="536400" cy="352080"/>
            <a:chOff x="4503558" y="457967"/>
            <a:chExt cx="536400" cy="35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FA8B53BF-07E1-6EC4-89D7-374CE95884D0}"/>
                    </a:ext>
                  </a:extLst>
                </p14:cNvPr>
                <p14:cNvContentPartPr/>
                <p14:nvPr/>
              </p14:nvContentPartPr>
              <p14:xfrm>
                <a:off x="4503558" y="457967"/>
                <a:ext cx="51480" cy="3520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FA8B53BF-07E1-6EC4-89D7-374CE95884D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485558" y="439967"/>
                  <a:ext cx="8712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3FE0E4A8-EB34-6B4F-3B84-B9FF8DD3516D}"/>
                    </a:ext>
                  </a:extLst>
                </p14:cNvPr>
                <p14:cNvContentPartPr/>
                <p14:nvPr/>
              </p14:nvContentPartPr>
              <p14:xfrm>
                <a:off x="4520838" y="477047"/>
                <a:ext cx="165240" cy="2167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3FE0E4A8-EB34-6B4F-3B84-B9FF8DD3516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503198" y="459407"/>
                  <a:ext cx="2008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24B2022-EA60-8AFA-3035-679727C83583}"/>
                    </a:ext>
                  </a:extLst>
                </p14:cNvPr>
                <p14:cNvContentPartPr/>
                <p14:nvPr/>
              </p14:nvContentPartPr>
              <p14:xfrm>
                <a:off x="4722438" y="599447"/>
                <a:ext cx="119160" cy="1296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24B2022-EA60-8AFA-3035-679727C83583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704438" y="581807"/>
                  <a:ext cx="15480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2DABC3B-AB1D-B9AD-10FE-66EBD624C4BF}"/>
                    </a:ext>
                  </a:extLst>
                </p14:cNvPr>
                <p14:cNvContentPartPr/>
                <p14:nvPr/>
              </p14:nvContentPartPr>
              <p14:xfrm>
                <a:off x="4926558" y="480647"/>
                <a:ext cx="113400" cy="2178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2DABC3B-AB1D-B9AD-10FE-66EBD624C4B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908918" y="462647"/>
                  <a:ext cx="149040" cy="25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00155477-56CF-AFDE-8A5B-D0F222B51D8C}"/>
              </a:ext>
            </a:extLst>
          </p:cNvPr>
          <p:cNvGrpSpPr/>
          <p:nvPr/>
        </p:nvGrpSpPr>
        <p:grpSpPr>
          <a:xfrm>
            <a:off x="5158758" y="681527"/>
            <a:ext cx="349920" cy="149400"/>
            <a:chOff x="5158758" y="681527"/>
            <a:chExt cx="349920" cy="14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113AF1CB-9538-CA76-D794-70A96137F3C9}"/>
                    </a:ext>
                  </a:extLst>
                </p14:cNvPr>
                <p14:cNvContentPartPr/>
                <p14:nvPr/>
              </p14:nvContentPartPr>
              <p14:xfrm>
                <a:off x="5158758" y="681527"/>
                <a:ext cx="174960" cy="1494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113AF1CB-9538-CA76-D794-70A96137F3C9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140758" y="663527"/>
                  <a:ext cx="2106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885B04F9-4619-07AA-518A-ABE024D257C6}"/>
                    </a:ext>
                  </a:extLst>
                </p14:cNvPr>
                <p14:cNvContentPartPr/>
                <p14:nvPr/>
              </p14:nvContentPartPr>
              <p14:xfrm>
                <a:off x="5359278" y="703127"/>
                <a:ext cx="149400" cy="1278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885B04F9-4619-07AA-518A-ABE024D257C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341278" y="685487"/>
                  <a:ext cx="185040" cy="16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4A4CF12F-8E53-B5D5-256A-6FA1A4CB7417}"/>
              </a:ext>
            </a:extLst>
          </p:cNvPr>
          <p:cNvGrpSpPr/>
          <p:nvPr/>
        </p:nvGrpSpPr>
        <p:grpSpPr>
          <a:xfrm>
            <a:off x="4112238" y="955487"/>
            <a:ext cx="1558080" cy="403920"/>
            <a:chOff x="4112238" y="955487"/>
            <a:chExt cx="1558080" cy="40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A268682C-9676-2D87-210E-EE6CFBB2DEBA}"/>
                    </a:ext>
                  </a:extLst>
                </p14:cNvPr>
                <p14:cNvContentPartPr/>
                <p14:nvPr/>
              </p14:nvContentPartPr>
              <p14:xfrm>
                <a:off x="4112238" y="955487"/>
                <a:ext cx="1558080" cy="540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A268682C-9676-2D87-210E-EE6CFBB2DEBA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094238" y="937847"/>
                  <a:ext cx="15937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CAE8478-60DB-15E4-166A-374A30929D72}"/>
                    </a:ext>
                  </a:extLst>
                </p14:cNvPr>
                <p14:cNvContentPartPr/>
                <p14:nvPr/>
              </p14:nvContentPartPr>
              <p14:xfrm>
                <a:off x="4601478" y="1100927"/>
                <a:ext cx="45360" cy="2559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CAE8478-60DB-15E4-166A-374A30929D72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583838" y="1083287"/>
                  <a:ext cx="810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DE4375B5-6716-5838-F857-E0EE82105A9D}"/>
                    </a:ext>
                  </a:extLst>
                </p14:cNvPr>
                <p14:cNvContentPartPr/>
                <p14:nvPr/>
              </p14:nvContentPartPr>
              <p14:xfrm>
                <a:off x="4616238" y="1066367"/>
                <a:ext cx="175680" cy="1605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DE4375B5-6716-5838-F857-E0EE82105A9D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598238" y="1048367"/>
                  <a:ext cx="21132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CEEFF9D3-46AE-7F6F-E5D9-B8552CD9DFA2}"/>
                    </a:ext>
                  </a:extLst>
                </p14:cNvPr>
                <p14:cNvContentPartPr/>
                <p14:nvPr/>
              </p14:nvContentPartPr>
              <p14:xfrm>
                <a:off x="4841238" y="1143047"/>
                <a:ext cx="93960" cy="1335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CEEFF9D3-46AE-7F6F-E5D9-B8552CD9DFA2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823238" y="1125407"/>
                  <a:ext cx="1296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4044D27C-8B2C-5CEA-76C3-67E4B5376855}"/>
                    </a:ext>
                  </a:extLst>
                </p14:cNvPr>
                <p14:cNvContentPartPr/>
                <p14:nvPr/>
              </p14:nvContentPartPr>
              <p14:xfrm>
                <a:off x="4982718" y="1059527"/>
                <a:ext cx="134640" cy="1792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4044D27C-8B2C-5CEA-76C3-67E4B5376855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964718" y="1041887"/>
                  <a:ext cx="17028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27C100E3-B9E7-70FA-6588-63058E8C4DBE}"/>
                    </a:ext>
                  </a:extLst>
                </p14:cNvPr>
                <p14:cNvContentPartPr/>
                <p14:nvPr/>
              </p14:nvContentPartPr>
              <p14:xfrm>
                <a:off x="5266038" y="1149527"/>
                <a:ext cx="85320" cy="2098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27C100E3-B9E7-70FA-6588-63058E8C4DBE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248038" y="1131887"/>
                  <a:ext cx="1209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05ADC3D-6622-33B9-8B77-1203D02ECAA7}"/>
                    </a:ext>
                  </a:extLst>
                </p14:cNvPr>
                <p14:cNvContentPartPr/>
                <p14:nvPr/>
              </p14:nvContentPartPr>
              <p14:xfrm>
                <a:off x="5497158" y="1206047"/>
                <a:ext cx="156240" cy="889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05ADC3D-6622-33B9-8B77-1203D02ECAA7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479518" y="1188407"/>
                  <a:ext cx="191880" cy="12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6F6B85E4-5B54-ACBE-C091-3D578378CC94}"/>
              </a:ext>
            </a:extLst>
          </p:cNvPr>
          <p:cNvGrpSpPr/>
          <p:nvPr/>
        </p:nvGrpSpPr>
        <p:grpSpPr>
          <a:xfrm>
            <a:off x="4280358" y="1422407"/>
            <a:ext cx="671040" cy="1131120"/>
            <a:chOff x="4280358" y="1422407"/>
            <a:chExt cx="671040" cy="113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3E399494-0C6B-9391-EB54-07E4662A7A64}"/>
                    </a:ext>
                  </a:extLst>
                </p14:cNvPr>
                <p14:cNvContentPartPr/>
                <p14:nvPr/>
              </p14:nvContentPartPr>
              <p14:xfrm>
                <a:off x="4303038" y="1422407"/>
                <a:ext cx="648360" cy="11178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3E399494-0C6B-9391-EB54-07E4662A7A64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285038" y="1404767"/>
                  <a:ext cx="684000" cy="11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65186F61-409D-2D66-3A16-658F44181A20}"/>
                    </a:ext>
                  </a:extLst>
                </p14:cNvPr>
                <p14:cNvContentPartPr/>
                <p14:nvPr/>
              </p14:nvContentPartPr>
              <p14:xfrm>
                <a:off x="4280358" y="2426447"/>
                <a:ext cx="253080" cy="1270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65186F61-409D-2D66-3A16-658F44181A20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262718" y="2408447"/>
                  <a:ext cx="288720" cy="16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BE33A222-FD6A-7AB7-6C1B-76679706C620}"/>
              </a:ext>
            </a:extLst>
          </p:cNvPr>
          <p:cNvGrpSpPr/>
          <p:nvPr/>
        </p:nvGrpSpPr>
        <p:grpSpPr>
          <a:xfrm>
            <a:off x="5549718" y="331607"/>
            <a:ext cx="2356200" cy="2504880"/>
            <a:chOff x="5549718" y="331607"/>
            <a:chExt cx="2356200" cy="250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EB559FFB-8DD3-BD9E-2D53-3055B776AD86}"/>
                    </a:ext>
                  </a:extLst>
                </p14:cNvPr>
                <p14:cNvContentPartPr/>
                <p14:nvPr/>
              </p14:nvContentPartPr>
              <p14:xfrm>
                <a:off x="6528918" y="348527"/>
                <a:ext cx="39960" cy="2739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EB559FFB-8DD3-BD9E-2D53-3055B776AD86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522798" y="342407"/>
                  <a:ext cx="5220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DC73B9E3-A8A8-AB15-5F63-435769E7718A}"/>
                    </a:ext>
                  </a:extLst>
                </p14:cNvPr>
                <p14:cNvContentPartPr/>
                <p14:nvPr/>
              </p14:nvContentPartPr>
              <p14:xfrm>
                <a:off x="6533238" y="382727"/>
                <a:ext cx="221760" cy="1764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DC73B9E3-A8A8-AB15-5F63-435769E7718A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527118" y="376607"/>
                  <a:ext cx="2340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EFDB7BA8-B668-5A6E-91FB-18FF44207FF7}"/>
                    </a:ext>
                  </a:extLst>
                </p14:cNvPr>
                <p14:cNvContentPartPr/>
                <p14:nvPr/>
              </p14:nvContentPartPr>
              <p14:xfrm>
                <a:off x="6512718" y="376967"/>
                <a:ext cx="50040" cy="3546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EFDB7BA8-B668-5A6E-91FB-18FF44207FF7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495078" y="358967"/>
                  <a:ext cx="8568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A0A68194-81FB-AD5E-AE6B-16538696B1B0}"/>
                    </a:ext>
                  </a:extLst>
                </p14:cNvPr>
                <p14:cNvContentPartPr/>
                <p14:nvPr/>
              </p14:nvContentPartPr>
              <p14:xfrm>
                <a:off x="6537918" y="340247"/>
                <a:ext cx="284400" cy="2088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A0A68194-81FB-AD5E-AE6B-16538696B1B0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519918" y="322607"/>
                  <a:ext cx="32004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0BE7D941-CFE0-33E6-FAE7-646D391B2BF1}"/>
                    </a:ext>
                  </a:extLst>
                </p14:cNvPr>
                <p14:cNvContentPartPr/>
                <p14:nvPr/>
              </p14:nvContentPartPr>
              <p14:xfrm>
                <a:off x="6947958" y="339527"/>
                <a:ext cx="44280" cy="3013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0BE7D941-CFE0-33E6-FAE7-646D391B2BF1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929958" y="321887"/>
                  <a:ext cx="7992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1A432C16-05A4-2513-2496-A684636BFCC7}"/>
                    </a:ext>
                  </a:extLst>
                </p14:cNvPr>
                <p14:cNvContentPartPr/>
                <p14:nvPr/>
              </p14:nvContentPartPr>
              <p14:xfrm>
                <a:off x="7054878" y="331967"/>
                <a:ext cx="29160" cy="2631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1A432C16-05A4-2513-2496-A684636BFCC7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037238" y="313967"/>
                  <a:ext cx="6480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A03B13BE-7E49-5290-8CF8-27ADA54CE2AC}"/>
                    </a:ext>
                  </a:extLst>
                </p14:cNvPr>
                <p14:cNvContentPartPr/>
                <p14:nvPr/>
              </p14:nvContentPartPr>
              <p14:xfrm>
                <a:off x="7069278" y="331607"/>
                <a:ext cx="123840" cy="1623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A03B13BE-7E49-5290-8CF8-27ADA54CE2AC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051278" y="313967"/>
                  <a:ext cx="1594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33D9CE56-335C-185B-B273-58CFA3DA2CCC}"/>
                    </a:ext>
                  </a:extLst>
                </p14:cNvPr>
                <p14:cNvContentPartPr/>
                <p14:nvPr/>
              </p14:nvContentPartPr>
              <p14:xfrm>
                <a:off x="7304718" y="516287"/>
                <a:ext cx="73800" cy="1000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33D9CE56-335C-185B-B273-58CFA3DA2CCC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287078" y="498287"/>
                  <a:ext cx="1094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788A5A1F-6919-E72B-6F5F-8EE640DC3BB0}"/>
                    </a:ext>
                  </a:extLst>
                </p14:cNvPr>
                <p14:cNvContentPartPr/>
                <p14:nvPr/>
              </p14:nvContentPartPr>
              <p14:xfrm>
                <a:off x="7477518" y="491807"/>
                <a:ext cx="91080" cy="1008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788A5A1F-6919-E72B-6F5F-8EE640DC3BB0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459878" y="474167"/>
                  <a:ext cx="1267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7387667-87AC-4B80-E99C-17DE3CD50AED}"/>
                    </a:ext>
                  </a:extLst>
                </p14:cNvPr>
                <p14:cNvContentPartPr/>
                <p14:nvPr/>
              </p14:nvContentPartPr>
              <p14:xfrm>
                <a:off x="6281598" y="762167"/>
                <a:ext cx="1624320" cy="795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7387667-87AC-4B80-E99C-17DE3CD50AED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6263598" y="744527"/>
                  <a:ext cx="16599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F0F23CAE-4AB1-CC31-9201-AAB0A88FC6D1}"/>
                    </a:ext>
                  </a:extLst>
                </p14:cNvPr>
                <p14:cNvContentPartPr/>
                <p14:nvPr/>
              </p14:nvContentPartPr>
              <p14:xfrm>
                <a:off x="6674358" y="934247"/>
                <a:ext cx="51840" cy="2469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F0F23CAE-4AB1-CC31-9201-AAB0A88FC6D1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656358" y="916607"/>
                  <a:ext cx="8748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B6C57921-9656-85B5-FDDE-DD37E5AB48AF}"/>
                    </a:ext>
                  </a:extLst>
                </p14:cNvPr>
                <p14:cNvContentPartPr/>
                <p14:nvPr/>
              </p14:nvContentPartPr>
              <p14:xfrm>
                <a:off x="6719358" y="912287"/>
                <a:ext cx="113040" cy="1573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B6C57921-9656-85B5-FDDE-DD37E5AB48AF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701718" y="894647"/>
                  <a:ext cx="14868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9D874003-8654-F2ED-BB17-3316E2092CC7}"/>
                    </a:ext>
                  </a:extLst>
                </p14:cNvPr>
                <p14:cNvContentPartPr/>
                <p14:nvPr/>
              </p14:nvContentPartPr>
              <p14:xfrm>
                <a:off x="6962718" y="952607"/>
                <a:ext cx="49320" cy="1609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9D874003-8654-F2ED-BB17-3316E2092CC7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944718" y="934967"/>
                  <a:ext cx="849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D586A996-E5F4-2A3D-0221-DDB93AB81980}"/>
                    </a:ext>
                  </a:extLst>
                </p14:cNvPr>
                <p14:cNvContentPartPr/>
                <p14:nvPr/>
              </p14:nvContentPartPr>
              <p14:xfrm>
                <a:off x="7096998" y="897167"/>
                <a:ext cx="57600" cy="20340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D586A996-E5F4-2A3D-0221-DDB93AB81980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078998" y="879167"/>
                  <a:ext cx="932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4FF8FB35-965A-A301-5DC4-B7958BB16C50}"/>
                    </a:ext>
                  </a:extLst>
                </p14:cNvPr>
                <p14:cNvContentPartPr/>
                <p14:nvPr/>
              </p14:nvContentPartPr>
              <p14:xfrm>
                <a:off x="7130118" y="851807"/>
                <a:ext cx="116640" cy="950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4FF8FB35-965A-A301-5DC4-B7958BB16C50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112478" y="834167"/>
                  <a:ext cx="1522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639D58AE-347A-55D1-277B-16396BE77A1E}"/>
                    </a:ext>
                  </a:extLst>
                </p14:cNvPr>
                <p14:cNvContentPartPr/>
                <p14:nvPr/>
              </p14:nvContentPartPr>
              <p14:xfrm>
                <a:off x="7382478" y="865487"/>
                <a:ext cx="116280" cy="2026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639D58AE-347A-55D1-277B-16396BE77A1E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7364478" y="847487"/>
                  <a:ext cx="15192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0DDFE8AB-8465-116A-F502-4E9FFFD22303}"/>
                    </a:ext>
                  </a:extLst>
                </p14:cNvPr>
                <p14:cNvContentPartPr/>
                <p14:nvPr/>
              </p14:nvContentPartPr>
              <p14:xfrm>
                <a:off x="7600638" y="958367"/>
                <a:ext cx="133560" cy="11340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0DDFE8AB-8465-116A-F502-4E9FFFD22303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7582638" y="940727"/>
                  <a:ext cx="16920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97BFA963-D329-0E31-12C0-79C8B8F8A349}"/>
                    </a:ext>
                  </a:extLst>
                </p14:cNvPr>
                <p14:cNvContentPartPr/>
                <p14:nvPr/>
              </p14:nvContentPartPr>
              <p14:xfrm>
                <a:off x="5561958" y="1217207"/>
                <a:ext cx="1167480" cy="16020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97BFA963-D329-0E31-12C0-79C8B8F8A349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543958" y="1199567"/>
                  <a:ext cx="1203120" cy="163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065E7BFF-F234-4338-7F10-5CADDC7F620B}"/>
                    </a:ext>
                  </a:extLst>
                </p14:cNvPr>
                <p14:cNvContentPartPr/>
                <p14:nvPr/>
              </p14:nvContentPartPr>
              <p14:xfrm>
                <a:off x="5549718" y="2722367"/>
                <a:ext cx="106560" cy="1141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065E7BFF-F234-4338-7F10-5CADDC7F620B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531718" y="2704367"/>
                  <a:ext cx="142200" cy="14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6F3496EE-F664-1371-C14F-188A783B3141}"/>
              </a:ext>
            </a:extLst>
          </p:cNvPr>
          <p:cNvGrpSpPr/>
          <p:nvPr/>
        </p:nvGrpSpPr>
        <p:grpSpPr>
          <a:xfrm>
            <a:off x="4035198" y="4118807"/>
            <a:ext cx="2594160" cy="2501640"/>
            <a:chOff x="4035198" y="4118807"/>
            <a:chExt cx="2594160" cy="250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59BDF70C-CE5E-8A33-7311-15DA729E4515}"/>
                    </a:ext>
                  </a:extLst>
                </p14:cNvPr>
                <p14:cNvContentPartPr/>
                <p14:nvPr/>
              </p14:nvContentPartPr>
              <p14:xfrm>
                <a:off x="4067598" y="4378727"/>
                <a:ext cx="88200" cy="17895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59BDF70C-CE5E-8A33-7311-15DA729E4515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4049598" y="4361087"/>
                  <a:ext cx="123840" cy="18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FB8E06A4-C17C-09EA-8063-1033E03909AC}"/>
                    </a:ext>
                  </a:extLst>
                </p14:cNvPr>
                <p14:cNvContentPartPr/>
                <p14:nvPr/>
              </p14:nvContentPartPr>
              <p14:xfrm>
                <a:off x="4035198" y="4200167"/>
                <a:ext cx="2037960" cy="3297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FB8E06A4-C17C-09EA-8063-1033E03909AC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4017558" y="4182167"/>
                  <a:ext cx="207360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443B6207-F98B-F6ED-F9B8-C6981CDF782B}"/>
                    </a:ext>
                  </a:extLst>
                </p14:cNvPr>
                <p14:cNvContentPartPr/>
                <p14:nvPr/>
              </p14:nvContentPartPr>
              <p14:xfrm>
                <a:off x="6022398" y="4189727"/>
                <a:ext cx="87840" cy="23392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443B6207-F98B-F6ED-F9B8-C6981CDF782B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004398" y="4171727"/>
                  <a:ext cx="123480" cy="237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86C93A2C-951A-2F6E-003E-5975A53D3C27}"/>
                    </a:ext>
                  </a:extLst>
                </p14:cNvPr>
                <p14:cNvContentPartPr/>
                <p14:nvPr/>
              </p14:nvContentPartPr>
              <p14:xfrm>
                <a:off x="4132398" y="6437207"/>
                <a:ext cx="1949400" cy="18324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86C93A2C-951A-2F6E-003E-5975A53D3C27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4114398" y="6419567"/>
                  <a:ext cx="198504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86CD7031-03F7-A6A6-B18E-079FAA8CFBAA}"/>
                    </a:ext>
                  </a:extLst>
                </p14:cNvPr>
                <p14:cNvContentPartPr/>
                <p14:nvPr/>
              </p14:nvContentPartPr>
              <p14:xfrm>
                <a:off x="4117998" y="6253967"/>
                <a:ext cx="25560" cy="13500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86CD7031-03F7-A6A6-B18E-079FAA8CFBAA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100358" y="6235967"/>
                  <a:ext cx="612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0B5E3A73-6CCC-83A4-B2D2-F211D38ACB7C}"/>
                    </a:ext>
                  </a:extLst>
                </p14:cNvPr>
                <p14:cNvContentPartPr/>
                <p14:nvPr/>
              </p14:nvContentPartPr>
              <p14:xfrm>
                <a:off x="6221118" y="4160567"/>
                <a:ext cx="191160" cy="1098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0B5E3A73-6CCC-83A4-B2D2-F211D38ACB7C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6203478" y="4142567"/>
                  <a:ext cx="2268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2418746B-7A6A-B889-5AF1-F37716450DE0}"/>
                    </a:ext>
                  </a:extLst>
                </p14:cNvPr>
                <p14:cNvContentPartPr/>
                <p14:nvPr/>
              </p14:nvContentPartPr>
              <p14:xfrm>
                <a:off x="6309678" y="4217087"/>
                <a:ext cx="116640" cy="2048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2418746B-7A6A-B889-5AF1-F37716450DE0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6291678" y="4199447"/>
                  <a:ext cx="1522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0639B68F-F6E9-B6D1-3EA6-315F41497272}"/>
                    </a:ext>
                  </a:extLst>
                </p14:cNvPr>
                <p14:cNvContentPartPr/>
                <p14:nvPr/>
              </p14:nvContentPartPr>
              <p14:xfrm>
                <a:off x="6455478" y="4193327"/>
                <a:ext cx="173880" cy="680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0639B68F-F6E9-B6D1-3EA6-315F41497272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6437838" y="4175327"/>
                  <a:ext cx="2095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247AFB58-C31E-14F8-6F1A-B4D2EC229B00}"/>
                    </a:ext>
                  </a:extLst>
                </p14:cNvPr>
                <p14:cNvContentPartPr/>
                <p14:nvPr/>
              </p14:nvContentPartPr>
              <p14:xfrm>
                <a:off x="6526758" y="4118807"/>
                <a:ext cx="84960" cy="1828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247AFB58-C31E-14F8-6F1A-B4D2EC229B00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6509118" y="4101167"/>
                  <a:ext cx="120600" cy="21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86E90E74-B776-4449-8836-D8C7C6825763}"/>
              </a:ext>
            </a:extLst>
          </p:cNvPr>
          <p:cNvGrpSpPr/>
          <p:nvPr/>
        </p:nvGrpSpPr>
        <p:grpSpPr>
          <a:xfrm>
            <a:off x="8003118" y="1263647"/>
            <a:ext cx="2068920" cy="507960"/>
            <a:chOff x="8003118" y="1263647"/>
            <a:chExt cx="2068920" cy="50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D98C2208-9DA0-966B-72D2-C94254D2EE41}"/>
                    </a:ext>
                  </a:extLst>
                </p14:cNvPr>
                <p14:cNvContentPartPr/>
                <p14:nvPr/>
              </p14:nvContentPartPr>
              <p14:xfrm>
                <a:off x="8003118" y="1263647"/>
                <a:ext cx="1956240" cy="4640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D98C2208-9DA0-966B-72D2-C94254D2EE41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7985478" y="1246007"/>
                  <a:ext cx="1991880" cy="49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DF83A06A-7164-F863-8514-A0D8DE9E8A40}"/>
                    </a:ext>
                  </a:extLst>
                </p14:cNvPr>
                <p14:cNvContentPartPr/>
                <p14:nvPr/>
              </p14:nvContentPartPr>
              <p14:xfrm>
                <a:off x="9902118" y="1641287"/>
                <a:ext cx="169920" cy="1303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DF83A06A-7164-F863-8514-A0D8DE9E8A40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884118" y="1623647"/>
                  <a:ext cx="205560" cy="16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FE3E328E-9CC7-1A05-B0DE-7B72E16B1EE1}"/>
              </a:ext>
            </a:extLst>
          </p:cNvPr>
          <p:cNvGrpSpPr/>
          <p:nvPr/>
        </p:nvGrpSpPr>
        <p:grpSpPr>
          <a:xfrm>
            <a:off x="8877198" y="1982927"/>
            <a:ext cx="2025360" cy="390240"/>
            <a:chOff x="8877198" y="1982927"/>
            <a:chExt cx="2025360" cy="39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D12ED204-30FC-14EC-765B-FBAB116D761A}"/>
                    </a:ext>
                  </a:extLst>
                </p14:cNvPr>
                <p14:cNvContentPartPr/>
                <p14:nvPr/>
              </p14:nvContentPartPr>
              <p14:xfrm>
                <a:off x="8877198" y="2029367"/>
                <a:ext cx="850680" cy="34380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D12ED204-30FC-14EC-765B-FBAB116D761A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859198" y="2011727"/>
                  <a:ext cx="88632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BA041F66-3858-BDF3-D9C2-6FD7DF9E3F90}"/>
                    </a:ext>
                  </a:extLst>
                </p14:cNvPr>
                <p14:cNvContentPartPr/>
                <p14:nvPr/>
              </p14:nvContentPartPr>
              <p14:xfrm>
                <a:off x="9601878" y="1982927"/>
                <a:ext cx="186120" cy="1404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BA041F66-3858-BDF3-D9C2-6FD7DF9E3F90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584238" y="1964927"/>
                  <a:ext cx="22176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57D300BF-C60A-A8D2-2E9A-F8B5EC50D30F}"/>
                    </a:ext>
                  </a:extLst>
                </p14:cNvPr>
                <p14:cNvContentPartPr/>
                <p14:nvPr/>
              </p14:nvContentPartPr>
              <p14:xfrm>
                <a:off x="10037478" y="2193527"/>
                <a:ext cx="865080" cy="255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57D300BF-C60A-A8D2-2E9A-F8B5EC50D30F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0019478" y="2175887"/>
                  <a:ext cx="900720" cy="61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2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DAED90E7-1D09-47B8-B0B8-98DC1F54ABEA}"/>
                  </a:ext>
                </a:extLst>
              </p14:cNvPr>
              <p14:cNvContentPartPr/>
              <p14:nvPr/>
            </p14:nvContentPartPr>
            <p14:xfrm>
              <a:off x="7975398" y="3487727"/>
              <a:ext cx="9360" cy="13716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DAED90E7-1D09-47B8-B0B8-98DC1F54ABEA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7957758" y="3470087"/>
                <a:ext cx="4500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4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404CCA11-CBC8-317A-813E-4DBD3B611124}"/>
                  </a:ext>
                </a:extLst>
              </p14:cNvPr>
              <p14:cNvContentPartPr/>
              <p14:nvPr/>
            </p14:nvContentPartPr>
            <p14:xfrm>
              <a:off x="8001318" y="3768527"/>
              <a:ext cx="360" cy="144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404CCA11-CBC8-317A-813E-4DBD3B611124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7983318" y="3750527"/>
                <a:ext cx="36000" cy="3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9" name="Group 218">
            <a:extLst>
              <a:ext uri="{FF2B5EF4-FFF2-40B4-BE49-F238E27FC236}">
                <a16:creationId xmlns:a16="http://schemas.microsoft.com/office/drawing/2014/main" id="{10D7ECC3-9151-D7D4-EA9E-058EE9C07F6D}"/>
              </a:ext>
            </a:extLst>
          </p:cNvPr>
          <p:cNvGrpSpPr/>
          <p:nvPr/>
        </p:nvGrpSpPr>
        <p:grpSpPr>
          <a:xfrm>
            <a:off x="7372038" y="1642727"/>
            <a:ext cx="654840" cy="1528560"/>
            <a:chOff x="7372038" y="1642727"/>
            <a:chExt cx="654840" cy="152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B2E1F353-BEC5-629A-95D5-9038ED2134E8}"/>
                    </a:ext>
                  </a:extLst>
                </p14:cNvPr>
                <p14:cNvContentPartPr/>
                <p14:nvPr/>
              </p14:nvContentPartPr>
              <p14:xfrm>
                <a:off x="7971438" y="1672967"/>
                <a:ext cx="36360" cy="14983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B2E1F353-BEC5-629A-95D5-9038ED2134E8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7953798" y="1655327"/>
                  <a:ext cx="72000" cy="153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8CB5B7D2-4D5B-1B14-9F19-F6370D1A9DE5}"/>
                    </a:ext>
                  </a:extLst>
                </p14:cNvPr>
                <p14:cNvContentPartPr/>
                <p14:nvPr/>
              </p14:nvContentPartPr>
              <p14:xfrm>
                <a:off x="7968198" y="1659647"/>
                <a:ext cx="32760" cy="25380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8CB5B7D2-4D5B-1B14-9F19-F6370D1A9DE5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7950558" y="1641647"/>
                  <a:ext cx="6840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663278A1-E551-55BC-4EAB-6F524F03ECC4}"/>
                    </a:ext>
                  </a:extLst>
                </p14:cNvPr>
                <p14:cNvContentPartPr/>
                <p14:nvPr/>
              </p14:nvContentPartPr>
              <p14:xfrm>
                <a:off x="7937958" y="1688807"/>
                <a:ext cx="25200" cy="20484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663278A1-E551-55BC-4EAB-6F524F03ECC4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7919958" y="1671167"/>
                  <a:ext cx="6084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5D9E8194-4331-C114-58AD-4DD530EF34C9}"/>
                    </a:ext>
                  </a:extLst>
                </p14:cNvPr>
                <p14:cNvContentPartPr/>
                <p14:nvPr/>
              </p14:nvContentPartPr>
              <p14:xfrm>
                <a:off x="7372038" y="1642727"/>
                <a:ext cx="654840" cy="2736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5D9E8194-4331-C114-58AD-4DD530EF34C9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7354398" y="1625087"/>
                  <a:ext cx="690480" cy="6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8B1626E9-7D91-CE88-43B4-85FDB34E28BA}"/>
              </a:ext>
            </a:extLst>
          </p:cNvPr>
          <p:cNvGrpSpPr/>
          <p:nvPr/>
        </p:nvGrpSpPr>
        <p:grpSpPr>
          <a:xfrm>
            <a:off x="7960998" y="1158527"/>
            <a:ext cx="446760" cy="314280"/>
            <a:chOff x="7960998" y="1158527"/>
            <a:chExt cx="446760" cy="31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40FCC490-754C-0735-1389-688ED255892D}"/>
                    </a:ext>
                  </a:extLst>
                </p14:cNvPr>
                <p14:cNvContentPartPr/>
                <p14:nvPr/>
              </p14:nvContentPartPr>
              <p14:xfrm>
                <a:off x="7960998" y="1327367"/>
                <a:ext cx="123480" cy="14544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40FCC490-754C-0735-1389-688ED255892D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7943358" y="1309727"/>
                  <a:ext cx="1591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1B716607-7C6A-08DE-37A1-7DF5713C60FA}"/>
                    </a:ext>
                  </a:extLst>
                </p14:cNvPr>
                <p14:cNvContentPartPr/>
                <p14:nvPr/>
              </p14:nvContentPartPr>
              <p14:xfrm>
                <a:off x="8110398" y="1256807"/>
                <a:ext cx="128160" cy="1296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1B716607-7C6A-08DE-37A1-7DF5713C60FA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8092398" y="1238807"/>
                  <a:ext cx="16380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8CF43654-0EF4-3156-7BFE-37B9F10D97BD}"/>
                    </a:ext>
                  </a:extLst>
                </p14:cNvPr>
                <p14:cNvContentPartPr/>
                <p14:nvPr/>
              </p14:nvContentPartPr>
              <p14:xfrm>
                <a:off x="8274558" y="1158527"/>
                <a:ext cx="17640" cy="18900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8CF43654-0EF4-3156-7BFE-37B9F10D97BD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8256918" y="1140887"/>
                  <a:ext cx="532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B8392BAF-0207-62A7-CAF4-ED85F9036A47}"/>
                    </a:ext>
                  </a:extLst>
                </p14:cNvPr>
                <p14:cNvContentPartPr/>
                <p14:nvPr/>
              </p14:nvContentPartPr>
              <p14:xfrm>
                <a:off x="8257638" y="1216127"/>
                <a:ext cx="138240" cy="2772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B8392BAF-0207-62A7-CAF4-ED85F9036A47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8239998" y="1198487"/>
                  <a:ext cx="17388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D0481CB5-6810-85C2-CFFF-FF36CA5CFA59}"/>
                    </a:ext>
                  </a:extLst>
                </p14:cNvPr>
                <p14:cNvContentPartPr/>
                <p14:nvPr/>
              </p14:nvContentPartPr>
              <p14:xfrm>
                <a:off x="8217678" y="1207847"/>
                <a:ext cx="17280" cy="241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D0481CB5-6810-85C2-CFFF-FF36CA5CFA59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8200038" y="1190207"/>
                  <a:ext cx="529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BE4D005A-E93A-C2EF-4430-B28938DD699B}"/>
                    </a:ext>
                  </a:extLst>
                </p14:cNvPr>
                <p14:cNvContentPartPr/>
                <p14:nvPr/>
              </p14:nvContentPartPr>
              <p14:xfrm>
                <a:off x="8359158" y="1257527"/>
                <a:ext cx="48600" cy="3420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BE4D005A-E93A-C2EF-4430-B28938DD699B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8341158" y="1239887"/>
                  <a:ext cx="84240" cy="69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428661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47A4A-EA3B-D5A5-F49F-6D7155FE8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Oximeter prototype</a:t>
            </a:r>
          </a:p>
        </p:txBody>
      </p:sp>
      <p:pic>
        <p:nvPicPr>
          <p:cNvPr id="6" name="Content Placeholder 5" descr="A circuit board with wires connected to it&#10;&#10;Description automatically generated">
            <a:extLst>
              <a:ext uri="{FF2B5EF4-FFF2-40B4-BE49-F238E27FC236}">
                <a16:creationId xmlns:a16="http://schemas.microsoft.com/office/drawing/2014/main" id="{DF8D9427-A3BC-B0C7-2ED6-BD844FDF6C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2575" y="1189520"/>
            <a:ext cx="8118167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2AF519-A437-5CE5-BA07-DF8D0A6680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39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0BF4C75-6857-943A-085A-715EC2543898}"/>
                  </a:ext>
                </a:extLst>
              </p14:cNvPr>
              <p14:cNvContentPartPr/>
              <p14:nvPr/>
            </p14:nvContentPartPr>
            <p14:xfrm>
              <a:off x="5797440" y="4214931"/>
              <a:ext cx="622800" cy="674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0BF4C75-6857-943A-085A-715EC254389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79800" y="4197291"/>
                <a:ext cx="658440" cy="71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7CDD1A6-09E1-D107-E3FD-C1159D8AA626}"/>
                  </a:ext>
                </a:extLst>
              </p14:cNvPr>
              <p14:cNvContentPartPr/>
              <p14:nvPr/>
            </p14:nvContentPartPr>
            <p14:xfrm>
              <a:off x="5858280" y="4690491"/>
              <a:ext cx="291240" cy="1572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7CDD1A6-09E1-D107-E3FD-C1159D8AA62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40280" y="4672491"/>
                <a:ext cx="326880" cy="160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E7927BF-8E20-0909-81AE-9058A5BFAEB1}"/>
                  </a:ext>
                </a:extLst>
              </p14:cNvPr>
              <p14:cNvContentPartPr/>
              <p14:nvPr/>
            </p14:nvContentPartPr>
            <p14:xfrm>
              <a:off x="5764320" y="6129411"/>
              <a:ext cx="186480" cy="1926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E7927BF-8E20-0909-81AE-9058A5BFAEB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746320" y="6111411"/>
                <a:ext cx="22212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2005624-C99F-26D3-2A84-152FF5480760}"/>
                  </a:ext>
                </a:extLst>
              </p14:cNvPr>
              <p14:cNvContentPartPr/>
              <p14:nvPr/>
            </p14:nvContentPartPr>
            <p14:xfrm>
              <a:off x="6186240" y="6212571"/>
              <a:ext cx="140400" cy="2235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2005624-C99F-26D3-2A84-152FF548076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168240" y="6194571"/>
                <a:ext cx="17604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1D85DB5-0936-C804-287C-FE5AB86C37D7}"/>
                  </a:ext>
                </a:extLst>
              </p14:cNvPr>
              <p14:cNvContentPartPr/>
              <p14:nvPr/>
            </p14:nvContentPartPr>
            <p14:xfrm>
              <a:off x="6198120" y="6099891"/>
              <a:ext cx="56160" cy="1108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1D85DB5-0936-C804-287C-FE5AB86C37D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180480" y="6081891"/>
                <a:ext cx="9180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151A8D0-C746-82DA-A5A7-57B5C11C3E8C}"/>
                  </a:ext>
                </a:extLst>
              </p14:cNvPr>
              <p14:cNvContentPartPr/>
              <p14:nvPr/>
            </p14:nvContentPartPr>
            <p14:xfrm>
              <a:off x="6202800" y="6156771"/>
              <a:ext cx="226440" cy="1731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151A8D0-C746-82DA-A5A7-57B5C11C3E8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184800" y="6138771"/>
                <a:ext cx="26208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7CB2FC2-6230-8DA8-6A1E-6F8235A7BF3A}"/>
                  </a:ext>
                </a:extLst>
              </p14:cNvPr>
              <p14:cNvContentPartPr/>
              <p14:nvPr/>
            </p14:nvContentPartPr>
            <p14:xfrm>
              <a:off x="6294960" y="6225891"/>
              <a:ext cx="54000" cy="918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7CB2FC2-6230-8DA8-6A1E-6F8235A7BF3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276960" y="6208251"/>
                <a:ext cx="8964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5FF7513-8746-A9A2-71BC-EBCACC22BB0C}"/>
                  </a:ext>
                </a:extLst>
              </p14:cNvPr>
              <p14:cNvContentPartPr/>
              <p14:nvPr/>
            </p14:nvContentPartPr>
            <p14:xfrm>
              <a:off x="6396480" y="6076131"/>
              <a:ext cx="116280" cy="1540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5FF7513-8746-A9A2-71BC-EBCACC22BB0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378840" y="6058491"/>
                <a:ext cx="15192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A82D64D-6CD9-364E-433F-696387ECD20F}"/>
                  </a:ext>
                </a:extLst>
              </p14:cNvPr>
              <p14:cNvContentPartPr/>
              <p14:nvPr/>
            </p14:nvContentPartPr>
            <p14:xfrm>
              <a:off x="6393600" y="5917371"/>
              <a:ext cx="81720" cy="1702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A82D64D-6CD9-364E-433F-696387ECD20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375960" y="5899371"/>
                <a:ext cx="11736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4FEF896-2331-64BF-C3B7-4C058E092306}"/>
                  </a:ext>
                </a:extLst>
              </p14:cNvPr>
              <p14:cNvContentPartPr/>
              <p14:nvPr/>
            </p14:nvContentPartPr>
            <p14:xfrm>
              <a:off x="6460200" y="6063171"/>
              <a:ext cx="33120" cy="817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4FEF896-2331-64BF-C3B7-4C058E092306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442200" y="6045531"/>
                <a:ext cx="68760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49D8BBB0-2772-1629-DEEB-713F13499E33}"/>
                  </a:ext>
                </a:extLst>
              </p14:cNvPr>
              <p14:cNvContentPartPr/>
              <p14:nvPr/>
            </p14:nvContentPartPr>
            <p14:xfrm>
              <a:off x="6577920" y="5879211"/>
              <a:ext cx="105480" cy="1569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49D8BBB0-2772-1629-DEEB-713F13499E3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559920" y="5861571"/>
                <a:ext cx="14112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70B90E8-3CE6-D7A3-E3C1-D94196DBCF64}"/>
                  </a:ext>
                </a:extLst>
              </p14:cNvPr>
              <p14:cNvContentPartPr/>
              <p14:nvPr/>
            </p14:nvContentPartPr>
            <p14:xfrm>
              <a:off x="6579000" y="5756091"/>
              <a:ext cx="72000" cy="1360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70B90E8-3CE6-D7A3-E3C1-D94196DBCF64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561000" y="5738091"/>
                <a:ext cx="10764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707C472-83CA-41C6-EB05-F64C7DB67120}"/>
                  </a:ext>
                </a:extLst>
              </p14:cNvPr>
              <p14:cNvContentPartPr/>
              <p14:nvPr/>
            </p14:nvContentPartPr>
            <p14:xfrm>
              <a:off x="6642360" y="5841771"/>
              <a:ext cx="34920" cy="1076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707C472-83CA-41C6-EB05-F64C7DB67120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624360" y="5823771"/>
                <a:ext cx="7056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0176F5C-108F-6DD3-E38A-E311DD2F2EA7}"/>
                  </a:ext>
                </a:extLst>
              </p14:cNvPr>
              <p14:cNvContentPartPr/>
              <p14:nvPr/>
            </p14:nvContentPartPr>
            <p14:xfrm>
              <a:off x="6687720" y="5889291"/>
              <a:ext cx="75960" cy="7848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0176F5C-108F-6DD3-E38A-E311DD2F2EA7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669720" y="5871291"/>
                <a:ext cx="11160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9BAC79B-AC52-2D74-03F6-8D6496849E41}"/>
                  </a:ext>
                </a:extLst>
              </p14:cNvPr>
              <p14:cNvContentPartPr/>
              <p14:nvPr/>
            </p14:nvContentPartPr>
            <p14:xfrm>
              <a:off x="6854400" y="6261171"/>
              <a:ext cx="156600" cy="1944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9BAC79B-AC52-2D74-03F6-8D6496849E41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836400" y="6243171"/>
                <a:ext cx="19224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757B2BF-E7A7-91AA-9F1A-AC4956FF39B6}"/>
                  </a:ext>
                </a:extLst>
              </p14:cNvPr>
              <p14:cNvContentPartPr/>
              <p14:nvPr/>
            </p14:nvContentPartPr>
            <p14:xfrm>
              <a:off x="7015680" y="6167571"/>
              <a:ext cx="59760" cy="925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757B2BF-E7A7-91AA-9F1A-AC4956FF39B6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6998040" y="6149931"/>
                <a:ext cx="95400" cy="1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DDED8AB-65FA-5ECB-ABA6-2AE475D15E8E}"/>
                  </a:ext>
                </a:extLst>
              </p14:cNvPr>
              <p14:cNvContentPartPr/>
              <p14:nvPr/>
            </p14:nvContentPartPr>
            <p14:xfrm>
              <a:off x="6968160" y="6045531"/>
              <a:ext cx="23760" cy="298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DDED8AB-65FA-5ECB-ABA6-2AE475D15E8E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950520" y="6027891"/>
                <a:ext cx="5940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5B185929-4100-7F36-4AD7-2E7216CD0F5E}"/>
                  </a:ext>
                </a:extLst>
              </p14:cNvPr>
              <p14:cNvContentPartPr/>
              <p14:nvPr/>
            </p14:nvContentPartPr>
            <p14:xfrm>
              <a:off x="7049160" y="5956971"/>
              <a:ext cx="143640" cy="16128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5B185929-4100-7F36-4AD7-2E7216CD0F5E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7031160" y="5938971"/>
                <a:ext cx="17928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C8E58BD-AD2E-7D8B-5AB3-8CD4C474B10A}"/>
                  </a:ext>
                </a:extLst>
              </p14:cNvPr>
              <p14:cNvContentPartPr/>
              <p14:nvPr/>
            </p14:nvContentPartPr>
            <p14:xfrm>
              <a:off x="7092720" y="5894331"/>
              <a:ext cx="228600" cy="2016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C8E58BD-AD2E-7D8B-5AB3-8CD4C474B10A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7075080" y="5876691"/>
                <a:ext cx="26424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0887DB55-C135-07EB-24DB-B39A19B3BFA6}"/>
                  </a:ext>
                </a:extLst>
              </p14:cNvPr>
              <p14:cNvContentPartPr/>
              <p14:nvPr/>
            </p14:nvContentPartPr>
            <p14:xfrm>
              <a:off x="7396560" y="6075771"/>
              <a:ext cx="353880" cy="3880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0887DB55-C135-07EB-24DB-B39A19B3BFA6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7378560" y="6058131"/>
                <a:ext cx="389520" cy="42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7FE7629B-A921-0A75-4169-1B16D73338DF}"/>
                  </a:ext>
                </a:extLst>
              </p14:cNvPr>
              <p14:cNvContentPartPr/>
              <p14:nvPr/>
            </p14:nvContentPartPr>
            <p14:xfrm>
              <a:off x="7768080" y="5859051"/>
              <a:ext cx="107280" cy="1810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7FE7629B-A921-0A75-4169-1B16D73338DF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7750440" y="5841411"/>
                <a:ext cx="14292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37F01761-FD31-D178-DE67-1FA158423E3A}"/>
                  </a:ext>
                </a:extLst>
              </p14:cNvPr>
              <p14:cNvContentPartPr/>
              <p14:nvPr/>
            </p14:nvContentPartPr>
            <p14:xfrm>
              <a:off x="7871040" y="5776611"/>
              <a:ext cx="123480" cy="1263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37F01761-FD31-D178-DE67-1FA158423E3A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7853400" y="5758611"/>
                <a:ext cx="15912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00B6A83-83E2-DB28-842A-5793ECD09B33}"/>
                  </a:ext>
                </a:extLst>
              </p14:cNvPr>
              <p14:cNvContentPartPr/>
              <p14:nvPr/>
            </p14:nvContentPartPr>
            <p14:xfrm>
              <a:off x="7980120" y="5549451"/>
              <a:ext cx="96840" cy="17388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00B6A83-83E2-DB28-842A-5793ECD09B33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7962120" y="5531451"/>
                <a:ext cx="13248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D4028414-503D-DD40-26ED-72531AB4C332}"/>
                  </a:ext>
                </a:extLst>
              </p14:cNvPr>
              <p14:cNvContentPartPr/>
              <p14:nvPr/>
            </p14:nvContentPartPr>
            <p14:xfrm>
              <a:off x="5451120" y="5938251"/>
              <a:ext cx="144000" cy="18432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D4028414-503D-DD40-26ED-72531AB4C332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5433480" y="5920611"/>
                <a:ext cx="17964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25E80536-39EE-EB8A-461C-A384D6AE871F}"/>
                  </a:ext>
                </a:extLst>
              </p14:cNvPr>
              <p14:cNvContentPartPr/>
              <p14:nvPr/>
            </p14:nvContentPartPr>
            <p14:xfrm>
              <a:off x="5346000" y="5682651"/>
              <a:ext cx="442080" cy="59796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25E80536-39EE-EB8A-461C-A384D6AE871F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5328000" y="5665011"/>
                <a:ext cx="477720" cy="63360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979F589A-9E47-A757-C84B-E37EB21575C4}"/>
              </a:ext>
            </a:extLst>
          </p:cNvPr>
          <p:cNvGrpSpPr/>
          <p:nvPr/>
        </p:nvGrpSpPr>
        <p:grpSpPr>
          <a:xfrm>
            <a:off x="5162400" y="233331"/>
            <a:ext cx="2874600" cy="4000320"/>
            <a:chOff x="5162400" y="233331"/>
            <a:chExt cx="2874600" cy="400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793DF4D-5815-8EBF-7720-CD4824EA1B16}"/>
                    </a:ext>
                  </a:extLst>
                </p14:cNvPr>
                <p14:cNvContentPartPr/>
                <p14:nvPr/>
              </p14:nvContentPartPr>
              <p14:xfrm>
                <a:off x="5162400" y="3599331"/>
                <a:ext cx="698040" cy="6343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793DF4D-5815-8EBF-7720-CD4824EA1B1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144760" y="3581331"/>
                  <a:ext cx="733680" cy="66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4BAF040-0991-07CD-E407-75E80E96BC1A}"/>
                    </a:ext>
                  </a:extLst>
                </p14:cNvPr>
                <p14:cNvContentPartPr/>
                <p14:nvPr/>
              </p14:nvContentPartPr>
              <p14:xfrm>
                <a:off x="5694120" y="3973731"/>
                <a:ext cx="156240" cy="1573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4BAF040-0991-07CD-E407-75E80E96BC1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676120" y="3956091"/>
                  <a:ext cx="19188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389D95E-E53C-8834-4E9D-F40DC73BF480}"/>
                    </a:ext>
                  </a:extLst>
                </p14:cNvPr>
                <p14:cNvContentPartPr/>
                <p14:nvPr/>
              </p14:nvContentPartPr>
              <p14:xfrm>
                <a:off x="5445360" y="1096971"/>
                <a:ext cx="825120" cy="25797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389D95E-E53C-8834-4E9D-F40DC73BF48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427360" y="1079331"/>
                  <a:ext cx="860760" cy="261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BDB1C39-AFE6-DFE4-4464-4E647097B7A6}"/>
                    </a:ext>
                  </a:extLst>
                </p14:cNvPr>
                <p14:cNvContentPartPr/>
                <p14:nvPr/>
              </p14:nvContentPartPr>
              <p14:xfrm>
                <a:off x="6375960" y="787731"/>
                <a:ext cx="176400" cy="2599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BDB1C39-AFE6-DFE4-4464-4E647097B7A6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357960" y="769731"/>
                  <a:ext cx="21204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D02D753-FE45-1CE0-79D0-0149CEAC685C}"/>
                    </a:ext>
                  </a:extLst>
                </p14:cNvPr>
                <p14:cNvContentPartPr/>
                <p14:nvPr/>
              </p14:nvContentPartPr>
              <p14:xfrm>
                <a:off x="6354000" y="932451"/>
                <a:ext cx="70920" cy="633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D02D753-FE45-1CE0-79D0-0149CEAC685C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336360" y="914811"/>
                  <a:ext cx="10656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84EBC7E-699C-A2D2-4D82-7AED4FDA19AD}"/>
                    </a:ext>
                  </a:extLst>
                </p14:cNvPr>
                <p14:cNvContentPartPr/>
                <p14:nvPr/>
              </p14:nvContentPartPr>
              <p14:xfrm>
                <a:off x="6547320" y="807171"/>
                <a:ext cx="100080" cy="946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84EBC7E-699C-A2D2-4D82-7AED4FDA19AD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529320" y="789531"/>
                  <a:ext cx="13572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6A957D2-DF8B-2996-DE74-7CD47AE824FA}"/>
                    </a:ext>
                  </a:extLst>
                </p14:cNvPr>
                <p14:cNvContentPartPr/>
                <p14:nvPr/>
              </p14:nvContentPartPr>
              <p14:xfrm>
                <a:off x="6588720" y="673251"/>
                <a:ext cx="117720" cy="1760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6A957D2-DF8B-2996-DE74-7CD47AE824F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571080" y="655251"/>
                  <a:ext cx="15336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CCF064B-E744-18DA-9B83-172DD437DE37}"/>
                    </a:ext>
                  </a:extLst>
                </p14:cNvPr>
                <p14:cNvContentPartPr/>
                <p14:nvPr/>
              </p14:nvContentPartPr>
              <p14:xfrm>
                <a:off x="6690960" y="611331"/>
                <a:ext cx="119160" cy="1274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CCF064B-E744-18DA-9B83-172DD437DE3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672960" y="593691"/>
                  <a:ext cx="15480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C0D4C32-66C5-7A1A-1A26-287A83B1048A}"/>
                    </a:ext>
                  </a:extLst>
                </p14:cNvPr>
                <p14:cNvContentPartPr/>
                <p14:nvPr/>
              </p14:nvContentPartPr>
              <p14:xfrm>
                <a:off x="6737760" y="584331"/>
                <a:ext cx="87840" cy="144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C0D4C32-66C5-7A1A-1A26-287A83B1048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719760" y="566691"/>
                  <a:ext cx="12348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699FFF5-2EAE-48A2-044B-13E6B1DC0A8E}"/>
                    </a:ext>
                  </a:extLst>
                </p14:cNvPr>
                <p14:cNvContentPartPr/>
                <p14:nvPr/>
              </p14:nvContentPartPr>
              <p14:xfrm>
                <a:off x="6931080" y="497571"/>
                <a:ext cx="64440" cy="1299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699FFF5-2EAE-48A2-044B-13E6B1DC0A8E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913080" y="479571"/>
                  <a:ext cx="1000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110A9F6-A580-3D89-5818-743C3A851633}"/>
                    </a:ext>
                  </a:extLst>
                </p14:cNvPr>
                <p14:cNvContentPartPr/>
                <p14:nvPr/>
              </p14:nvContentPartPr>
              <p14:xfrm>
                <a:off x="7196400" y="264651"/>
                <a:ext cx="117720" cy="2224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110A9F6-A580-3D89-5818-743C3A851633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178400" y="247011"/>
                  <a:ext cx="15336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6C02095-83DC-FD1C-EF08-900D97047662}"/>
                    </a:ext>
                  </a:extLst>
                </p14:cNvPr>
                <p14:cNvContentPartPr/>
                <p14:nvPr/>
              </p14:nvContentPartPr>
              <p14:xfrm>
                <a:off x="7212600" y="303171"/>
                <a:ext cx="183240" cy="1249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6C02095-83DC-FD1C-EF08-900D9704766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194960" y="285171"/>
                  <a:ext cx="21888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6AB30B8-13D1-32E1-7784-6C33904A664D}"/>
                    </a:ext>
                  </a:extLst>
                </p14:cNvPr>
                <p14:cNvContentPartPr/>
                <p14:nvPr/>
              </p14:nvContentPartPr>
              <p14:xfrm>
                <a:off x="7023600" y="911931"/>
                <a:ext cx="147240" cy="1224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6AB30B8-13D1-32E1-7784-6C33904A664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005960" y="894291"/>
                  <a:ext cx="1828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8374AF5-9F99-C8E6-8914-6A8A53832CBE}"/>
                    </a:ext>
                  </a:extLst>
                </p14:cNvPr>
                <p14:cNvContentPartPr/>
                <p14:nvPr/>
              </p14:nvContentPartPr>
              <p14:xfrm>
                <a:off x="7160760" y="831291"/>
                <a:ext cx="84240" cy="655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8374AF5-9F99-C8E6-8914-6A8A53832CBE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143120" y="813651"/>
                  <a:ext cx="1198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770C800-AE57-D2D6-2C02-6C691905EF4D}"/>
                    </a:ext>
                  </a:extLst>
                </p14:cNvPr>
                <p14:cNvContentPartPr/>
                <p14:nvPr/>
              </p14:nvContentPartPr>
              <p14:xfrm>
                <a:off x="7263360" y="554451"/>
                <a:ext cx="394920" cy="2725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770C800-AE57-D2D6-2C02-6C691905EF4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245720" y="536811"/>
                  <a:ext cx="43056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8A969E0-968A-F8E7-F448-ADA864E51F97}"/>
                    </a:ext>
                  </a:extLst>
                </p14:cNvPr>
                <p14:cNvContentPartPr/>
                <p14:nvPr/>
              </p14:nvContentPartPr>
              <p14:xfrm>
                <a:off x="7680600" y="481011"/>
                <a:ext cx="46080" cy="518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8A969E0-968A-F8E7-F448-ADA864E51F97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662600" y="463371"/>
                  <a:ext cx="817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A228583-555C-4BD8-D476-2F4FAAB3AD32}"/>
                    </a:ext>
                  </a:extLst>
                </p14:cNvPr>
                <p14:cNvContentPartPr/>
                <p14:nvPr/>
              </p14:nvContentPartPr>
              <p14:xfrm>
                <a:off x="7607160" y="359691"/>
                <a:ext cx="10800" cy="169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A228583-555C-4BD8-D476-2F4FAAB3AD32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589520" y="342051"/>
                  <a:ext cx="464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2440615-2700-BAFA-99C9-186EB9DFEA9E}"/>
                    </a:ext>
                  </a:extLst>
                </p14:cNvPr>
                <p14:cNvContentPartPr/>
                <p14:nvPr/>
              </p14:nvContentPartPr>
              <p14:xfrm>
                <a:off x="7696440" y="334131"/>
                <a:ext cx="189360" cy="1324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2440615-2700-BAFA-99C9-186EB9DFEA9E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678800" y="316491"/>
                  <a:ext cx="2250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F5DA1A2-D2AB-2533-903C-60B4D4FAE2A7}"/>
                    </a:ext>
                  </a:extLst>
                </p14:cNvPr>
                <p14:cNvContentPartPr/>
                <p14:nvPr/>
              </p14:nvContentPartPr>
              <p14:xfrm>
                <a:off x="7906320" y="233331"/>
                <a:ext cx="130680" cy="1292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F5DA1A2-D2AB-2533-903C-60B4D4FAE2A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888320" y="215331"/>
                  <a:ext cx="16632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D9A19BA-0625-43F7-F075-BA2098DFB348}"/>
                    </a:ext>
                  </a:extLst>
                </p14:cNvPr>
                <p14:cNvContentPartPr/>
                <p14:nvPr/>
              </p14:nvContentPartPr>
              <p14:xfrm>
                <a:off x="5389200" y="3274611"/>
                <a:ext cx="9000" cy="154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D9A19BA-0625-43F7-F075-BA2098DFB348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371560" y="3256611"/>
                  <a:ext cx="446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8F17471-9647-F3D9-F86B-A12D6FD71554}"/>
                    </a:ext>
                  </a:extLst>
                </p14:cNvPr>
                <p14:cNvContentPartPr/>
                <p14:nvPr/>
              </p14:nvContentPartPr>
              <p14:xfrm>
                <a:off x="5350320" y="3175251"/>
                <a:ext cx="202680" cy="2001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8F17471-9647-F3D9-F86B-A12D6FD71554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332680" y="3157251"/>
                  <a:ext cx="2383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23F2901-B709-33C9-89F2-0A0F4DA56632}"/>
                    </a:ext>
                  </a:extLst>
                </p14:cNvPr>
                <p14:cNvContentPartPr/>
                <p14:nvPr/>
              </p14:nvContentPartPr>
              <p14:xfrm>
                <a:off x="5237640" y="2990571"/>
                <a:ext cx="467280" cy="4878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23F2901-B709-33C9-89F2-0A0F4DA5663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219640" y="2972571"/>
                  <a:ext cx="502920" cy="52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4DA6215F-4B01-34F7-4613-A7C4828D3738}"/>
              </a:ext>
            </a:extLst>
          </p:cNvPr>
          <p:cNvGrpSpPr/>
          <p:nvPr/>
        </p:nvGrpSpPr>
        <p:grpSpPr>
          <a:xfrm>
            <a:off x="7861320" y="3186771"/>
            <a:ext cx="1260000" cy="1735560"/>
            <a:chOff x="7861320" y="3186771"/>
            <a:chExt cx="1260000" cy="173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EAD6182-3B04-3A92-4536-136A3CB1C3C4}"/>
                    </a:ext>
                  </a:extLst>
                </p14:cNvPr>
                <p14:cNvContentPartPr/>
                <p14:nvPr/>
              </p14:nvContentPartPr>
              <p14:xfrm>
                <a:off x="7988760" y="3340851"/>
                <a:ext cx="166680" cy="2851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EAD6182-3B04-3A92-4536-136A3CB1C3C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971120" y="3322851"/>
                  <a:ext cx="20232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31B5B0F-CDFE-898C-5AE6-BC004C97D953}"/>
                    </a:ext>
                  </a:extLst>
                </p14:cNvPr>
                <p14:cNvContentPartPr/>
                <p14:nvPr/>
              </p14:nvContentPartPr>
              <p14:xfrm>
                <a:off x="7861320" y="3186771"/>
                <a:ext cx="541080" cy="5702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31B5B0F-CDFE-898C-5AE6-BC004C97D953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843680" y="3168771"/>
                  <a:ext cx="576720" cy="60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8475578-07C6-0796-EF93-A6C353505B70}"/>
                    </a:ext>
                  </a:extLst>
                </p14:cNvPr>
                <p14:cNvContentPartPr/>
                <p14:nvPr/>
              </p14:nvContentPartPr>
              <p14:xfrm>
                <a:off x="8250480" y="3597891"/>
                <a:ext cx="794160" cy="12902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8475578-07C6-0796-EF93-A6C353505B70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232480" y="3579891"/>
                  <a:ext cx="829800" cy="13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14A782D-A6EE-D2AE-304B-78D4F18669DB}"/>
                    </a:ext>
                  </a:extLst>
                </p14:cNvPr>
                <p14:cNvContentPartPr/>
                <p14:nvPr/>
              </p14:nvContentPartPr>
              <p14:xfrm>
                <a:off x="8943480" y="4624611"/>
                <a:ext cx="177840" cy="2977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14A782D-A6EE-D2AE-304B-78D4F18669DB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925480" y="4606971"/>
                  <a:ext cx="213480" cy="333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93505799-19D5-B89D-E8C9-8265996DD380}"/>
                  </a:ext>
                </a:extLst>
              </p14:cNvPr>
              <p14:cNvContentPartPr/>
              <p14:nvPr/>
            </p14:nvContentPartPr>
            <p14:xfrm>
              <a:off x="9376920" y="4527411"/>
              <a:ext cx="88560" cy="31176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93505799-19D5-B89D-E8C9-8265996DD380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9358920" y="4509411"/>
                <a:ext cx="124200" cy="34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EBFAF94C-1957-5542-D450-B73E67C9C5A4}"/>
                  </a:ext>
                </a:extLst>
              </p14:cNvPr>
              <p14:cNvContentPartPr/>
              <p14:nvPr/>
            </p14:nvContentPartPr>
            <p14:xfrm>
              <a:off x="9534960" y="4486731"/>
              <a:ext cx="200160" cy="24300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EBFAF94C-1957-5542-D450-B73E67C9C5A4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9516960" y="4469091"/>
                <a:ext cx="23580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99EF38E3-1D7D-AA12-7956-53331C6C4FAE}"/>
                  </a:ext>
                </a:extLst>
              </p14:cNvPr>
              <p14:cNvContentPartPr/>
              <p14:nvPr/>
            </p14:nvContentPartPr>
            <p14:xfrm>
              <a:off x="9796680" y="4459371"/>
              <a:ext cx="96120" cy="17172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99EF38E3-1D7D-AA12-7956-53331C6C4FAE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9779040" y="4441731"/>
                <a:ext cx="13176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BC277AB0-E547-D3D6-A588-FEED8C07CE0A}"/>
                  </a:ext>
                </a:extLst>
              </p14:cNvPr>
              <p14:cNvContentPartPr/>
              <p14:nvPr/>
            </p14:nvContentPartPr>
            <p14:xfrm>
              <a:off x="9917640" y="4400331"/>
              <a:ext cx="192600" cy="15588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BC277AB0-E547-D3D6-A588-FEED8C07CE0A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9900000" y="4382331"/>
                <a:ext cx="22824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B00A3DED-C4AF-B638-88A6-A1E8EB5283B7}"/>
                  </a:ext>
                </a:extLst>
              </p14:cNvPr>
              <p14:cNvContentPartPr/>
              <p14:nvPr/>
            </p14:nvContentPartPr>
            <p14:xfrm>
              <a:off x="10135800" y="4281531"/>
              <a:ext cx="127800" cy="23940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B00A3DED-C4AF-B638-88A6-A1E8EB5283B7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10118160" y="4263531"/>
                <a:ext cx="163440" cy="275040"/>
              </a:xfrm>
              <a:prstGeom prst="rect">
                <a:avLst/>
              </a:prstGeom>
            </p:spPr>
          </p:pic>
        </mc:Fallback>
      </mc:AlternateContent>
      <p:grpSp>
        <p:nvGrpSpPr>
          <p:cNvPr id="87" name="Group 86">
            <a:extLst>
              <a:ext uri="{FF2B5EF4-FFF2-40B4-BE49-F238E27FC236}">
                <a16:creationId xmlns:a16="http://schemas.microsoft.com/office/drawing/2014/main" id="{645123F7-6CCA-88B3-AFCA-19426F78FD82}"/>
              </a:ext>
            </a:extLst>
          </p:cNvPr>
          <p:cNvGrpSpPr/>
          <p:nvPr/>
        </p:nvGrpSpPr>
        <p:grpSpPr>
          <a:xfrm>
            <a:off x="10477440" y="3657651"/>
            <a:ext cx="1473480" cy="842760"/>
            <a:chOff x="10477440" y="3657651"/>
            <a:chExt cx="1473480" cy="84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EC6BE73-1BCA-21F1-051E-E42AC658BCEF}"/>
                    </a:ext>
                  </a:extLst>
                </p14:cNvPr>
                <p14:cNvContentPartPr/>
                <p14:nvPr/>
              </p14:nvContentPartPr>
              <p14:xfrm>
                <a:off x="10477440" y="4142211"/>
                <a:ext cx="276120" cy="2332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EC6BE73-1BCA-21F1-051E-E42AC658BCEF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459800" y="4124571"/>
                  <a:ext cx="31176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9308B73-1D0A-345A-758B-B5A655C10789}"/>
                    </a:ext>
                  </a:extLst>
                </p14:cNvPr>
                <p14:cNvContentPartPr/>
                <p14:nvPr/>
              </p14:nvContentPartPr>
              <p14:xfrm>
                <a:off x="10781640" y="4120971"/>
                <a:ext cx="54360" cy="788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9308B73-1D0A-345A-758B-B5A655C10789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763640" y="4103331"/>
                  <a:ext cx="900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B83ED38-68F7-9A24-4526-191D5D61999D}"/>
                    </a:ext>
                  </a:extLst>
                </p14:cNvPr>
                <p14:cNvContentPartPr/>
                <p14:nvPr/>
              </p14:nvContentPartPr>
              <p14:xfrm>
                <a:off x="10884960" y="4039611"/>
                <a:ext cx="105120" cy="1152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B83ED38-68F7-9A24-4526-191D5D61999D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867320" y="4021971"/>
                  <a:ext cx="1407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E6E19F5-E54B-D858-F212-6D8144A389B5}"/>
                    </a:ext>
                  </a:extLst>
                </p14:cNvPr>
                <p14:cNvContentPartPr/>
                <p14:nvPr/>
              </p14:nvContentPartPr>
              <p14:xfrm>
                <a:off x="11025360" y="3978051"/>
                <a:ext cx="138600" cy="961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E6E19F5-E54B-D858-F212-6D8144A389B5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1007360" y="3960051"/>
                  <a:ext cx="1742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84191BC-C838-8D0E-6A55-E42B98C4DDB1}"/>
                    </a:ext>
                  </a:extLst>
                </p14:cNvPr>
                <p14:cNvContentPartPr/>
                <p14:nvPr/>
              </p14:nvContentPartPr>
              <p14:xfrm>
                <a:off x="11278440" y="3844131"/>
                <a:ext cx="54720" cy="1753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84191BC-C838-8D0E-6A55-E42B98C4DDB1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1260800" y="3826491"/>
                  <a:ext cx="903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E631CA6-498E-7F93-6FFF-768F1807117B}"/>
                    </a:ext>
                  </a:extLst>
                </p14:cNvPr>
                <p14:cNvContentPartPr/>
                <p14:nvPr/>
              </p14:nvContentPartPr>
              <p14:xfrm>
                <a:off x="11436840" y="3814251"/>
                <a:ext cx="166320" cy="1260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E631CA6-498E-7F93-6FFF-768F1807117B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1419200" y="3796611"/>
                  <a:ext cx="2019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F092A18-4427-10B1-13E2-2E6999EB8545}"/>
                    </a:ext>
                  </a:extLst>
                </p14:cNvPr>
                <p14:cNvContentPartPr/>
                <p14:nvPr/>
              </p14:nvContentPartPr>
              <p14:xfrm>
                <a:off x="11635560" y="3775731"/>
                <a:ext cx="89280" cy="831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F092A18-4427-10B1-13E2-2E6999EB8545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1617920" y="3757731"/>
                  <a:ext cx="12492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552EB8D-6B56-A266-F698-D97A688D1891}"/>
                    </a:ext>
                  </a:extLst>
                </p14:cNvPr>
                <p14:cNvContentPartPr/>
                <p14:nvPr/>
              </p14:nvContentPartPr>
              <p14:xfrm>
                <a:off x="11773440" y="3669891"/>
                <a:ext cx="88920" cy="1537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552EB8D-6B56-A266-F698-D97A688D1891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1755800" y="3652251"/>
                  <a:ext cx="1245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E7C9621-3B4B-1100-527D-E91BC86DAAB3}"/>
                    </a:ext>
                  </a:extLst>
                </p14:cNvPr>
                <p14:cNvContentPartPr/>
                <p14:nvPr/>
              </p14:nvContentPartPr>
              <p14:xfrm>
                <a:off x="11889720" y="3657651"/>
                <a:ext cx="20880" cy="356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E7C9621-3B4B-1100-527D-E91BC86DAAB3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1871720" y="3640011"/>
                  <a:ext cx="565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DBD6EA9-EBFF-D506-32A8-BC5794A1D526}"/>
                    </a:ext>
                  </a:extLst>
                </p14:cNvPr>
                <p14:cNvContentPartPr/>
                <p14:nvPr/>
              </p14:nvContentPartPr>
              <p14:xfrm>
                <a:off x="11854800" y="3659091"/>
                <a:ext cx="96120" cy="810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DBD6EA9-EBFF-D506-32A8-BC5794A1D526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1836800" y="3641091"/>
                  <a:ext cx="1317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4A9C631-4F1B-0D6E-2409-761B40C0FAD0}"/>
                    </a:ext>
                  </a:extLst>
                </p14:cNvPr>
                <p14:cNvContentPartPr/>
                <p14:nvPr/>
              </p14:nvContentPartPr>
              <p14:xfrm>
                <a:off x="10971360" y="4376211"/>
                <a:ext cx="253800" cy="1242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4A9C631-4F1B-0D6E-2409-761B40C0FAD0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0953720" y="4358571"/>
                  <a:ext cx="2894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60DE8C8-1969-4748-09C1-24C57E582FC9}"/>
                    </a:ext>
                  </a:extLst>
                </p14:cNvPr>
                <p14:cNvContentPartPr/>
                <p14:nvPr/>
              </p14:nvContentPartPr>
              <p14:xfrm>
                <a:off x="11264760" y="4257051"/>
                <a:ext cx="275760" cy="1252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60DE8C8-1969-4748-09C1-24C57E582FC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1246760" y="4239411"/>
                  <a:ext cx="31140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429515A-1636-08B0-FB55-CA9D59D2883A}"/>
                    </a:ext>
                  </a:extLst>
                </p14:cNvPr>
                <p14:cNvContentPartPr/>
                <p14:nvPr/>
              </p14:nvContentPartPr>
              <p14:xfrm>
                <a:off x="11547360" y="4082091"/>
                <a:ext cx="97920" cy="1796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429515A-1636-08B0-FB55-CA9D59D2883A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1529360" y="4064451"/>
                  <a:ext cx="1335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1BF4C71-3730-1433-0C8B-5E66111FE6DC}"/>
                    </a:ext>
                  </a:extLst>
                </p14:cNvPr>
                <p14:cNvContentPartPr/>
                <p14:nvPr/>
              </p14:nvContentPartPr>
              <p14:xfrm>
                <a:off x="11543040" y="4135731"/>
                <a:ext cx="113040" cy="784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1BF4C71-3730-1433-0C8B-5E66111FE6DC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1525400" y="4117731"/>
                  <a:ext cx="1486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0F22535-8BC4-9B3D-046B-3223982AF318}"/>
                    </a:ext>
                  </a:extLst>
                </p14:cNvPr>
                <p14:cNvContentPartPr/>
                <p14:nvPr/>
              </p14:nvContentPartPr>
              <p14:xfrm>
                <a:off x="11782800" y="4140771"/>
                <a:ext cx="18360" cy="237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0F22535-8BC4-9B3D-046B-3223982AF318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1764800" y="4122771"/>
                  <a:ext cx="540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1E1AB61-A230-1408-4AAF-00DD73AEFCD5}"/>
                    </a:ext>
                  </a:extLst>
                </p14:cNvPr>
                <p14:cNvContentPartPr/>
                <p14:nvPr/>
              </p14:nvContentPartPr>
              <p14:xfrm>
                <a:off x="11740680" y="4069851"/>
                <a:ext cx="121320" cy="1850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1E1AB61-A230-1408-4AAF-00DD73AEFCD5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1723040" y="4052211"/>
                  <a:ext cx="156960" cy="220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81601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E40D5-48A7-AEBA-37E9-EC877BC2F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AAF232-BBBE-2382-814A-72C229D6B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40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0AEF3BF5-54DB-58CD-E5D2-452FA92E2810}"/>
              </a:ext>
            </a:extLst>
          </p:cNvPr>
          <p:cNvGrpSpPr/>
          <p:nvPr/>
        </p:nvGrpSpPr>
        <p:grpSpPr>
          <a:xfrm>
            <a:off x="91800" y="1822011"/>
            <a:ext cx="9998280" cy="5061600"/>
            <a:chOff x="91800" y="1822011"/>
            <a:chExt cx="9998280" cy="506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EE84E6C-157C-9730-8943-1B313B0203DB}"/>
                    </a:ext>
                  </a:extLst>
                </p14:cNvPr>
                <p14:cNvContentPartPr/>
                <p14:nvPr/>
              </p14:nvContentPartPr>
              <p14:xfrm>
                <a:off x="3543840" y="4226811"/>
                <a:ext cx="56520" cy="13118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EE84E6C-157C-9730-8943-1B313B0203D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525840" y="4209171"/>
                  <a:ext cx="92160" cy="13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9055232-81ED-C143-F43E-26472EA34595}"/>
                    </a:ext>
                  </a:extLst>
                </p14:cNvPr>
                <p14:cNvContentPartPr/>
                <p14:nvPr/>
              </p14:nvContentPartPr>
              <p14:xfrm>
                <a:off x="3438360" y="4294491"/>
                <a:ext cx="1514160" cy="788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9055232-81ED-C143-F43E-26472EA3459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420360" y="4276851"/>
                  <a:ext cx="15498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7175D92-45C3-DB63-D242-0C4E72839278}"/>
                    </a:ext>
                  </a:extLst>
                </p14:cNvPr>
                <p14:cNvContentPartPr/>
                <p14:nvPr/>
              </p14:nvContentPartPr>
              <p14:xfrm>
                <a:off x="3586680" y="4358211"/>
                <a:ext cx="1486080" cy="14472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7175D92-45C3-DB63-D242-0C4E7283927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568680" y="4340211"/>
                  <a:ext cx="1521720" cy="148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6D9C6B2-FEDD-172C-810C-9974E1A375EA}"/>
                    </a:ext>
                  </a:extLst>
                </p14:cNvPr>
                <p14:cNvContentPartPr/>
                <p14:nvPr/>
              </p14:nvContentPartPr>
              <p14:xfrm>
                <a:off x="3655800" y="3921171"/>
                <a:ext cx="254160" cy="2588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6D9C6B2-FEDD-172C-810C-9974E1A375E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638160" y="3903171"/>
                  <a:ext cx="28980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F14E78A-03C7-4616-F7D7-72E7C22FE2D3}"/>
                    </a:ext>
                  </a:extLst>
                </p14:cNvPr>
                <p14:cNvContentPartPr/>
                <p14:nvPr/>
              </p14:nvContentPartPr>
              <p14:xfrm>
                <a:off x="3965760" y="3782931"/>
                <a:ext cx="126360" cy="3650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F14E78A-03C7-4616-F7D7-72E7C22FE2D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947760" y="3765291"/>
                  <a:ext cx="16200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A276AEB-3D61-DDC2-97E0-D6AAF025C2A2}"/>
                    </a:ext>
                  </a:extLst>
                </p14:cNvPr>
                <p14:cNvContentPartPr/>
                <p14:nvPr/>
              </p14:nvContentPartPr>
              <p14:xfrm>
                <a:off x="4015080" y="3708771"/>
                <a:ext cx="251640" cy="2898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A276AEB-3D61-DDC2-97E0-D6AAF025C2A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997440" y="3691131"/>
                  <a:ext cx="28728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3A55D1E-3FC5-35EA-AFE9-424A6B0E8E42}"/>
                    </a:ext>
                  </a:extLst>
                </p14:cNvPr>
                <p14:cNvContentPartPr/>
                <p14:nvPr/>
              </p14:nvContentPartPr>
              <p14:xfrm>
                <a:off x="4299840" y="3690411"/>
                <a:ext cx="6120" cy="133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3A55D1E-3FC5-35EA-AFE9-424A6B0E8E4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282200" y="3672411"/>
                  <a:ext cx="417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5134840-94B9-7C31-9A66-CB9CC754C54E}"/>
                    </a:ext>
                  </a:extLst>
                </p14:cNvPr>
                <p14:cNvContentPartPr/>
                <p14:nvPr/>
              </p14:nvContentPartPr>
              <p14:xfrm>
                <a:off x="4332240" y="3692931"/>
                <a:ext cx="15120" cy="201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5134840-94B9-7C31-9A66-CB9CC754C54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314600" y="3674931"/>
                  <a:ext cx="507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EBB7E54-755B-6F8B-E0A5-F55BBD1AC19B}"/>
                    </a:ext>
                  </a:extLst>
                </p14:cNvPr>
                <p14:cNvContentPartPr/>
                <p14:nvPr/>
              </p14:nvContentPartPr>
              <p14:xfrm>
                <a:off x="4323960" y="3704091"/>
                <a:ext cx="66240" cy="4050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EBB7E54-755B-6F8B-E0A5-F55BBD1AC19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305960" y="3686451"/>
                  <a:ext cx="10188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492DF1D-F21A-F3A1-8F86-2115CDAE749D}"/>
                    </a:ext>
                  </a:extLst>
                </p14:cNvPr>
                <p14:cNvContentPartPr/>
                <p14:nvPr/>
              </p14:nvContentPartPr>
              <p14:xfrm>
                <a:off x="4330800" y="3722091"/>
                <a:ext cx="93600" cy="1058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492DF1D-F21A-F3A1-8F86-2115CDAE749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13160" y="3704451"/>
                  <a:ext cx="1292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E1FED4D-ED7E-DDFA-2E57-8DC1AA8EA8ED}"/>
                    </a:ext>
                  </a:extLst>
                </p14:cNvPr>
                <p14:cNvContentPartPr/>
                <p14:nvPr/>
              </p14:nvContentPartPr>
              <p14:xfrm>
                <a:off x="4378320" y="3838011"/>
                <a:ext cx="73080" cy="540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E1FED4D-ED7E-DDFA-2E57-8DC1AA8EA8E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360680" y="3820371"/>
                  <a:ext cx="1087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13FA8F6-E1E8-0900-BA18-52F56546E229}"/>
                    </a:ext>
                  </a:extLst>
                </p14:cNvPr>
                <p14:cNvContentPartPr/>
                <p14:nvPr/>
              </p14:nvContentPartPr>
              <p14:xfrm>
                <a:off x="4570920" y="3709851"/>
                <a:ext cx="144720" cy="446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13FA8F6-E1E8-0900-BA18-52F56546E22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553280" y="3692211"/>
                  <a:ext cx="18036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446F4B4-C232-DBD4-B22F-A3AA9BC454A7}"/>
                    </a:ext>
                  </a:extLst>
                </p14:cNvPr>
                <p14:cNvContentPartPr/>
                <p14:nvPr/>
              </p14:nvContentPartPr>
              <p14:xfrm>
                <a:off x="4582800" y="3723531"/>
                <a:ext cx="138240" cy="2966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446F4B4-C232-DBD4-B22F-A3AA9BC454A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64800" y="3705531"/>
                  <a:ext cx="17388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A187ACB-E06E-45C6-2051-F6D2C2D1302B}"/>
                    </a:ext>
                  </a:extLst>
                </p14:cNvPr>
                <p14:cNvContentPartPr/>
                <p14:nvPr/>
              </p14:nvContentPartPr>
              <p14:xfrm>
                <a:off x="4810680" y="3739371"/>
                <a:ext cx="232920" cy="3171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A187ACB-E06E-45C6-2051-F6D2C2D1302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792680" y="3721731"/>
                  <a:ext cx="26856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7ADF54A-32AF-3F27-5DFC-E05FC908E2B8}"/>
                    </a:ext>
                  </a:extLst>
                </p14:cNvPr>
                <p14:cNvContentPartPr/>
                <p14:nvPr/>
              </p14:nvContentPartPr>
              <p14:xfrm>
                <a:off x="5027760" y="3506451"/>
                <a:ext cx="111960" cy="7156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7ADF54A-32AF-3F27-5DFC-E05FC908E2B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009760" y="3488451"/>
                  <a:ext cx="147600" cy="75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C89E4A7-4513-8833-0740-97A962E6D3C4}"/>
                    </a:ext>
                  </a:extLst>
                </p14:cNvPr>
                <p14:cNvContentPartPr/>
                <p14:nvPr/>
              </p14:nvContentPartPr>
              <p14:xfrm>
                <a:off x="5218920" y="3708411"/>
                <a:ext cx="149760" cy="601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C89E4A7-4513-8833-0740-97A962E6D3C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00920" y="3690771"/>
                  <a:ext cx="18540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16284FA-DE62-BB31-6D6B-0A3ED5204087}"/>
                    </a:ext>
                  </a:extLst>
                </p14:cNvPr>
                <p14:cNvContentPartPr/>
                <p14:nvPr/>
              </p14:nvContentPartPr>
              <p14:xfrm>
                <a:off x="5195880" y="3808131"/>
                <a:ext cx="113040" cy="2487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16284FA-DE62-BB31-6D6B-0A3ED520408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178240" y="3790131"/>
                  <a:ext cx="14868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335D474-F7CC-DC5A-0034-AEC4CB17CE8D}"/>
                    </a:ext>
                  </a:extLst>
                </p14:cNvPr>
                <p14:cNvContentPartPr/>
                <p14:nvPr/>
              </p14:nvContentPartPr>
              <p14:xfrm>
                <a:off x="5427000" y="3793011"/>
                <a:ext cx="166680" cy="3121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335D474-F7CC-DC5A-0034-AEC4CB17CE8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409360" y="3775011"/>
                  <a:ext cx="20232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821F50E-1F97-188A-0F5A-F915EC67E019}"/>
                    </a:ext>
                  </a:extLst>
                </p14:cNvPr>
                <p14:cNvContentPartPr/>
                <p14:nvPr/>
              </p14:nvContentPartPr>
              <p14:xfrm>
                <a:off x="8525520" y="3301611"/>
                <a:ext cx="165960" cy="3798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821F50E-1F97-188A-0F5A-F915EC67E01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507880" y="3283611"/>
                  <a:ext cx="20160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385A6DE-4E65-D33F-99E1-6653F9CFECE3}"/>
                    </a:ext>
                  </a:extLst>
                </p14:cNvPr>
                <p14:cNvContentPartPr/>
                <p14:nvPr/>
              </p14:nvContentPartPr>
              <p14:xfrm>
                <a:off x="8750160" y="3513651"/>
                <a:ext cx="394560" cy="1170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385A6DE-4E65-D33F-99E1-6653F9CFECE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732520" y="3495651"/>
                  <a:ext cx="4302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FF8B9CC-6A5A-D805-933E-74B27DF610D1}"/>
                    </a:ext>
                  </a:extLst>
                </p14:cNvPr>
                <p14:cNvContentPartPr/>
                <p14:nvPr/>
              </p14:nvContentPartPr>
              <p14:xfrm>
                <a:off x="9222120" y="3431571"/>
                <a:ext cx="133920" cy="2455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FF8B9CC-6A5A-D805-933E-74B27DF610D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204120" y="3413931"/>
                  <a:ext cx="16956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8102B84-DF1B-964D-C8E8-10FDFE5C7D44}"/>
                    </a:ext>
                  </a:extLst>
                </p14:cNvPr>
                <p14:cNvContentPartPr/>
                <p14:nvPr/>
              </p14:nvContentPartPr>
              <p14:xfrm>
                <a:off x="9435600" y="3455691"/>
                <a:ext cx="126360" cy="1634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8102B84-DF1B-964D-C8E8-10FDFE5C7D4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417600" y="3438051"/>
                  <a:ext cx="1620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8884311-A391-0764-3EE1-D44389DE415A}"/>
                    </a:ext>
                  </a:extLst>
                </p14:cNvPr>
                <p14:cNvContentPartPr/>
                <p14:nvPr/>
              </p14:nvContentPartPr>
              <p14:xfrm>
                <a:off x="9638280" y="3376851"/>
                <a:ext cx="146160" cy="1886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8884311-A391-0764-3EE1-D44389DE415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620280" y="3358851"/>
                  <a:ext cx="1818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A2D88FD-2AF4-E23A-F7A0-834173960604}"/>
                    </a:ext>
                  </a:extLst>
                </p14:cNvPr>
                <p14:cNvContentPartPr/>
                <p14:nvPr/>
              </p14:nvContentPartPr>
              <p14:xfrm>
                <a:off x="9887400" y="3342291"/>
                <a:ext cx="153360" cy="2865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A2D88FD-2AF4-E23A-F7A0-83417396060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869400" y="3324291"/>
                  <a:ext cx="1890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7ED098D-AE55-69C5-D2C0-3035C191C9C3}"/>
                    </a:ext>
                  </a:extLst>
                </p14:cNvPr>
                <p14:cNvContentPartPr/>
                <p14:nvPr/>
              </p14:nvContentPartPr>
              <p14:xfrm>
                <a:off x="6385680" y="4526691"/>
                <a:ext cx="51840" cy="9219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7ED098D-AE55-69C5-D2C0-3035C191C9C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368040" y="4509051"/>
                  <a:ext cx="87480" cy="9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46E427F-5266-4EE2-111C-68A76F2A766A}"/>
                    </a:ext>
                  </a:extLst>
                </p14:cNvPr>
                <p14:cNvContentPartPr/>
                <p14:nvPr/>
              </p14:nvContentPartPr>
              <p14:xfrm>
                <a:off x="6415560" y="4637571"/>
                <a:ext cx="727560" cy="770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46E427F-5266-4EE2-111C-68A76F2A766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397920" y="4619931"/>
                  <a:ext cx="7632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7026680-435C-C91B-E246-4E943B2ADB0A}"/>
                    </a:ext>
                  </a:extLst>
                </p14:cNvPr>
                <p14:cNvContentPartPr/>
                <p14:nvPr/>
              </p14:nvContentPartPr>
              <p14:xfrm>
                <a:off x="6427800" y="4644411"/>
                <a:ext cx="944640" cy="9975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7026680-435C-C91B-E246-4E943B2ADB0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410160" y="4626411"/>
                  <a:ext cx="980280" cy="10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E33A430-066E-01C1-53A6-ED53DA32E222}"/>
                    </a:ext>
                  </a:extLst>
                </p14:cNvPr>
                <p14:cNvContentPartPr/>
                <p14:nvPr/>
              </p14:nvContentPartPr>
              <p14:xfrm>
                <a:off x="6519960" y="4004331"/>
                <a:ext cx="56520" cy="4939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E33A430-066E-01C1-53A6-ED53DA32E22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502320" y="3986691"/>
                  <a:ext cx="92160" cy="52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DA39BF7-5D59-A764-2990-0666D447E2AB}"/>
                    </a:ext>
                  </a:extLst>
                </p14:cNvPr>
                <p14:cNvContentPartPr/>
                <p14:nvPr/>
              </p14:nvContentPartPr>
              <p14:xfrm>
                <a:off x="6525720" y="4044651"/>
                <a:ext cx="256320" cy="3240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DA39BF7-5D59-A764-2990-0666D447E2A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508080" y="4026651"/>
                  <a:ext cx="29196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6C5B275-B2FA-FE9B-2D4E-A32CEB71A12D}"/>
                    </a:ext>
                  </a:extLst>
                </p14:cNvPr>
                <p14:cNvContentPartPr/>
                <p14:nvPr/>
              </p14:nvContentPartPr>
              <p14:xfrm>
                <a:off x="6538320" y="4214211"/>
                <a:ext cx="229680" cy="1144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6C5B275-B2FA-FE9B-2D4E-A32CEB71A12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520320" y="4196211"/>
                  <a:ext cx="2653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F1D176E-B90D-6C5A-F63C-7B393A86D7A9}"/>
                    </a:ext>
                  </a:extLst>
                </p14:cNvPr>
                <p14:cNvContentPartPr/>
                <p14:nvPr/>
              </p14:nvContentPartPr>
              <p14:xfrm>
                <a:off x="6810840" y="4065171"/>
                <a:ext cx="70920" cy="2962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F1D176E-B90D-6C5A-F63C-7B393A86D7A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793200" y="4047531"/>
                  <a:ext cx="10656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97856B1-28BF-BF86-72E4-880FC2BD66DA}"/>
                    </a:ext>
                  </a:extLst>
                </p14:cNvPr>
                <p14:cNvContentPartPr/>
                <p14:nvPr/>
              </p14:nvContentPartPr>
              <p14:xfrm>
                <a:off x="6811560" y="4007211"/>
                <a:ext cx="136800" cy="939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97856B1-28BF-BF86-72E4-880FC2BD66D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793560" y="3989571"/>
                  <a:ext cx="17244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46046A7-A670-621E-22A1-37C1E46AF92B}"/>
                    </a:ext>
                  </a:extLst>
                </p14:cNvPr>
                <p14:cNvContentPartPr/>
                <p14:nvPr/>
              </p14:nvContentPartPr>
              <p14:xfrm>
                <a:off x="6857280" y="4101891"/>
                <a:ext cx="149400" cy="1364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46046A7-A670-621E-22A1-37C1E46AF92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839640" y="4084251"/>
                  <a:ext cx="1850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40E786C-E77C-6F7C-E0DC-F24F4BED8181}"/>
                    </a:ext>
                  </a:extLst>
                </p14:cNvPr>
                <p14:cNvContentPartPr/>
                <p14:nvPr/>
              </p14:nvContentPartPr>
              <p14:xfrm>
                <a:off x="7044480" y="4100091"/>
                <a:ext cx="84240" cy="2577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40E786C-E77C-6F7C-E0DC-F24F4BED818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026840" y="4082091"/>
                  <a:ext cx="11988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2A7E84A-ECE8-2813-7801-2718E471184A}"/>
                    </a:ext>
                  </a:extLst>
                </p14:cNvPr>
                <p14:cNvContentPartPr/>
                <p14:nvPr/>
              </p14:nvContentPartPr>
              <p14:xfrm>
                <a:off x="7077600" y="4021971"/>
                <a:ext cx="92880" cy="532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2A7E84A-ECE8-2813-7801-2718E471184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059600" y="4003971"/>
                  <a:ext cx="1285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FEFC0AC-732C-F75A-365B-59DFF49D5EF8}"/>
                    </a:ext>
                  </a:extLst>
                </p14:cNvPr>
                <p14:cNvContentPartPr/>
                <p14:nvPr/>
              </p14:nvContentPartPr>
              <p14:xfrm>
                <a:off x="7130880" y="4160571"/>
                <a:ext cx="116280" cy="975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FEFC0AC-732C-F75A-365B-59DFF49D5EF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113240" y="4142931"/>
                  <a:ext cx="1519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7421868-2E6E-1C1B-3923-4726106095AA}"/>
                    </a:ext>
                  </a:extLst>
                </p14:cNvPr>
                <p14:cNvContentPartPr/>
                <p14:nvPr/>
              </p14:nvContentPartPr>
              <p14:xfrm>
                <a:off x="7160760" y="4283331"/>
                <a:ext cx="277200" cy="1234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7421868-2E6E-1C1B-3923-4726106095A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143120" y="4265331"/>
                  <a:ext cx="3128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34FDDEE-6EDD-9533-6E0C-575D17FC0141}"/>
                    </a:ext>
                  </a:extLst>
                </p14:cNvPr>
                <p14:cNvContentPartPr/>
                <p14:nvPr/>
              </p14:nvContentPartPr>
              <p14:xfrm>
                <a:off x="8553240" y="4276131"/>
                <a:ext cx="308160" cy="364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34FDDEE-6EDD-9533-6E0C-575D17FC014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535240" y="4258491"/>
                  <a:ext cx="34380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3537562-0FAC-D7F0-B6BC-FF74AAB75EB3}"/>
                    </a:ext>
                  </a:extLst>
                </p14:cNvPr>
                <p14:cNvContentPartPr/>
                <p14:nvPr/>
              </p14:nvContentPartPr>
              <p14:xfrm>
                <a:off x="8577360" y="5020611"/>
                <a:ext cx="310680" cy="3682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3537562-0FAC-D7F0-B6BC-FF74AAB75EB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559360" y="5002971"/>
                  <a:ext cx="34632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857DE90-B242-1CD6-40F9-3E634546478D}"/>
                    </a:ext>
                  </a:extLst>
                </p14:cNvPr>
                <p14:cNvContentPartPr/>
                <p14:nvPr/>
              </p14:nvContentPartPr>
              <p14:xfrm>
                <a:off x="8588160" y="5698131"/>
                <a:ext cx="321480" cy="4050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857DE90-B242-1CD6-40F9-3E634546478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570520" y="5680131"/>
                  <a:ext cx="35712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F6A3AE9-D3EC-460F-0D11-50FE08F9C8D0}"/>
                    </a:ext>
                  </a:extLst>
                </p14:cNvPr>
                <p14:cNvContentPartPr/>
                <p14:nvPr/>
              </p14:nvContentPartPr>
              <p14:xfrm>
                <a:off x="8643960" y="6329211"/>
                <a:ext cx="211680" cy="2599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F6A3AE9-D3EC-460F-0D11-50FE08F9C8D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625960" y="6311571"/>
                  <a:ext cx="24732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77C0090-61A9-9010-1C7A-9FE2E1F33E07}"/>
                    </a:ext>
                  </a:extLst>
                </p14:cNvPr>
                <p14:cNvContentPartPr/>
                <p14:nvPr/>
              </p14:nvContentPartPr>
              <p14:xfrm>
                <a:off x="9277200" y="4254891"/>
                <a:ext cx="250560" cy="3362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77C0090-61A9-9010-1C7A-9FE2E1F33E0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259200" y="4237251"/>
                  <a:ext cx="28620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810533F-0D8C-E7B5-EC9D-2638067C5BAE}"/>
                    </a:ext>
                  </a:extLst>
                </p14:cNvPr>
                <p14:cNvContentPartPr/>
                <p14:nvPr/>
              </p14:nvContentPartPr>
              <p14:xfrm>
                <a:off x="9298440" y="4929531"/>
                <a:ext cx="175680" cy="2365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810533F-0D8C-E7B5-EC9D-2638067C5BA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280440" y="4911531"/>
                  <a:ext cx="21132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F3E72C3-9293-69B7-5EC4-9352F6D8839B}"/>
                    </a:ext>
                  </a:extLst>
                </p14:cNvPr>
                <p14:cNvContentPartPr/>
                <p14:nvPr/>
              </p14:nvContentPartPr>
              <p14:xfrm>
                <a:off x="9316440" y="5578251"/>
                <a:ext cx="208080" cy="2494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F3E72C3-9293-69B7-5EC4-9352F6D8839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298800" y="5560251"/>
                  <a:ext cx="24372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8F1AFDB-F534-44DD-3184-0EAD9BB6BC32}"/>
                    </a:ext>
                  </a:extLst>
                </p14:cNvPr>
                <p14:cNvContentPartPr/>
                <p14:nvPr/>
              </p14:nvContentPartPr>
              <p14:xfrm>
                <a:off x="9372240" y="6199611"/>
                <a:ext cx="205560" cy="2991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8F1AFDB-F534-44DD-3184-0EAD9BB6BC3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354240" y="6181611"/>
                  <a:ext cx="24120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E5EB42F-AB67-E700-0DDC-A8CCD69016C5}"/>
                    </a:ext>
                  </a:extLst>
                </p14:cNvPr>
                <p14:cNvContentPartPr/>
                <p14:nvPr/>
              </p14:nvContentPartPr>
              <p14:xfrm>
                <a:off x="8392320" y="4030251"/>
                <a:ext cx="1161360" cy="1051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E5EB42F-AB67-E700-0DDC-A8CCD69016C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374320" y="4012251"/>
                  <a:ext cx="11970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CF98DA9-2D10-6CD0-3261-883B40B29995}"/>
                    </a:ext>
                  </a:extLst>
                </p14:cNvPr>
                <p14:cNvContentPartPr/>
                <p14:nvPr/>
              </p14:nvContentPartPr>
              <p14:xfrm>
                <a:off x="8543520" y="3993531"/>
                <a:ext cx="1546560" cy="28900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CF98DA9-2D10-6CD0-3261-883B40B2999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525880" y="3975531"/>
                  <a:ext cx="1582200" cy="29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BED8804-3534-60A1-8A63-2F8B2685B039}"/>
                    </a:ext>
                  </a:extLst>
                </p14:cNvPr>
                <p14:cNvContentPartPr/>
                <p14:nvPr/>
              </p14:nvContentPartPr>
              <p14:xfrm>
                <a:off x="8249760" y="4344531"/>
                <a:ext cx="161640" cy="19972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BED8804-3534-60A1-8A63-2F8B2685B03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231760" y="4326531"/>
                  <a:ext cx="197280" cy="20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19DEF18-B9A3-6672-0EF8-C0902DEBF908}"/>
                    </a:ext>
                  </a:extLst>
                </p14:cNvPr>
                <p14:cNvContentPartPr/>
                <p14:nvPr/>
              </p14:nvContentPartPr>
              <p14:xfrm>
                <a:off x="7274880" y="4616331"/>
                <a:ext cx="1204560" cy="3456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19DEF18-B9A3-6672-0EF8-C0902DEBF90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257240" y="4598691"/>
                  <a:ext cx="124020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D22E4CB-F445-9F26-F1F7-CF0275ECC83F}"/>
                    </a:ext>
                  </a:extLst>
                </p14:cNvPr>
                <p14:cNvContentPartPr/>
                <p14:nvPr/>
              </p14:nvContentPartPr>
              <p14:xfrm>
                <a:off x="7383600" y="5192331"/>
                <a:ext cx="1109160" cy="2012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D22E4CB-F445-9F26-F1F7-CF0275ECC83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365960" y="5174691"/>
                  <a:ext cx="11448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0123C03-D611-2106-7CCA-B90A4518C155}"/>
                    </a:ext>
                  </a:extLst>
                </p14:cNvPr>
                <p14:cNvContentPartPr/>
                <p14:nvPr/>
              </p14:nvContentPartPr>
              <p14:xfrm>
                <a:off x="7368120" y="5478171"/>
                <a:ext cx="1110240" cy="8413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0123C03-D611-2106-7CCA-B90A4518C15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350120" y="5460171"/>
                  <a:ext cx="1145880" cy="87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2CA6B96-400A-20AD-B21C-AFA8C044D70D}"/>
                    </a:ext>
                  </a:extLst>
                </p14:cNvPr>
                <p14:cNvContentPartPr/>
                <p14:nvPr/>
              </p14:nvContentPartPr>
              <p14:xfrm>
                <a:off x="4790520" y="5040411"/>
                <a:ext cx="1580400" cy="396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2CA6B96-400A-20AD-B21C-AFA8C044D70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772520" y="5022771"/>
                  <a:ext cx="16160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6D6129D-7E05-2DFC-AA0B-37CFA67EA0A5}"/>
                    </a:ext>
                  </a:extLst>
                </p14:cNvPr>
                <p14:cNvContentPartPr/>
                <p14:nvPr/>
              </p14:nvContentPartPr>
              <p14:xfrm>
                <a:off x="4948200" y="4853931"/>
                <a:ext cx="378720" cy="2523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6D6129D-7E05-2DFC-AA0B-37CFA67EA0A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930560" y="4836291"/>
                  <a:ext cx="41436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F244ACB-B7B9-185B-6A84-A0B371E38783}"/>
                    </a:ext>
                  </a:extLst>
                </p14:cNvPr>
                <p14:cNvContentPartPr/>
                <p14:nvPr/>
              </p14:nvContentPartPr>
              <p14:xfrm>
                <a:off x="6080400" y="4884891"/>
                <a:ext cx="273960" cy="3682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F244ACB-B7B9-185B-6A84-A0B371E3878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062400" y="4867251"/>
                  <a:ext cx="30960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E707D62-7922-CDA0-800D-F1C45DED7358}"/>
                    </a:ext>
                  </a:extLst>
                </p14:cNvPr>
                <p14:cNvContentPartPr/>
                <p14:nvPr/>
              </p14:nvContentPartPr>
              <p14:xfrm>
                <a:off x="5471640" y="2939811"/>
                <a:ext cx="629280" cy="19231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E707D62-7922-CDA0-800D-F1C45DED735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453640" y="2922171"/>
                  <a:ext cx="664920" cy="19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730F8C1-2644-4822-6789-54DA352EBDEF}"/>
                    </a:ext>
                  </a:extLst>
                </p14:cNvPr>
                <p14:cNvContentPartPr/>
                <p14:nvPr/>
              </p14:nvContentPartPr>
              <p14:xfrm>
                <a:off x="6030360" y="2556411"/>
                <a:ext cx="277200" cy="3225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730F8C1-2644-4822-6789-54DA352EBDE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012360" y="2538771"/>
                  <a:ext cx="31284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4A8F2CC-FCE3-BEBE-44BD-061F00E4CDE2}"/>
                    </a:ext>
                  </a:extLst>
                </p14:cNvPr>
                <p14:cNvContentPartPr/>
                <p14:nvPr/>
              </p14:nvContentPartPr>
              <p14:xfrm>
                <a:off x="6044400" y="2511771"/>
                <a:ext cx="288000" cy="3837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4A8F2CC-FCE3-BEBE-44BD-061F00E4CDE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026760" y="2493771"/>
                  <a:ext cx="323640" cy="4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AE47D09-9CA4-72F5-88D0-5FCC62C8098F}"/>
                    </a:ext>
                  </a:extLst>
                </p14:cNvPr>
                <p14:cNvContentPartPr/>
                <p14:nvPr/>
              </p14:nvContentPartPr>
              <p14:xfrm>
                <a:off x="6386760" y="2515371"/>
                <a:ext cx="131400" cy="1418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AE47D09-9CA4-72F5-88D0-5FCC62C8098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368760" y="2497371"/>
                  <a:ext cx="1670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ED3C1EE-D947-4846-46CE-89AC69E7A78D}"/>
                    </a:ext>
                  </a:extLst>
                </p14:cNvPr>
                <p14:cNvContentPartPr/>
                <p14:nvPr/>
              </p14:nvContentPartPr>
              <p14:xfrm>
                <a:off x="6424920" y="2344371"/>
                <a:ext cx="6120" cy="144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ED3C1EE-D947-4846-46CE-89AC69E7A78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406920" y="2326371"/>
                  <a:ext cx="417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6A27A9A-EAE7-33FB-6D9E-B6DC9942476C}"/>
                    </a:ext>
                  </a:extLst>
                </p14:cNvPr>
                <p14:cNvContentPartPr/>
                <p14:nvPr/>
              </p14:nvContentPartPr>
              <p14:xfrm>
                <a:off x="6474600" y="2344371"/>
                <a:ext cx="155520" cy="2012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6A27A9A-EAE7-33FB-6D9E-B6DC9942476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456600" y="2326371"/>
                  <a:ext cx="19116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5B4215E-35A0-5B93-C56C-E34B5D374060}"/>
                    </a:ext>
                  </a:extLst>
                </p14:cNvPr>
                <p14:cNvContentPartPr/>
                <p14:nvPr/>
              </p14:nvContentPartPr>
              <p14:xfrm>
                <a:off x="6700680" y="2261211"/>
                <a:ext cx="80280" cy="1382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5B4215E-35A0-5B93-C56C-E34B5D37406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682680" y="2243211"/>
                  <a:ext cx="11592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B4D64CD-702C-A77C-7909-AC7CD6757F88}"/>
                    </a:ext>
                  </a:extLst>
                </p14:cNvPr>
                <p14:cNvContentPartPr/>
                <p14:nvPr/>
              </p14:nvContentPartPr>
              <p14:xfrm>
                <a:off x="6634080" y="2135211"/>
                <a:ext cx="42840" cy="86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B4D64CD-702C-A77C-7909-AC7CD6757F8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616080" y="2117211"/>
                  <a:ext cx="784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BA7EA1D-3B4D-DF2F-3444-E2E39C1655B7}"/>
                    </a:ext>
                  </a:extLst>
                </p14:cNvPr>
                <p14:cNvContentPartPr/>
                <p14:nvPr/>
              </p14:nvContentPartPr>
              <p14:xfrm>
                <a:off x="6741000" y="2081211"/>
                <a:ext cx="192960" cy="2145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BA7EA1D-3B4D-DF2F-3444-E2E39C1655B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723000" y="2063571"/>
                  <a:ext cx="22860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50DFC69-D647-E422-FA08-FE4856870258}"/>
                    </a:ext>
                  </a:extLst>
                </p14:cNvPr>
                <p14:cNvContentPartPr/>
                <p14:nvPr/>
              </p14:nvContentPartPr>
              <p14:xfrm>
                <a:off x="6874200" y="2014611"/>
                <a:ext cx="268560" cy="2160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50DFC69-D647-E422-FA08-FE485687025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856560" y="1996611"/>
                  <a:ext cx="30420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CD5F7FB-C39F-A3CB-66B7-19847F3AAD29}"/>
                    </a:ext>
                  </a:extLst>
                </p14:cNvPr>
                <p14:cNvContentPartPr/>
                <p14:nvPr/>
              </p14:nvContentPartPr>
              <p14:xfrm>
                <a:off x="7108920" y="1822011"/>
                <a:ext cx="186120" cy="3294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CD5F7FB-C39F-A3CB-66B7-19847F3AAD2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090920" y="1804371"/>
                  <a:ext cx="22176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9F836B6-B6C7-A2CD-5406-C50422C8B3CA}"/>
                    </a:ext>
                  </a:extLst>
                </p14:cNvPr>
                <p14:cNvContentPartPr/>
                <p14:nvPr/>
              </p14:nvContentPartPr>
              <p14:xfrm>
                <a:off x="6878520" y="2812731"/>
                <a:ext cx="93960" cy="1069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9F836B6-B6C7-A2CD-5406-C50422C8B3C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860520" y="2795091"/>
                  <a:ext cx="1296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F8E42D7-4BCB-E04C-50B5-41E42D4ADD24}"/>
                    </a:ext>
                  </a:extLst>
                </p14:cNvPr>
                <p14:cNvContentPartPr/>
                <p14:nvPr/>
              </p14:nvContentPartPr>
              <p14:xfrm>
                <a:off x="6809040" y="2655771"/>
                <a:ext cx="43200" cy="100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F8E42D7-4BCB-E04C-50B5-41E42D4ADD2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791400" y="2637771"/>
                  <a:ext cx="788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1E35F22-9B57-7091-600F-2B766A441BEE}"/>
                    </a:ext>
                  </a:extLst>
                </p14:cNvPr>
                <p14:cNvContentPartPr/>
                <p14:nvPr/>
              </p14:nvContentPartPr>
              <p14:xfrm>
                <a:off x="7011000" y="2692851"/>
                <a:ext cx="119520" cy="1123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1E35F22-9B57-7091-600F-2B766A441BE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993360" y="2675211"/>
                  <a:ext cx="15516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04B3544-1E59-B3FC-7029-888D0BC237D1}"/>
                    </a:ext>
                  </a:extLst>
                </p14:cNvPr>
                <p14:cNvContentPartPr/>
                <p14:nvPr/>
              </p14:nvContentPartPr>
              <p14:xfrm>
                <a:off x="7104600" y="2476131"/>
                <a:ext cx="147600" cy="1778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04B3544-1E59-B3FC-7029-888D0BC237D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086600" y="2458491"/>
                  <a:ext cx="1832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4C44BAF-5A96-5533-D6B6-E324788440D1}"/>
                    </a:ext>
                  </a:extLst>
                </p14:cNvPr>
                <p14:cNvContentPartPr/>
                <p14:nvPr/>
              </p14:nvContentPartPr>
              <p14:xfrm>
                <a:off x="7126200" y="2480091"/>
                <a:ext cx="117720" cy="1353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4C44BAF-5A96-5533-D6B6-E324788440D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108560" y="2462451"/>
                  <a:ext cx="1533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BE8E9A0-4A3B-309D-0E30-C5449CDB32DB}"/>
                    </a:ext>
                  </a:extLst>
                </p14:cNvPr>
                <p14:cNvContentPartPr/>
                <p14:nvPr/>
              </p14:nvContentPartPr>
              <p14:xfrm>
                <a:off x="7322400" y="2421771"/>
                <a:ext cx="187920" cy="2217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BE8E9A0-4A3B-309D-0E30-C5449CDB32D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304760" y="2403771"/>
                  <a:ext cx="22356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EDD9E7B-B829-7306-3CD7-DEC982EEF075}"/>
                    </a:ext>
                  </a:extLst>
                </p14:cNvPr>
                <p14:cNvContentPartPr/>
                <p14:nvPr/>
              </p14:nvContentPartPr>
              <p14:xfrm>
                <a:off x="7418520" y="2306931"/>
                <a:ext cx="99000" cy="1843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EDD9E7B-B829-7306-3CD7-DEC982EEF07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400520" y="2289291"/>
                  <a:ext cx="13464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2D1F556-2E5D-7D00-EE92-F7DE945B2E69}"/>
                    </a:ext>
                  </a:extLst>
                </p14:cNvPr>
                <p14:cNvContentPartPr/>
                <p14:nvPr/>
              </p14:nvContentPartPr>
              <p14:xfrm>
                <a:off x="7521840" y="2129451"/>
                <a:ext cx="144000" cy="2703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2D1F556-2E5D-7D00-EE92-F7DE945B2E6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504200" y="2111451"/>
                  <a:ext cx="17964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1453EC4-D6FB-DFA7-E9E4-94EB2445A57C}"/>
                    </a:ext>
                  </a:extLst>
                </p14:cNvPr>
                <p14:cNvContentPartPr/>
                <p14:nvPr/>
              </p14:nvContentPartPr>
              <p14:xfrm>
                <a:off x="7582320" y="2118651"/>
                <a:ext cx="246960" cy="2538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1453EC4-D6FB-DFA7-E9E4-94EB2445A57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564320" y="2101011"/>
                  <a:ext cx="28260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10EFF8D-B857-8A15-AFBC-0C2B3CCFFD08}"/>
                    </a:ext>
                  </a:extLst>
                </p14:cNvPr>
                <p14:cNvContentPartPr/>
                <p14:nvPr/>
              </p14:nvContentPartPr>
              <p14:xfrm>
                <a:off x="7891560" y="2016051"/>
                <a:ext cx="92520" cy="1515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10EFF8D-B857-8A15-AFBC-0C2B3CCFFD0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873560" y="1998411"/>
                  <a:ext cx="1281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971B192-50D7-4A81-A0B1-50DC45E286BC}"/>
                    </a:ext>
                  </a:extLst>
                </p14:cNvPr>
                <p14:cNvContentPartPr/>
                <p14:nvPr/>
              </p14:nvContentPartPr>
              <p14:xfrm>
                <a:off x="8037360" y="1896891"/>
                <a:ext cx="191520" cy="1760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971B192-50D7-4A81-A0B1-50DC45E286B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019720" y="1878891"/>
                  <a:ext cx="22716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B42A0F6-6849-4F04-777C-06A56CD993DA}"/>
                    </a:ext>
                  </a:extLst>
                </p14:cNvPr>
                <p14:cNvContentPartPr/>
                <p14:nvPr/>
              </p14:nvContentPartPr>
              <p14:xfrm>
                <a:off x="2512080" y="4908651"/>
                <a:ext cx="1152720" cy="1209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B42A0F6-6849-4F04-777C-06A56CD993D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494440" y="4890651"/>
                  <a:ext cx="11883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51CEB3CC-0AAC-175D-0534-AF27AE3CD2E5}"/>
                    </a:ext>
                  </a:extLst>
                </p14:cNvPr>
                <p14:cNvContentPartPr/>
                <p14:nvPr/>
              </p14:nvContentPartPr>
              <p14:xfrm>
                <a:off x="3342240" y="4779411"/>
                <a:ext cx="226440" cy="3110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51CEB3CC-0AAC-175D-0534-AF27AE3CD2E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324600" y="4761411"/>
                  <a:ext cx="26208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07863AA-EA33-7B2B-A1DC-453E270E2E30}"/>
                    </a:ext>
                  </a:extLst>
                </p14:cNvPr>
                <p14:cNvContentPartPr/>
                <p14:nvPr/>
              </p14:nvContentPartPr>
              <p14:xfrm>
                <a:off x="2455920" y="4810371"/>
                <a:ext cx="261000" cy="2408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07863AA-EA33-7B2B-A1DC-453E270E2E3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437920" y="4792371"/>
                  <a:ext cx="29664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1DEAD3C8-9A99-8A2F-DCD1-94756CCEC1DD}"/>
                    </a:ext>
                  </a:extLst>
                </p14:cNvPr>
                <p14:cNvContentPartPr/>
                <p14:nvPr/>
              </p14:nvContentPartPr>
              <p14:xfrm>
                <a:off x="1464120" y="4289811"/>
                <a:ext cx="44280" cy="9172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1DEAD3C8-9A99-8A2F-DCD1-94756CCEC1DD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446480" y="4271811"/>
                  <a:ext cx="79920" cy="9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BBA2D90-C066-D9BD-4181-4D9B4E8DDE5D}"/>
                    </a:ext>
                  </a:extLst>
                </p14:cNvPr>
                <p14:cNvContentPartPr/>
                <p14:nvPr/>
              </p14:nvContentPartPr>
              <p14:xfrm>
                <a:off x="1357920" y="4394931"/>
                <a:ext cx="1019520" cy="648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BBA2D90-C066-D9BD-4181-4D9B4E8DDE5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340280" y="4376931"/>
                  <a:ext cx="10551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86931F07-B770-DF5D-E94E-ED05A005BFA9}"/>
                    </a:ext>
                  </a:extLst>
                </p14:cNvPr>
                <p14:cNvContentPartPr/>
                <p14:nvPr/>
              </p14:nvContentPartPr>
              <p14:xfrm>
                <a:off x="1641240" y="4436331"/>
                <a:ext cx="911880" cy="9540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86931F07-B770-DF5D-E94E-ED05A005BFA9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623600" y="4418331"/>
                  <a:ext cx="947520" cy="9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6D60E5E-7565-8F04-61EA-1FC89F2FE199}"/>
                    </a:ext>
                  </a:extLst>
                </p14:cNvPr>
                <p14:cNvContentPartPr/>
                <p14:nvPr/>
              </p14:nvContentPartPr>
              <p14:xfrm>
                <a:off x="1703160" y="3887691"/>
                <a:ext cx="122400" cy="2541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6D60E5E-7565-8F04-61EA-1FC89F2FE19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685520" y="3870051"/>
                  <a:ext cx="15804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1665079-B4BD-EC96-E13C-0821D0156472}"/>
                    </a:ext>
                  </a:extLst>
                </p14:cNvPr>
                <p14:cNvContentPartPr/>
                <p14:nvPr/>
              </p14:nvContentPartPr>
              <p14:xfrm>
                <a:off x="1699920" y="3781851"/>
                <a:ext cx="191160" cy="2995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1665079-B4BD-EC96-E13C-0821D015647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681920" y="3764211"/>
                  <a:ext cx="22680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5A74872-E571-2897-B86F-996D528C8403}"/>
                    </a:ext>
                  </a:extLst>
                </p14:cNvPr>
                <p14:cNvContentPartPr/>
                <p14:nvPr/>
              </p14:nvContentPartPr>
              <p14:xfrm>
                <a:off x="1875240" y="3761691"/>
                <a:ext cx="137160" cy="2044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5A74872-E571-2897-B86F-996D528C840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857600" y="3743691"/>
                  <a:ext cx="17280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3FF0631-EC84-32E4-D3EC-451E0460C91F}"/>
                    </a:ext>
                  </a:extLst>
                </p14:cNvPr>
                <p14:cNvContentPartPr/>
                <p14:nvPr/>
              </p14:nvContentPartPr>
              <p14:xfrm>
                <a:off x="2158200" y="3736851"/>
                <a:ext cx="23760" cy="1170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3FF0631-EC84-32E4-D3EC-451E0460C91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140560" y="3718851"/>
                  <a:ext cx="594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04A71402-2B20-99D8-F744-BCEDA4A0454B}"/>
                    </a:ext>
                  </a:extLst>
                </p14:cNvPr>
                <p14:cNvContentPartPr/>
                <p14:nvPr/>
              </p14:nvContentPartPr>
              <p14:xfrm>
                <a:off x="2107080" y="3566211"/>
                <a:ext cx="18720" cy="320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04A71402-2B20-99D8-F744-BCEDA4A0454B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089440" y="3548571"/>
                  <a:ext cx="543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B91F121-FB08-A451-2798-98AF26A13434}"/>
                    </a:ext>
                  </a:extLst>
                </p14:cNvPr>
                <p14:cNvContentPartPr/>
                <p14:nvPr/>
              </p14:nvContentPartPr>
              <p14:xfrm>
                <a:off x="2219400" y="3609411"/>
                <a:ext cx="88560" cy="1418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B91F121-FB08-A451-2798-98AF26A1343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201400" y="3591411"/>
                  <a:ext cx="1242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9BA6B6D-8AA3-1A9D-60B6-59DC281D5AF7}"/>
                    </a:ext>
                  </a:extLst>
                </p14:cNvPr>
                <p14:cNvContentPartPr/>
                <p14:nvPr/>
              </p14:nvContentPartPr>
              <p14:xfrm>
                <a:off x="2363760" y="3337611"/>
                <a:ext cx="231840" cy="3182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9BA6B6D-8AA3-1A9D-60B6-59DC281D5AF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345760" y="3319611"/>
                  <a:ext cx="26748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973F844-4D83-AF7F-50B6-92041F77E41B}"/>
                    </a:ext>
                  </a:extLst>
                </p14:cNvPr>
                <p14:cNvContentPartPr/>
                <p14:nvPr/>
              </p14:nvContentPartPr>
              <p14:xfrm>
                <a:off x="613080" y="4863651"/>
                <a:ext cx="932760" cy="1526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973F844-4D83-AF7F-50B6-92041F77E41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95080" y="4846011"/>
                  <a:ext cx="9684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ABD3902-2996-9367-C122-B64C3D165C97}"/>
                    </a:ext>
                  </a:extLst>
                </p14:cNvPr>
                <p14:cNvContentPartPr/>
                <p14:nvPr/>
              </p14:nvContentPartPr>
              <p14:xfrm>
                <a:off x="1241640" y="4745211"/>
                <a:ext cx="232560" cy="3117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ABD3902-2996-9367-C122-B64C3D165C9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224000" y="4727211"/>
                  <a:ext cx="26820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23B330D8-394A-6058-66B1-CEB5271E895B}"/>
                    </a:ext>
                  </a:extLst>
                </p14:cNvPr>
                <p14:cNvContentPartPr/>
                <p14:nvPr/>
              </p14:nvContentPartPr>
              <p14:xfrm>
                <a:off x="575280" y="4889211"/>
                <a:ext cx="187560" cy="2923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23B330D8-394A-6058-66B1-CEB5271E895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57280" y="4871571"/>
                  <a:ext cx="22320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19F6565-FD64-292E-8263-3D334D41040C}"/>
                    </a:ext>
                  </a:extLst>
                </p14:cNvPr>
                <p14:cNvContentPartPr/>
                <p14:nvPr/>
              </p14:nvContentPartPr>
              <p14:xfrm>
                <a:off x="564840" y="4440291"/>
                <a:ext cx="72360" cy="10173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419F6565-FD64-292E-8263-3D334D41040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46840" y="4422651"/>
                  <a:ext cx="108000" cy="10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1D867B3C-2877-5828-C7E3-7FE96D8C8042}"/>
                    </a:ext>
                  </a:extLst>
                </p14:cNvPr>
                <p14:cNvContentPartPr/>
                <p14:nvPr/>
              </p14:nvContentPartPr>
              <p14:xfrm>
                <a:off x="164160" y="5367651"/>
                <a:ext cx="448920" cy="1958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1D867B3C-2877-5828-C7E3-7FE96D8C804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46520" y="5349651"/>
                  <a:ext cx="4845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757C5F9-F2A0-2167-2977-99695C110148}"/>
                    </a:ext>
                  </a:extLst>
                </p14:cNvPr>
                <p14:cNvContentPartPr/>
                <p14:nvPr/>
              </p14:nvContentPartPr>
              <p14:xfrm>
                <a:off x="91800" y="4510491"/>
                <a:ext cx="154800" cy="11044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757C5F9-F2A0-2167-2977-99695C11014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4160" y="4492851"/>
                  <a:ext cx="190440" cy="11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A023D18-130F-CF83-A839-015D61B9F866}"/>
                    </a:ext>
                  </a:extLst>
                </p14:cNvPr>
                <p14:cNvContentPartPr/>
                <p14:nvPr/>
              </p14:nvContentPartPr>
              <p14:xfrm>
                <a:off x="117360" y="4491771"/>
                <a:ext cx="419760" cy="522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A023D18-130F-CF83-A839-015D61B9F866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9360" y="4473771"/>
                  <a:ext cx="4554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01CA118-CDA4-3EC0-736F-24D92A02E50F}"/>
                    </a:ext>
                  </a:extLst>
                </p14:cNvPr>
                <p14:cNvContentPartPr/>
                <p14:nvPr/>
              </p14:nvContentPartPr>
              <p14:xfrm>
                <a:off x="206640" y="3898851"/>
                <a:ext cx="227520" cy="3297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01CA118-CDA4-3EC0-736F-24D92A02E50F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88640" y="3881211"/>
                  <a:ext cx="26316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28EEA97-7187-E8C0-F038-3A18470ADEF0}"/>
                    </a:ext>
                  </a:extLst>
                </p14:cNvPr>
                <p14:cNvContentPartPr/>
                <p14:nvPr/>
              </p14:nvContentPartPr>
              <p14:xfrm>
                <a:off x="234360" y="3812091"/>
                <a:ext cx="206280" cy="2322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28EEA97-7187-E8C0-F038-3A18470ADEF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16360" y="3794091"/>
                  <a:ext cx="2419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8CC4D36-131C-239F-2365-53CCEFEAC6AA}"/>
                    </a:ext>
                  </a:extLst>
                </p14:cNvPr>
                <p14:cNvContentPartPr/>
                <p14:nvPr/>
              </p14:nvContentPartPr>
              <p14:xfrm>
                <a:off x="458640" y="3793371"/>
                <a:ext cx="113400" cy="1245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8CC4D36-131C-239F-2365-53CCEFEAC6AA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41000" y="3775371"/>
                  <a:ext cx="1490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F403AD0-4E68-6211-7019-A436D5C29158}"/>
                    </a:ext>
                  </a:extLst>
                </p14:cNvPr>
                <p14:cNvContentPartPr/>
                <p14:nvPr/>
              </p14:nvContentPartPr>
              <p14:xfrm>
                <a:off x="543600" y="3503211"/>
                <a:ext cx="212760" cy="2347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F403AD0-4E68-6211-7019-A436D5C2915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25600" y="3485571"/>
                  <a:ext cx="24840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C6693466-C74B-5588-BED2-84E1B30B6A3D}"/>
                    </a:ext>
                  </a:extLst>
                </p14:cNvPr>
                <p14:cNvContentPartPr/>
                <p14:nvPr/>
              </p14:nvContentPartPr>
              <p14:xfrm>
                <a:off x="791640" y="3436251"/>
                <a:ext cx="124560" cy="1900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C6693466-C74B-5588-BED2-84E1B30B6A3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73640" y="3418251"/>
                  <a:ext cx="1602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AF25721E-630C-F032-4E98-9B3617106FB5}"/>
                    </a:ext>
                  </a:extLst>
                </p14:cNvPr>
                <p14:cNvContentPartPr/>
                <p14:nvPr/>
              </p14:nvContentPartPr>
              <p14:xfrm>
                <a:off x="861480" y="3215571"/>
                <a:ext cx="177840" cy="2210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AF25721E-630C-F032-4E98-9B3617106FB5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43480" y="3197931"/>
                  <a:ext cx="21348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9788236-603B-F153-A298-7714E307468A}"/>
                    </a:ext>
                  </a:extLst>
                </p14:cNvPr>
                <p14:cNvContentPartPr/>
                <p14:nvPr/>
              </p14:nvContentPartPr>
              <p14:xfrm>
                <a:off x="890280" y="3178491"/>
                <a:ext cx="232200" cy="1346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9788236-603B-F153-A298-7714E307468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72640" y="3160491"/>
                  <a:ext cx="2678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938F08E3-1C9A-E681-CE88-BB479F5D89D8}"/>
                    </a:ext>
                  </a:extLst>
                </p14:cNvPr>
                <p14:cNvContentPartPr/>
                <p14:nvPr/>
              </p14:nvContentPartPr>
              <p14:xfrm>
                <a:off x="1044720" y="3031611"/>
                <a:ext cx="32040" cy="241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938F08E3-1C9A-E681-CE88-BB479F5D89D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27080" y="3013971"/>
                  <a:ext cx="676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E110AAD7-EB6A-688B-00EB-ED78A174853F}"/>
                    </a:ext>
                  </a:extLst>
                </p14:cNvPr>
                <p14:cNvContentPartPr/>
                <p14:nvPr/>
              </p14:nvContentPartPr>
              <p14:xfrm>
                <a:off x="1155240" y="3043131"/>
                <a:ext cx="88560" cy="1432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E110AAD7-EB6A-688B-00EB-ED78A174853F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137600" y="3025491"/>
                  <a:ext cx="1242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1CC36A7-E183-2FC1-FB26-8911D93F63A0}"/>
                    </a:ext>
                  </a:extLst>
                </p14:cNvPr>
                <p14:cNvContentPartPr/>
                <p14:nvPr/>
              </p14:nvContentPartPr>
              <p14:xfrm>
                <a:off x="1285200" y="2847291"/>
                <a:ext cx="167400" cy="2386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1CC36A7-E183-2FC1-FB26-8911D93F63A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267200" y="2829291"/>
                  <a:ext cx="203040" cy="274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782270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E3789-B468-C783-5D7B-017E38646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AFE – MAX30102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FE7FC-0571-FB29-16A6-1EFB2B2F0B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41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close-up of a medical information&#10;&#10;Description automatically generated">
            <a:extLst>
              <a:ext uri="{FF2B5EF4-FFF2-40B4-BE49-F238E27FC236}">
                <a16:creationId xmlns:a16="http://schemas.microsoft.com/office/drawing/2014/main" id="{4CCBDB41-8B0D-643F-9E48-FD0B281330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943" y="794970"/>
            <a:ext cx="7649643" cy="5268060"/>
          </a:xfrm>
          <a:prstGeom prst="rect">
            <a:avLst/>
          </a:prstGeom>
        </p:spPr>
      </p:pic>
      <p:pic>
        <p:nvPicPr>
          <p:cNvPr id="8" name="Picture 7" descr="A black rectangular object with a black cover&#10;&#10;Description automatically generated with medium confidence">
            <a:extLst>
              <a:ext uri="{FF2B5EF4-FFF2-40B4-BE49-F238E27FC236}">
                <a16:creationId xmlns:a16="http://schemas.microsoft.com/office/drawing/2014/main" id="{AB84BFDE-2A92-075E-CE98-7EA026D247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3555" y="1944757"/>
            <a:ext cx="3220278" cy="322027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6A2326E-B198-4E6C-774A-E1D466427F83}"/>
                  </a:ext>
                </a:extLst>
              </p14:cNvPr>
              <p14:cNvContentPartPr/>
              <p14:nvPr/>
            </p14:nvContentPartPr>
            <p14:xfrm>
              <a:off x="9222798" y="2539655"/>
              <a:ext cx="1986120" cy="21801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6A2326E-B198-4E6C-774A-E1D466427F8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204798" y="2521655"/>
                <a:ext cx="2021760" cy="2215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AF92C061-8987-1FFF-6EDF-741B1EF3B95A}"/>
              </a:ext>
            </a:extLst>
          </p:cNvPr>
          <p:cNvGrpSpPr/>
          <p:nvPr/>
        </p:nvGrpSpPr>
        <p:grpSpPr>
          <a:xfrm>
            <a:off x="4680463" y="250971"/>
            <a:ext cx="1529280" cy="568440"/>
            <a:chOff x="4680463" y="250971"/>
            <a:chExt cx="1529280" cy="56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401E09B-A5F4-3007-07D3-DB1BE83EBC8C}"/>
                    </a:ext>
                  </a:extLst>
                </p14:cNvPr>
                <p14:cNvContentPartPr/>
                <p14:nvPr/>
              </p14:nvContentPartPr>
              <p14:xfrm>
                <a:off x="4680463" y="250971"/>
                <a:ext cx="138600" cy="5684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401E09B-A5F4-3007-07D3-DB1BE83EBC8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662823" y="233331"/>
                  <a:ext cx="174240" cy="60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DF236D4-A95C-9D45-6AF7-C6909594006A}"/>
                    </a:ext>
                  </a:extLst>
                </p14:cNvPr>
                <p14:cNvContentPartPr/>
                <p14:nvPr/>
              </p14:nvContentPartPr>
              <p14:xfrm>
                <a:off x="4784863" y="306051"/>
                <a:ext cx="199800" cy="3553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DF236D4-A95C-9D45-6AF7-C6909594006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766863" y="288051"/>
                  <a:ext cx="23544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9BDC33C-6B56-918C-47F2-5D0067D4E9DC}"/>
                    </a:ext>
                  </a:extLst>
                </p14:cNvPr>
                <p14:cNvContentPartPr/>
                <p14:nvPr/>
              </p14:nvContentPartPr>
              <p14:xfrm>
                <a:off x="4784863" y="565611"/>
                <a:ext cx="147240" cy="349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9BDC33C-6B56-918C-47F2-5D0067D4E9D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766863" y="547611"/>
                  <a:ext cx="1828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53179C5-ADE5-E0D6-5C73-F8B4D0EDD24F}"/>
                    </a:ext>
                  </a:extLst>
                </p14:cNvPr>
                <p14:cNvContentPartPr/>
                <p14:nvPr/>
              </p14:nvContentPartPr>
              <p14:xfrm>
                <a:off x="5060263" y="522411"/>
                <a:ext cx="243720" cy="1515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53179C5-ADE5-E0D6-5C73-F8B4D0EDD24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042263" y="504771"/>
                  <a:ext cx="2793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0F58D4F-2C06-A484-4DEB-731AD321BB02}"/>
                    </a:ext>
                  </a:extLst>
                </p14:cNvPr>
                <p14:cNvContentPartPr/>
                <p14:nvPr/>
              </p14:nvContentPartPr>
              <p14:xfrm>
                <a:off x="5367343" y="507291"/>
                <a:ext cx="197280" cy="207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0F58D4F-2C06-A484-4DEB-731AD321BB0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349343" y="489291"/>
                  <a:ext cx="23292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EF411C2-CCB4-3F0F-4BA0-A55B1B809EC8}"/>
                    </a:ext>
                  </a:extLst>
                </p14:cNvPr>
                <p14:cNvContentPartPr/>
                <p14:nvPr/>
              </p14:nvContentPartPr>
              <p14:xfrm>
                <a:off x="5640583" y="372291"/>
                <a:ext cx="84600" cy="3477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EF411C2-CCB4-3F0F-4BA0-A55B1B809EC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622943" y="354651"/>
                  <a:ext cx="12024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F0435C8-0304-3049-FAD9-5CE0E5A7AA7E}"/>
                    </a:ext>
                  </a:extLst>
                </p14:cNvPr>
                <p14:cNvContentPartPr/>
                <p14:nvPr/>
              </p14:nvContentPartPr>
              <p14:xfrm>
                <a:off x="5836423" y="525291"/>
                <a:ext cx="128880" cy="1645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F0435C8-0304-3049-FAD9-5CE0E5A7AA7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818423" y="507651"/>
                  <a:ext cx="1645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2EBB774-DED5-69D1-820E-F321365121E7}"/>
                    </a:ext>
                  </a:extLst>
                </p14:cNvPr>
                <p14:cNvContentPartPr/>
                <p14:nvPr/>
              </p14:nvContentPartPr>
              <p14:xfrm>
                <a:off x="6084103" y="506931"/>
                <a:ext cx="125640" cy="3045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2EBB774-DED5-69D1-820E-F321365121E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066463" y="489291"/>
                  <a:ext cx="161280" cy="34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837E917-A75D-67C0-1C7B-FF808FAFE5B9}"/>
              </a:ext>
            </a:extLst>
          </p:cNvPr>
          <p:cNvGrpSpPr/>
          <p:nvPr/>
        </p:nvGrpSpPr>
        <p:grpSpPr>
          <a:xfrm>
            <a:off x="6753703" y="278691"/>
            <a:ext cx="1093680" cy="453600"/>
            <a:chOff x="6753703" y="278691"/>
            <a:chExt cx="1093680" cy="45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866F1CE-3F3F-75AB-49C7-5ECCA69527EB}"/>
                    </a:ext>
                  </a:extLst>
                </p14:cNvPr>
                <p14:cNvContentPartPr/>
                <p14:nvPr/>
              </p14:nvContentPartPr>
              <p14:xfrm>
                <a:off x="6805543" y="278691"/>
                <a:ext cx="36360" cy="4536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866F1CE-3F3F-75AB-49C7-5ECCA69527E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787543" y="260691"/>
                  <a:ext cx="72000" cy="48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4B9CBA4-8DBC-DD03-9CE0-1F84E46B8EB7}"/>
                    </a:ext>
                  </a:extLst>
                </p14:cNvPr>
                <p14:cNvContentPartPr/>
                <p14:nvPr/>
              </p14:nvContentPartPr>
              <p14:xfrm>
                <a:off x="6753703" y="329451"/>
                <a:ext cx="185400" cy="1015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4B9CBA4-8DBC-DD03-9CE0-1F84E46B8EB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736063" y="311451"/>
                  <a:ext cx="2210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C95A07C-B49B-CB55-3361-0B31EC949506}"/>
                    </a:ext>
                  </a:extLst>
                </p14:cNvPr>
                <p14:cNvContentPartPr/>
                <p14:nvPr/>
              </p14:nvContentPartPr>
              <p14:xfrm>
                <a:off x="6768103" y="520971"/>
                <a:ext cx="155880" cy="824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C95A07C-B49B-CB55-3361-0B31EC94950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750463" y="502971"/>
                  <a:ext cx="1915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2372C69-B58A-C155-4931-D92E04193DB2}"/>
                    </a:ext>
                  </a:extLst>
                </p14:cNvPr>
                <p14:cNvContentPartPr/>
                <p14:nvPr/>
              </p14:nvContentPartPr>
              <p14:xfrm>
                <a:off x="6963943" y="500451"/>
                <a:ext cx="171720" cy="207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2372C69-B58A-C155-4931-D92E04193DB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946303" y="482451"/>
                  <a:ext cx="2073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4961803-969C-0AD8-6AF4-FEDABE20EA25}"/>
                    </a:ext>
                  </a:extLst>
                </p14:cNvPr>
                <p14:cNvContentPartPr/>
                <p14:nvPr/>
              </p14:nvContentPartPr>
              <p14:xfrm>
                <a:off x="7239343" y="535731"/>
                <a:ext cx="76680" cy="1130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4961803-969C-0AD8-6AF4-FEDABE20EA2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221703" y="517731"/>
                  <a:ext cx="1123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E8DE122-FBE1-D7DA-156E-40379D2EEA80}"/>
                    </a:ext>
                  </a:extLst>
                </p14:cNvPr>
                <p14:cNvContentPartPr/>
                <p14:nvPr/>
              </p14:nvContentPartPr>
              <p14:xfrm>
                <a:off x="7382263" y="541491"/>
                <a:ext cx="154800" cy="1274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E8DE122-FBE1-D7DA-156E-40379D2EEA8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364623" y="523851"/>
                  <a:ext cx="1904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485FC19-7737-0594-C7DF-F65C6F880FCF}"/>
                    </a:ext>
                  </a:extLst>
                </p14:cNvPr>
                <p14:cNvContentPartPr/>
                <p14:nvPr/>
              </p14:nvContentPartPr>
              <p14:xfrm>
                <a:off x="7665583" y="350691"/>
                <a:ext cx="151560" cy="3513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485FC19-7737-0594-C7DF-F65C6F880FC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647583" y="332691"/>
                  <a:ext cx="18720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C632885-2F07-663A-791B-DA435C6642C5}"/>
                    </a:ext>
                  </a:extLst>
                </p14:cNvPr>
                <p14:cNvContentPartPr/>
                <p14:nvPr/>
              </p14:nvContentPartPr>
              <p14:xfrm>
                <a:off x="7676023" y="470211"/>
                <a:ext cx="171360" cy="835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C632885-2F07-663A-791B-DA435C6642C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658383" y="452571"/>
                  <a:ext cx="207000" cy="11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DD79A75-34E8-6DB6-D64F-4A19821C6488}"/>
              </a:ext>
            </a:extLst>
          </p:cNvPr>
          <p:cNvGrpSpPr/>
          <p:nvPr/>
        </p:nvGrpSpPr>
        <p:grpSpPr>
          <a:xfrm>
            <a:off x="8351023" y="290571"/>
            <a:ext cx="416160" cy="398520"/>
            <a:chOff x="8351023" y="290571"/>
            <a:chExt cx="416160" cy="39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A43C30F-A3E2-53D4-E223-4D7872624507}"/>
                    </a:ext>
                  </a:extLst>
                </p14:cNvPr>
                <p14:cNvContentPartPr/>
                <p14:nvPr/>
              </p14:nvContentPartPr>
              <p14:xfrm>
                <a:off x="8351023" y="290571"/>
                <a:ext cx="107640" cy="3985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A43C30F-A3E2-53D4-E223-4D787262450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333383" y="272931"/>
                  <a:ext cx="143280" cy="43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A77A731-BE84-8AD4-CA8F-7C09008A2F87}"/>
                    </a:ext>
                  </a:extLst>
                </p14:cNvPr>
                <p14:cNvContentPartPr/>
                <p14:nvPr/>
              </p14:nvContentPartPr>
              <p14:xfrm>
                <a:off x="8561623" y="539691"/>
                <a:ext cx="205560" cy="1180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A77A731-BE84-8AD4-CA8F-7C09008A2F8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543623" y="521691"/>
                  <a:ext cx="241200" cy="153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28F96B02-2627-6014-323E-EE2103853833}"/>
                  </a:ext>
                </a:extLst>
              </p14:cNvPr>
              <p14:cNvContentPartPr/>
              <p14:nvPr/>
            </p14:nvContentPartPr>
            <p14:xfrm>
              <a:off x="9001183" y="253491"/>
              <a:ext cx="249480" cy="43236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28F96B02-2627-6014-323E-EE210385383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983183" y="235851"/>
                <a:ext cx="285120" cy="46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F07F3F31-5C31-EBF3-953B-A71E5E3B794F}"/>
                  </a:ext>
                </a:extLst>
              </p14:cNvPr>
              <p14:cNvContentPartPr/>
              <p14:nvPr/>
            </p14:nvContentPartPr>
            <p14:xfrm>
              <a:off x="9488623" y="598371"/>
              <a:ext cx="10800" cy="255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F07F3F31-5C31-EBF3-953B-A71E5E3B794F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470983" y="580731"/>
                <a:ext cx="46440" cy="6120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B7A84289-6FA7-8F44-AAE7-C1F340FE1F7E}"/>
              </a:ext>
            </a:extLst>
          </p:cNvPr>
          <p:cNvGrpSpPr/>
          <p:nvPr/>
        </p:nvGrpSpPr>
        <p:grpSpPr>
          <a:xfrm>
            <a:off x="9483223" y="1548411"/>
            <a:ext cx="2107800" cy="1601640"/>
            <a:chOff x="9483223" y="1548411"/>
            <a:chExt cx="2107800" cy="160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7CF43EE-B4EB-1488-0D4C-5768B86DDEFF}"/>
                    </a:ext>
                  </a:extLst>
                </p14:cNvPr>
                <p14:cNvContentPartPr/>
                <p14:nvPr/>
              </p14:nvContentPartPr>
              <p14:xfrm>
                <a:off x="9483223" y="1548411"/>
                <a:ext cx="155160" cy="6314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7CF43EE-B4EB-1488-0D4C-5768B86DDEF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465223" y="1530411"/>
                  <a:ext cx="190800" cy="66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3731FBB-5198-EF8B-91E9-449EA6443E7D}"/>
                    </a:ext>
                  </a:extLst>
                </p14:cNvPr>
                <p14:cNvContentPartPr/>
                <p14:nvPr/>
              </p14:nvContentPartPr>
              <p14:xfrm>
                <a:off x="9593023" y="1600251"/>
                <a:ext cx="144720" cy="4831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3731FBB-5198-EF8B-91E9-449EA6443E7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575023" y="1582251"/>
                  <a:ext cx="180360" cy="51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51AD7F8-9EDA-43E8-0CC4-6F0C4AA02606}"/>
                    </a:ext>
                  </a:extLst>
                </p14:cNvPr>
                <p14:cNvContentPartPr/>
                <p14:nvPr/>
              </p14:nvContentPartPr>
              <p14:xfrm>
                <a:off x="9539023" y="1851531"/>
                <a:ext cx="194760" cy="885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51AD7F8-9EDA-43E8-0CC4-6F0C4AA0260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521383" y="1833531"/>
                  <a:ext cx="2304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2A0EEEC-D376-46CE-C6F2-B50A4A493DB5}"/>
                    </a:ext>
                  </a:extLst>
                </p14:cNvPr>
                <p14:cNvContentPartPr/>
                <p14:nvPr/>
              </p14:nvContentPartPr>
              <p14:xfrm>
                <a:off x="9878863" y="1842891"/>
                <a:ext cx="173160" cy="1882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2A0EEEC-D376-46CE-C6F2-B50A4A493DB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861223" y="1824891"/>
                  <a:ext cx="20880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1DFD157-153E-BA04-EDDA-2898726E904A}"/>
                    </a:ext>
                  </a:extLst>
                </p14:cNvPr>
                <p14:cNvContentPartPr/>
                <p14:nvPr/>
              </p14:nvContentPartPr>
              <p14:xfrm>
                <a:off x="10138783" y="1639851"/>
                <a:ext cx="557280" cy="4204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1DFD157-153E-BA04-EDDA-2898726E904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121143" y="1622211"/>
                  <a:ext cx="59292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A9F01B6-E9DC-6B47-6FB7-159F4258C440}"/>
                    </a:ext>
                  </a:extLst>
                </p14:cNvPr>
                <p14:cNvContentPartPr/>
                <p14:nvPr/>
              </p14:nvContentPartPr>
              <p14:xfrm>
                <a:off x="10808383" y="1854771"/>
                <a:ext cx="26280" cy="1288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A9F01B6-E9DC-6B47-6FB7-159F4258C44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790743" y="1836771"/>
                  <a:ext cx="619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F2E8EA8-8FD1-825F-096D-8328489260EA}"/>
                    </a:ext>
                  </a:extLst>
                </p14:cNvPr>
                <p14:cNvContentPartPr/>
                <p14:nvPr/>
              </p14:nvContentPartPr>
              <p14:xfrm>
                <a:off x="10754023" y="1737771"/>
                <a:ext cx="32760" cy="252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F2E8EA8-8FD1-825F-096D-8328489260E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736023" y="1720131"/>
                  <a:ext cx="684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52AC578-2F8D-E8A1-3A1C-263307F7D0CC}"/>
                    </a:ext>
                  </a:extLst>
                </p14:cNvPr>
                <p14:cNvContentPartPr/>
                <p14:nvPr/>
              </p14:nvContentPartPr>
              <p14:xfrm>
                <a:off x="10904143" y="1811571"/>
                <a:ext cx="201960" cy="1375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52AC578-2F8D-E8A1-3A1C-263307F7D0C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886143" y="1793931"/>
                  <a:ext cx="2376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D6706E6-5609-B53C-74B8-73E581CD5B7F}"/>
                    </a:ext>
                  </a:extLst>
                </p14:cNvPr>
                <p14:cNvContentPartPr/>
                <p14:nvPr/>
              </p14:nvContentPartPr>
              <p14:xfrm>
                <a:off x="11249743" y="1767291"/>
                <a:ext cx="102600" cy="1944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D6706E6-5609-B53C-74B8-73E581CD5B7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232103" y="1749651"/>
                  <a:ext cx="13824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8A505C1-96CA-ADA4-4916-932F169B9EDE}"/>
                    </a:ext>
                  </a:extLst>
                </p14:cNvPr>
                <p14:cNvContentPartPr/>
                <p14:nvPr/>
              </p14:nvContentPartPr>
              <p14:xfrm>
                <a:off x="10130503" y="2378931"/>
                <a:ext cx="79560" cy="7675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8A505C1-96CA-ADA4-4916-932F169B9ED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112863" y="2360931"/>
                  <a:ext cx="115200" cy="80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2E4405C-1613-944D-B521-33A50DC01F57}"/>
                    </a:ext>
                  </a:extLst>
                </p14:cNvPr>
                <p14:cNvContentPartPr/>
                <p14:nvPr/>
              </p14:nvContentPartPr>
              <p14:xfrm>
                <a:off x="10107103" y="2967891"/>
                <a:ext cx="152280" cy="1821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2E4405C-1613-944D-B521-33A50DC01F5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089463" y="2949891"/>
                  <a:ext cx="1879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E576D4D-A32F-6ED1-9771-A73D7C4AEF1E}"/>
                    </a:ext>
                  </a:extLst>
                </p14:cNvPr>
                <p14:cNvContentPartPr/>
                <p14:nvPr/>
              </p14:nvContentPartPr>
              <p14:xfrm>
                <a:off x="10057783" y="2336811"/>
                <a:ext cx="252720" cy="1674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E576D4D-A32F-6ED1-9771-A73D7C4AEF1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039783" y="2319171"/>
                  <a:ext cx="2883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EE28169-E694-3E46-D6F0-FDE20F3C546A}"/>
                    </a:ext>
                  </a:extLst>
                </p14:cNvPr>
                <p14:cNvContentPartPr/>
                <p14:nvPr/>
              </p14:nvContentPartPr>
              <p14:xfrm>
                <a:off x="10839343" y="2308731"/>
                <a:ext cx="52560" cy="4316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EE28169-E694-3E46-D6F0-FDE20F3C546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821343" y="2291091"/>
                  <a:ext cx="8820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AA958A1-574E-6800-ACDC-0EFDB06A92B4}"/>
                    </a:ext>
                  </a:extLst>
                </p14:cNvPr>
                <p14:cNvContentPartPr/>
                <p14:nvPr/>
              </p14:nvContentPartPr>
              <p14:xfrm>
                <a:off x="10692463" y="2324931"/>
                <a:ext cx="253440" cy="918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AA958A1-574E-6800-ACDC-0EFDB06A92B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674463" y="2307291"/>
                  <a:ext cx="2890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8C5A313-5142-4FE2-9837-6D91B79E6531}"/>
                    </a:ext>
                  </a:extLst>
                </p14:cNvPr>
                <p14:cNvContentPartPr/>
                <p14:nvPr/>
              </p14:nvContentPartPr>
              <p14:xfrm>
                <a:off x="10837903" y="2663331"/>
                <a:ext cx="110160" cy="586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8C5A313-5142-4FE2-9837-6D91B79E653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820263" y="2645691"/>
                  <a:ext cx="1458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61C5E37-56E3-5D68-FAA7-80BA671E01D2}"/>
                    </a:ext>
                  </a:extLst>
                </p14:cNvPr>
                <p14:cNvContentPartPr/>
                <p14:nvPr/>
              </p14:nvContentPartPr>
              <p14:xfrm>
                <a:off x="11064703" y="2318451"/>
                <a:ext cx="237240" cy="3560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61C5E37-56E3-5D68-FAA7-80BA671E01D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047063" y="2300451"/>
                  <a:ext cx="27288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6595BE0-B15B-88DC-3977-DE4DFA4F4DC8}"/>
                    </a:ext>
                  </a:extLst>
                </p14:cNvPr>
                <p14:cNvContentPartPr/>
                <p14:nvPr/>
              </p14:nvContentPartPr>
              <p14:xfrm>
                <a:off x="11380423" y="2314491"/>
                <a:ext cx="210600" cy="3315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6595BE0-B15B-88DC-3977-DE4DFA4F4DC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362783" y="2296851"/>
                  <a:ext cx="246240" cy="367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11040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42E25-21A7-8CC5-74D8-E7E87D274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design</a:t>
            </a:r>
          </a:p>
        </p:txBody>
      </p:sp>
      <p:pic>
        <p:nvPicPr>
          <p:cNvPr id="6" name="Content Placeholder 5" descr="A diagram of a computer&#10;&#10;Description automatically generated">
            <a:extLst>
              <a:ext uri="{FF2B5EF4-FFF2-40B4-BE49-F238E27FC236}">
                <a16:creationId xmlns:a16="http://schemas.microsoft.com/office/drawing/2014/main" id="{AC89F564-270B-E0CF-DB73-8A1B4B6B0E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527" y="974627"/>
            <a:ext cx="9903820" cy="453562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0C10F-15F6-DD32-5483-57F06DB99B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42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34AF9BF-0D77-0485-97DD-5384199B8F2D}"/>
                  </a:ext>
                </a:extLst>
              </p14:cNvPr>
              <p14:cNvContentPartPr/>
              <p14:nvPr/>
            </p14:nvContentPartPr>
            <p14:xfrm>
              <a:off x="3649998" y="2147255"/>
              <a:ext cx="851400" cy="916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34AF9BF-0D77-0485-97DD-5384199B8F2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32358" y="2129615"/>
                <a:ext cx="887040" cy="95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F3A4FCA8-13F7-75EF-EDD1-A63ACB15E5A3}"/>
              </a:ext>
            </a:extLst>
          </p:cNvPr>
          <p:cNvGrpSpPr/>
          <p:nvPr/>
        </p:nvGrpSpPr>
        <p:grpSpPr>
          <a:xfrm>
            <a:off x="4247598" y="548495"/>
            <a:ext cx="1995120" cy="1707120"/>
            <a:chOff x="4247598" y="548495"/>
            <a:chExt cx="1995120" cy="170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53DD38D-F441-1E91-22B7-CA4F30A873BE}"/>
                    </a:ext>
                  </a:extLst>
                </p14:cNvPr>
                <p14:cNvContentPartPr/>
                <p14:nvPr/>
              </p14:nvContentPartPr>
              <p14:xfrm>
                <a:off x="4247598" y="1486655"/>
                <a:ext cx="289440" cy="768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53DD38D-F441-1E91-22B7-CA4F30A873B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229958" y="1469015"/>
                  <a:ext cx="325080" cy="80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4825F7E-FB76-6768-9458-88E7E0F60115}"/>
                    </a:ext>
                  </a:extLst>
                </p14:cNvPr>
                <p14:cNvContentPartPr/>
                <p14:nvPr/>
              </p14:nvContentPartPr>
              <p14:xfrm>
                <a:off x="4564038" y="1125215"/>
                <a:ext cx="199440" cy="333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4825F7E-FB76-6768-9458-88E7E0F6011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546398" y="1107575"/>
                  <a:ext cx="23508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FA3826F-3870-D6A4-132B-83661D83A204}"/>
                    </a:ext>
                  </a:extLst>
                </p14:cNvPr>
                <p14:cNvContentPartPr/>
                <p14:nvPr/>
              </p14:nvContentPartPr>
              <p14:xfrm>
                <a:off x="4591038" y="1157975"/>
                <a:ext cx="175680" cy="211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FA3826F-3870-D6A4-132B-83661D83A20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573038" y="1139975"/>
                  <a:ext cx="21132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0253449-EDFA-516F-9738-BA9ADC03E5A6}"/>
                    </a:ext>
                  </a:extLst>
                </p14:cNvPr>
                <p14:cNvContentPartPr/>
                <p14:nvPr/>
              </p14:nvContentPartPr>
              <p14:xfrm>
                <a:off x="4816758" y="975815"/>
                <a:ext cx="91440" cy="2710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0253449-EDFA-516F-9738-BA9ADC03E5A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798758" y="958175"/>
                  <a:ext cx="12708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90129B5-C73F-B104-1450-17AE62054EBC}"/>
                    </a:ext>
                  </a:extLst>
                </p14:cNvPr>
                <p14:cNvContentPartPr/>
                <p14:nvPr/>
              </p14:nvContentPartPr>
              <p14:xfrm>
                <a:off x="4976598" y="989135"/>
                <a:ext cx="122400" cy="1846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90129B5-C73F-B104-1450-17AE62054EB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958598" y="971495"/>
                  <a:ext cx="1580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B841B2D-F3EC-327C-7052-D4677A0035AD}"/>
                    </a:ext>
                  </a:extLst>
                </p14:cNvPr>
                <p14:cNvContentPartPr/>
                <p14:nvPr/>
              </p14:nvContentPartPr>
              <p14:xfrm>
                <a:off x="5073798" y="848015"/>
                <a:ext cx="134640" cy="250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B841B2D-F3EC-327C-7052-D4677A0035A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056158" y="830015"/>
                  <a:ext cx="17028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9305A17-F639-9CF6-1BF2-D296EC455FFA}"/>
                    </a:ext>
                  </a:extLst>
                </p14:cNvPr>
                <p14:cNvContentPartPr/>
                <p14:nvPr/>
              </p14:nvContentPartPr>
              <p14:xfrm>
                <a:off x="5206998" y="740375"/>
                <a:ext cx="138240" cy="238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9305A17-F639-9CF6-1BF2-D296EC455FF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189358" y="722735"/>
                  <a:ext cx="17388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D883DE1-D0CA-17FD-A5DB-A77D1F485D3B}"/>
                    </a:ext>
                  </a:extLst>
                </p14:cNvPr>
                <p14:cNvContentPartPr/>
                <p14:nvPr/>
              </p14:nvContentPartPr>
              <p14:xfrm>
                <a:off x="5254158" y="764855"/>
                <a:ext cx="281520" cy="1677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D883DE1-D0CA-17FD-A5DB-A77D1F485D3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236158" y="746855"/>
                  <a:ext cx="3171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42C582B-FE5C-35FB-2535-E1B3EAA53FA0}"/>
                    </a:ext>
                  </a:extLst>
                </p14:cNvPr>
                <p14:cNvContentPartPr/>
                <p14:nvPr/>
              </p14:nvContentPartPr>
              <p14:xfrm>
                <a:off x="5467278" y="548495"/>
                <a:ext cx="154440" cy="3193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42C582B-FE5C-35FB-2535-E1B3EAA53FA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449638" y="530855"/>
                  <a:ext cx="19008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8C4A748-6FCB-3796-D86E-AE6C0A6D73E7}"/>
                    </a:ext>
                  </a:extLst>
                </p14:cNvPr>
                <p14:cNvContentPartPr/>
                <p14:nvPr/>
              </p14:nvContentPartPr>
              <p14:xfrm>
                <a:off x="5425518" y="1235375"/>
                <a:ext cx="109440" cy="2052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8C4A748-6FCB-3796-D86E-AE6C0A6D73E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407518" y="1217375"/>
                  <a:ext cx="14508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A8813AF-FAD9-B380-0C66-81C2046352F4}"/>
                    </a:ext>
                  </a:extLst>
                </p14:cNvPr>
                <p14:cNvContentPartPr/>
                <p14:nvPr/>
              </p14:nvContentPartPr>
              <p14:xfrm>
                <a:off x="5549358" y="1193975"/>
                <a:ext cx="116280" cy="1274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A8813AF-FAD9-B380-0C66-81C2046352F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531718" y="1175975"/>
                  <a:ext cx="1519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F65A804-4933-0AA9-C7D7-D9D44031D342}"/>
                    </a:ext>
                  </a:extLst>
                </p14:cNvPr>
                <p14:cNvContentPartPr/>
                <p14:nvPr/>
              </p14:nvContentPartPr>
              <p14:xfrm>
                <a:off x="5653398" y="1065095"/>
                <a:ext cx="239040" cy="156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F65A804-4933-0AA9-C7D7-D9D44031D34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635758" y="1047095"/>
                  <a:ext cx="2746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7A6E4A4-75A3-6241-333A-A83F0D39A10A}"/>
                    </a:ext>
                  </a:extLst>
                </p14:cNvPr>
                <p14:cNvContentPartPr/>
                <p14:nvPr/>
              </p14:nvContentPartPr>
              <p14:xfrm>
                <a:off x="5926998" y="898775"/>
                <a:ext cx="221760" cy="176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7A6E4A4-75A3-6241-333A-A83F0D39A10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908998" y="881135"/>
                  <a:ext cx="25740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60BBC3A-C2BC-E84E-1BD1-782DA203AD9F}"/>
                    </a:ext>
                  </a:extLst>
                </p14:cNvPr>
                <p14:cNvContentPartPr/>
                <p14:nvPr/>
              </p14:nvContentPartPr>
              <p14:xfrm>
                <a:off x="6234438" y="885455"/>
                <a:ext cx="8280" cy="6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60BBC3A-C2BC-E84E-1BD1-782DA203AD9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216438" y="867455"/>
                  <a:ext cx="43920" cy="42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E0DAC397-F037-3072-1B56-72475AA8E5F0}"/>
                  </a:ext>
                </a:extLst>
              </p14:cNvPr>
              <p14:cNvContentPartPr/>
              <p14:nvPr/>
            </p14:nvContentPartPr>
            <p14:xfrm>
              <a:off x="4775718" y="2294855"/>
              <a:ext cx="963720" cy="4597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E0DAC397-F037-3072-1B56-72475AA8E5F0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757718" y="2277215"/>
                <a:ext cx="999360" cy="49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E256DFEC-F491-6807-225C-815D07ADA55D}"/>
                  </a:ext>
                </a:extLst>
              </p14:cNvPr>
              <p14:cNvContentPartPr/>
              <p14:nvPr/>
            </p14:nvContentPartPr>
            <p14:xfrm>
              <a:off x="6065238" y="2618135"/>
              <a:ext cx="667080" cy="284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E256DFEC-F491-6807-225C-815D07ADA55D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047598" y="2600495"/>
                <a:ext cx="70272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15B0151-1A99-5CD5-F32C-FCE696F6599A}"/>
                  </a:ext>
                </a:extLst>
              </p14:cNvPr>
              <p14:cNvContentPartPr/>
              <p14:nvPr/>
            </p14:nvContentPartPr>
            <p14:xfrm>
              <a:off x="7381398" y="3769415"/>
              <a:ext cx="1464120" cy="511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15B0151-1A99-5CD5-F32C-FCE696F6599A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7363758" y="3751415"/>
                <a:ext cx="1499760" cy="8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6F0C54B7-5F56-4734-4A7F-DBE0215F790E}"/>
              </a:ext>
            </a:extLst>
          </p:cNvPr>
          <p:cNvGrpSpPr/>
          <p:nvPr/>
        </p:nvGrpSpPr>
        <p:grpSpPr>
          <a:xfrm>
            <a:off x="7396518" y="2375495"/>
            <a:ext cx="795600" cy="519840"/>
            <a:chOff x="7396518" y="2375495"/>
            <a:chExt cx="795600" cy="51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C12221A-1DA1-BAEE-493A-344A9C4F563B}"/>
                    </a:ext>
                  </a:extLst>
                </p14:cNvPr>
                <p14:cNvContentPartPr/>
                <p14:nvPr/>
              </p14:nvContentPartPr>
              <p14:xfrm>
                <a:off x="7398318" y="2696975"/>
                <a:ext cx="71640" cy="198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C12221A-1DA1-BAEE-493A-344A9C4F563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380678" y="2678975"/>
                  <a:ext cx="1072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46325EF-06E0-D12B-4CA9-053053C74A37}"/>
                    </a:ext>
                  </a:extLst>
                </p14:cNvPr>
                <p14:cNvContentPartPr/>
                <p14:nvPr/>
              </p14:nvContentPartPr>
              <p14:xfrm>
                <a:off x="7396518" y="2667095"/>
                <a:ext cx="93960" cy="1728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46325EF-06E0-D12B-4CA9-053053C74A3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378878" y="2649455"/>
                  <a:ext cx="1296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408D0CF-7B89-B8A4-483F-3E2D9476A39F}"/>
                    </a:ext>
                  </a:extLst>
                </p14:cNvPr>
                <p14:cNvContentPartPr/>
                <p14:nvPr/>
              </p14:nvContentPartPr>
              <p14:xfrm>
                <a:off x="7533678" y="2666735"/>
                <a:ext cx="137880" cy="1245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408D0CF-7B89-B8A4-483F-3E2D9476A39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515678" y="2648735"/>
                  <a:ext cx="1735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D7FFD69-C611-2D74-EFEC-0E16F2996C3B}"/>
                    </a:ext>
                  </a:extLst>
                </p14:cNvPr>
                <p14:cNvContentPartPr/>
                <p14:nvPr/>
              </p14:nvContentPartPr>
              <p14:xfrm>
                <a:off x="7688478" y="2607695"/>
                <a:ext cx="59040" cy="80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D7FFD69-C611-2D74-EFEC-0E16F2996C3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670838" y="2589695"/>
                  <a:ext cx="946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BD70F09-0566-1C4A-B3E0-906D6FD96BE4}"/>
                    </a:ext>
                  </a:extLst>
                </p14:cNvPr>
                <p14:cNvContentPartPr/>
                <p14:nvPr/>
              </p14:nvContentPartPr>
              <p14:xfrm>
                <a:off x="7776678" y="2523095"/>
                <a:ext cx="65520" cy="1310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BD70F09-0566-1C4A-B3E0-906D6FD96BE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759038" y="2505455"/>
                  <a:ext cx="1011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2C8A397-9E11-486D-311B-ED520E70D3C3}"/>
                    </a:ext>
                  </a:extLst>
                </p14:cNvPr>
                <p14:cNvContentPartPr/>
                <p14:nvPr/>
              </p14:nvContentPartPr>
              <p14:xfrm>
                <a:off x="7881798" y="2515535"/>
                <a:ext cx="46080" cy="964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2C8A397-9E11-486D-311B-ED520E70D3C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863798" y="2497535"/>
                  <a:ext cx="817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CEA620D-D47B-571C-0175-B55C181A4F09}"/>
                    </a:ext>
                  </a:extLst>
                </p14:cNvPr>
                <p14:cNvContentPartPr/>
                <p14:nvPr/>
              </p14:nvContentPartPr>
              <p14:xfrm>
                <a:off x="7992318" y="2451455"/>
                <a:ext cx="128520" cy="1191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CEA620D-D47B-571C-0175-B55C181A4F0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974678" y="2433815"/>
                  <a:ext cx="16416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64FD341-0CD8-6B0E-8BEF-C2E8B813C148}"/>
                    </a:ext>
                  </a:extLst>
                </p14:cNvPr>
                <p14:cNvContentPartPr/>
                <p14:nvPr/>
              </p14:nvContentPartPr>
              <p14:xfrm>
                <a:off x="8124078" y="2375495"/>
                <a:ext cx="68040" cy="1688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64FD341-0CD8-6B0E-8BEF-C2E8B813C14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106438" y="2357495"/>
                  <a:ext cx="103680" cy="204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7F26FCD1-8305-2A71-4939-6807AD7FB286}"/>
                  </a:ext>
                </a:extLst>
              </p14:cNvPr>
              <p14:cNvContentPartPr/>
              <p14:nvPr/>
            </p14:nvContentPartPr>
            <p14:xfrm>
              <a:off x="5716038" y="3411215"/>
              <a:ext cx="365040" cy="37044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7F26FCD1-8305-2A71-4939-6807AD7FB286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5698398" y="3393575"/>
                <a:ext cx="400680" cy="406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716562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3F937-B8E1-7364-371F-2FFFD0062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5B8D68-01BA-16C4-DED9-0BB284B684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43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diagram of a voltage and a supply diagram&#10;&#10;Description automatically generated with medium confidence">
            <a:extLst>
              <a:ext uri="{FF2B5EF4-FFF2-40B4-BE49-F238E27FC236}">
                <a16:creationId xmlns:a16="http://schemas.microsoft.com/office/drawing/2014/main" id="{DF22B5F4-DE71-6DE8-D6C5-A281639B9A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3490" y="1510725"/>
            <a:ext cx="7537690" cy="383654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BC4E48F-F40E-416F-D8A5-B7FE0EB7CF5B}"/>
                  </a:ext>
                </a:extLst>
              </p14:cNvPr>
              <p14:cNvContentPartPr/>
              <p14:nvPr/>
            </p14:nvContentPartPr>
            <p14:xfrm>
              <a:off x="4448118" y="3314375"/>
              <a:ext cx="1054440" cy="773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BC4E48F-F40E-416F-D8A5-B7FE0EB7CF5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30118" y="3296735"/>
                <a:ext cx="1090080" cy="80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3DB876A-029A-866B-4D4D-287F81C47DB5}"/>
                  </a:ext>
                </a:extLst>
              </p14:cNvPr>
              <p14:cNvContentPartPr/>
              <p14:nvPr/>
            </p14:nvContentPartPr>
            <p14:xfrm>
              <a:off x="4417878" y="1998935"/>
              <a:ext cx="993960" cy="744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3DB876A-029A-866B-4D4D-287F81C47DB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00238" y="1981295"/>
                <a:ext cx="1029600" cy="78048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3B33779D-DB54-A85C-87AD-C49E26C91244}"/>
              </a:ext>
            </a:extLst>
          </p:cNvPr>
          <p:cNvGrpSpPr/>
          <p:nvPr/>
        </p:nvGrpSpPr>
        <p:grpSpPr>
          <a:xfrm>
            <a:off x="3725598" y="2630375"/>
            <a:ext cx="672480" cy="2030040"/>
            <a:chOff x="3725598" y="2630375"/>
            <a:chExt cx="672480" cy="203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FE57B5D-9842-D72E-EA64-782507B37862}"/>
                    </a:ext>
                  </a:extLst>
                </p14:cNvPr>
                <p14:cNvContentPartPr/>
                <p14:nvPr/>
              </p14:nvContentPartPr>
              <p14:xfrm>
                <a:off x="3815238" y="2630375"/>
                <a:ext cx="582840" cy="1426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FE57B5D-9842-D72E-EA64-782507B3786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797238" y="2612375"/>
                  <a:ext cx="618480" cy="146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F0EC637-27AA-D9C2-C56A-81C10D84DF59}"/>
                    </a:ext>
                  </a:extLst>
                </p14:cNvPr>
                <p14:cNvContentPartPr/>
                <p14:nvPr/>
              </p14:nvContentPartPr>
              <p14:xfrm>
                <a:off x="3725598" y="3832055"/>
                <a:ext cx="537840" cy="828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F0EC637-27AA-D9C2-C56A-81C10D84DF5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707598" y="3814415"/>
                  <a:ext cx="573480" cy="864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599544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4011F-2FBB-D7FC-4DDA-786202572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LED – PD spectrum</a:t>
            </a:r>
          </a:p>
        </p:txBody>
      </p:sp>
      <p:pic>
        <p:nvPicPr>
          <p:cNvPr id="6" name="Content Placeholder 5" descr="A diagram of a led light&#10;&#10;Description automatically generated with medium confidence">
            <a:extLst>
              <a:ext uri="{FF2B5EF4-FFF2-40B4-BE49-F238E27FC236}">
                <a16:creationId xmlns:a16="http://schemas.microsoft.com/office/drawing/2014/main" id="{30E3236F-0E52-28ED-084A-98B1AE6E1E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320" y="584201"/>
            <a:ext cx="7549404" cy="343272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CAE07-210C-F6B0-31D1-61F49F2203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44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Picture 7" descr="A graph of a graph&#10;&#10;Description automatically generated">
            <a:extLst>
              <a:ext uri="{FF2B5EF4-FFF2-40B4-BE49-F238E27FC236}">
                <a16:creationId xmlns:a16="http://schemas.microsoft.com/office/drawing/2014/main" id="{6C247139-7341-5306-53F1-DCC6E8BF21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0541" y="3698881"/>
            <a:ext cx="2878278" cy="3093253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9FB13932-A4D1-DB67-BC35-9623237E6467}"/>
              </a:ext>
            </a:extLst>
          </p:cNvPr>
          <p:cNvGrpSpPr/>
          <p:nvPr/>
        </p:nvGrpSpPr>
        <p:grpSpPr>
          <a:xfrm>
            <a:off x="4434078" y="1187135"/>
            <a:ext cx="76680" cy="2055240"/>
            <a:chOff x="4434078" y="1187135"/>
            <a:chExt cx="76680" cy="205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D501224-0D63-854E-7F3C-879D67185A71}"/>
                    </a:ext>
                  </a:extLst>
                </p14:cNvPr>
                <p14:cNvContentPartPr/>
                <p14:nvPr/>
              </p14:nvContentPartPr>
              <p14:xfrm>
                <a:off x="4467918" y="1187135"/>
                <a:ext cx="15840" cy="640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D501224-0D63-854E-7F3C-879D67185A7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449918" y="1169495"/>
                  <a:ext cx="514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008533A-C13C-C8AB-B525-B9D43F7DC3C3}"/>
                    </a:ext>
                  </a:extLst>
                </p14:cNvPr>
                <p14:cNvContentPartPr/>
                <p14:nvPr/>
              </p14:nvContentPartPr>
              <p14:xfrm>
                <a:off x="4434078" y="1204415"/>
                <a:ext cx="76680" cy="2037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008533A-C13C-C8AB-B525-B9D43F7DC3C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16078" y="1186775"/>
                  <a:ext cx="112320" cy="207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B566CFC-F964-F144-8D59-4CECD9BD5625}"/>
              </a:ext>
            </a:extLst>
          </p:cNvPr>
          <p:cNvGrpSpPr/>
          <p:nvPr/>
        </p:nvGrpSpPr>
        <p:grpSpPr>
          <a:xfrm>
            <a:off x="4784718" y="414935"/>
            <a:ext cx="1422000" cy="1317600"/>
            <a:chOff x="4784718" y="414935"/>
            <a:chExt cx="1422000" cy="131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867BD8F-8BCE-6B6B-E056-0ECD5A88D491}"/>
                    </a:ext>
                  </a:extLst>
                </p14:cNvPr>
                <p14:cNvContentPartPr/>
                <p14:nvPr/>
              </p14:nvContentPartPr>
              <p14:xfrm>
                <a:off x="4784718" y="1513295"/>
                <a:ext cx="160920" cy="219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867BD8F-8BCE-6B6B-E056-0ECD5A88D49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766718" y="1495295"/>
                  <a:ext cx="19656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E7AB610-EF25-EFCD-6C3E-147A66305F88}"/>
                    </a:ext>
                  </a:extLst>
                </p14:cNvPr>
                <p14:cNvContentPartPr/>
                <p14:nvPr/>
              </p14:nvContentPartPr>
              <p14:xfrm>
                <a:off x="4933038" y="1456775"/>
                <a:ext cx="135360" cy="1440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E7AB610-EF25-EFCD-6C3E-147A66305F8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915038" y="1439135"/>
                  <a:ext cx="1710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0DE6975-6E4B-BA6B-BAA6-512945BF772A}"/>
                    </a:ext>
                  </a:extLst>
                </p14:cNvPr>
                <p14:cNvContentPartPr/>
                <p14:nvPr/>
              </p14:nvContentPartPr>
              <p14:xfrm>
                <a:off x="5040318" y="1322855"/>
                <a:ext cx="117720" cy="1494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0DE6975-6E4B-BA6B-BAA6-512945BF772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022318" y="1305215"/>
                  <a:ext cx="1533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4C02D0F-BE41-1CFF-1999-AC8EE9FA4D55}"/>
                    </a:ext>
                  </a:extLst>
                </p14:cNvPr>
                <p14:cNvContentPartPr/>
                <p14:nvPr/>
              </p14:nvContentPartPr>
              <p14:xfrm>
                <a:off x="5222118" y="1250495"/>
                <a:ext cx="199800" cy="1213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4C02D0F-BE41-1CFF-1999-AC8EE9FA4D5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204118" y="1232855"/>
                  <a:ext cx="2354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9F002FC-BC8D-5B01-1D98-34EDD19F9373}"/>
                    </a:ext>
                  </a:extLst>
                </p14:cNvPr>
                <p14:cNvContentPartPr/>
                <p14:nvPr/>
              </p14:nvContentPartPr>
              <p14:xfrm>
                <a:off x="5412558" y="1034135"/>
                <a:ext cx="288360" cy="208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9F002FC-BC8D-5B01-1D98-34EDD19F937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394918" y="1016495"/>
                  <a:ext cx="3240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B374B98-C799-F9E4-C616-B33A070BB76D}"/>
                    </a:ext>
                  </a:extLst>
                </p14:cNvPr>
                <p14:cNvContentPartPr/>
                <p14:nvPr/>
              </p14:nvContentPartPr>
              <p14:xfrm>
                <a:off x="5737278" y="680615"/>
                <a:ext cx="195120" cy="2444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B374B98-C799-F9E4-C616-B33A070BB76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719278" y="662975"/>
                  <a:ext cx="23076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377E50A-11D8-39B6-D86C-278459C0749C}"/>
                    </a:ext>
                  </a:extLst>
                </p14:cNvPr>
                <p14:cNvContentPartPr/>
                <p14:nvPr/>
              </p14:nvContentPartPr>
              <p14:xfrm>
                <a:off x="5777238" y="624095"/>
                <a:ext cx="89640" cy="1886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377E50A-11D8-39B6-D86C-278459C0749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759238" y="606455"/>
                  <a:ext cx="1252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AFEB108-6EB6-3142-58CB-8F4CA664B311}"/>
                    </a:ext>
                  </a:extLst>
                </p14:cNvPr>
                <p14:cNvContentPartPr/>
                <p14:nvPr/>
              </p14:nvContentPartPr>
              <p14:xfrm>
                <a:off x="5982078" y="592415"/>
                <a:ext cx="101880" cy="1720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AFEB108-6EB6-3142-58CB-8F4CA664B31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964078" y="574775"/>
                  <a:ext cx="1375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6E4C600-9664-F893-2F19-9A2417352771}"/>
                    </a:ext>
                  </a:extLst>
                </p14:cNvPr>
                <p14:cNvContentPartPr/>
                <p14:nvPr/>
              </p14:nvContentPartPr>
              <p14:xfrm>
                <a:off x="6051198" y="414935"/>
                <a:ext cx="155520" cy="258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6E4C600-9664-F893-2F19-9A241735277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033198" y="397295"/>
                  <a:ext cx="19116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8A75C13-7ACC-3E5C-B127-496C89EADACF}"/>
                    </a:ext>
                  </a:extLst>
                </p14:cNvPr>
                <p14:cNvContentPartPr/>
                <p14:nvPr/>
              </p14:nvContentPartPr>
              <p14:xfrm>
                <a:off x="6103038" y="628415"/>
                <a:ext cx="62640" cy="871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8A75C13-7ACC-3E5C-B127-496C89EADAC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085398" y="610775"/>
                  <a:ext cx="982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8AAEF8F-3240-EBDE-37D7-ACF6D142339D}"/>
                    </a:ext>
                  </a:extLst>
                </p14:cNvPr>
                <p14:cNvContentPartPr/>
                <p14:nvPr/>
              </p14:nvContentPartPr>
              <p14:xfrm>
                <a:off x="5875158" y="803735"/>
                <a:ext cx="65520" cy="154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8AAEF8F-3240-EBDE-37D7-ACF6D142339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857518" y="785735"/>
                  <a:ext cx="101160" cy="5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0190F17-AA02-CE19-D467-7E6C2E503738}"/>
              </a:ext>
            </a:extLst>
          </p:cNvPr>
          <p:cNvGrpSpPr/>
          <p:nvPr/>
        </p:nvGrpSpPr>
        <p:grpSpPr>
          <a:xfrm>
            <a:off x="8672358" y="1205495"/>
            <a:ext cx="65880" cy="2169360"/>
            <a:chOff x="8672358" y="1205495"/>
            <a:chExt cx="65880" cy="216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21A9BCA-D53D-F147-0680-90931117E053}"/>
                    </a:ext>
                  </a:extLst>
                </p14:cNvPr>
                <p14:cNvContentPartPr/>
                <p14:nvPr/>
              </p14:nvContentPartPr>
              <p14:xfrm>
                <a:off x="8720238" y="1258055"/>
                <a:ext cx="12240" cy="262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21A9BCA-D53D-F147-0680-90931117E05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702238" y="1240415"/>
                  <a:ext cx="4788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D410920-F491-EF2A-07DD-77E2E7662E6F}"/>
                    </a:ext>
                  </a:extLst>
                </p14:cNvPr>
                <p14:cNvContentPartPr/>
                <p14:nvPr/>
              </p14:nvContentPartPr>
              <p14:xfrm>
                <a:off x="8672358" y="1205495"/>
                <a:ext cx="65880" cy="2169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D410920-F491-EF2A-07DD-77E2E7662E6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654718" y="1187495"/>
                  <a:ext cx="101520" cy="220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4635FA6-3243-E39E-7562-C1615C568F07}"/>
              </a:ext>
            </a:extLst>
          </p:cNvPr>
          <p:cNvGrpSpPr/>
          <p:nvPr/>
        </p:nvGrpSpPr>
        <p:grpSpPr>
          <a:xfrm>
            <a:off x="8988798" y="1131695"/>
            <a:ext cx="980280" cy="625680"/>
            <a:chOff x="8988798" y="1131695"/>
            <a:chExt cx="980280" cy="62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C477C55-7CF9-050E-D6B9-7A21CC6BA0E9}"/>
                    </a:ext>
                  </a:extLst>
                </p14:cNvPr>
                <p14:cNvContentPartPr/>
                <p14:nvPr/>
              </p14:nvContentPartPr>
              <p14:xfrm>
                <a:off x="8988798" y="1501055"/>
                <a:ext cx="182160" cy="256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C477C55-7CF9-050E-D6B9-7A21CC6BA0E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970798" y="1483415"/>
                  <a:ext cx="21780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F8A151C-58A9-CFD7-8935-45C3EEA80D30}"/>
                    </a:ext>
                  </a:extLst>
                </p14:cNvPr>
                <p14:cNvContentPartPr/>
                <p14:nvPr/>
              </p14:nvContentPartPr>
              <p14:xfrm>
                <a:off x="9148638" y="1451735"/>
                <a:ext cx="148680" cy="193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F8A151C-58A9-CFD7-8935-45C3EEA80D3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130638" y="1433735"/>
                  <a:ext cx="18432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D80720D-2CBF-4E67-2A7D-8E47DEEEC55F}"/>
                    </a:ext>
                  </a:extLst>
                </p14:cNvPr>
                <p14:cNvContentPartPr/>
                <p14:nvPr/>
              </p14:nvContentPartPr>
              <p14:xfrm>
                <a:off x="9299118" y="1425815"/>
                <a:ext cx="108000" cy="1342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D80720D-2CBF-4E67-2A7D-8E47DEEEC55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281478" y="1408175"/>
                  <a:ext cx="1436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A8E65A9-B691-153A-0427-892CC7D3A957}"/>
                    </a:ext>
                  </a:extLst>
                </p14:cNvPr>
                <p14:cNvContentPartPr/>
                <p14:nvPr/>
              </p14:nvContentPartPr>
              <p14:xfrm>
                <a:off x="9445998" y="1334375"/>
                <a:ext cx="170640" cy="1126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A8E65A9-B691-153A-0427-892CC7D3A95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428358" y="1316375"/>
                  <a:ext cx="2062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1A38BA2-4F58-AB8F-A27A-141442D39F4D}"/>
                    </a:ext>
                  </a:extLst>
                </p14:cNvPr>
                <p14:cNvContentPartPr/>
                <p14:nvPr/>
              </p14:nvContentPartPr>
              <p14:xfrm>
                <a:off x="9666678" y="1131695"/>
                <a:ext cx="302400" cy="213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1A38BA2-4F58-AB8F-A27A-141442D39F4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649038" y="1114055"/>
                  <a:ext cx="338040" cy="24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7C227D7-0383-7520-F14B-4DF17348D4B6}"/>
              </a:ext>
            </a:extLst>
          </p:cNvPr>
          <p:cNvGrpSpPr/>
          <p:nvPr/>
        </p:nvGrpSpPr>
        <p:grpSpPr>
          <a:xfrm>
            <a:off x="10109118" y="538415"/>
            <a:ext cx="554040" cy="535320"/>
            <a:chOff x="10109118" y="538415"/>
            <a:chExt cx="554040" cy="53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9874000-B5EE-386F-0A83-40A5C0B6ADBB}"/>
                    </a:ext>
                  </a:extLst>
                </p14:cNvPr>
                <p14:cNvContentPartPr/>
                <p14:nvPr/>
              </p14:nvContentPartPr>
              <p14:xfrm>
                <a:off x="10109118" y="850895"/>
                <a:ext cx="149400" cy="2228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9874000-B5EE-386F-0A83-40A5C0B6ADB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091478" y="833255"/>
                  <a:ext cx="18504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5B577F6-8CFC-BB60-CC2C-8528996B4783}"/>
                    </a:ext>
                  </a:extLst>
                </p14:cNvPr>
                <p14:cNvContentPartPr/>
                <p14:nvPr/>
              </p14:nvContentPartPr>
              <p14:xfrm>
                <a:off x="10139358" y="787895"/>
                <a:ext cx="129240" cy="1616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5B577F6-8CFC-BB60-CC2C-8528996B478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121718" y="769895"/>
                  <a:ext cx="1648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1BED190-F009-6142-64E8-E961FA5B7AE8}"/>
                    </a:ext>
                  </a:extLst>
                </p14:cNvPr>
                <p14:cNvContentPartPr/>
                <p14:nvPr/>
              </p14:nvContentPartPr>
              <p14:xfrm>
                <a:off x="10340598" y="749015"/>
                <a:ext cx="109800" cy="126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1BED190-F009-6142-64E8-E961FA5B7AE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322598" y="731375"/>
                  <a:ext cx="1454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0D7CBC6-95CC-DEDD-12E9-1CCC322E2CBC}"/>
                    </a:ext>
                  </a:extLst>
                </p14:cNvPr>
                <p14:cNvContentPartPr/>
                <p14:nvPr/>
              </p14:nvContentPartPr>
              <p14:xfrm>
                <a:off x="10427718" y="626975"/>
                <a:ext cx="139320" cy="1702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0D7CBC6-95CC-DEDD-12E9-1CCC322E2CB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409718" y="609335"/>
                  <a:ext cx="1749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695B252-E94A-2D9A-8EF0-9E44E05178BB}"/>
                    </a:ext>
                  </a:extLst>
                </p14:cNvPr>
                <p14:cNvContentPartPr/>
                <p14:nvPr/>
              </p14:nvContentPartPr>
              <p14:xfrm>
                <a:off x="10451118" y="538415"/>
                <a:ext cx="212040" cy="1584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695B252-E94A-2D9A-8EF0-9E44E05178B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433118" y="520775"/>
                  <a:ext cx="247680" cy="19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3125D14-F6CC-A088-FB2B-CF53CF2D4BCB}"/>
              </a:ext>
            </a:extLst>
          </p:cNvPr>
          <p:cNvGrpSpPr/>
          <p:nvPr/>
        </p:nvGrpSpPr>
        <p:grpSpPr>
          <a:xfrm>
            <a:off x="4057518" y="3405095"/>
            <a:ext cx="986400" cy="2666160"/>
            <a:chOff x="4057518" y="3405095"/>
            <a:chExt cx="986400" cy="266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BC5DC34-D4F4-5D9A-25AB-120E2B255EDD}"/>
                    </a:ext>
                  </a:extLst>
                </p14:cNvPr>
                <p14:cNvContentPartPr/>
                <p14:nvPr/>
              </p14:nvContentPartPr>
              <p14:xfrm>
                <a:off x="4057518" y="3405095"/>
                <a:ext cx="883080" cy="26661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BC5DC34-D4F4-5D9A-25AB-120E2B255ED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039518" y="3387095"/>
                  <a:ext cx="918720" cy="270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275D1F8-DDF7-6B8F-8BE8-BE0FBCAD617D}"/>
                    </a:ext>
                  </a:extLst>
                </p14:cNvPr>
                <p14:cNvContentPartPr/>
                <p14:nvPr/>
              </p14:nvContentPartPr>
              <p14:xfrm>
                <a:off x="4778238" y="5806295"/>
                <a:ext cx="265680" cy="181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275D1F8-DDF7-6B8F-8BE8-BE0FBCAD617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760598" y="5788655"/>
                  <a:ext cx="301320" cy="21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98B5F67-384D-6F8C-6C5D-18FDEE3F4C78}"/>
              </a:ext>
            </a:extLst>
          </p:cNvPr>
          <p:cNvGrpSpPr/>
          <p:nvPr/>
        </p:nvGrpSpPr>
        <p:grpSpPr>
          <a:xfrm>
            <a:off x="5815758" y="4360175"/>
            <a:ext cx="328320" cy="2025360"/>
            <a:chOff x="5815758" y="4360175"/>
            <a:chExt cx="328320" cy="202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8F16415-2229-C4CE-594B-401EE64C8E5B}"/>
                    </a:ext>
                  </a:extLst>
                </p14:cNvPr>
                <p14:cNvContentPartPr/>
                <p14:nvPr/>
              </p14:nvContentPartPr>
              <p14:xfrm>
                <a:off x="5821878" y="6334775"/>
                <a:ext cx="720" cy="7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8F16415-2229-C4CE-594B-401EE64C8E5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804238" y="6316775"/>
                  <a:ext cx="363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2504B90-7D7C-8457-4DFF-3D82E69D46BE}"/>
                    </a:ext>
                  </a:extLst>
                </p14:cNvPr>
                <p14:cNvContentPartPr/>
                <p14:nvPr/>
              </p14:nvContentPartPr>
              <p14:xfrm>
                <a:off x="5815758" y="4360175"/>
                <a:ext cx="328320" cy="20253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2504B90-7D7C-8457-4DFF-3D82E69D46B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798118" y="4342535"/>
                  <a:ext cx="363960" cy="206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87F5BF0F-D418-30F7-0A96-C5F7CD6C2B2B}"/>
              </a:ext>
            </a:extLst>
          </p:cNvPr>
          <p:cNvGrpSpPr/>
          <p:nvPr/>
        </p:nvGrpSpPr>
        <p:grpSpPr>
          <a:xfrm>
            <a:off x="5465478" y="4314095"/>
            <a:ext cx="373320" cy="567720"/>
            <a:chOff x="5465478" y="4314095"/>
            <a:chExt cx="373320" cy="56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1FEEC77-D60F-15BB-7E5F-F372357285E2}"/>
                    </a:ext>
                  </a:extLst>
                </p14:cNvPr>
                <p14:cNvContentPartPr/>
                <p14:nvPr/>
              </p14:nvContentPartPr>
              <p14:xfrm>
                <a:off x="5465478" y="4683815"/>
                <a:ext cx="107280" cy="1980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1FEEC77-D60F-15BB-7E5F-F372357285E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447478" y="4665815"/>
                  <a:ext cx="14292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94C3A4C-6145-D4B7-E88B-3311EC9FF5E0}"/>
                    </a:ext>
                  </a:extLst>
                </p14:cNvPr>
                <p14:cNvContentPartPr/>
                <p14:nvPr/>
              </p14:nvContentPartPr>
              <p14:xfrm>
                <a:off x="5467278" y="4592375"/>
                <a:ext cx="137880" cy="1810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94C3A4C-6145-D4B7-E88B-3311EC9FF5E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449278" y="4574375"/>
                  <a:ext cx="1735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FDF82D5-FF9C-514A-63A5-3786E2303FEF}"/>
                    </a:ext>
                  </a:extLst>
                </p14:cNvPr>
                <p14:cNvContentPartPr/>
                <p14:nvPr/>
              </p14:nvContentPartPr>
              <p14:xfrm>
                <a:off x="5633958" y="4541975"/>
                <a:ext cx="26640" cy="259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FDF82D5-FF9C-514A-63A5-3786E2303FE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615958" y="4524335"/>
                  <a:ext cx="622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F2B714D-3A50-A94A-802E-B70E416EDA76}"/>
                    </a:ext>
                  </a:extLst>
                </p14:cNvPr>
                <p14:cNvContentPartPr/>
                <p14:nvPr/>
              </p14:nvContentPartPr>
              <p14:xfrm>
                <a:off x="5667078" y="4540895"/>
                <a:ext cx="29520" cy="363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F2B714D-3A50-A94A-802E-B70E416EDA7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649078" y="4523255"/>
                  <a:ext cx="651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BEECCC5-78E5-49CC-3DBC-049A115E08EA}"/>
                    </a:ext>
                  </a:extLst>
                </p14:cNvPr>
                <p14:cNvContentPartPr/>
                <p14:nvPr/>
              </p14:nvContentPartPr>
              <p14:xfrm>
                <a:off x="5642958" y="4475735"/>
                <a:ext cx="88560" cy="1918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BEECCC5-78E5-49CC-3DBC-049A115E08E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625318" y="4458095"/>
                  <a:ext cx="1242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24AB589-6603-8FFD-C254-D4A5D4A8EA6D}"/>
                    </a:ext>
                  </a:extLst>
                </p14:cNvPr>
                <p14:cNvContentPartPr/>
                <p14:nvPr/>
              </p14:nvContentPartPr>
              <p14:xfrm>
                <a:off x="5703798" y="4314095"/>
                <a:ext cx="135000" cy="1688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24AB589-6603-8FFD-C254-D4A5D4A8EA6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685798" y="4296455"/>
                  <a:ext cx="170640" cy="20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BEE2E27-0209-9DA0-D7C2-7A8368CC2D52}"/>
              </a:ext>
            </a:extLst>
          </p:cNvPr>
          <p:cNvGrpSpPr/>
          <p:nvPr/>
        </p:nvGrpSpPr>
        <p:grpSpPr>
          <a:xfrm>
            <a:off x="6451158" y="3724055"/>
            <a:ext cx="1969560" cy="2605320"/>
            <a:chOff x="6451158" y="3724055"/>
            <a:chExt cx="1969560" cy="260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B3C56FE-09A2-27ED-C5E8-398A6954D036}"/>
                    </a:ext>
                  </a:extLst>
                </p14:cNvPr>
                <p14:cNvContentPartPr/>
                <p14:nvPr/>
              </p14:nvContentPartPr>
              <p14:xfrm>
                <a:off x="6451158" y="4819895"/>
                <a:ext cx="479880" cy="15094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B3C56FE-09A2-27ED-C5E8-398A6954D03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433518" y="4801895"/>
                  <a:ext cx="515520" cy="154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A775A99-480A-A828-6A16-4FB4E34ED0F6}"/>
                    </a:ext>
                  </a:extLst>
                </p14:cNvPr>
                <p14:cNvContentPartPr/>
                <p14:nvPr/>
              </p14:nvContentPartPr>
              <p14:xfrm>
                <a:off x="6866958" y="3724055"/>
                <a:ext cx="1553760" cy="12988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A775A99-480A-A828-6A16-4FB4E34ED0F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848958" y="3706055"/>
                  <a:ext cx="1589400" cy="133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12471ED-F4B7-C6E2-CC35-3BA89127685B}"/>
                    </a:ext>
                  </a:extLst>
                </p14:cNvPr>
                <p14:cNvContentPartPr/>
                <p14:nvPr/>
              </p14:nvContentPartPr>
              <p14:xfrm>
                <a:off x="6845718" y="4919615"/>
                <a:ext cx="178200" cy="1882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12471ED-F4B7-C6E2-CC35-3BA89127685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827718" y="4901975"/>
                  <a:ext cx="2138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6C0DFC8-0BDB-D129-12B3-CE8E68FCB3B8}"/>
                    </a:ext>
                  </a:extLst>
                </p14:cNvPr>
                <p14:cNvContentPartPr/>
                <p14:nvPr/>
              </p14:nvContentPartPr>
              <p14:xfrm>
                <a:off x="6911958" y="4538375"/>
                <a:ext cx="150840" cy="1774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6C0DFC8-0BDB-D129-12B3-CE8E68FCB3B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893958" y="4520375"/>
                  <a:ext cx="1864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A886367-334B-B53F-4FC7-9CFE32DEAD5C}"/>
                    </a:ext>
                  </a:extLst>
                </p14:cNvPr>
                <p14:cNvContentPartPr/>
                <p14:nvPr/>
              </p14:nvContentPartPr>
              <p14:xfrm>
                <a:off x="6927078" y="4400495"/>
                <a:ext cx="177480" cy="1724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A886367-334B-B53F-4FC7-9CFE32DEAD5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909078" y="4382495"/>
                  <a:ext cx="2131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1D01CE2-B46C-D4E6-8F1B-2FC6E401E287}"/>
                    </a:ext>
                  </a:extLst>
                </p14:cNvPr>
                <p14:cNvContentPartPr/>
                <p14:nvPr/>
              </p14:nvContentPartPr>
              <p14:xfrm>
                <a:off x="7135878" y="4354055"/>
                <a:ext cx="112680" cy="1490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1D01CE2-B46C-D4E6-8F1B-2FC6E401E28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118238" y="4336415"/>
                  <a:ext cx="1483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2ECBFCB-39AA-2CBD-884B-43AFCADB8117}"/>
                    </a:ext>
                  </a:extLst>
                </p14:cNvPr>
                <p14:cNvContentPartPr/>
                <p14:nvPr/>
              </p14:nvContentPartPr>
              <p14:xfrm>
                <a:off x="7217598" y="4272335"/>
                <a:ext cx="129960" cy="1252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2ECBFCB-39AA-2CBD-884B-43AFCADB811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199598" y="4254335"/>
                  <a:ext cx="16560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45565F5-82BD-1AC2-9928-A193EA5FB49D}"/>
                    </a:ext>
                  </a:extLst>
                </p14:cNvPr>
                <p14:cNvContentPartPr/>
                <p14:nvPr/>
              </p14:nvContentPartPr>
              <p14:xfrm>
                <a:off x="7262958" y="4196015"/>
                <a:ext cx="136080" cy="1033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45565F5-82BD-1AC2-9928-A193EA5FB49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245318" y="4178375"/>
                  <a:ext cx="171720" cy="138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978546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018B0-8EE3-A974-0927-1DEF66923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Connection</a:t>
            </a:r>
          </a:p>
        </p:txBody>
      </p:sp>
      <p:pic>
        <p:nvPicPr>
          <p:cNvPr id="6" name="Content Placeholder 5" descr="A diagram of a sensor&#10;&#10;Description automatically generated">
            <a:extLst>
              <a:ext uri="{FF2B5EF4-FFF2-40B4-BE49-F238E27FC236}">
                <a16:creationId xmlns:a16="http://schemas.microsoft.com/office/drawing/2014/main" id="{A69CE200-BEFF-5E42-989C-05D0E67D31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5354" y="1575396"/>
            <a:ext cx="2896748" cy="398302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959986-A1DD-4CCD-8AFA-1997A18B32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45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Picture 7" descr="A small purple circuit board&#10;&#10;Description automatically generated">
            <a:extLst>
              <a:ext uri="{FF2B5EF4-FFF2-40B4-BE49-F238E27FC236}">
                <a16:creationId xmlns:a16="http://schemas.microsoft.com/office/drawing/2014/main" id="{458ED631-D7EE-A113-2554-278DE8BC8E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01120"/>
            <a:ext cx="4531580" cy="453158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A8F8E25-625F-3C98-1876-CC51613A871C}"/>
                  </a:ext>
                </a:extLst>
              </p14:cNvPr>
              <p14:cNvContentPartPr/>
              <p14:nvPr/>
            </p14:nvContentPartPr>
            <p14:xfrm>
              <a:off x="3044118" y="4088015"/>
              <a:ext cx="826560" cy="54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A8F8E25-625F-3C98-1876-CC51613A871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26478" y="4070015"/>
                <a:ext cx="86220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5FDF9215-6133-573C-E58C-98F73FFFEDF4}"/>
                  </a:ext>
                </a:extLst>
              </p14:cNvPr>
              <p14:cNvContentPartPr/>
              <p14:nvPr/>
            </p14:nvContentPartPr>
            <p14:xfrm>
              <a:off x="8110758" y="499175"/>
              <a:ext cx="127080" cy="1695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5FDF9215-6133-573C-E58C-98F73FFFEDF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092758" y="481535"/>
                <a:ext cx="16272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4C5C9491-2CA0-262F-23DB-DA8DC153752F}"/>
                  </a:ext>
                </a:extLst>
              </p14:cNvPr>
              <p14:cNvContentPartPr/>
              <p14:nvPr/>
            </p14:nvContentPartPr>
            <p14:xfrm>
              <a:off x="8329638" y="500615"/>
              <a:ext cx="75960" cy="10512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4C5C9491-2CA0-262F-23DB-DA8DC153752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311638" y="482615"/>
                <a:ext cx="11160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8867C517-341C-6065-C60F-37A0DD7E4823}"/>
                  </a:ext>
                </a:extLst>
              </p14:cNvPr>
              <p14:cNvContentPartPr/>
              <p14:nvPr/>
            </p14:nvContentPartPr>
            <p14:xfrm>
              <a:off x="8468598" y="410615"/>
              <a:ext cx="264960" cy="14832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8867C517-341C-6065-C60F-37A0DD7E482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450958" y="392975"/>
                <a:ext cx="30060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E2749623-CD7D-D239-9049-43C3582A3108}"/>
                  </a:ext>
                </a:extLst>
              </p14:cNvPr>
              <p14:cNvContentPartPr/>
              <p14:nvPr/>
            </p14:nvContentPartPr>
            <p14:xfrm>
              <a:off x="8756238" y="350855"/>
              <a:ext cx="90000" cy="14724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E2749623-CD7D-D239-9049-43C3582A3108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738598" y="333215"/>
                <a:ext cx="125640" cy="18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7F329233-7B48-C0F7-6713-C5F8A339288D}"/>
                  </a:ext>
                </a:extLst>
              </p14:cNvPr>
              <p14:cNvContentPartPr/>
              <p14:nvPr/>
            </p14:nvContentPartPr>
            <p14:xfrm>
              <a:off x="8917158" y="181295"/>
              <a:ext cx="198360" cy="40752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7F329233-7B48-C0F7-6713-C5F8A339288D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899158" y="163295"/>
                <a:ext cx="234000" cy="44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E0B97586-C515-2770-3877-5A3EED9B276A}"/>
                  </a:ext>
                </a:extLst>
              </p14:cNvPr>
              <p14:cNvContentPartPr/>
              <p14:nvPr/>
            </p14:nvContentPartPr>
            <p14:xfrm>
              <a:off x="9220278" y="398735"/>
              <a:ext cx="3600" cy="1548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E0B97586-C515-2770-3877-5A3EED9B276A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202638" y="381095"/>
                <a:ext cx="39240" cy="51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FF0091A-40E3-773E-AB07-1569D377585D}"/>
              </a:ext>
            </a:extLst>
          </p:cNvPr>
          <p:cNvGrpSpPr/>
          <p:nvPr/>
        </p:nvGrpSpPr>
        <p:grpSpPr>
          <a:xfrm>
            <a:off x="5019438" y="3576455"/>
            <a:ext cx="695520" cy="370440"/>
            <a:chOff x="5019438" y="3576455"/>
            <a:chExt cx="695520" cy="37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1801D62-5D77-CCCB-95BD-27DAF32B261F}"/>
                    </a:ext>
                  </a:extLst>
                </p14:cNvPr>
                <p14:cNvContentPartPr/>
                <p14:nvPr/>
              </p14:nvContentPartPr>
              <p14:xfrm>
                <a:off x="5019438" y="3696695"/>
                <a:ext cx="115560" cy="2502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1801D62-5D77-CCCB-95BD-27DAF32B261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001438" y="3679055"/>
                  <a:ext cx="15120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B4DC323-DEC0-545C-2219-16632FFAEA24}"/>
                    </a:ext>
                  </a:extLst>
                </p14:cNvPr>
                <p14:cNvContentPartPr/>
                <p14:nvPr/>
              </p14:nvContentPartPr>
              <p14:xfrm>
                <a:off x="5230038" y="3701735"/>
                <a:ext cx="42840" cy="2214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B4DC323-DEC0-545C-2219-16632FFAEA2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212398" y="3684095"/>
                  <a:ext cx="784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3361052-3E28-106B-B175-F91D2D46935F}"/>
                    </a:ext>
                  </a:extLst>
                </p14:cNvPr>
                <p14:cNvContentPartPr/>
                <p14:nvPr/>
              </p14:nvContentPartPr>
              <p14:xfrm>
                <a:off x="5338758" y="3788855"/>
                <a:ext cx="71280" cy="1166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3361052-3E28-106B-B175-F91D2D46935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321118" y="3771215"/>
                  <a:ext cx="1069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13814B4-857C-DE6C-AC33-CCA747EC2E34}"/>
                    </a:ext>
                  </a:extLst>
                </p14:cNvPr>
                <p14:cNvContentPartPr/>
                <p14:nvPr/>
              </p14:nvContentPartPr>
              <p14:xfrm>
                <a:off x="5479518" y="3576455"/>
                <a:ext cx="121320" cy="2840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13814B4-857C-DE6C-AC33-CCA747EC2E3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461518" y="3558455"/>
                  <a:ext cx="15696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4AFCBF7-6F45-8D10-C858-06C7B5C2514A}"/>
                    </a:ext>
                  </a:extLst>
                </p14:cNvPr>
                <p14:cNvContentPartPr/>
                <p14:nvPr/>
              </p14:nvContentPartPr>
              <p14:xfrm>
                <a:off x="5607678" y="3653495"/>
                <a:ext cx="107280" cy="709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4AFCBF7-6F45-8D10-C858-06C7B5C2514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589678" y="3635495"/>
                  <a:ext cx="142920" cy="10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A32C9E0C-E60A-FAF6-05D7-49EF905B3666}"/>
              </a:ext>
            </a:extLst>
          </p:cNvPr>
          <p:cNvGrpSpPr/>
          <p:nvPr/>
        </p:nvGrpSpPr>
        <p:grpSpPr>
          <a:xfrm>
            <a:off x="5180718" y="4075055"/>
            <a:ext cx="626760" cy="312480"/>
            <a:chOff x="5180718" y="4075055"/>
            <a:chExt cx="626760" cy="31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9E6EB0E-652C-B138-F0CF-1A47666DE609}"/>
                    </a:ext>
                  </a:extLst>
                </p14:cNvPr>
                <p14:cNvContentPartPr/>
                <p14:nvPr/>
              </p14:nvContentPartPr>
              <p14:xfrm>
                <a:off x="5189718" y="4081535"/>
                <a:ext cx="52200" cy="3060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9E6EB0E-652C-B138-F0CF-1A47666DE60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171718" y="4063895"/>
                  <a:ext cx="8784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9AD01E4-16FF-4EA3-C871-A1990F0D4CF6}"/>
                    </a:ext>
                  </a:extLst>
                </p14:cNvPr>
                <p14:cNvContentPartPr/>
                <p14:nvPr/>
              </p14:nvContentPartPr>
              <p14:xfrm>
                <a:off x="5180718" y="4095575"/>
                <a:ext cx="133560" cy="2070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9AD01E4-16FF-4EA3-C871-A1990F0D4CF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162718" y="4077575"/>
                  <a:ext cx="16920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E62B4D26-0AF9-234F-9BBD-B3F40FA2E5DC}"/>
                    </a:ext>
                  </a:extLst>
                </p14:cNvPr>
                <p14:cNvContentPartPr/>
                <p14:nvPr/>
              </p14:nvContentPartPr>
              <p14:xfrm>
                <a:off x="5371158" y="4207535"/>
                <a:ext cx="114120" cy="1162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E62B4D26-0AF9-234F-9BBD-B3F40FA2E5D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353518" y="4189535"/>
                  <a:ext cx="1497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A7A2866-8A6E-17A0-8986-A3CCB9D9C66B}"/>
                    </a:ext>
                  </a:extLst>
                </p14:cNvPr>
                <p14:cNvContentPartPr/>
                <p14:nvPr/>
              </p14:nvContentPartPr>
              <p14:xfrm>
                <a:off x="5521278" y="4075055"/>
                <a:ext cx="54360" cy="2080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A7A2866-8A6E-17A0-8986-A3CCB9D9C66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503278" y="4057055"/>
                  <a:ext cx="900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7600CC7-2817-AEED-7A9E-6C7FDB468A30}"/>
                    </a:ext>
                  </a:extLst>
                </p14:cNvPr>
                <p14:cNvContentPartPr/>
                <p14:nvPr/>
              </p14:nvContentPartPr>
              <p14:xfrm>
                <a:off x="5520558" y="4136975"/>
                <a:ext cx="286920" cy="950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7600CC7-2817-AEED-7A9E-6C7FDB468A3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502918" y="4119335"/>
                  <a:ext cx="322560" cy="13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D8DB06F6-4384-11A1-9632-374A4F10CB36}"/>
              </a:ext>
            </a:extLst>
          </p:cNvPr>
          <p:cNvGrpSpPr/>
          <p:nvPr/>
        </p:nvGrpSpPr>
        <p:grpSpPr>
          <a:xfrm>
            <a:off x="4919718" y="286415"/>
            <a:ext cx="2961720" cy="3009600"/>
            <a:chOff x="4919718" y="286415"/>
            <a:chExt cx="2961720" cy="300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CE5B558-1486-8F12-AF3B-1A64E676CF40}"/>
                    </a:ext>
                  </a:extLst>
                </p14:cNvPr>
                <p14:cNvContentPartPr/>
                <p14:nvPr/>
              </p14:nvContentPartPr>
              <p14:xfrm>
                <a:off x="6213918" y="392975"/>
                <a:ext cx="50040" cy="4251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CE5B558-1486-8F12-AF3B-1A64E676CF4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196278" y="374975"/>
                  <a:ext cx="85680" cy="46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17FB220-5045-5588-C33B-D983E2366B37}"/>
                    </a:ext>
                  </a:extLst>
                </p14:cNvPr>
                <p14:cNvContentPartPr/>
                <p14:nvPr/>
              </p14:nvContentPartPr>
              <p14:xfrm>
                <a:off x="6208158" y="410615"/>
                <a:ext cx="127080" cy="1058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17FB220-5045-5588-C33B-D983E2366B3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190158" y="392615"/>
                  <a:ext cx="1627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D1A46B3-6CA9-7824-C9B6-A054AEDD783A}"/>
                    </a:ext>
                  </a:extLst>
                </p14:cNvPr>
                <p14:cNvContentPartPr/>
                <p14:nvPr/>
              </p14:nvContentPartPr>
              <p14:xfrm>
                <a:off x="6177198" y="577295"/>
                <a:ext cx="313920" cy="1720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D1A46B3-6CA9-7824-C9B6-A054AEDD783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159198" y="559295"/>
                  <a:ext cx="3495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4E4B631-6166-6410-8423-64558A2FE9DF}"/>
                    </a:ext>
                  </a:extLst>
                </p14:cNvPr>
                <p14:cNvContentPartPr/>
                <p14:nvPr/>
              </p14:nvContentPartPr>
              <p14:xfrm>
                <a:off x="6501558" y="362735"/>
                <a:ext cx="160200" cy="3092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4E4B631-6166-6410-8423-64558A2FE9D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483918" y="344735"/>
                  <a:ext cx="19584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0272AC3-91B3-54BD-D584-83F410B9F2AA}"/>
                    </a:ext>
                  </a:extLst>
                </p14:cNvPr>
                <p14:cNvContentPartPr/>
                <p14:nvPr/>
              </p14:nvContentPartPr>
              <p14:xfrm>
                <a:off x="6807198" y="381455"/>
                <a:ext cx="30960" cy="2851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0272AC3-91B3-54BD-D584-83F410B9F2A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789198" y="363455"/>
                  <a:ext cx="6660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7D7F229-354E-FA59-C925-FB7BE353B378}"/>
                    </a:ext>
                  </a:extLst>
                </p14:cNvPr>
                <p14:cNvContentPartPr/>
                <p14:nvPr/>
              </p14:nvContentPartPr>
              <p14:xfrm>
                <a:off x="6816918" y="286415"/>
                <a:ext cx="311400" cy="323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7D7F229-354E-FA59-C925-FB7BE353B37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799278" y="268415"/>
                  <a:ext cx="34704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2E7104D-3BB3-8513-C732-E8605F79638B}"/>
                    </a:ext>
                  </a:extLst>
                </p14:cNvPr>
                <p14:cNvContentPartPr/>
                <p14:nvPr/>
              </p14:nvContentPartPr>
              <p14:xfrm>
                <a:off x="6469878" y="1048535"/>
                <a:ext cx="96480" cy="3708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2E7104D-3BB3-8513-C732-E8605F79638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452238" y="1030895"/>
                  <a:ext cx="13212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92893F1-58B2-CC8D-2181-8B01A9417200}"/>
                    </a:ext>
                  </a:extLst>
                </p14:cNvPr>
                <p14:cNvContentPartPr/>
                <p14:nvPr/>
              </p14:nvContentPartPr>
              <p14:xfrm>
                <a:off x="6448278" y="1040975"/>
                <a:ext cx="186480" cy="3528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92893F1-58B2-CC8D-2181-8B01A941720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430278" y="1022975"/>
                  <a:ext cx="22212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12C414A-8A5C-2055-6A3B-B4B866456956}"/>
                    </a:ext>
                  </a:extLst>
                </p14:cNvPr>
                <p14:cNvContentPartPr/>
                <p14:nvPr/>
              </p14:nvContentPartPr>
              <p14:xfrm>
                <a:off x="6693078" y="1046015"/>
                <a:ext cx="87840" cy="2383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12C414A-8A5C-2055-6A3B-B4B86645695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675438" y="1028375"/>
                  <a:ext cx="12348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FA17F34-657E-BEE8-1698-6B4F55CC3462}"/>
                    </a:ext>
                  </a:extLst>
                </p14:cNvPr>
                <p14:cNvContentPartPr/>
                <p14:nvPr/>
              </p14:nvContentPartPr>
              <p14:xfrm>
                <a:off x="6842118" y="1034495"/>
                <a:ext cx="59400" cy="1810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FA17F34-657E-BEE8-1698-6B4F55CC346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824118" y="1016495"/>
                  <a:ext cx="9504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4F27727-4905-9959-F602-4CD00B70674B}"/>
                    </a:ext>
                  </a:extLst>
                </p14:cNvPr>
                <p14:cNvContentPartPr/>
                <p14:nvPr/>
              </p14:nvContentPartPr>
              <p14:xfrm>
                <a:off x="6995118" y="959255"/>
                <a:ext cx="136440" cy="1641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4F27727-4905-9959-F602-4CD00B70674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977478" y="941255"/>
                  <a:ext cx="1720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49CDF51-8F7B-9A9B-943D-61E5AA42B63F}"/>
                    </a:ext>
                  </a:extLst>
                </p14:cNvPr>
                <p14:cNvContentPartPr/>
                <p14:nvPr/>
              </p14:nvContentPartPr>
              <p14:xfrm>
                <a:off x="7187718" y="855575"/>
                <a:ext cx="55080" cy="2174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49CDF51-8F7B-9A9B-943D-61E5AA42B63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169718" y="837935"/>
                  <a:ext cx="9072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E486AEB-BE60-1AED-1602-9CBE3AB2BED1}"/>
                    </a:ext>
                  </a:extLst>
                </p14:cNvPr>
                <p14:cNvContentPartPr/>
                <p14:nvPr/>
              </p14:nvContentPartPr>
              <p14:xfrm>
                <a:off x="7258998" y="849815"/>
                <a:ext cx="54720" cy="1357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E486AEB-BE60-1AED-1602-9CBE3AB2BED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240998" y="832175"/>
                  <a:ext cx="903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04E2AB7-553D-0539-5FB6-25FE234F5621}"/>
                    </a:ext>
                  </a:extLst>
                </p14:cNvPr>
                <p14:cNvContentPartPr/>
                <p14:nvPr/>
              </p14:nvContentPartPr>
              <p14:xfrm>
                <a:off x="7417398" y="791135"/>
                <a:ext cx="270360" cy="1666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04E2AB7-553D-0539-5FB6-25FE234F562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399758" y="773135"/>
                  <a:ext cx="30600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FCC8160-38D0-131B-6C73-18CB90F137EF}"/>
                    </a:ext>
                  </a:extLst>
                </p14:cNvPr>
                <p14:cNvContentPartPr/>
                <p14:nvPr/>
              </p14:nvContentPartPr>
              <p14:xfrm>
                <a:off x="7721238" y="617255"/>
                <a:ext cx="102600" cy="2296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FCC8160-38D0-131B-6C73-18CB90F137E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703238" y="599255"/>
                  <a:ext cx="13824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592E74C-F6DF-7DD4-C192-65E53FF0188F}"/>
                    </a:ext>
                  </a:extLst>
                </p14:cNvPr>
                <p14:cNvContentPartPr/>
                <p14:nvPr/>
              </p14:nvContentPartPr>
              <p14:xfrm>
                <a:off x="7748238" y="692495"/>
                <a:ext cx="133200" cy="637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592E74C-F6DF-7DD4-C192-65E53FF0188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730598" y="674495"/>
                  <a:ext cx="1688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40ED766-F43A-2CDB-AD39-0C3FCA2306F3}"/>
                    </a:ext>
                  </a:extLst>
                </p14:cNvPr>
                <p14:cNvContentPartPr/>
                <p14:nvPr/>
              </p14:nvContentPartPr>
              <p14:xfrm>
                <a:off x="4962198" y="1740455"/>
                <a:ext cx="27360" cy="6213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40ED766-F43A-2CDB-AD39-0C3FCA2306F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944198" y="1722815"/>
                  <a:ext cx="63000" cy="65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2DF9298-9F97-D3D6-2FE3-47109CD5A860}"/>
                    </a:ext>
                  </a:extLst>
                </p14:cNvPr>
                <p14:cNvContentPartPr/>
                <p14:nvPr/>
              </p14:nvContentPartPr>
              <p14:xfrm>
                <a:off x="4919718" y="1807415"/>
                <a:ext cx="940320" cy="428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2DF9298-9F97-D3D6-2FE3-47109CD5A86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902078" y="1789415"/>
                  <a:ext cx="97596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7D34D50-81AD-ADE7-122B-BC141CCAF12E}"/>
                    </a:ext>
                  </a:extLst>
                </p14:cNvPr>
                <p14:cNvContentPartPr/>
                <p14:nvPr/>
              </p14:nvContentPartPr>
              <p14:xfrm>
                <a:off x="5890998" y="1750895"/>
                <a:ext cx="34560" cy="5835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7D34D50-81AD-ADE7-122B-BC141CCAF12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872998" y="1732895"/>
                  <a:ext cx="70200" cy="61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B631831-8C7F-F68F-D15F-5429B0C8F46D}"/>
                    </a:ext>
                  </a:extLst>
                </p14:cNvPr>
                <p14:cNvContentPartPr/>
                <p14:nvPr/>
              </p14:nvContentPartPr>
              <p14:xfrm>
                <a:off x="5075598" y="2270015"/>
                <a:ext cx="865440" cy="1029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B631831-8C7F-F68F-D15F-5429B0C8F46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057958" y="2252375"/>
                  <a:ext cx="90108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95EEDEC-C926-9B2A-2D92-AECE222145BC}"/>
                    </a:ext>
                  </a:extLst>
                </p14:cNvPr>
                <p14:cNvContentPartPr/>
                <p14:nvPr/>
              </p14:nvContentPartPr>
              <p14:xfrm>
                <a:off x="5208438" y="1543535"/>
                <a:ext cx="51480" cy="2930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95EEDEC-C926-9B2A-2D92-AECE222145B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190438" y="1525535"/>
                  <a:ext cx="8712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2AB2C52-37F7-5645-92BC-477E5C3B2322}"/>
                    </a:ext>
                  </a:extLst>
                </p14:cNvPr>
                <p14:cNvContentPartPr/>
                <p14:nvPr/>
              </p14:nvContentPartPr>
              <p14:xfrm>
                <a:off x="5189358" y="1568375"/>
                <a:ext cx="176040" cy="1900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2AB2C52-37F7-5645-92BC-477E5C3B232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171718" y="1550735"/>
                  <a:ext cx="2116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8EF0C3C-45FA-776C-8070-BC7FC4784A26}"/>
                    </a:ext>
                  </a:extLst>
                </p14:cNvPr>
                <p14:cNvContentPartPr/>
                <p14:nvPr/>
              </p14:nvContentPartPr>
              <p14:xfrm>
                <a:off x="5250918" y="1599695"/>
                <a:ext cx="196920" cy="1389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8EF0C3C-45FA-776C-8070-BC7FC4784A2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233278" y="1581695"/>
                  <a:ext cx="2325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6E052D0-8BE3-0685-95DE-B3C1B7E4B4B3}"/>
                    </a:ext>
                  </a:extLst>
                </p14:cNvPr>
                <p14:cNvContentPartPr/>
                <p14:nvPr/>
              </p14:nvContentPartPr>
              <p14:xfrm>
                <a:off x="5500038" y="1395215"/>
                <a:ext cx="172080" cy="3225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6E052D0-8BE3-0685-95DE-B3C1B7E4B4B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482398" y="1377215"/>
                  <a:ext cx="20772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185EF28-75E8-2E95-7381-B16A6EB73090}"/>
                    </a:ext>
                  </a:extLst>
                </p14:cNvPr>
                <p14:cNvContentPartPr/>
                <p14:nvPr/>
              </p14:nvContentPartPr>
              <p14:xfrm>
                <a:off x="5125638" y="2200895"/>
                <a:ext cx="28080" cy="6670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185EF28-75E8-2E95-7381-B16A6EB7309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107998" y="2182895"/>
                  <a:ext cx="63720" cy="70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5B31B982-467B-136D-B2D5-CF8C907F1739}"/>
                    </a:ext>
                  </a:extLst>
                </p14:cNvPr>
                <p14:cNvContentPartPr/>
                <p14:nvPr/>
              </p14:nvContentPartPr>
              <p14:xfrm>
                <a:off x="5297718" y="2231855"/>
                <a:ext cx="11160" cy="5439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5B31B982-467B-136D-B2D5-CF8C907F173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279718" y="2213855"/>
                  <a:ext cx="46800" cy="57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C836F6F-CDF8-F1AE-989B-74F9FE776709}"/>
                    </a:ext>
                  </a:extLst>
                </p14:cNvPr>
                <p14:cNvContentPartPr/>
                <p14:nvPr/>
              </p14:nvContentPartPr>
              <p14:xfrm>
                <a:off x="5456838" y="2172455"/>
                <a:ext cx="10080" cy="6087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C836F6F-CDF8-F1AE-989B-74F9FE77670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439198" y="2154815"/>
                  <a:ext cx="45720" cy="64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096A2F8-3AF9-8065-2A08-3F1FAD8956F3}"/>
                    </a:ext>
                  </a:extLst>
                </p14:cNvPr>
                <p14:cNvContentPartPr/>
                <p14:nvPr/>
              </p14:nvContentPartPr>
              <p14:xfrm>
                <a:off x="5608758" y="2172815"/>
                <a:ext cx="54720" cy="5940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096A2F8-3AF9-8065-2A08-3F1FAD8956F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591118" y="2154815"/>
                  <a:ext cx="90360" cy="62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5B3A7C3-EC37-57B4-AB06-DBE6B675C892}"/>
                    </a:ext>
                  </a:extLst>
                </p14:cNvPr>
                <p14:cNvContentPartPr/>
                <p14:nvPr/>
              </p14:nvContentPartPr>
              <p14:xfrm>
                <a:off x="5771478" y="2178935"/>
                <a:ext cx="59400" cy="5403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5B3A7C3-EC37-57B4-AB06-DBE6B675C89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753478" y="2161295"/>
                  <a:ext cx="95040" cy="57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2FC4A3B-D4AD-7C53-EC92-8CDCFDFB3DAC}"/>
                    </a:ext>
                  </a:extLst>
                </p14:cNvPr>
                <p14:cNvContentPartPr/>
                <p14:nvPr/>
              </p14:nvContentPartPr>
              <p14:xfrm>
                <a:off x="5569158" y="3016655"/>
                <a:ext cx="66600" cy="1422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2FC4A3B-D4AD-7C53-EC92-8CDCFDFB3DA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551158" y="2998655"/>
                  <a:ext cx="1022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A4D8E46-CD4F-6181-0A76-14EA13034438}"/>
                    </a:ext>
                  </a:extLst>
                </p14:cNvPr>
                <p14:cNvContentPartPr/>
                <p14:nvPr/>
              </p14:nvContentPartPr>
              <p14:xfrm>
                <a:off x="5648358" y="2975255"/>
                <a:ext cx="79200" cy="1868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A4D8E46-CD4F-6181-0A76-14EA1303443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630358" y="2957615"/>
                  <a:ext cx="11484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1A408E6-1243-7A52-05D0-1C0A87C7D1C3}"/>
                    </a:ext>
                  </a:extLst>
                </p14:cNvPr>
                <p14:cNvContentPartPr/>
                <p14:nvPr/>
              </p14:nvContentPartPr>
              <p14:xfrm>
                <a:off x="5741598" y="3018095"/>
                <a:ext cx="86760" cy="1040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1A408E6-1243-7A52-05D0-1C0A87C7D1C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723958" y="3000455"/>
                  <a:ext cx="1224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A9AB8FF-C089-CD0A-ED46-66268F6A6738}"/>
                    </a:ext>
                  </a:extLst>
                </p14:cNvPr>
                <p14:cNvContentPartPr/>
                <p14:nvPr/>
              </p14:nvContentPartPr>
              <p14:xfrm>
                <a:off x="5855358" y="2930975"/>
                <a:ext cx="50040" cy="1202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A9AB8FF-C089-CD0A-ED46-66268F6A673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837718" y="2913335"/>
                  <a:ext cx="856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5ECD061C-9D3A-1B31-7DE5-C40725912AC1}"/>
                    </a:ext>
                  </a:extLst>
                </p14:cNvPr>
                <p14:cNvContentPartPr/>
                <p14:nvPr/>
              </p14:nvContentPartPr>
              <p14:xfrm>
                <a:off x="5951838" y="2878415"/>
                <a:ext cx="77760" cy="1000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5ECD061C-9D3A-1B31-7DE5-C40725912AC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933838" y="2860775"/>
                  <a:ext cx="1134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00B4869-B563-598D-F341-29D830F5119F}"/>
                    </a:ext>
                  </a:extLst>
                </p14:cNvPr>
                <p14:cNvContentPartPr/>
                <p14:nvPr/>
              </p14:nvContentPartPr>
              <p14:xfrm>
                <a:off x="5321118" y="3011975"/>
                <a:ext cx="129960" cy="435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00B4869-B563-598D-F341-29D830F5119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303118" y="2994335"/>
                  <a:ext cx="1656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0B197D2-FC77-AF76-F73C-A6EB41DAE3EB}"/>
                    </a:ext>
                  </a:extLst>
                </p14:cNvPr>
                <p14:cNvContentPartPr/>
                <p14:nvPr/>
              </p14:nvContentPartPr>
              <p14:xfrm>
                <a:off x="5272518" y="3087575"/>
                <a:ext cx="153720" cy="2084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0B197D2-FC77-AF76-F73C-A6EB41DAE3EB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254878" y="3069575"/>
                  <a:ext cx="189360" cy="24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95A25E3D-2258-D8E5-F3CF-87E950EDDFD6}"/>
              </a:ext>
            </a:extLst>
          </p:cNvPr>
          <p:cNvGrpSpPr/>
          <p:nvPr/>
        </p:nvGrpSpPr>
        <p:grpSpPr>
          <a:xfrm>
            <a:off x="8419998" y="1146095"/>
            <a:ext cx="2881440" cy="2739240"/>
            <a:chOff x="8419998" y="1146095"/>
            <a:chExt cx="2881440" cy="273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5371C28-28F7-CD51-604B-D614448F7633}"/>
                    </a:ext>
                  </a:extLst>
                </p14:cNvPr>
                <p14:cNvContentPartPr/>
                <p14:nvPr/>
              </p14:nvContentPartPr>
              <p14:xfrm>
                <a:off x="8433318" y="3280895"/>
                <a:ext cx="40680" cy="5522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5371C28-28F7-CD51-604B-D614448F7633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415318" y="3263255"/>
                  <a:ext cx="76320" cy="58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AE77FA1-15A7-6B4C-56DD-F43D334CEB6D}"/>
                    </a:ext>
                  </a:extLst>
                </p14:cNvPr>
                <p14:cNvContentPartPr/>
                <p14:nvPr/>
              </p14:nvContentPartPr>
              <p14:xfrm>
                <a:off x="8419998" y="3199175"/>
                <a:ext cx="1143000" cy="1180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AE77FA1-15A7-6B4C-56DD-F43D334CEB6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401998" y="3181175"/>
                  <a:ext cx="11786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6DA24A1-AD53-7FF5-53A4-DD31D05E8E47}"/>
                    </a:ext>
                  </a:extLst>
                </p14:cNvPr>
                <p14:cNvContentPartPr/>
                <p14:nvPr/>
              </p14:nvContentPartPr>
              <p14:xfrm>
                <a:off x="8495598" y="3243815"/>
                <a:ext cx="1085400" cy="6415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6DA24A1-AD53-7FF5-53A4-DD31D05E8E4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477598" y="3225815"/>
                  <a:ext cx="1121040" cy="67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D9906B0-3E53-68D3-3050-7EC24FF7742A}"/>
                    </a:ext>
                  </a:extLst>
                </p14:cNvPr>
                <p14:cNvContentPartPr/>
                <p14:nvPr/>
              </p14:nvContentPartPr>
              <p14:xfrm>
                <a:off x="9521958" y="3298895"/>
                <a:ext cx="549000" cy="1897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D9906B0-3E53-68D3-3050-7EC24FF7742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504318" y="3280895"/>
                  <a:ext cx="5846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26556CC-EE5E-2378-EC7F-CC0499E33012}"/>
                    </a:ext>
                  </a:extLst>
                </p14:cNvPr>
                <p14:cNvContentPartPr/>
                <p14:nvPr/>
              </p14:nvContentPartPr>
              <p14:xfrm>
                <a:off x="10170318" y="3135095"/>
                <a:ext cx="21240" cy="282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26556CC-EE5E-2378-EC7F-CC0499E3301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152318" y="3117455"/>
                  <a:ext cx="5688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F799252-BFF3-81A0-7E86-CCBB100AD942}"/>
                    </a:ext>
                  </a:extLst>
                </p14:cNvPr>
                <p14:cNvContentPartPr/>
                <p14:nvPr/>
              </p14:nvContentPartPr>
              <p14:xfrm>
                <a:off x="10163478" y="3155975"/>
                <a:ext cx="185040" cy="151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F799252-BFF3-81A0-7E86-CCBB100AD94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145478" y="3137975"/>
                  <a:ext cx="2206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2CCCBF8-2B6F-C289-BC6F-BF8529F256AD}"/>
                    </a:ext>
                  </a:extLst>
                </p14:cNvPr>
                <p14:cNvContentPartPr/>
                <p14:nvPr/>
              </p14:nvContentPartPr>
              <p14:xfrm>
                <a:off x="10242678" y="3155255"/>
                <a:ext cx="270000" cy="1670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2CCCBF8-2B6F-C289-BC6F-BF8529F256A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224678" y="3137255"/>
                  <a:ext cx="3056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8BDC75B-2FDF-CC6C-072B-C778BE71FDD7}"/>
                    </a:ext>
                  </a:extLst>
                </p14:cNvPr>
                <p14:cNvContentPartPr/>
                <p14:nvPr/>
              </p14:nvContentPartPr>
              <p14:xfrm>
                <a:off x="10445718" y="3057335"/>
                <a:ext cx="83880" cy="171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8BDC75B-2FDF-CC6C-072B-C778BE71FDD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427718" y="3039335"/>
                  <a:ext cx="1195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BFC10B0-C9B3-8F55-6E97-5E826BF08977}"/>
                    </a:ext>
                  </a:extLst>
                </p14:cNvPr>
                <p14:cNvContentPartPr/>
                <p14:nvPr/>
              </p14:nvContentPartPr>
              <p14:xfrm>
                <a:off x="10594758" y="3001175"/>
                <a:ext cx="88920" cy="2545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BFC10B0-C9B3-8F55-6E97-5E826BF0897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577118" y="2983175"/>
                  <a:ext cx="12456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F754B4F-62D0-5A73-60B3-4F60EBEDBAA4}"/>
                    </a:ext>
                  </a:extLst>
                </p14:cNvPr>
                <p14:cNvContentPartPr/>
                <p14:nvPr/>
              </p14:nvContentPartPr>
              <p14:xfrm>
                <a:off x="10633998" y="3120335"/>
                <a:ext cx="179640" cy="1508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F754B4F-62D0-5A73-60B3-4F60EBEDBAA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616358" y="3102695"/>
                  <a:ext cx="2152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401D433-AD27-AB76-8187-8221D1695BCA}"/>
                    </a:ext>
                  </a:extLst>
                </p14:cNvPr>
                <p14:cNvContentPartPr/>
                <p14:nvPr/>
              </p14:nvContentPartPr>
              <p14:xfrm>
                <a:off x="8507838" y="1344095"/>
                <a:ext cx="55440" cy="4392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4401D433-AD27-AB76-8187-8221D1695BCA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490198" y="1326095"/>
                  <a:ext cx="91080" cy="47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834E176-94D9-6DF6-6749-CBB2845BFE32}"/>
                    </a:ext>
                  </a:extLst>
                </p14:cNvPr>
                <p14:cNvContentPartPr/>
                <p14:nvPr/>
              </p14:nvContentPartPr>
              <p14:xfrm>
                <a:off x="8493078" y="1403135"/>
                <a:ext cx="189000" cy="3175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834E176-94D9-6DF6-6749-CBB2845BFE3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475078" y="1385135"/>
                  <a:ext cx="22464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FC3C591-B4B3-E8A5-AD81-5F5851B3AF60}"/>
                    </a:ext>
                  </a:extLst>
                </p14:cNvPr>
                <p14:cNvContentPartPr/>
                <p14:nvPr/>
              </p14:nvContentPartPr>
              <p14:xfrm>
                <a:off x="8571558" y="1606535"/>
                <a:ext cx="72720" cy="234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FC3C591-B4B3-E8A5-AD81-5F5851B3AF60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553558" y="1588895"/>
                  <a:ext cx="1083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EF2DA0D-C329-66A5-2243-2DD3A9C47137}"/>
                    </a:ext>
                  </a:extLst>
                </p14:cNvPr>
                <p14:cNvContentPartPr/>
                <p14:nvPr/>
              </p14:nvContentPartPr>
              <p14:xfrm>
                <a:off x="8760918" y="1575575"/>
                <a:ext cx="120960" cy="1051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EF2DA0D-C329-66A5-2243-2DD3A9C4713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743278" y="1557575"/>
                  <a:ext cx="1566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D97CBCE3-348F-BB2E-A27F-454742EC377D}"/>
                    </a:ext>
                  </a:extLst>
                </p14:cNvPr>
                <p14:cNvContentPartPr/>
                <p14:nvPr/>
              </p14:nvContentPartPr>
              <p14:xfrm>
                <a:off x="8950638" y="1556855"/>
                <a:ext cx="140040" cy="1364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D97CBCE3-348F-BB2E-A27F-454742EC377D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932998" y="1538855"/>
                  <a:ext cx="1756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EE03FED-1923-0B4D-AA6B-6A591B62B992}"/>
                    </a:ext>
                  </a:extLst>
                </p14:cNvPr>
                <p14:cNvContentPartPr/>
                <p14:nvPr/>
              </p14:nvContentPartPr>
              <p14:xfrm>
                <a:off x="9092118" y="1385855"/>
                <a:ext cx="101880" cy="2455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9EE03FED-1923-0B4D-AA6B-6A591B62B99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074118" y="1367855"/>
                  <a:ext cx="13752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6C31A07-0922-8CAF-1E05-F8B11992DE9F}"/>
                    </a:ext>
                  </a:extLst>
                </p14:cNvPr>
                <p14:cNvContentPartPr/>
                <p14:nvPr/>
              </p14:nvContentPartPr>
              <p14:xfrm>
                <a:off x="9306678" y="1498895"/>
                <a:ext cx="85320" cy="1274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6C31A07-0922-8CAF-1E05-F8B11992DE9F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289038" y="1480895"/>
                  <a:ext cx="1209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0C8E43D2-5758-9407-BA42-221EB1220244}"/>
                    </a:ext>
                  </a:extLst>
                </p14:cNvPr>
                <p14:cNvContentPartPr/>
                <p14:nvPr/>
              </p14:nvContentPartPr>
              <p14:xfrm>
                <a:off x="9476958" y="1460015"/>
                <a:ext cx="108000" cy="2584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0C8E43D2-5758-9407-BA42-221EB122024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459318" y="1442375"/>
                  <a:ext cx="14364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F0EFC98-AB6A-BE69-47A8-7BFAABDB731F}"/>
                    </a:ext>
                  </a:extLst>
                </p14:cNvPr>
                <p14:cNvContentPartPr/>
                <p14:nvPr/>
              </p14:nvContentPartPr>
              <p14:xfrm>
                <a:off x="9815718" y="1298015"/>
                <a:ext cx="79200" cy="3265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F0EFC98-AB6A-BE69-47A8-7BFAABDB731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798078" y="1280375"/>
                  <a:ext cx="11484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213DF8B9-F2DB-5DB2-D602-7CB0F4D7B812}"/>
                    </a:ext>
                  </a:extLst>
                </p14:cNvPr>
                <p14:cNvContentPartPr/>
                <p14:nvPr/>
              </p14:nvContentPartPr>
              <p14:xfrm>
                <a:off x="9812118" y="1469375"/>
                <a:ext cx="61920" cy="302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213DF8B9-F2DB-5DB2-D602-7CB0F4D7B812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794118" y="1451735"/>
                  <a:ext cx="975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EE7D542-C6E3-CF83-52C6-D9F0ED3911EB}"/>
                    </a:ext>
                  </a:extLst>
                </p14:cNvPr>
                <p14:cNvContentPartPr/>
                <p14:nvPr/>
              </p14:nvContentPartPr>
              <p14:xfrm>
                <a:off x="9979518" y="1418615"/>
                <a:ext cx="212760" cy="1324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EE7D542-C6E3-CF83-52C6-D9F0ED3911E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961878" y="1400975"/>
                  <a:ext cx="2484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2281BC15-6943-55D7-ECB7-0E3EABAC31AD}"/>
                    </a:ext>
                  </a:extLst>
                </p14:cNvPr>
                <p14:cNvContentPartPr/>
                <p14:nvPr/>
              </p14:nvContentPartPr>
              <p14:xfrm>
                <a:off x="10255638" y="1405655"/>
                <a:ext cx="118800" cy="1126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2281BC15-6943-55D7-ECB7-0E3EABAC31A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237998" y="1388015"/>
                  <a:ext cx="1544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EDDBE04-1505-1AA3-C294-53522527090E}"/>
                    </a:ext>
                  </a:extLst>
                </p14:cNvPr>
                <p14:cNvContentPartPr/>
                <p14:nvPr/>
              </p14:nvContentPartPr>
              <p14:xfrm>
                <a:off x="10438878" y="1279295"/>
                <a:ext cx="82440" cy="1868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EDDBE04-1505-1AA3-C294-53522527090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420878" y="1261655"/>
                  <a:ext cx="1180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51CD4E0A-9763-D217-8D87-E36D148D7A99}"/>
                    </a:ext>
                  </a:extLst>
                </p14:cNvPr>
                <p14:cNvContentPartPr/>
                <p14:nvPr/>
              </p14:nvContentPartPr>
              <p14:xfrm>
                <a:off x="10747038" y="1205855"/>
                <a:ext cx="72000" cy="2246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51CD4E0A-9763-D217-8D87-E36D148D7A9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729038" y="1188215"/>
                  <a:ext cx="10764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6B47CC3-06EA-707E-5544-E4C464929321}"/>
                    </a:ext>
                  </a:extLst>
                </p14:cNvPr>
                <p14:cNvContentPartPr/>
                <p14:nvPr/>
              </p14:nvContentPartPr>
              <p14:xfrm>
                <a:off x="10712478" y="1153655"/>
                <a:ext cx="150480" cy="604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6B47CC3-06EA-707E-5544-E4C464929321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694838" y="1135655"/>
                  <a:ext cx="1861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63737956-37C7-48AD-129C-45ABB6FFB65C}"/>
                    </a:ext>
                  </a:extLst>
                </p14:cNvPr>
                <p14:cNvContentPartPr/>
                <p14:nvPr/>
              </p14:nvContentPartPr>
              <p14:xfrm>
                <a:off x="10743438" y="1306655"/>
                <a:ext cx="106920" cy="590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63737956-37C7-48AD-129C-45ABB6FFB65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725798" y="1288655"/>
                  <a:ext cx="14256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AB6FCBE-B640-1535-2862-4144834155D6}"/>
                    </a:ext>
                  </a:extLst>
                </p14:cNvPr>
                <p14:cNvContentPartPr/>
                <p14:nvPr/>
              </p14:nvContentPartPr>
              <p14:xfrm>
                <a:off x="10941798" y="1278935"/>
                <a:ext cx="159480" cy="1472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AB6FCBE-B640-1535-2862-4144834155D6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923798" y="1261295"/>
                  <a:ext cx="1951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A9FB63A-E1DF-F1FD-B51D-37F1C56963EC}"/>
                    </a:ext>
                  </a:extLst>
                </p14:cNvPr>
                <p14:cNvContentPartPr/>
                <p14:nvPr/>
              </p14:nvContentPartPr>
              <p14:xfrm>
                <a:off x="11167518" y="1146095"/>
                <a:ext cx="133920" cy="2642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A9FB63A-E1DF-F1FD-B51D-37F1C56963EC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1149878" y="1128455"/>
                  <a:ext cx="16956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5B21082B-20A6-FA62-41EF-3C6CE8003987}"/>
                    </a:ext>
                  </a:extLst>
                </p14:cNvPr>
                <p14:cNvContentPartPr/>
                <p14:nvPr/>
              </p14:nvContentPartPr>
              <p14:xfrm>
                <a:off x="9892758" y="1764575"/>
                <a:ext cx="338040" cy="12315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5B21082B-20A6-FA62-41EF-3C6CE8003987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874758" y="1746935"/>
                  <a:ext cx="373680" cy="12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C26F450D-A03C-0F16-A778-1ECCF5092D17}"/>
                    </a:ext>
                  </a:extLst>
                </p14:cNvPr>
                <p14:cNvContentPartPr/>
                <p14:nvPr/>
              </p14:nvContentPartPr>
              <p14:xfrm>
                <a:off x="10117038" y="2796335"/>
                <a:ext cx="223920" cy="1670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C26F450D-A03C-0F16-A778-1ECCF5092D17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099398" y="2778335"/>
                  <a:ext cx="259560" cy="20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F45A9602-3472-2A7A-BCAD-640DB7608F88}"/>
              </a:ext>
            </a:extLst>
          </p:cNvPr>
          <p:cNvGrpSpPr/>
          <p:nvPr/>
        </p:nvGrpSpPr>
        <p:grpSpPr>
          <a:xfrm>
            <a:off x="412200" y="1126491"/>
            <a:ext cx="7902720" cy="4457520"/>
            <a:chOff x="412200" y="1126491"/>
            <a:chExt cx="7902720" cy="445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B581360-8AD7-5787-608B-36790BA88180}"/>
                    </a:ext>
                  </a:extLst>
                </p14:cNvPr>
                <p14:cNvContentPartPr/>
                <p14:nvPr/>
              </p14:nvContentPartPr>
              <p14:xfrm>
                <a:off x="6459480" y="2493771"/>
                <a:ext cx="131760" cy="2937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B581360-8AD7-5787-608B-36790BA8818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441840" y="2475771"/>
                  <a:ext cx="16740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6618488-89F0-337C-BC05-0A7AB07CE824}"/>
                    </a:ext>
                  </a:extLst>
                </p14:cNvPr>
                <p14:cNvContentPartPr/>
                <p14:nvPr/>
              </p14:nvContentPartPr>
              <p14:xfrm>
                <a:off x="6420600" y="2469291"/>
                <a:ext cx="108360" cy="1818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6618488-89F0-337C-BC05-0A7AB07CE82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402960" y="2451291"/>
                  <a:ext cx="14400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580D0B5-02AD-DF75-6A77-D71F15746AA0}"/>
                    </a:ext>
                  </a:extLst>
                </p14:cNvPr>
                <p14:cNvContentPartPr/>
                <p14:nvPr/>
              </p14:nvContentPartPr>
              <p14:xfrm>
                <a:off x="6588720" y="2380731"/>
                <a:ext cx="153000" cy="1918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580D0B5-02AD-DF75-6A77-D71F15746AA0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570720" y="2362731"/>
                  <a:ext cx="1886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EEF6218-EBF1-0DDB-2F6D-F91391A7D396}"/>
                    </a:ext>
                  </a:extLst>
                </p14:cNvPr>
                <p14:cNvContentPartPr/>
                <p14:nvPr/>
              </p14:nvContentPartPr>
              <p14:xfrm>
                <a:off x="6765840" y="2225571"/>
                <a:ext cx="156960" cy="1904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EEF6218-EBF1-0DDB-2F6D-F91391A7D396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747840" y="2207571"/>
                  <a:ext cx="1926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895ED4E-A2E1-19C7-597B-93C5EAA578AF}"/>
                    </a:ext>
                  </a:extLst>
                </p14:cNvPr>
                <p14:cNvContentPartPr/>
                <p14:nvPr/>
              </p14:nvContentPartPr>
              <p14:xfrm>
                <a:off x="6969600" y="1977171"/>
                <a:ext cx="204840" cy="2797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895ED4E-A2E1-19C7-597B-93C5EAA578AF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951960" y="1959171"/>
                  <a:ext cx="24048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FE293B5-94B2-1A9F-71D4-EEF5578D5D53}"/>
                    </a:ext>
                  </a:extLst>
                </p14:cNvPr>
                <p14:cNvContentPartPr/>
                <p14:nvPr/>
              </p14:nvContentPartPr>
              <p14:xfrm>
                <a:off x="6404400" y="3083451"/>
                <a:ext cx="199440" cy="2232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FE293B5-94B2-1A9F-71D4-EEF5578D5D53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386760" y="3065451"/>
                  <a:ext cx="23508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73A741E-C38A-5C2E-23AA-1462C6A79719}"/>
                    </a:ext>
                  </a:extLst>
                </p14:cNvPr>
                <p14:cNvContentPartPr/>
                <p14:nvPr/>
              </p14:nvContentPartPr>
              <p14:xfrm>
                <a:off x="6614280" y="3041691"/>
                <a:ext cx="57600" cy="1148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73A741E-C38A-5C2E-23AA-1462C6A79719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596640" y="3023691"/>
                  <a:ext cx="9324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71D1D24-C8D1-5411-C08D-B52B3EE06762}"/>
                    </a:ext>
                  </a:extLst>
                </p14:cNvPr>
                <p14:cNvContentPartPr/>
                <p14:nvPr/>
              </p14:nvContentPartPr>
              <p14:xfrm>
                <a:off x="6723360" y="2921451"/>
                <a:ext cx="217800" cy="1616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71D1D24-C8D1-5411-C08D-B52B3EE06762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705360" y="2903811"/>
                  <a:ext cx="2534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C682437-5718-64EF-B2D8-539F1258F115}"/>
                    </a:ext>
                  </a:extLst>
                </p14:cNvPr>
                <p14:cNvContentPartPr/>
                <p14:nvPr/>
              </p14:nvContentPartPr>
              <p14:xfrm>
                <a:off x="6937200" y="2626611"/>
                <a:ext cx="315360" cy="2962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C682437-5718-64EF-B2D8-539F1258F11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919560" y="2608611"/>
                  <a:ext cx="35100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73A6585-DC59-DE43-4CE6-A04DA70358C8}"/>
                    </a:ext>
                  </a:extLst>
                </p14:cNvPr>
                <p14:cNvContentPartPr/>
                <p14:nvPr/>
              </p14:nvContentPartPr>
              <p14:xfrm>
                <a:off x="6196680" y="3623811"/>
                <a:ext cx="161280" cy="2404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73A6585-DC59-DE43-4CE6-A04DA70358C8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179040" y="3605811"/>
                  <a:ext cx="19692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4E28C27-826D-8567-54D4-B009077C1937}"/>
                    </a:ext>
                  </a:extLst>
                </p14:cNvPr>
                <p14:cNvContentPartPr/>
                <p14:nvPr/>
              </p14:nvContentPartPr>
              <p14:xfrm>
                <a:off x="6425280" y="3603291"/>
                <a:ext cx="92160" cy="1958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4E28C27-826D-8567-54D4-B009077C193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407280" y="3585651"/>
                  <a:ext cx="12780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8850920-DC61-A09E-B123-F7A09CDEBFD5}"/>
                    </a:ext>
                  </a:extLst>
                </p14:cNvPr>
                <p14:cNvContentPartPr/>
                <p14:nvPr/>
              </p14:nvContentPartPr>
              <p14:xfrm>
                <a:off x="6588360" y="3598251"/>
                <a:ext cx="68400" cy="1242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8850920-DC61-A09E-B123-F7A09CDEBFD5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570720" y="3580611"/>
                  <a:ext cx="1040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5E8A3E4-863F-6D18-1AE3-5E2BA7D13FC3}"/>
                    </a:ext>
                  </a:extLst>
                </p14:cNvPr>
                <p14:cNvContentPartPr/>
                <p14:nvPr/>
              </p14:nvContentPartPr>
              <p14:xfrm>
                <a:off x="6733800" y="3521931"/>
                <a:ext cx="104760" cy="1429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5E8A3E4-863F-6D18-1AE3-5E2BA7D13FC3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716160" y="3503931"/>
                  <a:ext cx="1404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3DB7B046-78E4-D69E-9D1D-D68A4F78B5C5}"/>
                    </a:ext>
                  </a:extLst>
                </p14:cNvPr>
                <p14:cNvContentPartPr/>
                <p14:nvPr/>
              </p14:nvContentPartPr>
              <p14:xfrm>
                <a:off x="6838560" y="3375051"/>
                <a:ext cx="107280" cy="2264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3DB7B046-78E4-D69E-9D1D-D68A4F78B5C5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6820920" y="3357411"/>
                  <a:ext cx="14292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9B3478B4-B3A9-590E-DF05-CF3C13E19BD7}"/>
                    </a:ext>
                  </a:extLst>
                </p14:cNvPr>
                <p14:cNvContentPartPr/>
                <p14:nvPr/>
              </p14:nvContentPartPr>
              <p14:xfrm>
                <a:off x="6903720" y="3413571"/>
                <a:ext cx="129960" cy="1004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9B3478B4-B3A9-590E-DF05-CF3C13E19BD7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885720" y="3395931"/>
                  <a:ext cx="1656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2A0FD4E6-CD5A-5671-A997-5E4E6854C967}"/>
                    </a:ext>
                  </a:extLst>
                </p14:cNvPr>
                <p14:cNvContentPartPr/>
                <p14:nvPr/>
              </p14:nvContentPartPr>
              <p14:xfrm>
                <a:off x="6324480" y="4119531"/>
                <a:ext cx="75600" cy="1764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2A0FD4E6-CD5A-5671-A997-5E4E6854C967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306840" y="4101891"/>
                  <a:ext cx="11124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E5CF4711-8432-A99E-6EAE-5B8B126C8F6D}"/>
                    </a:ext>
                  </a:extLst>
                </p14:cNvPr>
                <p14:cNvContentPartPr/>
                <p14:nvPr/>
              </p14:nvContentPartPr>
              <p14:xfrm>
                <a:off x="6332040" y="4062651"/>
                <a:ext cx="162720" cy="2797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E5CF4711-8432-A99E-6EAE-5B8B126C8F6D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314040" y="4044651"/>
                  <a:ext cx="19836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845170C5-C684-F204-11E8-0BD9B74BF8E2}"/>
                    </a:ext>
                  </a:extLst>
                </p14:cNvPr>
                <p14:cNvContentPartPr/>
                <p14:nvPr/>
              </p14:nvContentPartPr>
              <p14:xfrm>
                <a:off x="6591240" y="4089291"/>
                <a:ext cx="159120" cy="1137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845170C5-C684-F204-11E8-0BD9B74BF8E2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573240" y="4071291"/>
                  <a:ext cx="1947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F37A11E9-9B12-4B83-9791-00DCA68E2F51}"/>
                    </a:ext>
                  </a:extLst>
                </p14:cNvPr>
                <p14:cNvContentPartPr/>
                <p14:nvPr/>
              </p14:nvContentPartPr>
              <p14:xfrm>
                <a:off x="6744240" y="3900651"/>
                <a:ext cx="113040" cy="1940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F37A11E9-9B12-4B83-9791-00DCA68E2F51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726240" y="3882651"/>
                  <a:ext cx="14868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45F9E354-6E6C-6FF9-66A9-4DCEB5979818}"/>
                    </a:ext>
                  </a:extLst>
                </p14:cNvPr>
                <p14:cNvContentPartPr/>
                <p14:nvPr/>
              </p14:nvContentPartPr>
              <p14:xfrm>
                <a:off x="6785280" y="3913971"/>
                <a:ext cx="289080" cy="13572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45F9E354-6E6C-6FF9-66A9-4DCEB5979818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767640" y="3896331"/>
                  <a:ext cx="3247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163250A9-56B4-64EB-19DD-1723CB702F8B}"/>
                    </a:ext>
                  </a:extLst>
                </p14:cNvPr>
                <p14:cNvContentPartPr/>
                <p14:nvPr/>
              </p14:nvContentPartPr>
              <p14:xfrm>
                <a:off x="6161400" y="4817931"/>
                <a:ext cx="83880" cy="1645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163250A9-56B4-64EB-19DD-1723CB702F8B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143760" y="4799931"/>
                  <a:ext cx="1195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322B423-16DD-2304-AA46-C1F0350F723A}"/>
                    </a:ext>
                  </a:extLst>
                </p14:cNvPr>
                <p14:cNvContentPartPr/>
                <p14:nvPr/>
              </p14:nvContentPartPr>
              <p14:xfrm>
                <a:off x="6147000" y="4689771"/>
                <a:ext cx="16200" cy="126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322B423-16DD-2304-AA46-C1F0350F723A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129000" y="4672131"/>
                  <a:ext cx="518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5722DA66-0A29-E37E-4377-4E7C685F2FDA}"/>
                    </a:ext>
                  </a:extLst>
                </p14:cNvPr>
                <p14:cNvContentPartPr/>
                <p14:nvPr/>
              </p14:nvContentPartPr>
              <p14:xfrm>
                <a:off x="6309000" y="4795251"/>
                <a:ext cx="132480" cy="1047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5722DA66-0A29-E37E-4377-4E7C685F2FDA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291360" y="4777251"/>
                  <a:ext cx="1681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4583D2D3-F3B0-8D8B-53ED-05AB1890192A}"/>
                    </a:ext>
                  </a:extLst>
                </p14:cNvPr>
                <p14:cNvContentPartPr/>
                <p14:nvPr/>
              </p14:nvContentPartPr>
              <p14:xfrm>
                <a:off x="6455160" y="4628211"/>
                <a:ext cx="114120" cy="1663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4583D2D3-F3B0-8D8B-53ED-05AB1890192A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437520" y="4610211"/>
                  <a:ext cx="1497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ABCCC065-F8D6-CEC4-76FC-58342BF24175}"/>
                    </a:ext>
                  </a:extLst>
                </p14:cNvPr>
                <p14:cNvContentPartPr/>
                <p14:nvPr/>
              </p14:nvContentPartPr>
              <p14:xfrm>
                <a:off x="6492600" y="4646571"/>
                <a:ext cx="50400" cy="1087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ABCCC065-F8D6-CEC4-76FC-58342BF24175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6474960" y="4628571"/>
                  <a:ext cx="860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C9FD3842-F7D2-6A99-0B98-28FA60937EE6}"/>
                    </a:ext>
                  </a:extLst>
                </p14:cNvPr>
                <p14:cNvContentPartPr/>
                <p14:nvPr/>
              </p14:nvContentPartPr>
              <p14:xfrm>
                <a:off x="6644520" y="4499691"/>
                <a:ext cx="131040" cy="2282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C9FD3842-F7D2-6A99-0B98-28FA60937EE6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626520" y="4482051"/>
                  <a:ext cx="16668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4EE1E359-76C3-296F-A7E8-70E1D2D09069}"/>
                    </a:ext>
                  </a:extLst>
                </p14:cNvPr>
                <p14:cNvContentPartPr/>
                <p14:nvPr/>
              </p14:nvContentPartPr>
              <p14:xfrm>
                <a:off x="6787440" y="4454691"/>
                <a:ext cx="65520" cy="1281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4EE1E359-76C3-296F-A7E8-70E1D2D09069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769440" y="4437051"/>
                  <a:ext cx="1011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FFD586BB-F21F-E73C-8698-BF7BCBC2B2F2}"/>
                    </a:ext>
                  </a:extLst>
                </p14:cNvPr>
                <p14:cNvContentPartPr/>
                <p14:nvPr/>
              </p14:nvContentPartPr>
              <p14:xfrm>
                <a:off x="6911280" y="4400691"/>
                <a:ext cx="44640" cy="572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FFD586BB-F21F-E73C-8698-BF7BCBC2B2F2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893640" y="4382691"/>
                  <a:ext cx="802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A47C2316-3AC7-D65C-706B-5E525D22362E}"/>
                    </a:ext>
                  </a:extLst>
                </p14:cNvPr>
                <p14:cNvContentPartPr/>
                <p14:nvPr/>
              </p14:nvContentPartPr>
              <p14:xfrm>
                <a:off x="7038720" y="4317891"/>
                <a:ext cx="108000" cy="680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A47C2316-3AC7-D65C-706B-5E525D22362E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021080" y="4300251"/>
                  <a:ext cx="1436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B3C19DB2-E938-76A5-4AA3-F1D025EF4C00}"/>
                    </a:ext>
                  </a:extLst>
                </p14:cNvPr>
                <p14:cNvContentPartPr/>
                <p14:nvPr/>
              </p14:nvContentPartPr>
              <p14:xfrm>
                <a:off x="7184520" y="4283331"/>
                <a:ext cx="72000" cy="1238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B3C19DB2-E938-76A5-4AA3-F1D025EF4C00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166520" y="4265331"/>
                  <a:ext cx="1076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80A3ECA4-1162-FF41-7071-F4F23C8FBC16}"/>
                    </a:ext>
                  </a:extLst>
                </p14:cNvPr>
                <p14:cNvContentPartPr/>
                <p14:nvPr/>
              </p14:nvContentPartPr>
              <p14:xfrm>
                <a:off x="7203600" y="4218891"/>
                <a:ext cx="62280" cy="1209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80A3ECA4-1162-FF41-7071-F4F23C8FBC16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7185960" y="4200891"/>
                  <a:ext cx="979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69B29BB5-DD7D-ED58-0CE3-820073916235}"/>
                    </a:ext>
                  </a:extLst>
                </p14:cNvPr>
                <p14:cNvContentPartPr/>
                <p14:nvPr/>
              </p14:nvContentPartPr>
              <p14:xfrm>
                <a:off x="7285320" y="4111971"/>
                <a:ext cx="135720" cy="1566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69B29BB5-DD7D-ED58-0CE3-820073916235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7267320" y="4093971"/>
                  <a:ext cx="1713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0611C8F1-C782-36BB-C30E-CBE495240497}"/>
                    </a:ext>
                  </a:extLst>
                </p14:cNvPr>
                <p14:cNvContentPartPr/>
                <p14:nvPr/>
              </p14:nvContentPartPr>
              <p14:xfrm>
                <a:off x="7340760" y="4034211"/>
                <a:ext cx="194040" cy="1753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0611C8F1-C782-36BB-C30E-CBE495240497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7322760" y="4016571"/>
                  <a:ext cx="22968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2962627-7B3A-3953-8BE4-8F839E3CB31F}"/>
                    </a:ext>
                  </a:extLst>
                </p14:cNvPr>
                <p14:cNvContentPartPr/>
                <p14:nvPr/>
              </p14:nvContentPartPr>
              <p14:xfrm>
                <a:off x="7496280" y="3318531"/>
                <a:ext cx="815040" cy="5670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2962627-7B3A-3953-8BE4-8F839E3CB31F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7478640" y="3300531"/>
                  <a:ext cx="850680" cy="60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AAA08998-1175-1DD9-84C8-A4CAA13D1D71}"/>
                    </a:ext>
                  </a:extLst>
                </p14:cNvPr>
                <p14:cNvContentPartPr/>
                <p14:nvPr/>
              </p14:nvContentPartPr>
              <p14:xfrm>
                <a:off x="7500960" y="3768531"/>
                <a:ext cx="813960" cy="6033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AAA08998-1175-1DD9-84C8-A4CAA13D1D71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7482960" y="3750531"/>
                  <a:ext cx="849600" cy="63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8BFE8A63-35A3-2C92-321E-538B28EDC796}"/>
                    </a:ext>
                  </a:extLst>
                </p14:cNvPr>
                <p14:cNvContentPartPr/>
                <p14:nvPr/>
              </p14:nvContentPartPr>
              <p14:xfrm>
                <a:off x="7426800" y="4267491"/>
                <a:ext cx="854640" cy="5947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8BFE8A63-35A3-2C92-321E-538B28EDC796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7409160" y="4249491"/>
                  <a:ext cx="890280" cy="63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56E9056E-6222-19ED-755D-562EB6FFA924}"/>
                    </a:ext>
                  </a:extLst>
                </p14:cNvPr>
                <p14:cNvContentPartPr/>
                <p14:nvPr/>
              </p14:nvContentPartPr>
              <p14:xfrm>
                <a:off x="663480" y="2950971"/>
                <a:ext cx="127080" cy="4730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56E9056E-6222-19ED-755D-562EB6FFA924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45840" y="2933331"/>
                  <a:ext cx="162720" cy="50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2587886B-11F8-98D9-4FC3-664EFEFAA676}"/>
                    </a:ext>
                  </a:extLst>
                </p14:cNvPr>
                <p14:cNvContentPartPr/>
                <p14:nvPr/>
              </p14:nvContentPartPr>
              <p14:xfrm>
                <a:off x="719280" y="2955291"/>
                <a:ext cx="223200" cy="3852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2587886B-11F8-98D9-4FC3-664EFEFAA676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701640" y="2937291"/>
                  <a:ext cx="25884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8F70617C-7833-51AB-13CE-66FFF538AF5B}"/>
                    </a:ext>
                  </a:extLst>
                </p14:cNvPr>
                <p14:cNvContentPartPr/>
                <p14:nvPr/>
              </p14:nvContentPartPr>
              <p14:xfrm>
                <a:off x="682200" y="3196491"/>
                <a:ext cx="100080" cy="6912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8F70617C-7833-51AB-13CE-66FFF538AF5B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664200" y="3178851"/>
                  <a:ext cx="1357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0E653682-1BE8-FDE4-A628-8D077D056881}"/>
                    </a:ext>
                  </a:extLst>
                </p14:cNvPr>
                <p14:cNvContentPartPr/>
                <p14:nvPr/>
              </p14:nvContentPartPr>
              <p14:xfrm>
                <a:off x="939240" y="3074811"/>
                <a:ext cx="98280" cy="1501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0E653682-1BE8-FDE4-A628-8D077D056881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21600" y="3056811"/>
                  <a:ext cx="1339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2D8D69B1-C8A8-02A1-ADEA-6B0C2303F030}"/>
                    </a:ext>
                  </a:extLst>
                </p14:cNvPr>
                <p14:cNvContentPartPr/>
                <p14:nvPr/>
              </p14:nvContentPartPr>
              <p14:xfrm>
                <a:off x="1140840" y="2917131"/>
                <a:ext cx="159120" cy="2502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2D8D69B1-C8A8-02A1-ADEA-6B0C2303F030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123200" y="2899491"/>
                  <a:ext cx="19476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626C51ED-98D8-9448-5860-28FF1B85A01A}"/>
                    </a:ext>
                  </a:extLst>
                </p14:cNvPr>
                <p14:cNvContentPartPr/>
                <p14:nvPr/>
              </p14:nvContentPartPr>
              <p14:xfrm>
                <a:off x="412200" y="2653971"/>
                <a:ext cx="1072800" cy="14220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626C51ED-98D8-9448-5860-28FF1B85A01A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394200" y="2636331"/>
                  <a:ext cx="11084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82269B72-B6F1-3887-3F7E-890A577A0773}"/>
                    </a:ext>
                  </a:extLst>
                </p14:cNvPr>
                <p14:cNvContentPartPr/>
                <p14:nvPr/>
              </p14:nvContentPartPr>
              <p14:xfrm>
                <a:off x="714600" y="2686371"/>
                <a:ext cx="955080" cy="14367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82269B72-B6F1-3887-3F7E-890A577A0773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696960" y="2668371"/>
                  <a:ext cx="990720" cy="147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77B0043C-89FB-79CC-F2E0-8C8925B953FC}"/>
                    </a:ext>
                  </a:extLst>
                </p14:cNvPr>
                <p14:cNvContentPartPr/>
                <p14:nvPr/>
              </p14:nvContentPartPr>
              <p14:xfrm>
                <a:off x="455400" y="2814171"/>
                <a:ext cx="87840" cy="119016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77B0043C-89FB-79CC-F2E0-8C8925B953FC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37760" y="2796171"/>
                  <a:ext cx="123480" cy="12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A6C8FD7D-157C-9155-0B59-C100A2131A9A}"/>
                    </a:ext>
                  </a:extLst>
                </p14:cNvPr>
                <p14:cNvContentPartPr/>
                <p14:nvPr/>
              </p14:nvContentPartPr>
              <p14:xfrm>
                <a:off x="1357200" y="3530571"/>
                <a:ext cx="4581000" cy="2246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A6C8FD7D-157C-9155-0B59-C100A2131A9A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339200" y="3512931"/>
                  <a:ext cx="461664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3ABD20B9-A110-9050-9407-E7608BA12DAE}"/>
                    </a:ext>
                  </a:extLst>
                </p14:cNvPr>
                <p14:cNvContentPartPr/>
                <p14:nvPr/>
              </p14:nvContentPartPr>
              <p14:xfrm>
                <a:off x="5921280" y="3635691"/>
                <a:ext cx="125280" cy="21168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3ABD20B9-A110-9050-9407-E7608BA12DAE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5903280" y="3618051"/>
                  <a:ext cx="1609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ED0B2037-1A82-BAFC-46FF-187FAF623328}"/>
                    </a:ext>
                  </a:extLst>
                </p14:cNvPr>
                <p14:cNvContentPartPr/>
                <p14:nvPr/>
              </p14:nvContentPartPr>
              <p14:xfrm>
                <a:off x="1567080" y="3407811"/>
                <a:ext cx="182520" cy="3142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ED0B2037-1A82-BAFC-46FF-187FAF623328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549080" y="3390171"/>
                  <a:ext cx="21816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CB311390-E2FE-975C-67F5-501EF6BD3C84}"/>
                    </a:ext>
                  </a:extLst>
                </p14:cNvPr>
                <p14:cNvContentPartPr/>
                <p14:nvPr/>
              </p14:nvContentPartPr>
              <p14:xfrm>
                <a:off x="1482480" y="3783291"/>
                <a:ext cx="4600080" cy="56736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CB311390-E2FE-975C-67F5-501EF6BD3C84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464480" y="3765651"/>
                  <a:ext cx="4635720" cy="60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3304509D-64E7-F5FC-068F-E0624E7A45CD}"/>
                    </a:ext>
                  </a:extLst>
                </p14:cNvPr>
                <p14:cNvContentPartPr/>
                <p14:nvPr/>
              </p14:nvContentPartPr>
              <p14:xfrm>
                <a:off x="1567440" y="3821811"/>
                <a:ext cx="153000" cy="14976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3304509D-64E7-F5FC-068F-E0624E7A45CD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549440" y="3803811"/>
                  <a:ext cx="1886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1D33B8C8-9F5A-363F-F29D-4E3088D4A697}"/>
                    </a:ext>
                  </a:extLst>
                </p14:cNvPr>
                <p14:cNvContentPartPr/>
                <p14:nvPr/>
              </p14:nvContentPartPr>
              <p14:xfrm>
                <a:off x="1535400" y="3801651"/>
                <a:ext cx="181800" cy="813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1D33B8C8-9F5A-363F-F29D-4E3088D4A697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517760" y="3783651"/>
                  <a:ext cx="21744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960CA44F-D4FB-7851-8B7A-B6FCC5AABC59}"/>
                    </a:ext>
                  </a:extLst>
                </p14:cNvPr>
                <p14:cNvContentPartPr/>
                <p14:nvPr/>
              </p14:nvContentPartPr>
              <p14:xfrm>
                <a:off x="1606680" y="4357491"/>
                <a:ext cx="4362840" cy="48636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960CA44F-D4FB-7851-8B7A-B6FCC5AABC59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589040" y="4339851"/>
                  <a:ext cx="4398480" cy="52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6AB449FB-19F9-B047-3C0D-C25A7056CFFF}"/>
                    </a:ext>
                  </a:extLst>
                </p14:cNvPr>
                <p14:cNvContentPartPr/>
                <p14:nvPr/>
              </p14:nvContentPartPr>
              <p14:xfrm>
                <a:off x="1518480" y="4266051"/>
                <a:ext cx="245160" cy="18072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6AB449FB-19F9-B047-3C0D-C25A7056CFFF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500840" y="4248411"/>
                  <a:ext cx="2808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FD538E6D-529C-ED4A-0ACD-87F99808C84E}"/>
                    </a:ext>
                  </a:extLst>
                </p14:cNvPr>
                <p14:cNvContentPartPr/>
                <p14:nvPr/>
              </p14:nvContentPartPr>
              <p14:xfrm>
                <a:off x="665280" y="3762411"/>
                <a:ext cx="1013760" cy="9522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FD538E6D-529C-ED4A-0ACD-87F99808C84E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647640" y="3744411"/>
                  <a:ext cx="1049400" cy="9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A557149D-25E7-9438-8B7A-E2945CF89421}"/>
                    </a:ext>
                  </a:extLst>
                </p14:cNvPr>
                <p14:cNvContentPartPr/>
                <p14:nvPr/>
              </p14:nvContentPartPr>
              <p14:xfrm>
                <a:off x="571680" y="3841251"/>
                <a:ext cx="39240" cy="86220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A557149D-25E7-9438-8B7A-E2945CF89421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53680" y="3823251"/>
                  <a:ext cx="74880" cy="89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ACC75AB4-D49E-A57F-98F6-27000E299084}"/>
                    </a:ext>
                  </a:extLst>
                </p14:cNvPr>
                <p14:cNvContentPartPr/>
                <p14:nvPr/>
              </p14:nvContentPartPr>
              <p14:xfrm>
                <a:off x="704880" y="4682571"/>
                <a:ext cx="21600" cy="183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ACC75AB4-D49E-A57F-98F6-27000E299084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687240" y="4664931"/>
                  <a:ext cx="572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3B862C8E-F873-20E8-DA2A-412984A7B134}"/>
                    </a:ext>
                  </a:extLst>
                </p14:cNvPr>
                <p14:cNvContentPartPr/>
                <p14:nvPr/>
              </p14:nvContentPartPr>
              <p14:xfrm>
                <a:off x="881640" y="2007771"/>
                <a:ext cx="103680" cy="54288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3B862C8E-F873-20E8-DA2A-412984A7B134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863640" y="1989771"/>
                  <a:ext cx="139320" cy="57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BDE0266C-4F69-35FD-A359-DB569A9C68B6}"/>
                    </a:ext>
                  </a:extLst>
                </p14:cNvPr>
                <p14:cNvContentPartPr/>
                <p14:nvPr/>
              </p14:nvContentPartPr>
              <p14:xfrm>
                <a:off x="842400" y="2396931"/>
                <a:ext cx="252720" cy="15984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BDE0266C-4F69-35FD-A359-DB569A9C68B6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824760" y="2379291"/>
                  <a:ext cx="2883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EB36E3FD-9110-F29E-E532-E013DDDD1690}"/>
                    </a:ext>
                  </a:extLst>
                </p14:cNvPr>
                <p14:cNvContentPartPr/>
                <p14:nvPr/>
              </p14:nvContentPartPr>
              <p14:xfrm>
                <a:off x="979200" y="1611771"/>
                <a:ext cx="174600" cy="25884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EB36E3FD-9110-F29E-E532-E013DDDD1690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961560" y="1594131"/>
                  <a:ext cx="21024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065C1622-0B9B-88CC-5AE3-1F7C90D478F5}"/>
                    </a:ext>
                  </a:extLst>
                </p14:cNvPr>
                <p14:cNvContentPartPr/>
                <p14:nvPr/>
              </p14:nvContentPartPr>
              <p14:xfrm>
                <a:off x="1005480" y="1584051"/>
                <a:ext cx="106200" cy="16236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065C1622-0B9B-88CC-5AE3-1F7C90D478F5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987840" y="1566051"/>
                  <a:ext cx="14184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57B51DF9-7ABB-E84A-DF44-0D842FBB104C}"/>
                    </a:ext>
                  </a:extLst>
                </p14:cNvPr>
                <p14:cNvContentPartPr/>
                <p14:nvPr/>
              </p14:nvContentPartPr>
              <p14:xfrm>
                <a:off x="1180080" y="1569651"/>
                <a:ext cx="112680" cy="11844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57B51DF9-7ABB-E84A-DF44-0D842FBB104C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162440" y="1552011"/>
                  <a:ext cx="1483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6973BA1D-AF77-569A-2448-1A316E67BAAE}"/>
                    </a:ext>
                  </a:extLst>
                </p14:cNvPr>
                <p14:cNvContentPartPr/>
                <p14:nvPr/>
              </p14:nvContentPartPr>
              <p14:xfrm>
                <a:off x="1354680" y="1424211"/>
                <a:ext cx="123480" cy="1288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6973BA1D-AF77-569A-2448-1A316E67BAAE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336680" y="1406571"/>
                  <a:ext cx="1591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EB0EF700-A536-2ED5-BE9B-933689681F84}"/>
                    </a:ext>
                  </a:extLst>
                </p14:cNvPr>
                <p14:cNvContentPartPr/>
                <p14:nvPr/>
              </p14:nvContentPartPr>
              <p14:xfrm>
                <a:off x="1524240" y="1320531"/>
                <a:ext cx="110880" cy="11952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EB0EF700-A536-2ED5-BE9B-933689681F84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506240" y="1302891"/>
                  <a:ext cx="1465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5EAEE28F-D936-D471-A756-354BFF893737}"/>
                    </a:ext>
                  </a:extLst>
                </p14:cNvPr>
                <p14:cNvContentPartPr/>
                <p14:nvPr/>
              </p14:nvContentPartPr>
              <p14:xfrm>
                <a:off x="1628280" y="1126491"/>
                <a:ext cx="93600" cy="1425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5EAEE28F-D936-D471-A756-354BFF893737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610640" y="1108491"/>
                  <a:ext cx="12924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E12767FC-1387-E38B-7B2B-9D43BD366B21}"/>
                    </a:ext>
                  </a:extLst>
                </p14:cNvPr>
                <p14:cNvContentPartPr/>
                <p14:nvPr/>
              </p14:nvContentPartPr>
              <p14:xfrm>
                <a:off x="1028880" y="4552251"/>
                <a:ext cx="93240" cy="49572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E12767FC-1387-E38B-7B2B-9D43BD366B21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010880" y="4534251"/>
                  <a:ext cx="128880" cy="53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3BCF7F36-83A3-B2A9-F09F-D0A811C16103}"/>
                    </a:ext>
                  </a:extLst>
                </p14:cNvPr>
                <p14:cNvContentPartPr/>
                <p14:nvPr/>
              </p14:nvContentPartPr>
              <p14:xfrm>
                <a:off x="969840" y="4552611"/>
                <a:ext cx="153000" cy="12780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3BCF7F36-83A3-B2A9-F09F-D0A811C16103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951840" y="4534971"/>
                  <a:ext cx="18864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6E9C2B83-FA67-2544-E823-F595973F1922}"/>
                    </a:ext>
                  </a:extLst>
                </p14:cNvPr>
                <p14:cNvContentPartPr/>
                <p14:nvPr/>
              </p14:nvContentPartPr>
              <p14:xfrm>
                <a:off x="1154520" y="5332011"/>
                <a:ext cx="239400" cy="25200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6E9C2B83-FA67-2544-E823-F595973F1922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136520" y="5314371"/>
                  <a:ext cx="27504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D33A2704-E503-7811-EE0D-BA87591A20F0}"/>
                    </a:ext>
                  </a:extLst>
                </p14:cNvPr>
                <p14:cNvContentPartPr/>
                <p14:nvPr/>
              </p14:nvContentPartPr>
              <p14:xfrm>
                <a:off x="1431000" y="5210331"/>
                <a:ext cx="148680" cy="27324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D33A2704-E503-7811-EE0D-BA87591A20F0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413360" y="5192691"/>
                  <a:ext cx="18432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BFC18545-1ED2-241A-F2EE-846DFF8A2D05}"/>
                    </a:ext>
                  </a:extLst>
                </p14:cNvPr>
                <p14:cNvContentPartPr/>
                <p14:nvPr/>
              </p14:nvContentPartPr>
              <p14:xfrm>
                <a:off x="1651680" y="5121051"/>
                <a:ext cx="92160" cy="22428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BFC18545-1ED2-241A-F2EE-846DFF8A2D05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633680" y="5103411"/>
                  <a:ext cx="12780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B7A235C7-F896-3D9E-1824-7AFA00E6058A}"/>
                    </a:ext>
                  </a:extLst>
                </p14:cNvPr>
                <p14:cNvContentPartPr/>
                <p14:nvPr/>
              </p14:nvContentPartPr>
              <p14:xfrm>
                <a:off x="1674000" y="5120331"/>
                <a:ext cx="68760" cy="28404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B7A235C7-F896-3D9E-1824-7AFA00E6058A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656360" y="5102331"/>
                  <a:ext cx="104400" cy="319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729387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6A196-DF7B-0B77-9819-3DFFB279A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Connection</a:t>
            </a:r>
          </a:p>
        </p:txBody>
      </p:sp>
      <p:pic>
        <p:nvPicPr>
          <p:cNvPr id="6" name="Content Placeholder 5" descr="A list of electrical components&#10;&#10;Description automatically generated with medium confidence">
            <a:extLst>
              <a:ext uri="{FF2B5EF4-FFF2-40B4-BE49-F238E27FC236}">
                <a16:creationId xmlns:a16="http://schemas.microsoft.com/office/drawing/2014/main" id="{E80EF29C-D2A2-2AF3-C8AA-60CF6FE253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377" y="1990439"/>
            <a:ext cx="7716327" cy="301984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3A1D6A-3E01-25B2-22C4-D158376D8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46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Picture 7" descr="A small purple circuit board&#10;&#10;Description automatically generated">
            <a:extLst>
              <a:ext uri="{FF2B5EF4-FFF2-40B4-BE49-F238E27FC236}">
                <a16:creationId xmlns:a16="http://schemas.microsoft.com/office/drawing/2014/main" id="{1BD73E41-4327-162D-4740-0254DF395A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0" y="1804946"/>
            <a:ext cx="3590013" cy="359001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0898743-807B-3F8D-3EFE-92A419D35610}"/>
                  </a:ext>
                </a:extLst>
              </p14:cNvPr>
              <p14:cNvContentPartPr/>
              <p14:nvPr/>
            </p14:nvContentPartPr>
            <p14:xfrm>
              <a:off x="8829678" y="2604815"/>
              <a:ext cx="1169280" cy="4744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0898743-807B-3F8D-3EFE-92A419D3561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812038" y="2587175"/>
                <a:ext cx="1204920" cy="51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4727627-C66F-9D5E-26B0-8B66A1E51EAB}"/>
                  </a:ext>
                </a:extLst>
              </p14:cNvPr>
              <p14:cNvContentPartPr/>
              <p14:nvPr/>
            </p14:nvContentPartPr>
            <p14:xfrm>
              <a:off x="1873398" y="4099895"/>
              <a:ext cx="469440" cy="360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4727627-C66F-9D5E-26B0-8B66A1E51EA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55758" y="4081895"/>
                <a:ext cx="505080" cy="39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7FEC1967-28CD-0D08-F82D-2FF18234D088}"/>
              </a:ext>
            </a:extLst>
          </p:cNvPr>
          <p:cNvGrpSpPr/>
          <p:nvPr/>
        </p:nvGrpSpPr>
        <p:grpSpPr>
          <a:xfrm>
            <a:off x="1876638" y="2848175"/>
            <a:ext cx="426240" cy="639360"/>
            <a:chOff x="1876638" y="2848175"/>
            <a:chExt cx="426240" cy="63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81EE0A6-220E-52F1-22AE-D41F53A19E0B}"/>
                    </a:ext>
                  </a:extLst>
                </p14:cNvPr>
                <p14:cNvContentPartPr/>
                <p14:nvPr/>
              </p14:nvContentPartPr>
              <p14:xfrm>
                <a:off x="1951878" y="2848175"/>
                <a:ext cx="299520" cy="3790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81EE0A6-220E-52F1-22AE-D41F53A19E0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34238" y="2830535"/>
                  <a:ext cx="33516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5814436-2FAB-35B2-3D81-46F567AD4BEB}"/>
                    </a:ext>
                  </a:extLst>
                </p14:cNvPr>
                <p14:cNvContentPartPr/>
                <p14:nvPr/>
              </p14:nvContentPartPr>
              <p14:xfrm>
                <a:off x="1876638" y="3114575"/>
                <a:ext cx="426240" cy="3729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5814436-2FAB-35B2-3D81-46F567AD4BE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58638" y="3096935"/>
                  <a:ext cx="461880" cy="40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6779D5C-92B4-6B14-7089-7CB3A73B313F}"/>
                  </a:ext>
                </a:extLst>
              </p14:cNvPr>
              <p14:cNvContentPartPr/>
              <p14:nvPr/>
            </p14:nvContentPartPr>
            <p14:xfrm>
              <a:off x="1856478" y="4544855"/>
              <a:ext cx="461160" cy="3348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6779D5C-92B4-6B14-7089-7CB3A73B313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838478" y="4527215"/>
                <a:ext cx="496800" cy="3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5512967-2F09-B6E4-63EC-492D8560202D}"/>
                  </a:ext>
                </a:extLst>
              </p14:cNvPr>
              <p14:cNvContentPartPr/>
              <p14:nvPr/>
            </p14:nvContentPartPr>
            <p14:xfrm>
              <a:off x="1836678" y="4281335"/>
              <a:ext cx="528480" cy="3618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5512967-2F09-B6E4-63EC-492D8560202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819038" y="4263335"/>
                <a:ext cx="564120" cy="39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524749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0B375-012E-40C9-9680-64D1D31CC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the AFE work</a:t>
            </a:r>
          </a:p>
        </p:txBody>
      </p:sp>
      <p:pic>
        <p:nvPicPr>
          <p:cNvPr id="6" name="Content Placeholder 5" descr="A diagram of a computer&#10;&#10;Description automatically generated">
            <a:extLst>
              <a:ext uri="{FF2B5EF4-FFF2-40B4-BE49-F238E27FC236}">
                <a16:creationId xmlns:a16="http://schemas.microsoft.com/office/drawing/2014/main" id="{1F4C29FA-1104-4078-82FF-ED2843F8B3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357" y="767270"/>
            <a:ext cx="9207285" cy="389222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8029FD-38B0-1217-C7F4-67E78FFBF5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47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406771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030C1-F85F-2ABF-8930-B82931DA3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capture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8B691D-4386-8120-FAC8-2974779110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48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1396B631-2652-3459-849C-3BAC521299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7889" y="766657"/>
            <a:ext cx="7640116" cy="565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3720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030C1-F85F-2ABF-8930-B82931DA3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capture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8B691D-4386-8120-FAC8-2974779110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49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5" name="Picture 4" descr="A diagram of a data register&#10;&#10;Description automatically generated">
            <a:extLst>
              <a:ext uri="{FF2B5EF4-FFF2-40B4-BE49-F238E27FC236}">
                <a16:creationId xmlns:a16="http://schemas.microsoft.com/office/drawing/2014/main" id="{99473C3B-825C-36F7-466D-D45D281EDE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6656" y="144437"/>
            <a:ext cx="7602011" cy="3134162"/>
          </a:xfrm>
          <a:prstGeom prst="rect">
            <a:avLst/>
          </a:prstGeom>
        </p:spPr>
      </p:pic>
      <p:pic>
        <p:nvPicPr>
          <p:cNvPr id="8" name="Picture 7" descr="A screenshot of a test&#10;&#10;Description automatically generated">
            <a:extLst>
              <a:ext uri="{FF2B5EF4-FFF2-40B4-BE49-F238E27FC236}">
                <a16:creationId xmlns:a16="http://schemas.microsoft.com/office/drawing/2014/main" id="{752FD8EB-64E5-DA3B-79C2-456EF37EF1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0766" y="3579402"/>
            <a:ext cx="6538289" cy="319236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1A0B012-B47C-ECA7-F3C0-711F1F0347F0}"/>
                  </a:ext>
                </a:extLst>
              </p14:cNvPr>
              <p14:cNvContentPartPr/>
              <p14:nvPr/>
            </p14:nvContentPartPr>
            <p14:xfrm>
              <a:off x="4197198" y="4879295"/>
              <a:ext cx="1728000" cy="45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1A0B012-B47C-ECA7-F3C0-711F1F0347F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79558" y="4861655"/>
                <a:ext cx="176364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8C03DA5-5221-1E36-D262-AE2B74270CC5}"/>
                  </a:ext>
                </a:extLst>
              </p14:cNvPr>
              <p14:cNvContentPartPr/>
              <p14:nvPr/>
            </p14:nvContentPartPr>
            <p14:xfrm>
              <a:off x="7790358" y="5089175"/>
              <a:ext cx="318600" cy="2149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8C03DA5-5221-1E36-D262-AE2B74270CC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72718" y="5071535"/>
                <a:ext cx="35424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9003386-16EB-89AD-BE60-D370A7149361}"/>
                  </a:ext>
                </a:extLst>
              </p14:cNvPr>
              <p14:cNvContentPartPr/>
              <p14:nvPr/>
            </p14:nvContentPartPr>
            <p14:xfrm>
              <a:off x="10119918" y="3459455"/>
              <a:ext cx="24480" cy="61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9003386-16EB-89AD-BE60-D370A714936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102278" y="3441815"/>
                <a:ext cx="60120" cy="4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1DBD4B75-0123-C0EA-AC58-D4EBBF03211A}"/>
              </a:ext>
            </a:extLst>
          </p:cNvPr>
          <p:cNvGrpSpPr/>
          <p:nvPr/>
        </p:nvGrpSpPr>
        <p:grpSpPr>
          <a:xfrm>
            <a:off x="10072038" y="3613895"/>
            <a:ext cx="756360" cy="824040"/>
            <a:chOff x="10072038" y="3613895"/>
            <a:chExt cx="756360" cy="82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6362630-DB1C-108F-3B3B-49AE5F8869BF}"/>
                    </a:ext>
                  </a:extLst>
                </p14:cNvPr>
                <p14:cNvContentPartPr/>
                <p14:nvPr/>
              </p14:nvContentPartPr>
              <p14:xfrm>
                <a:off x="10091838" y="3643415"/>
                <a:ext cx="736560" cy="7945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6362630-DB1C-108F-3B3B-49AE5F8869B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073838" y="3625415"/>
                  <a:ext cx="772200" cy="83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242E6B6-7C33-AAAC-9B40-090C2EABB443}"/>
                    </a:ext>
                  </a:extLst>
                </p14:cNvPr>
                <p14:cNvContentPartPr/>
                <p14:nvPr/>
              </p14:nvContentPartPr>
              <p14:xfrm>
                <a:off x="10130358" y="4282055"/>
                <a:ext cx="13680" cy="172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242E6B6-7C33-AAAC-9B40-090C2EABB44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112718" y="4264415"/>
                  <a:ext cx="493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B7DF8D7-F975-2113-5A12-AF934680B4C7}"/>
                    </a:ext>
                  </a:extLst>
                </p14:cNvPr>
                <p14:cNvContentPartPr/>
                <p14:nvPr/>
              </p14:nvContentPartPr>
              <p14:xfrm>
                <a:off x="10104078" y="4150655"/>
                <a:ext cx="23400" cy="154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B7DF8D7-F975-2113-5A12-AF934680B4C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086078" y="4133015"/>
                  <a:ext cx="590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A2BE19E-7132-15E7-69C3-4D0F0B70956C}"/>
                    </a:ext>
                  </a:extLst>
                </p14:cNvPr>
                <p14:cNvContentPartPr/>
                <p14:nvPr/>
              </p14:nvContentPartPr>
              <p14:xfrm>
                <a:off x="10072038" y="3892895"/>
                <a:ext cx="60840" cy="2134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A2BE19E-7132-15E7-69C3-4D0F0B70956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054398" y="3874895"/>
                  <a:ext cx="964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9D83858-3320-82B7-E710-7A340D64F71A}"/>
                    </a:ext>
                  </a:extLst>
                </p14:cNvPr>
                <p14:cNvContentPartPr/>
                <p14:nvPr/>
              </p14:nvContentPartPr>
              <p14:xfrm>
                <a:off x="10104798" y="3678695"/>
                <a:ext cx="70200" cy="1486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9D83858-3320-82B7-E710-7A340D64F71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087158" y="3661055"/>
                  <a:ext cx="1058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99E3EAC-9705-8A30-4C6E-F44046FE1B29}"/>
                    </a:ext>
                  </a:extLst>
                </p14:cNvPr>
                <p14:cNvContentPartPr/>
                <p14:nvPr/>
              </p14:nvContentPartPr>
              <p14:xfrm>
                <a:off x="10231158" y="3613895"/>
                <a:ext cx="50040" cy="1566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99E3EAC-9705-8A30-4C6E-F44046FE1B2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213518" y="3596255"/>
                  <a:ext cx="856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4F291A3-603A-70CB-1227-22651B7FCD7B}"/>
                    </a:ext>
                  </a:extLst>
                </p14:cNvPr>
                <p14:cNvContentPartPr/>
                <p14:nvPr/>
              </p14:nvContentPartPr>
              <p14:xfrm>
                <a:off x="10300278" y="3802895"/>
                <a:ext cx="88200" cy="215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4F291A3-603A-70CB-1227-22651B7FCD7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282638" y="3784895"/>
                  <a:ext cx="12384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06745A4-AD73-F517-D9B3-5500EC444E93}"/>
                    </a:ext>
                  </a:extLst>
                </p14:cNvPr>
                <p14:cNvContentPartPr/>
                <p14:nvPr/>
              </p14:nvContentPartPr>
              <p14:xfrm>
                <a:off x="10323318" y="4081535"/>
                <a:ext cx="117360" cy="471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06745A4-AD73-F517-D9B3-5500EC444E9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305318" y="4063895"/>
                  <a:ext cx="1530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479970E-4F87-00A6-593F-AA4CC4519095}"/>
                    </a:ext>
                  </a:extLst>
                </p14:cNvPr>
                <p14:cNvContentPartPr/>
                <p14:nvPr/>
              </p14:nvContentPartPr>
              <p14:xfrm>
                <a:off x="10538958" y="4059215"/>
                <a:ext cx="43560" cy="9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479970E-4F87-00A6-593F-AA4CC451909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520958" y="4041215"/>
                  <a:ext cx="79200" cy="4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9D830D1-EB8E-EA55-FD7C-088DE2285E5E}"/>
              </a:ext>
            </a:extLst>
          </p:cNvPr>
          <p:cNvGrpSpPr/>
          <p:nvPr/>
        </p:nvGrpSpPr>
        <p:grpSpPr>
          <a:xfrm>
            <a:off x="10069878" y="3650615"/>
            <a:ext cx="774360" cy="769320"/>
            <a:chOff x="10069878" y="3650615"/>
            <a:chExt cx="774360" cy="76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B4CF613-6612-637A-65B5-BC49E4E0C68B}"/>
                    </a:ext>
                  </a:extLst>
                </p14:cNvPr>
                <p14:cNvContentPartPr/>
                <p14:nvPr/>
              </p14:nvContentPartPr>
              <p14:xfrm>
                <a:off x="10093278" y="4412375"/>
                <a:ext cx="6120" cy="75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B4CF613-6612-637A-65B5-BC49E4E0C68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075278" y="4394375"/>
                  <a:ext cx="417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6DC63B4-0049-97AD-1148-20B2FF989BC2}"/>
                    </a:ext>
                  </a:extLst>
                </p14:cNvPr>
                <p14:cNvContentPartPr/>
                <p14:nvPr/>
              </p14:nvContentPartPr>
              <p14:xfrm>
                <a:off x="10069878" y="4199615"/>
                <a:ext cx="50760" cy="137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6DC63B4-0049-97AD-1148-20B2FF989BC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051878" y="4181615"/>
                  <a:ext cx="864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A296ACB-77AB-E6CC-279C-662B16950A55}"/>
                    </a:ext>
                  </a:extLst>
                </p14:cNvPr>
                <p14:cNvContentPartPr/>
                <p14:nvPr/>
              </p14:nvContentPartPr>
              <p14:xfrm>
                <a:off x="10107318" y="4021415"/>
                <a:ext cx="36360" cy="662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A296ACB-77AB-E6CC-279C-662B16950A5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089318" y="4003775"/>
                  <a:ext cx="720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F55DCE7-A979-0AC1-2FC3-548F4132892C}"/>
                    </a:ext>
                  </a:extLst>
                </p14:cNvPr>
                <p14:cNvContentPartPr/>
                <p14:nvPr/>
              </p14:nvContentPartPr>
              <p14:xfrm>
                <a:off x="10115238" y="3863375"/>
                <a:ext cx="18360" cy="58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F55DCE7-A979-0AC1-2FC3-548F4132892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097598" y="3845375"/>
                  <a:ext cx="540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B757B88-15D5-2685-4CCE-E0CE76C75FA8}"/>
                    </a:ext>
                  </a:extLst>
                </p14:cNvPr>
                <p14:cNvContentPartPr/>
                <p14:nvPr/>
              </p14:nvContentPartPr>
              <p14:xfrm>
                <a:off x="10138638" y="3650615"/>
                <a:ext cx="72360" cy="1249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B757B88-15D5-2685-4CCE-E0CE76C75FA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120998" y="3632615"/>
                  <a:ext cx="1080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4C073F2-F918-0747-3896-01B6186B71FD}"/>
                    </a:ext>
                  </a:extLst>
                </p14:cNvPr>
                <p14:cNvContentPartPr/>
                <p14:nvPr/>
              </p14:nvContentPartPr>
              <p14:xfrm>
                <a:off x="10253838" y="3654215"/>
                <a:ext cx="45360" cy="129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4C073F2-F918-0747-3896-01B6186B71F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235838" y="3636575"/>
                  <a:ext cx="8100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BAB6B84-91B6-4E14-C095-E129CE324905}"/>
                    </a:ext>
                  </a:extLst>
                </p14:cNvPr>
                <p14:cNvContentPartPr/>
                <p14:nvPr/>
              </p14:nvContentPartPr>
              <p14:xfrm>
                <a:off x="10311078" y="3844655"/>
                <a:ext cx="46080" cy="1497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BAB6B84-91B6-4E14-C095-E129CE32490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293438" y="3826655"/>
                  <a:ext cx="817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B23270F-C3B1-F831-06E1-911A18DF2E8C}"/>
                    </a:ext>
                  </a:extLst>
                </p14:cNvPr>
                <p14:cNvContentPartPr/>
                <p14:nvPr/>
              </p14:nvContentPartPr>
              <p14:xfrm>
                <a:off x="10390278" y="4034735"/>
                <a:ext cx="57960" cy="49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B23270F-C3B1-F831-06E1-911A18DF2E8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372638" y="4016735"/>
                  <a:ext cx="936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2E54AB8-11F3-6FF4-8D08-1C87203A3DC1}"/>
                    </a:ext>
                  </a:extLst>
                </p14:cNvPr>
                <p14:cNvContentPartPr/>
                <p14:nvPr/>
              </p14:nvContentPartPr>
              <p14:xfrm>
                <a:off x="10477758" y="4026095"/>
                <a:ext cx="77040" cy="716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2E54AB8-11F3-6FF4-8D08-1C87203A3DC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460118" y="4008455"/>
                  <a:ext cx="1126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2FCE4E6-31C8-1D04-1C71-18D630878F0F}"/>
                    </a:ext>
                  </a:extLst>
                </p14:cNvPr>
                <p14:cNvContentPartPr/>
                <p14:nvPr/>
              </p14:nvContentPartPr>
              <p14:xfrm>
                <a:off x="10571718" y="4036895"/>
                <a:ext cx="61920" cy="1209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2FCE4E6-31C8-1D04-1C71-18D630878F0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553718" y="4019255"/>
                  <a:ext cx="975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0884174-521B-BB24-E83D-8F35F1B899B6}"/>
                    </a:ext>
                  </a:extLst>
                </p14:cNvPr>
                <p14:cNvContentPartPr/>
                <p14:nvPr/>
              </p14:nvContentPartPr>
              <p14:xfrm>
                <a:off x="10666398" y="4192055"/>
                <a:ext cx="90360" cy="1155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0884174-521B-BB24-E83D-8F35F1B899B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648758" y="4174055"/>
                  <a:ext cx="1260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3759EA7-25D5-D98E-7031-BE4C50D42FDF}"/>
                    </a:ext>
                  </a:extLst>
                </p14:cNvPr>
                <p14:cNvContentPartPr/>
                <p14:nvPr/>
              </p14:nvContentPartPr>
              <p14:xfrm>
                <a:off x="10829838" y="4349735"/>
                <a:ext cx="14400" cy="32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3759EA7-25D5-D98E-7031-BE4C50D42FD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812198" y="4332095"/>
                  <a:ext cx="5004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F353F27-E13A-D76D-D463-9219F2C0FB77}"/>
              </a:ext>
            </a:extLst>
          </p:cNvPr>
          <p:cNvGrpSpPr/>
          <p:nvPr/>
        </p:nvGrpSpPr>
        <p:grpSpPr>
          <a:xfrm>
            <a:off x="10090758" y="4538375"/>
            <a:ext cx="159480" cy="612360"/>
            <a:chOff x="10090758" y="4538375"/>
            <a:chExt cx="159480" cy="61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1FEDBAC-A9DA-C67A-71C5-11D8B629E87D}"/>
                    </a:ext>
                  </a:extLst>
                </p14:cNvPr>
                <p14:cNvContentPartPr/>
                <p14:nvPr/>
              </p14:nvContentPartPr>
              <p14:xfrm>
                <a:off x="10141878" y="4538375"/>
                <a:ext cx="53640" cy="612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1FEDBAC-A9DA-C67A-71C5-11D8B629E87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123878" y="4520735"/>
                  <a:ext cx="89280" cy="64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0127534-687B-F883-E686-4A4C13E3E2C5}"/>
                    </a:ext>
                  </a:extLst>
                </p14:cNvPr>
                <p14:cNvContentPartPr/>
                <p14:nvPr/>
              </p14:nvContentPartPr>
              <p14:xfrm>
                <a:off x="10090758" y="4541615"/>
                <a:ext cx="159480" cy="1195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0127534-687B-F883-E686-4A4C13E3E2C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073118" y="4523615"/>
                  <a:ext cx="195120" cy="15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6744F76-1F2F-BBA1-8AA4-73A01DFE922B}"/>
              </a:ext>
            </a:extLst>
          </p:cNvPr>
          <p:cNvGrpSpPr/>
          <p:nvPr/>
        </p:nvGrpSpPr>
        <p:grpSpPr>
          <a:xfrm>
            <a:off x="10362918" y="5126615"/>
            <a:ext cx="492120" cy="208080"/>
            <a:chOff x="10362918" y="5126615"/>
            <a:chExt cx="492120" cy="20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78FFC22-E1F3-C03B-B2DF-E908AC69CE5D}"/>
                    </a:ext>
                  </a:extLst>
                </p14:cNvPr>
                <p14:cNvContentPartPr/>
                <p14:nvPr/>
              </p14:nvContentPartPr>
              <p14:xfrm>
                <a:off x="10362918" y="5139575"/>
                <a:ext cx="8280" cy="1951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78FFC22-E1F3-C03B-B2DF-E908AC69CE5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344918" y="5121935"/>
                  <a:ext cx="439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B2DFDDB-38B8-F0B4-B37B-D693A65BECE0}"/>
                    </a:ext>
                  </a:extLst>
                </p14:cNvPr>
                <p14:cNvContentPartPr/>
                <p14:nvPr/>
              </p14:nvContentPartPr>
              <p14:xfrm>
                <a:off x="10437078" y="5126615"/>
                <a:ext cx="52200" cy="1897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B2DFDDB-38B8-F0B4-B37B-D693A65BECE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419078" y="5108975"/>
                  <a:ext cx="878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021C64A-1380-53F9-F128-A68D6777C597}"/>
                    </a:ext>
                  </a:extLst>
                </p14:cNvPr>
                <p14:cNvContentPartPr/>
                <p14:nvPr/>
              </p14:nvContentPartPr>
              <p14:xfrm>
                <a:off x="10371198" y="5175575"/>
                <a:ext cx="248760" cy="1411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021C64A-1380-53F9-F128-A68D6777C59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353558" y="5157935"/>
                  <a:ext cx="2844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D858F6E-DFFB-F9E4-5691-C7861DD35A49}"/>
                    </a:ext>
                  </a:extLst>
                </p14:cNvPr>
                <p14:cNvContentPartPr/>
                <p14:nvPr/>
              </p14:nvContentPartPr>
              <p14:xfrm>
                <a:off x="10736598" y="5170895"/>
                <a:ext cx="118440" cy="107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D858F6E-DFFB-F9E4-5691-C7861DD35A4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718598" y="5152895"/>
                  <a:ext cx="154080" cy="14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02BA305-1CD8-D8B7-701C-195052CB8821}"/>
              </a:ext>
            </a:extLst>
          </p:cNvPr>
          <p:cNvGrpSpPr/>
          <p:nvPr/>
        </p:nvGrpSpPr>
        <p:grpSpPr>
          <a:xfrm>
            <a:off x="11070318" y="5075855"/>
            <a:ext cx="596160" cy="379440"/>
            <a:chOff x="11070318" y="5075855"/>
            <a:chExt cx="596160" cy="37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47BD12D-B63E-F79C-B3CA-24CCE67E9EAC}"/>
                    </a:ext>
                  </a:extLst>
                </p14:cNvPr>
                <p14:cNvContentPartPr/>
                <p14:nvPr/>
              </p14:nvContentPartPr>
              <p14:xfrm>
                <a:off x="11070318" y="5142815"/>
                <a:ext cx="179640" cy="1234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47BD12D-B63E-F79C-B3CA-24CCE67E9EA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052678" y="5125175"/>
                  <a:ext cx="21528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2DA48DA-CAFA-D53A-BC8D-165422F5EA53}"/>
                    </a:ext>
                  </a:extLst>
                </p14:cNvPr>
                <p14:cNvContentPartPr/>
                <p14:nvPr/>
              </p14:nvContentPartPr>
              <p14:xfrm>
                <a:off x="11275878" y="5104295"/>
                <a:ext cx="241560" cy="123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2DA48DA-CAFA-D53A-BC8D-165422F5EA5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258238" y="5086295"/>
                  <a:ext cx="2772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AA7BE7C-88F3-FED7-42AE-0B76E4C32F5A}"/>
                    </a:ext>
                  </a:extLst>
                </p14:cNvPr>
                <p14:cNvContentPartPr/>
                <p14:nvPr/>
              </p14:nvContentPartPr>
              <p14:xfrm>
                <a:off x="11593038" y="5075855"/>
                <a:ext cx="73440" cy="3794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AA7BE7C-88F3-FED7-42AE-0B76E4C32F5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575038" y="5058215"/>
                  <a:ext cx="109080" cy="41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14EE41F-7D9B-F0CA-0C6B-503D85953A7D}"/>
              </a:ext>
            </a:extLst>
          </p:cNvPr>
          <p:cNvGrpSpPr/>
          <p:nvPr/>
        </p:nvGrpSpPr>
        <p:grpSpPr>
          <a:xfrm>
            <a:off x="10446798" y="5528735"/>
            <a:ext cx="565200" cy="272520"/>
            <a:chOff x="10446798" y="5528735"/>
            <a:chExt cx="565200" cy="27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C6374CE-EEE0-C959-E128-2277A2288078}"/>
                    </a:ext>
                  </a:extLst>
                </p14:cNvPr>
                <p14:cNvContentPartPr/>
                <p14:nvPr/>
              </p14:nvContentPartPr>
              <p14:xfrm>
                <a:off x="10446798" y="5528735"/>
                <a:ext cx="105120" cy="2725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C6374CE-EEE0-C959-E128-2277A228807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428798" y="5510735"/>
                  <a:ext cx="14076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C2C8728-D990-9CE3-D8A1-AC908427C159}"/>
                    </a:ext>
                  </a:extLst>
                </p14:cNvPr>
                <p14:cNvContentPartPr/>
                <p14:nvPr/>
              </p14:nvContentPartPr>
              <p14:xfrm>
                <a:off x="10630038" y="5649335"/>
                <a:ext cx="101160" cy="1101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C2C8728-D990-9CE3-D8A1-AC908427C15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612038" y="5631335"/>
                  <a:ext cx="1368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A122B16-18F4-E5B4-87C3-EF7FD179378C}"/>
                    </a:ext>
                  </a:extLst>
                </p14:cNvPr>
                <p14:cNvContentPartPr/>
                <p14:nvPr/>
              </p14:nvContentPartPr>
              <p14:xfrm>
                <a:off x="10776558" y="5540255"/>
                <a:ext cx="49320" cy="1861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A122B16-18F4-E5B4-87C3-EF7FD179378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758558" y="5522255"/>
                  <a:ext cx="8496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FAA9E60-C034-B12A-D120-3FD568C7F532}"/>
                    </a:ext>
                  </a:extLst>
                </p14:cNvPr>
                <p14:cNvContentPartPr/>
                <p14:nvPr/>
              </p14:nvContentPartPr>
              <p14:xfrm>
                <a:off x="10769718" y="5619095"/>
                <a:ext cx="83520" cy="291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FAA9E60-C034-B12A-D120-3FD568C7F53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752078" y="5601095"/>
                  <a:ext cx="1191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7AB3615-8D02-99ED-EF5B-52185CB1BD66}"/>
                    </a:ext>
                  </a:extLst>
                </p14:cNvPr>
                <p14:cNvContentPartPr/>
                <p14:nvPr/>
              </p14:nvContentPartPr>
              <p14:xfrm>
                <a:off x="10904718" y="5596415"/>
                <a:ext cx="107280" cy="1483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7AB3615-8D02-99ED-EF5B-52185CB1BD6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887078" y="5578775"/>
                  <a:ext cx="142920" cy="18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CF348F9-0ADE-DF08-732B-BDEE1174A83A}"/>
              </a:ext>
            </a:extLst>
          </p:cNvPr>
          <p:cNvGrpSpPr/>
          <p:nvPr/>
        </p:nvGrpSpPr>
        <p:grpSpPr>
          <a:xfrm>
            <a:off x="11291718" y="5538095"/>
            <a:ext cx="668160" cy="341280"/>
            <a:chOff x="11291718" y="5538095"/>
            <a:chExt cx="668160" cy="34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74F2795-DCAB-1E3A-7EF2-AFBE3278C8E6}"/>
                    </a:ext>
                  </a:extLst>
                </p14:cNvPr>
                <p14:cNvContentPartPr/>
                <p14:nvPr/>
              </p14:nvContentPartPr>
              <p14:xfrm>
                <a:off x="11291718" y="5653295"/>
                <a:ext cx="44280" cy="2260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74F2795-DCAB-1E3A-7EF2-AFBE3278C8E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273718" y="5635295"/>
                  <a:ext cx="799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57BF6D4-FDD0-F825-2534-32A3CF42796C}"/>
                    </a:ext>
                  </a:extLst>
                </p14:cNvPr>
                <p14:cNvContentPartPr/>
                <p14:nvPr/>
              </p14:nvContentPartPr>
              <p14:xfrm>
                <a:off x="11319798" y="5656535"/>
                <a:ext cx="71280" cy="957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57BF6D4-FDD0-F825-2534-32A3CF42796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1301798" y="5638535"/>
                  <a:ext cx="1069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735DF30-22C4-283F-A116-E2715A253C8F}"/>
                    </a:ext>
                  </a:extLst>
                </p14:cNvPr>
                <p14:cNvContentPartPr/>
                <p14:nvPr/>
              </p14:nvContentPartPr>
              <p14:xfrm>
                <a:off x="11447958" y="5641055"/>
                <a:ext cx="127080" cy="1458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735DF30-22C4-283F-A116-E2715A253C8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429958" y="5623415"/>
                  <a:ext cx="16272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C054301-DF76-1966-EFE6-7E85923CF2D7}"/>
                    </a:ext>
                  </a:extLst>
                </p14:cNvPr>
                <p14:cNvContentPartPr/>
                <p14:nvPr/>
              </p14:nvContentPartPr>
              <p14:xfrm>
                <a:off x="11563518" y="5538095"/>
                <a:ext cx="9720" cy="450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C054301-DF76-1966-EFE6-7E85923CF2D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545518" y="5520455"/>
                  <a:ext cx="453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2F3B0D7-170E-0989-0FE5-437E49C17E73}"/>
                    </a:ext>
                  </a:extLst>
                </p14:cNvPr>
                <p14:cNvContentPartPr/>
                <p14:nvPr/>
              </p14:nvContentPartPr>
              <p14:xfrm>
                <a:off x="11662518" y="5550335"/>
                <a:ext cx="188280" cy="2066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2F3B0D7-170E-0989-0FE5-437E49C17E7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644518" y="5532335"/>
                  <a:ext cx="2239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3B4159F-10B5-0B0D-2D8B-26A8A2458952}"/>
                    </a:ext>
                  </a:extLst>
                </p14:cNvPr>
                <p14:cNvContentPartPr/>
                <p14:nvPr/>
              </p14:nvContentPartPr>
              <p14:xfrm>
                <a:off x="11802198" y="5601815"/>
                <a:ext cx="77400" cy="561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3B4159F-10B5-0B0D-2D8B-26A8A245895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784198" y="5583815"/>
                  <a:ext cx="1130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51A4BF4-6AC4-9AB1-018C-F439199E011C}"/>
                    </a:ext>
                  </a:extLst>
                </p14:cNvPr>
                <p14:cNvContentPartPr/>
                <p14:nvPr/>
              </p14:nvContentPartPr>
              <p14:xfrm>
                <a:off x="11927478" y="5591735"/>
                <a:ext cx="32400" cy="1756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51A4BF4-6AC4-9AB1-018C-F439199E011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909478" y="5574095"/>
                  <a:ext cx="68040" cy="211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5717745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ABEE6-AA9E-D16C-8082-1D03FB690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Going back to the PPG data collected</a:t>
            </a:r>
          </a:p>
        </p:txBody>
      </p:sp>
      <p:pic>
        <p:nvPicPr>
          <p:cNvPr id="6" name="Content Placeholder 5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DA4CAC13-3DCB-639D-C830-275A6676E8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1754" y="1515724"/>
            <a:ext cx="6920985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73A08C-3CC9-DDF4-9DCD-FDE89CC28A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50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031F6EE-8C77-B5DF-BAB3-F507B31A4853}"/>
              </a:ext>
            </a:extLst>
          </p:cNvPr>
          <p:cNvGrpSpPr/>
          <p:nvPr/>
        </p:nvGrpSpPr>
        <p:grpSpPr>
          <a:xfrm>
            <a:off x="3532278" y="1821829"/>
            <a:ext cx="809280" cy="521640"/>
            <a:chOff x="3532278" y="1821829"/>
            <a:chExt cx="809280" cy="52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0AC171B-55C9-6F62-7028-198B80AC7FBC}"/>
                    </a:ext>
                  </a:extLst>
                </p14:cNvPr>
                <p14:cNvContentPartPr/>
                <p14:nvPr/>
              </p14:nvContentPartPr>
              <p14:xfrm>
                <a:off x="3532278" y="1821829"/>
                <a:ext cx="90360" cy="4093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0AC171B-55C9-6F62-7028-198B80AC7FB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514638" y="1804189"/>
                  <a:ext cx="12600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D439DFE-F38E-BE95-8528-03C2362CC35A}"/>
                    </a:ext>
                  </a:extLst>
                </p14:cNvPr>
                <p14:cNvContentPartPr/>
                <p14:nvPr/>
              </p14:nvContentPartPr>
              <p14:xfrm>
                <a:off x="3682038" y="2252749"/>
                <a:ext cx="120960" cy="907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D439DFE-F38E-BE95-8528-03C2362CC35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664038" y="2235109"/>
                  <a:ext cx="15660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F517758-4B6F-854A-113B-DDBDBF1D98B2}"/>
                    </a:ext>
                  </a:extLst>
                </p14:cNvPr>
                <p14:cNvContentPartPr/>
                <p14:nvPr/>
              </p14:nvContentPartPr>
              <p14:xfrm>
                <a:off x="3891918" y="2110549"/>
                <a:ext cx="116280" cy="146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F517758-4B6F-854A-113B-DDBDBF1D98B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873918" y="2092909"/>
                  <a:ext cx="15192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6600038-1789-0AD3-CE2E-A3D3BFB289CA}"/>
                    </a:ext>
                  </a:extLst>
                </p14:cNvPr>
                <p14:cNvContentPartPr/>
                <p14:nvPr/>
              </p14:nvContentPartPr>
              <p14:xfrm>
                <a:off x="4099638" y="1926589"/>
                <a:ext cx="96120" cy="95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6600038-1789-0AD3-CE2E-A3D3BFB289C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081998" y="1908589"/>
                  <a:ext cx="1317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C437D72-D958-683E-5D8A-225005AB6872}"/>
                    </a:ext>
                  </a:extLst>
                </p14:cNvPr>
                <p14:cNvContentPartPr/>
                <p14:nvPr/>
              </p14:nvContentPartPr>
              <p14:xfrm>
                <a:off x="4273878" y="1902469"/>
                <a:ext cx="67680" cy="41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C437D72-D958-683E-5D8A-225005AB687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255878" y="1884829"/>
                  <a:ext cx="103320" cy="76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674EC38-6359-B1A2-10AD-950C7820F70A}"/>
                  </a:ext>
                </a:extLst>
              </p14:cNvPr>
              <p14:cNvContentPartPr/>
              <p14:nvPr/>
            </p14:nvContentPartPr>
            <p14:xfrm>
              <a:off x="4502478" y="1831549"/>
              <a:ext cx="34200" cy="309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674EC38-6359-B1A2-10AD-950C7820F70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484838" y="1813909"/>
                <a:ext cx="69840" cy="6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96066DB7-2C3F-09A7-C7BC-E29A176C3B7E}"/>
              </a:ext>
            </a:extLst>
          </p:cNvPr>
          <p:cNvGrpSpPr/>
          <p:nvPr/>
        </p:nvGrpSpPr>
        <p:grpSpPr>
          <a:xfrm>
            <a:off x="4620918" y="2261029"/>
            <a:ext cx="199440" cy="114480"/>
            <a:chOff x="4620918" y="2261029"/>
            <a:chExt cx="199440" cy="11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C5CCEC0-3F36-D9AB-BAEA-AF05060363F6}"/>
                    </a:ext>
                  </a:extLst>
                </p14:cNvPr>
                <p14:cNvContentPartPr/>
                <p14:nvPr/>
              </p14:nvContentPartPr>
              <p14:xfrm>
                <a:off x="4620918" y="2261029"/>
                <a:ext cx="44640" cy="1008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C5CCEC0-3F36-D9AB-BAEA-AF05060363F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602918" y="2243029"/>
                  <a:ext cx="802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CCA5E14-C6C7-A110-5805-52861767F8BD}"/>
                    </a:ext>
                  </a:extLst>
                </p14:cNvPr>
                <p14:cNvContentPartPr/>
                <p14:nvPr/>
              </p14:nvContentPartPr>
              <p14:xfrm>
                <a:off x="4761678" y="2323669"/>
                <a:ext cx="58680" cy="518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CCA5E14-C6C7-A110-5805-52861767F8B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744038" y="2305669"/>
                  <a:ext cx="94320" cy="8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1004E63-AAFB-2F5F-08F2-094134EE7E2B}"/>
              </a:ext>
            </a:extLst>
          </p:cNvPr>
          <p:cNvGrpSpPr/>
          <p:nvPr/>
        </p:nvGrpSpPr>
        <p:grpSpPr>
          <a:xfrm>
            <a:off x="3198198" y="4138429"/>
            <a:ext cx="6819840" cy="647640"/>
            <a:chOff x="3198198" y="4138429"/>
            <a:chExt cx="6819840" cy="64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D5B8711-4B8F-00FC-FF4C-40A9C132DC42}"/>
                    </a:ext>
                  </a:extLst>
                </p14:cNvPr>
                <p14:cNvContentPartPr/>
                <p14:nvPr/>
              </p14:nvContentPartPr>
              <p14:xfrm>
                <a:off x="6794598" y="4138429"/>
                <a:ext cx="3223440" cy="647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D5B8711-4B8F-00FC-FF4C-40A9C132DC4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776598" y="4120789"/>
                  <a:ext cx="3259080" cy="68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D76C143-74DF-7596-8223-E7C52EA275C2}"/>
                    </a:ext>
                  </a:extLst>
                </p14:cNvPr>
                <p14:cNvContentPartPr/>
                <p14:nvPr/>
              </p14:nvContentPartPr>
              <p14:xfrm>
                <a:off x="3198198" y="4243909"/>
                <a:ext cx="2894040" cy="3495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D76C143-74DF-7596-8223-E7C52EA275C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180558" y="4225909"/>
                  <a:ext cx="2929680" cy="385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580859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C4900-2045-31D7-FCC7-F0BC00C94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Smoothing </a:t>
            </a:r>
          </a:p>
        </p:txBody>
      </p:sp>
      <p:pic>
        <p:nvPicPr>
          <p:cNvPr id="6" name="Content Placeholder 5" descr="A group of different colored lines&#10;&#10;Description automatically generated">
            <a:extLst>
              <a:ext uri="{FF2B5EF4-FFF2-40B4-BE49-F238E27FC236}">
                <a16:creationId xmlns:a16="http://schemas.microsoft.com/office/drawing/2014/main" id="{F41E92A6-CDBC-92D0-54BB-934DEDCC6B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941" y="1372401"/>
            <a:ext cx="6956118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4ED3A5-5729-3FBE-8278-9B47A854AA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51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421FAE4-F15C-A75C-A8D0-B2FBE4A92052}"/>
              </a:ext>
            </a:extLst>
          </p:cNvPr>
          <p:cNvGrpSpPr/>
          <p:nvPr/>
        </p:nvGrpSpPr>
        <p:grpSpPr>
          <a:xfrm>
            <a:off x="2808678" y="4150669"/>
            <a:ext cx="6679800" cy="492120"/>
            <a:chOff x="2808678" y="4150669"/>
            <a:chExt cx="6679800" cy="49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FB085C1-1CFB-98EA-0256-25EC36010C6B}"/>
                    </a:ext>
                  </a:extLst>
                </p14:cNvPr>
                <p14:cNvContentPartPr/>
                <p14:nvPr/>
              </p14:nvContentPartPr>
              <p14:xfrm>
                <a:off x="2808678" y="4190629"/>
                <a:ext cx="2645280" cy="4237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FB085C1-1CFB-98EA-0256-25EC36010C6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790678" y="4172989"/>
                  <a:ext cx="2680920" cy="45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8549D74-9C94-BA8D-48FD-7982FA55254C}"/>
                    </a:ext>
                  </a:extLst>
                </p14:cNvPr>
                <p14:cNvContentPartPr/>
                <p14:nvPr/>
              </p14:nvContentPartPr>
              <p14:xfrm>
                <a:off x="6829518" y="4150669"/>
                <a:ext cx="2658960" cy="4921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8549D74-9C94-BA8D-48FD-7982FA55254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811878" y="4133029"/>
                  <a:ext cx="2694600" cy="52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D0EF118-7A4C-DCDA-C085-1C137D63525A}"/>
              </a:ext>
            </a:extLst>
          </p:cNvPr>
          <p:cNvGrpSpPr/>
          <p:nvPr/>
        </p:nvGrpSpPr>
        <p:grpSpPr>
          <a:xfrm>
            <a:off x="704118" y="3166429"/>
            <a:ext cx="1833120" cy="1582560"/>
            <a:chOff x="704118" y="3166429"/>
            <a:chExt cx="1833120" cy="158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E32631B-3DAD-EFD3-8B82-4D2FA77B368D}"/>
                    </a:ext>
                  </a:extLst>
                </p14:cNvPr>
                <p14:cNvContentPartPr/>
                <p14:nvPr/>
              </p14:nvContentPartPr>
              <p14:xfrm>
                <a:off x="704118" y="4143469"/>
                <a:ext cx="219600" cy="3254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E32631B-3DAD-EFD3-8B82-4D2FA77B368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86118" y="4125829"/>
                  <a:ext cx="25524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7C6842D-15CD-6CA1-E1F8-8323FBE43344}"/>
                    </a:ext>
                  </a:extLst>
                </p14:cNvPr>
                <p14:cNvContentPartPr/>
                <p14:nvPr/>
              </p14:nvContentPartPr>
              <p14:xfrm>
                <a:off x="939198" y="4200709"/>
                <a:ext cx="138240" cy="1260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7C6842D-15CD-6CA1-E1F8-8323FBE4334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21558" y="4182709"/>
                  <a:ext cx="17388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1E32CE3-085B-B0B9-EC13-DAF43A788D2F}"/>
                    </a:ext>
                  </a:extLst>
                </p14:cNvPr>
                <p14:cNvContentPartPr/>
                <p14:nvPr/>
              </p14:nvContentPartPr>
              <p14:xfrm>
                <a:off x="991758" y="4042669"/>
                <a:ext cx="111600" cy="1807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1E32CE3-085B-B0B9-EC13-DAF43A788D2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73758" y="4024669"/>
                  <a:ext cx="14724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8CF64DD-414A-78BA-8805-FD6402D893D8}"/>
                    </a:ext>
                  </a:extLst>
                </p14:cNvPr>
                <p14:cNvContentPartPr/>
                <p14:nvPr/>
              </p14:nvContentPartPr>
              <p14:xfrm>
                <a:off x="1078518" y="4014589"/>
                <a:ext cx="145440" cy="1598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8CF64DD-414A-78BA-8805-FD6402D893D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60518" y="3996589"/>
                  <a:ext cx="1810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B02F8C7-1277-6884-43A1-EAD7D1B25444}"/>
                    </a:ext>
                  </a:extLst>
                </p14:cNvPr>
                <p14:cNvContentPartPr/>
                <p14:nvPr/>
              </p14:nvContentPartPr>
              <p14:xfrm>
                <a:off x="1324038" y="3878869"/>
                <a:ext cx="60840" cy="954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B02F8C7-1277-6884-43A1-EAD7D1B2544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306398" y="3860869"/>
                  <a:ext cx="964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0F303C5-0AC0-C25D-E156-D8A554DFAF6D}"/>
                    </a:ext>
                  </a:extLst>
                </p14:cNvPr>
                <p14:cNvContentPartPr/>
                <p14:nvPr/>
              </p14:nvContentPartPr>
              <p14:xfrm>
                <a:off x="1343478" y="3738469"/>
                <a:ext cx="123480" cy="1576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0F303C5-0AC0-C25D-E156-D8A554DFAF6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325478" y="3720469"/>
                  <a:ext cx="1591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65B3D16-BB3B-A041-739F-D0AD99D32CFC}"/>
                    </a:ext>
                  </a:extLst>
                </p14:cNvPr>
                <p14:cNvContentPartPr/>
                <p14:nvPr/>
              </p14:nvContentPartPr>
              <p14:xfrm>
                <a:off x="1428438" y="3564229"/>
                <a:ext cx="164520" cy="2365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65B3D16-BB3B-A041-739F-D0AD99D32CF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410438" y="3546589"/>
                  <a:ext cx="20016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3A2049A-B951-1A8C-421D-C7083D612E9A}"/>
                    </a:ext>
                  </a:extLst>
                </p14:cNvPr>
                <p14:cNvContentPartPr/>
                <p14:nvPr/>
              </p14:nvContentPartPr>
              <p14:xfrm>
                <a:off x="1787358" y="3437509"/>
                <a:ext cx="71640" cy="95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3A2049A-B951-1A8C-421D-C7083D612E9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769718" y="3419509"/>
                  <a:ext cx="1072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1EF1E74-D5BE-8516-D128-E610EA7AB4CC}"/>
                    </a:ext>
                  </a:extLst>
                </p14:cNvPr>
                <p14:cNvContentPartPr/>
                <p14:nvPr/>
              </p14:nvContentPartPr>
              <p14:xfrm>
                <a:off x="1858998" y="3256429"/>
                <a:ext cx="150480" cy="1951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1EF1E74-D5BE-8516-D128-E610EA7AB4C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840998" y="3238789"/>
                  <a:ext cx="1861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CFDF288-4F0B-F39D-0DF2-4F0BAC0761BB}"/>
                    </a:ext>
                  </a:extLst>
                </p14:cNvPr>
                <p14:cNvContentPartPr/>
                <p14:nvPr/>
              </p14:nvContentPartPr>
              <p14:xfrm>
                <a:off x="2027118" y="3166429"/>
                <a:ext cx="137160" cy="1393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CFDF288-4F0B-F39D-0DF2-4F0BAC0761B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009478" y="3148789"/>
                  <a:ext cx="1728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3EC57AB-2D4D-03C0-D87D-036AE4D5F3A1}"/>
                    </a:ext>
                  </a:extLst>
                </p14:cNvPr>
                <p14:cNvContentPartPr/>
                <p14:nvPr/>
              </p14:nvContentPartPr>
              <p14:xfrm>
                <a:off x="1228278" y="4551709"/>
                <a:ext cx="239760" cy="1616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3EC57AB-2D4D-03C0-D87D-036AE4D5F3A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210278" y="4534069"/>
                  <a:ext cx="2754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4C8C1C9-47F3-299C-9542-5270EB7DEA2F}"/>
                    </a:ext>
                  </a:extLst>
                </p14:cNvPr>
                <p14:cNvContentPartPr/>
                <p14:nvPr/>
              </p14:nvContentPartPr>
              <p14:xfrm>
                <a:off x="1337358" y="4431109"/>
                <a:ext cx="16200" cy="226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4C8C1C9-47F3-299C-9542-5270EB7DEA2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319358" y="4413469"/>
                  <a:ext cx="5184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89165B5-C953-C802-066A-EBF74DE8CD0C}"/>
                    </a:ext>
                  </a:extLst>
                </p14:cNvPr>
                <p14:cNvContentPartPr/>
                <p14:nvPr/>
              </p14:nvContentPartPr>
              <p14:xfrm>
                <a:off x="1476678" y="4387549"/>
                <a:ext cx="51480" cy="31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89165B5-C953-C802-066A-EBF74DE8CD0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458678" y="4369549"/>
                  <a:ext cx="8712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2F2AF99-1DF4-2035-3A72-00338BC41E68}"/>
                    </a:ext>
                  </a:extLst>
                </p14:cNvPr>
                <p14:cNvContentPartPr/>
                <p14:nvPr/>
              </p14:nvContentPartPr>
              <p14:xfrm>
                <a:off x="1450398" y="4455229"/>
                <a:ext cx="76320" cy="990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2F2AF99-1DF4-2035-3A72-00338BC41E6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432398" y="4437229"/>
                  <a:ext cx="11196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C0498B8-5A3A-CC6F-5101-3B90D176B0CA}"/>
                    </a:ext>
                  </a:extLst>
                </p14:cNvPr>
                <p14:cNvContentPartPr/>
                <p14:nvPr/>
              </p14:nvContentPartPr>
              <p14:xfrm>
                <a:off x="1514838" y="4189909"/>
                <a:ext cx="239400" cy="288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C0498B8-5A3A-CC6F-5101-3B90D176B0C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496838" y="4171909"/>
                  <a:ext cx="27504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6851C67-7F98-6085-29B9-C878914D1267}"/>
                    </a:ext>
                  </a:extLst>
                </p14:cNvPr>
                <p14:cNvContentPartPr/>
                <p14:nvPr/>
              </p14:nvContentPartPr>
              <p14:xfrm>
                <a:off x="1818678" y="3894349"/>
                <a:ext cx="149760" cy="211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6851C67-7F98-6085-29B9-C878914D126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801038" y="3876709"/>
                  <a:ext cx="18540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C9FB21D-AB60-EFBF-9F30-EC6DDD63D560}"/>
                    </a:ext>
                  </a:extLst>
                </p14:cNvPr>
                <p14:cNvContentPartPr/>
                <p14:nvPr/>
              </p14:nvContentPartPr>
              <p14:xfrm>
                <a:off x="1907598" y="3980389"/>
                <a:ext cx="48600" cy="979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C9FB21D-AB60-EFBF-9F30-EC6DDD63D56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889958" y="3962389"/>
                  <a:ext cx="842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2899405-984D-E963-3621-76C82886A039}"/>
                    </a:ext>
                  </a:extLst>
                </p14:cNvPr>
                <p14:cNvContentPartPr/>
                <p14:nvPr/>
              </p14:nvContentPartPr>
              <p14:xfrm>
                <a:off x="1998678" y="3886069"/>
                <a:ext cx="61920" cy="925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2899405-984D-E963-3621-76C82886A03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981038" y="3868069"/>
                  <a:ext cx="975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B7EDC8C-3815-8578-BD3D-454A20267F55}"/>
                    </a:ext>
                  </a:extLst>
                </p14:cNvPr>
                <p14:cNvContentPartPr/>
                <p14:nvPr/>
              </p14:nvContentPartPr>
              <p14:xfrm>
                <a:off x="2076438" y="3675469"/>
                <a:ext cx="116280" cy="2167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B7EDC8C-3815-8578-BD3D-454A20267F5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058798" y="3657469"/>
                  <a:ext cx="15192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B3D5298-6F88-8802-9265-608D0640A816}"/>
                    </a:ext>
                  </a:extLst>
                </p14:cNvPr>
                <p14:cNvContentPartPr/>
                <p14:nvPr/>
              </p14:nvContentPartPr>
              <p14:xfrm>
                <a:off x="2187678" y="3546949"/>
                <a:ext cx="196920" cy="2019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B3D5298-6F88-8802-9265-608D0640A81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170038" y="3528949"/>
                  <a:ext cx="23256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9DE3C08-DAE0-94A1-0B01-CA35EE783276}"/>
                    </a:ext>
                  </a:extLst>
                </p14:cNvPr>
                <p14:cNvContentPartPr/>
                <p14:nvPr/>
              </p14:nvContentPartPr>
              <p14:xfrm>
                <a:off x="1919838" y="4559989"/>
                <a:ext cx="185760" cy="1890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9DE3C08-DAE0-94A1-0B01-CA35EE78327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902198" y="4541989"/>
                  <a:ext cx="2214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94883CC-22C4-F625-3529-0753B563E887}"/>
                    </a:ext>
                  </a:extLst>
                </p14:cNvPr>
                <p14:cNvContentPartPr/>
                <p14:nvPr/>
              </p14:nvContentPartPr>
              <p14:xfrm>
                <a:off x="2103078" y="4441909"/>
                <a:ext cx="86040" cy="1144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94883CC-22C4-F625-3529-0753B563E88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085078" y="4423909"/>
                  <a:ext cx="1216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2371FBE-FEA8-31E6-714C-1E0CD7D887A4}"/>
                    </a:ext>
                  </a:extLst>
                </p14:cNvPr>
                <p14:cNvContentPartPr/>
                <p14:nvPr/>
              </p14:nvContentPartPr>
              <p14:xfrm>
                <a:off x="2181918" y="4264429"/>
                <a:ext cx="137520" cy="213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2371FBE-FEA8-31E6-714C-1E0CD7D887A4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164278" y="4246429"/>
                  <a:ext cx="17316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BA93219-6541-E5BF-805D-03EFB11DD822}"/>
                    </a:ext>
                  </a:extLst>
                </p14:cNvPr>
                <p14:cNvContentPartPr/>
                <p14:nvPr/>
              </p14:nvContentPartPr>
              <p14:xfrm>
                <a:off x="2305758" y="4156789"/>
                <a:ext cx="115560" cy="1857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BA93219-6541-E5BF-805D-03EFB11DD82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288118" y="4139149"/>
                  <a:ext cx="1512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E2944A8-AD2F-7F16-A757-7A3B3AC94C9B}"/>
                    </a:ext>
                  </a:extLst>
                </p14:cNvPr>
                <p14:cNvContentPartPr/>
                <p14:nvPr/>
              </p14:nvContentPartPr>
              <p14:xfrm>
                <a:off x="2389998" y="4119349"/>
                <a:ext cx="147240" cy="1072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E2944A8-AD2F-7F16-A757-7A3B3AC94C9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371998" y="4101709"/>
                  <a:ext cx="182880" cy="142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9890006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40CDF-57F3-2286-184A-2101804BF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Drift correction</a:t>
            </a:r>
          </a:p>
        </p:txBody>
      </p:sp>
      <p:pic>
        <p:nvPicPr>
          <p:cNvPr id="6" name="Content Placeholder 5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032BFCDE-32E1-58C5-BB26-A2BB092054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1289" y="863217"/>
            <a:ext cx="6636383" cy="513156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2E61B1-5022-1CF2-E9A4-D38CCF0B7C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52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879731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4130A-12A2-0FC5-D3BA-DC9A4A152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Peak detection</a:t>
            </a:r>
          </a:p>
        </p:txBody>
      </p:sp>
      <p:pic>
        <p:nvPicPr>
          <p:cNvPr id="6" name="Content Placeholder 5" descr="A graph of 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8A0FC4B8-26C9-BFF2-9059-A47A7FF4B9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254759"/>
            <a:ext cx="10515600" cy="334621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B8BF33-626D-D18B-322E-72EBC7D9B5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53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8089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C53CA-3BAA-A538-5E62-4B89D1BDA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Heart rate</a:t>
            </a:r>
          </a:p>
        </p:txBody>
      </p:sp>
      <p:pic>
        <p:nvPicPr>
          <p:cNvPr id="6" name="Content Placeholder 5" descr="A graph of a graph with red lines&#10;&#10;Description automatically generated with medium confidence">
            <a:extLst>
              <a:ext uri="{FF2B5EF4-FFF2-40B4-BE49-F238E27FC236}">
                <a16:creationId xmlns:a16="http://schemas.microsoft.com/office/drawing/2014/main" id="{03040F2E-1134-6BCD-9AA7-D98F7A8A5D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40233"/>
            <a:ext cx="10515600" cy="417753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BB5F3D-77BE-194E-0373-E99E88DDF2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54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88863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ED4AF-ED54-BB22-487E-A2597EC91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single component to find heart rate</a:t>
            </a:r>
          </a:p>
        </p:txBody>
      </p:sp>
      <p:pic>
        <p:nvPicPr>
          <p:cNvPr id="6" name="Content Placeholder 5" descr="A graph of a signal&#10;&#10;Description automatically generated with medium confidence">
            <a:extLst>
              <a:ext uri="{FF2B5EF4-FFF2-40B4-BE49-F238E27FC236}">
                <a16:creationId xmlns:a16="http://schemas.microsoft.com/office/drawing/2014/main" id="{AAAF528B-8DFA-088A-F8CC-46ECA2809C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2845" y="1086154"/>
            <a:ext cx="6484160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44A14B-4572-FABE-506B-EC8015E45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55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71EC742-8C9A-C7DE-1084-A162C34BEED8}"/>
                  </a:ext>
                </a:extLst>
              </p14:cNvPr>
              <p14:cNvContentPartPr/>
              <p14:nvPr/>
            </p14:nvContentPartPr>
            <p14:xfrm>
              <a:off x="5040318" y="2745949"/>
              <a:ext cx="561240" cy="97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71EC742-8C9A-C7DE-1084-A162C34BEED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22318" y="2727949"/>
                <a:ext cx="596880" cy="13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23F31616-A7F0-DD8F-1FE2-81C7E48778FE}"/>
              </a:ext>
            </a:extLst>
          </p:cNvPr>
          <p:cNvGrpSpPr/>
          <p:nvPr/>
        </p:nvGrpSpPr>
        <p:grpSpPr>
          <a:xfrm>
            <a:off x="5367558" y="2445709"/>
            <a:ext cx="765000" cy="1739160"/>
            <a:chOff x="5367558" y="2445709"/>
            <a:chExt cx="765000" cy="173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3EADFDD-33D7-6441-ECBC-A64415DE5B29}"/>
                    </a:ext>
                  </a:extLst>
                </p14:cNvPr>
                <p14:cNvContentPartPr/>
                <p14:nvPr/>
              </p14:nvContentPartPr>
              <p14:xfrm>
                <a:off x="5733678" y="2445709"/>
                <a:ext cx="398880" cy="4910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3EADFDD-33D7-6441-ECBC-A64415DE5B2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715678" y="2428069"/>
                  <a:ext cx="434520" cy="52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92ACD1E-EF57-1681-954B-AD3CB870463D}"/>
                    </a:ext>
                  </a:extLst>
                </p14:cNvPr>
                <p14:cNvContentPartPr/>
                <p14:nvPr/>
              </p14:nvContentPartPr>
              <p14:xfrm>
                <a:off x="5457198" y="2804269"/>
                <a:ext cx="473760" cy="13662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92ACD1E-EF57-1681-954B-AD3CB870463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439198" y="2786269"/>
                  <a:ext cx="509400" cy="140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D6982E9-052E-86D8-CD06-02CAF8EAC96A}"/>
                    </a:ext>
                  </a:extLst>
                </p14:cNvPr>
                <p14:cNvContentPartPr/>
                <p14:nvPr/>
              </p14:nvContentPartPr>
              <p14:xfrm>
                <a:off x="5367558" y="4024309"/>
                <a:ext cx="202680" cy="1605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D6982E9-052E-86D8-CD06-02CAF8EAC96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349558" y="4006669"/>
                  <a:ext cx="238320" cy="196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68874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285750" indent="-285750">
          <a:buFont typeface="Arial" charset="0"/>
          <a:buChar char="•"/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22737</TotalTime>
  <Words>500</Words>
  <Application>Microsoft Office PowerPoint</Application>
  <PresentationFormat>Widescreen</PresentationFormat>
  <Paragraphs>134</Paragraphs>
  <Slides>55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1" baseType="lpstr">
      <vt:lpstr>Arial</vt:lpstr>
      <vt:lpstr>Calibri</vt:lpstr>
      <vt:lpstr>PT Sans</vt:lpstr>
      <vt:lpstr>Segoe UI</vt:lpstr>
      <vt:lpstr>Times New Roman</vt:lpstr>
      <vt:lpstr>Office Theme</vt:lpstr>
      <vt:lpstr>ECE 105: Introduction to Electrical Engineering</vt:lpstr>
      <vt:lpstr>Wearables</vt:lpstr>
      <vt:lpstr>Vital signs</vt:lpstr>
      <vt:lpstr>$380.5 billion by 2028 – wearables alone</vt:lpstr>
      <vt:lpstr>Different parts of a bioelectronics system</vt:lpstr>
      <vt:lpstr>Pulse oximetry</vt:lpstr>
      <vt:lpstr>PowerPoint Presentation</vt:lpstr>
      <vt:lpstr>Pulse oximetry basics</vt:lpstr>
      <vt:lpstr>Pulse oximeter basics</vt:lpstr>
      <vt:lpstr>The Beer-Lambert Law</vt:lpstr>
      <vt:lpstr>The Beer-Lambert Law</vt:lpstr>
      <vt:lpstr>Example 1</vt:lpstr>
      <vt:lpstr>Example 1</vt:lpstr>
      <vt:lpstr>Example 1</vt:lpstr>
      <vt:lpstr>PowerPoint Presentation</vt:lpstr>
      <vt:lpstr>Example 1</vt:lpstr>
      <vt:lpstr>Pulse oximeter basics</vt:lpstr>
      <vt:lpstr>Pulse oximeter basics</vt:lpstr>
      <vt:lpstr>Calculating oxygen saturation</vt:lpstr>
      <vt:lpstr>Oximeter readout circuit</vt:lpstr>
      <vt:lpstr>Oximeter readout circuit</vt:lpstr>
      <vt:lpstr>Oximeter readout circuit</vt:lpstr>
      <vt:lpstr>Oximeter readout circuit</vt:lpstr>
      <vt:lpstr>Oximeter readout circuit</vt:lpstr>
      <vt:lpstr>Transmission vs. reflectance oximetry</vt:lpstr>
      <vt:lpstr>Collect PPG signal </vt:lpstr>
      <vt:lpstr>Upload ard code</vt:lpstr>
      <vt:lpstr>Open python IDLE – open python file</vt:lpstr>
      <vt:lpstr>Open main.py</vt:lpstr>
      <vt:lpstr>Run module</vt:lpstr>
      <vt:lpstr>Type in which port – check where your Ard in connected</vt:lpstr>
      <vt:lpstr>Command – m3ppg</vt:lpstr>
      <vt:lpstr>Opens a recording window</vt:lpstr>
      <vt:lpstr>Press capture </vt:lpstr>
      <vt:lpstr>Keep your finger gently on the sensor </vt:lpstr>
      <vt:lpstr>Click save – a new file will be saved</vt:lpstr>
      <vt:lpstr>Open jupyter notebook select the new csv file – check the raw data on notebook</vt:lpstr>
      <vt:lpstr>Pulse oximeter basics</vt:lpstr>
      <vt:lpstr>Oximeter prototype</vt:lpstr>
      <vt:lpstr>PowerPoint Presentation</vt:lpstr>
      <vt:lpstr>AFE – MAX30102</vt:lpstr>
      <vt:lpstr>System design</vt:lpstr>
      <vt:lpstr>LEDs</vt:lpstr>
      <vt:lpstr>LED – PD spectrum</vt:lpstr>
      <vt:lpstr>Connection</vt:lpstr>
      <vt:lpstr>Connection</vt:lpstr>
      <vt:lpstr>How does the AFE work</vt:lpstr>
      <vt:lpstr>Data capture</vt:lpstr>
      <vt:lpstr>Data capture</vt:lpstr>
      <vt:lpstr>Going back to the PPG data collected</vt:lpstr>
      <vt:lpstr>Smoothing </vt:lpstr>
      <vt:lpstr>Drift correction</vt:lpstr>
      <vt:lpstr>Peak detection</vt:lpstr>
      <vt:lpstr>Heart rate</vt:lpstr>
      <vt:lpstr>Using single component to find heart rate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Yasser Khan</dc:creator>
  <cp:lastModifiedBy>Yasser Khan</cp:lastModifiedBy>
  <cp:revision>929</cp:revision>
  <cp:lastPrinted>2017-03-30T23:40:26Z</cp:lastPrinted>
  <dcterms:created xsi:type="dcterms:W3CDTF">2014-02-24T21:19:39Z</dcterms:created>
  <dcterms:modified xsi:type="dcterms:W3CDTF">2025-10-16T22:31:45Z</dcterms:modified>
</cp:coreProperties>
</file>